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3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13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01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6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0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178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4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159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2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9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70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9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48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57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74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91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97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4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108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39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108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40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109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51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112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51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2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51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39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208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2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49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51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236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51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40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51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2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41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93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3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7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237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42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24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3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3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42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42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4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242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12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136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12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28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270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72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77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33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46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85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98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3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198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46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3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237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48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40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45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36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46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43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46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5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19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31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144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1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5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36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39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5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160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38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198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54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2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54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37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5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240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62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5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6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5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4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6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38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39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171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76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63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13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0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70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3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13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5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65332" y="2501569"/>
              <a:ext cx="138723" cy="1184847"/>
            </a:xfrm>
            <a:custGeom>
              <a:avLst/>
              <a:pathLst>
                <a:path w="138723" h="1184847">
                  <a:moveTo>
                    <a:pt x="0" y="0"/>
                  </a:moveTo>
                  <a:lnTo>
                    <a:pt x="138723" y="1184847"/>
                  </a:lnTo>
                </a:path>
              </a:pathLst>
            </a:custGeom>
            <a:ln w="9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3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78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143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59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197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36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82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25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5220" y="3170392"/>
              <a:ext cx="38558" cy="167167"/>
            </a:xfrm>
            <a:custGeom>
              <a:avLst/>
              <a:pathLst>
                <a:path w="38558" h="167167">
                  <a:moveTo>
                    <a:pt x="38558" y="0"/>
                  </a:moveTo>
                  <a:lnTo>
                    <a:pt x="32075" y="125"/>
                  </a:lnTo>
                  <a:lnTo>
                    <a:pt x="25602" y="502"/>
                  </a:lnTo>
                  <a:lnTo>
                    <a:pt x="19148" y="1130"/>
                  </a:lnTo>
                  <a:lnTo>
                    <a:pt x="12723" y="2008"/>
                  </a:lnTo>
                  <a:lnTo>
                    <a:pt x="6337" y="3134"/>
                  </a:lnTo>
                  <a:lnTo>
                    <a:pt x="0" y="4507"/>
                  </a:lnTo>
                  <a:lnTo>
                    <a:pt x="385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5220" y="3174900"/>
              <a:ext cx="38558" cy="162659"/>
            </a:xfrm>
            <a:custGeom>
              <a:avLst/>
              <a:pathLst>
                <a:path w="38558" h="162659">
                  <a:moveTo>
                    <a:pt x="0" y="0"/>
                  </a:moveTo>
                  <a:lnTo>
                    <a:pt x="38558" y="1626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816619" y="3170838"/>
              <a:ext cx="334316" cy="333889"/>
            </a:xfrm>
            <a:custGeom>
              <a:avLst/>
              <a:pathLst>
                <a:path w="334316" h="333889">
                  <a:moveTo>
                    <a:pt x="128600" y="4062"/>
                  </a:moveTo>
                  <a:lnTo>
                    <a:pt x="123476" y="5362"/>
                  </a:lnTo>
                  <a:lnTo>
                    <a:pt x="118395" y="6824"/>
                  </a:lnTo>
                  <a:lnTo>
                    <a:pt x="113364" y="8446"/>
                  </a:lnTo>
                  <a:lnTo>
                    <a:pt x="108386" y="10226"/>
                  </a:lnTo>
                  <a:lnTo>
                    <a:pt x="103467" y="12163"/>
                  </a:lnTo>
                  <a:lnTo>
                    <a:pt x="98611" y="14254"/>
                  </a:lnTo>
                  <a:lnTo>
                    <a:pt x="93824" y="16498"/>
                  </a:lnTo>
                  <a:lnTo>
                    <a:pt x="89111" y="18892"/>
                  </a:lnTo>
                  <a:lnTo>
                    <a:pt x="84475" y="21434"/>
                  </a:lnTo>
                  <a:lnTo>
                    <a:pt x="79922" y="24121"/>
                  </a:lnTo>
                  <a:lnTo>
                    <a:pt x="75457" y="26951"/>
                  </a:lnTo>
                  <a:lnTo>
                    <a:pt x="71083" y="29921"/>
                  </a:lnTo>
                  <a:lnTo>
                    <a:pt x="66805" y="33027"/>
                  </a:lnTo>
                  <a:lnTo>
                    <a:pt x="62628" y="36267"/>
                  </a:lnTo>
                  <a:lnTo>
                    <a:pt x="58555" y="39638"/>
                  </a:lnTo>
                  <a:lnTo>
                    <a:pt x="54591" y="43136"/>
                  </a:lnTo>
                  <a:lnTo>
                    <a:pt x="50739" y="46757"/>
                  </a:lnTo>
                  <a:lnTo>
                    <a:pt x="47004" y="50498"/>
                  </a:lnTo>
                  <a:lnTo>
                    <a:pt x="43389" y="54356"/>
                  </a:lnTo>
                  <a:lnTo>
                    <a:pt x="39898" y="58326"/>
                  </a:lnTo>
                  <a:lnTo>
                    <a:pt x="36534" y="62404"/>
                  </a:lnTo>
                  <a:lnTo>
                    <a:pt x="33301" y="66587"/>
                  </a:lnTo>
                  <a:lnTo>
                    <a:pt x="30201" y="70870"/>
                  </a:lnTo>
                  <a:lnTo>
                    <a:pt x="27239" y="75248"/>
                  </a:lnTo>
                  <a:lnTo>
                    <a:pt x="24416" y="79718"/>
                  </a:lnTo>
                  <a:lnTo>
                    <a:pt x="21737" y="84276"/>
                  </a:lnTo>
                  <a:lnTo>
                    <a:pt x="19202" y="88915"/>
                  </a:lnTo>
                  <a:lnTo>
                    <a:pt x="16816" y="93633"/>
                  </a:lnTo>
                  <a:lnTo>
                    <a:pt x="14580" y="98423"/>
                  </a:lnTo>
                  <a:lnTo>
                    <a:pt x="12497" y="103282"/>
                  </a:lnTo>
                  <a:lnTo>
                    <a:pt x="10568" y="108204"/>
                  </a:lnTo>
                  <a:lnTo>
                    <a:pt x="8796" y="113185"/>
                  </a:lnTo>
                  <a:lnTo>
                    <a:pt x="7182" y="118220"/>
                  </a:lnTo>
                  <a:lnTo>
                    <a:pt x="5729" y="123303"/>
                  </a:lnTo>
                  <a:lnTo>
                    <a:pt x="4436" y="128429"/>
                  </a:lnTo>
                  <a:lnTo>
                    <a:pt x="3307" y="133594"/>
                  </a:lnTo>
                  <a:lnTo>
                    <a:pt x="2341" y="138791"/>
                  </a:lnTo>
                  <a:lnTo>
                    <a:pt x="1541" y="144017"/>
                  </a:lnTo>
                  <a:lnTo>
                    <a:pt x="905" y="149265"/>
                  </a:lnTo>
                  <a:lnTo>
                    <a:pt x="437" y="154531"/>
                  </a:lnTo>
                  <a:lnTo>
                    <a:pt x="135" y="159809"/>
                  </a:lnTo>
                  <a:lnTo>
                    <a:pt x="0" y="165094"/>
                  </a:lnTo>
                  <a:lnTo>
                    <a:pt x="32" y="170381"/>
                  </a:lnTo>
                  <a:lnTo>
                    <a:pt x="231" y="175664"/>
                  </a:lnTo>
                  <a:lnTo>
                    <a:pt x="597" y="180938"/>
                  </a:lnTo>
                  <a:lnTo>
                    <a:pt x="1130" y="186197"/>
                  </a:lnTo>
                  <a:lnTo>
                    <a:pt x="1829" y="191438"/>
                  </a:lnTo>
                  <a:lnTo>
                    <a:pt x="2693" y="196653"/>
                  </a:lnTo>
                  <a:lnTo>
                    <a:pt x="3722" y="201839"/>
                  </a:lnTo>
                  <a:lnTo>
                    <a:pt x="4914" y="206989"/>
                  </a:lnTo>
                  <a:lnTo>
                    <a:pt x="6269" y="212100"/>
                  </a:lnTo>
                  <a:lnTo>
                    <a:pt x="7784" y="217164"/>
                  </a:lnTo>
                  <a:lnTo>
                    <a:pt x="9459" y="222179"/>
                  </a:lnTo>
                  <a:lnTo>
                    <a:pt x="11291" y="227138"/>
                  </a:lnTo>
                  <a:lnTo>
                    <a:pt x="13280" y="232036"/>
                  </a:lnTo>
                  <a:lnTo>
                    <a:pt x="15422" y="236869"/>
                  </a:lnTo>
                  <a:lnTo>
                    <a:pt x="17716" y="241632"/>
                  </a:lnTo>
                  <a:lnTo>
                    <a:pt x="20159" y="246321"/>
                  </a:lnTo>
                  <a:lnTo>
                    <a:pt x="22750" y="250929"/>
                  </a:lnTo>
                  <a:lnTo>
                    <a:pt x="25485" y="255453"/>
                  </a:lnTo>
                  <a:lnTo>
                    <a:pt x="28362" y="259889"/>
                  </a:lnTo>
                  <a:lnTo>
                    <a:pt x="31377" y="264231"/>
                  </a:lnTo>
                  <a:lnTo>
                    <a:pt x="34528" y="268476"/>
                  </a:lnTo>
                  <a:lnTo>
                    <a:pt x="37812" y="272619"/>
                  </a:lnTo>
                  <a:lnTo>
                    <a:pt x="41226" y="276656"/>
                  </a:lnTo>
                  <a:lnTo>
                    <a:pt x="44765" y="280583"/>
                  </a:lnTo>
                  <a:lnTo>
                    <a:pt x="48426" y="284397"/>
                  </a:lnTo>
                  <a:lnTo>
                    <a:pt x="52207" y="288092"/>
                  </a:lnTo>
                  <a:lnTo>
                    <a:pt x="56102" y="291666"/>
                  </a:lnTo>
                  <a:lnTo>
                    <a:pt x="60109" y="295116"/>
                  </a:lnTo>
                  <a:lnTo>
                    <a:pt x="64222" y="298437"/>
                  </a:lnTo>
                  <a:lnTo>
                    <a:pt x="68439" y="301626"/>
                  </a:lnTo>
                  <a:lnTo>
                    <a:pt x="72754" y="304680"/>
                  </a:lnTo>
                  <a:lnTo>
                    <a:pt x="77163" y="307596"/>
                  </a:lnTo>
                  <a:lnTo>
                    <a:pt x="81663" y="310371"/>
                  </a:lnTo>
                  <a:lnTo>
                    <a:pt x="86248" y="313003"/>
                  </a:lnTo>
                  <a:lnTo>
                    <a:pt x="90914" y="315488"/>
                  </a:lnTo>
                  <a:lnTo>
                    <a:pt x="95657" y="317825"/>
                  </a:lnTo>
                  <a:lnTo>
                    <a:pt x="100470" y="320010"/>
                  </a:lnTo>
                  <a:lnTo>
                    <a:pt x="105351" y="322042"/>
                  </a:lnTo>
                  <a:lnTo>
                    <a:pt x="110293" y="323919"/>
                  </a:lnTo>
                  <a:lnTo>
                    <a:pt x="115292" y="325639"/>
                  </a:lnTo>
                  <a:lnTo>
                    <a:pt x="120344" y="327199"/>
                  </a:lnTo>
                  <a:lnTo>
                    <a:pt x="125441" y="328599"/>
                  </a:lnTo>
                  <a:lnTo>
                    <a:pt x="130581" y="329838"/>
                  </a:lnTo>
                  <a:lnTo>
                    <a:pt x="135757" y="330913"/>
                  </a:lnTo>
                  <a:lnTo>
                    <a:pt x="140965" y="331824"/>
                  </a:lnTo>
                  <a:lnTo>
                    <a:pt x="146199" y="332569"/>
                  </a:lnTo>
                  <a:lnTo>
                    <a:pt x="151453" y="333149"/>
                  </a:lnTo>
                  <a:lnTo>
                    <a:pt x="156724" y="333563"/>
                  </a:lnTo>
                  <a:lnTo>
                    <a:pt x="162005" y="333809"/>
                  </a:lnTo>
                  <a:lnTo>
                    <a:pt x="167291" y="333889"/>
                  </a:lnTo>
                  <a:lnTo>
                    <a:pt x="172577" y="333801"/>
                  </a:lnTo>
                  <a:lnTo>
                    <a:pt x="177857" y="333546"/>
                  </a:lnTo>
                  <a:lnTo>
                    <a:pt x="183127" y="333124"/>
                  </a:lnTo>
                  <a:lnTo>
                    <a:pt x="188381" y="332536"/>
                  </a:lnTo>
                  <a:lnTo>
                    <a:pt x="193614" y="331782"/>
                  </a:lnTo>
                  <a:lnTo>
                    <a:pt x="198820" y="330863"/>
                  </a:lnTo>
                  <a:lnTo>
                    <a:pt x="203994" y="329780"/>
                  </a:lnTo>
                  <a:lnTo>
                    <a:pt x="209132" y="328533"/>
                  </a:lnTo>
                  <a:lnTo>
                    <a:pt x="214228" y="327125"/>
                  </a:lnTo>
                  <a:lnTo>
                    <a:pt x="219276" y="325557"/>
                  </a:lnTo>
                  <a:lnTo>
                    <a:pt x="224273" y="323829"/>
                  </a:lnTo>
                  <a:lnTo>
                    <a:pt x="229212" y="321945"/>
                  </a:lnTo>
                  <a:lnTo>
                    <a:pt x="234090" y="319905"/>
                  </a:lnTo>
                  <a:lnTo>
                    <a:pt x="238900" y="317712"/>
                  </a:lnTo>
                  <a:lnTo>
                    <a:pt x="243639" y="315368"/>
                  </a:lnTo>
                  <a:lnTo>
                    <a:pt x="248301" y="312875"/>
                  </a:lnTo>
                  <a:lnTo>
                    <a:pt x="252882" y="310236"/>
                  </a:lnTo>
                  <a:lnTo>
                    <a:pt x="257377" y="307454"/>
                  </a:lnTo>
                  <a:lnTo>
                    <a:pt x="261782" y="304531"/>
                  </a:lnTo>
                  <a:lnTo>
                    <a:pt x="266092" y="301470"/>
                  </a:lnTo>
                  <a:lnTo>
                    <a:pt x="270304" y="298274"/>
                  </a:lnTo>
                  <a:lnTo>
                    <a:pt x="274412" y="294947"/>
                  </a:lnTo>
                  <a:lnTo>
                    <a:pt x="278413" y="291491"/>
                  </a:lnTo>
                  <a:lnTo>
                    <a:pt x="282303" y="287911"/>
                  </a:lnTo>
                  <a:lnTo>
                    <a:pt x="286077" y="284209"/>
                  </a:lnTo>
                  <a:lnTo>
                    <a:pt x="289733" y="280390"/>
                  </a:lnTo>
                  <a:lnTo>
                    <a:pt x="293266" y="276457"/>
                  </a:lnTo>
                  <a:lnTo>
                    <a:pt x="296673" y="272415"/>
                  </a:lnTo>
                  <a:lnTo>
                    <a:pt x="299950" y="268266"/>
                  </a:lnTo>
                  <a:lnTo>
                    <a:pt x="303095" y="264017"/>
                  </a:lnTo>
                  <a:lnTo>
                    <a:pt x="306103" y="259670"/>
                  </a:lnTo>
                  <a:lnTo>
                    <a:pt x="308973" y="255230"/>
                  </a:lnTo>
                  <a:lnTo>
                    <a:pt x="311701" y="250701"/>
                  </a:lnTo>
                  <a:lnTo>
                    <a:pt x="314284" y="246088"/>
                  </a:lnTo>
                  <a:lnTo>
                    <a:pt x="316720" y="241396"/>
                  </a:lnTo>
                  <a:lnTo>
                    <a:pt x="319007" y="236630"/>
                  </a:lnTo>
                  <a:lnTo>
                    <a:pt x="321141" y="231793"/>
                  </a:lnTo>
                  <a:lnTo>
                    <a:pt x="323122" y="226892"/>
                  </a:lnTo>
                  <a:lnTo>
                    <a:pt x="324947" y="221930"/>
                  </a:lnTo>
                  <a:lnTo>
                    <a:pt x="326614" y="216913"/>
                  </a:lnTo>
                  <a:lnTo>
                    <a:pt x="328121" y="211846"/>
                  </a:lnTo>
                  <a:lnTo>
                    <a:pt x="329467" y="206733"/>
                  </a:lnTo>
                  <a:lnTo>
                    <a:pt x="330651" y="201581"/>
                  </a:lnTo>
                  <a:lnTo>
                    <a:pt x="331672" y="196394"/>
                  </a:lnTo>
                  <a:lnTo>
                    <a:pt x="332528" y="191177"/>
                  </a:lnTo>
                  <a:lnTo>
                    <a:pt x="333219" y="185935"/>
                  </a:lnTo>
                  <a:lnTo>
                    <a:pt x="333743" y="180675"/>
                  </a:lnTo>
                  <a:lnTo>
                    <a:pt x="334101" y="175400"/>
                  </a:lnTo>
                  <a:lnTo>
                    <a:pt x="334292" y="170117"/>
                  </a:lnTo>
                  <a:lnTo>
                    <a:pt x="334316" y="164830"/>
                  </a:lnTo>
                  <a:lnTo>
                    <a:pt x="334172" y="159546"/>
                  </a:lnTo>
                  <a:lnTo>
                    <a:pt x="333862" y="154268"/>
                  </a:lnTo>
                  <a:lnTo>
                    <a:pt x="333385" y="149003"/>
                  </a:lnTo>
                  <a:lnTo>
                    <a:pt x="332741" y="143756"/>
                  </a:lnTo>
                  <a:lnTo>
                    <a:pt x="331932" y="138531"/>
                  </a:lnTo>
                  <a:lnTo>
                    <a:pt x="330959" y="133335"/>
                  </a:lnTo>
                  <a:lnTo>
                    <a:pt x="329821" y="128172"/>
                  </a:lnTo>
                  <a:lnTo>
                    <a:pt x="328521" y="123048"/>
                  </a:lnTo>
                  <a:lnTo>
                    <a:pt x="327059" y="117967"/>
                  </a:lnTo>
                  <a:lnTo>
                    <a:pt x="325437" y="112935"/>
                  </a:lnTo>
                  <a:lnTo>
                    <a:pt x="323657" y="107957"/>
                  </a:lnTo>
                  <a:lnTo>
                    <a:pt x="321721" y="103038"/>
                  </a:lnTo>
                  <a:lnTo>
                    <a:pt x="319630" y="98183"/>
                  </a:lnTo>
                  <a:lnTo>
                    <a:pt x="317387" y="93395"/>
                  </a:lnTo>
                  <a:lnTo>
                    <a:pt x="314993" y="88682"/>
                  </a:lnTo>
                  <a:lnTo>
                    <a:pt x="312451" y="84046"/>
                  </a:lnTo>
                  <a:lnTo>
                    <a:pt x="309764" y="79493"/>
                  </a:lnTo>
                  <a:lnTo>
                    <a:pt x="306935" y="75028"/>
                  </a:lnTo>
                  <a:lnTo>
                    <a:pt x="303965" y="70653"/>
                  </a:lnTo>
                  <a:lnTo>
                    <a:pt x="300859" y="66376"/>
                  </a:lnTo>
                  <a:lnTo>
                    <a:pt x="297619" y="62198"/>
                  </a:lnTo>
                  <a:lnTo>
                    <a:pt x="294249" y="58125"/>
                  </a:lnTo>
                  <a:lnTo>
                    <a:pt x="290751" y="54161"/>
                  </a:lnTo>
                  <a:lnTo>
                    <a:pt x="287130" y="50309"/>
                  </a:lnTo>
                  <a:lnTo>
                    <a:pt x="283389" y="46573"/>
                  </a:lnTo>
                  <a:lnTo>
                    <a:pt x="279532" y="42958"/>
                  </a:lnTo>
                  <a:lnTo>
                    <a:pt x="275562" y="39467"/>
                  </a:lnTo>
                  <a:lnTo>
                    <a:pt x="271484" y="36102"/>
                  </a:lnTo>
                  <a:lnTo>
                    <a:pt x="267302" y="32869"/>
                  </a:lnTo>
                  <a:lnTo>
                    <a:pt x="263019" y="29769"/>
                  </a:lnTo>
                  <a:lnTo>
                    <a:pt x="258640" y="26806"/>
                  </a:lnTo>
                  <a:lnTo>
                    <a:pt x="254170" y="23984"/>
                  </a:lnTo>
                  <a:lnTo>
                    <a:pt x="249613" y="21304"/>
                  </a:lnTo>
                  <a:lnTo>
                    <a:pt x="244974" y="18769"/>
                  </a:lnTo>
                  <a:lnTo>
                    <a:pt x="240257" y="16383"/>
                  </a:lnTo>
                  <a:lnTo>
                    <a:pt x="235466" y="14146"/>
                  </a:lnTo>
                  <a:lnTo>
                    <a:pt x="230607" y="12063"/>
                  </a:lnTo>
                  <a:lnTo>
                    <a:pt x="225685" y="10134"/>
                  </a:lnTo>
                  <a:lnTo>
                    <a:pt x="220704" y="8361"/>
                  </a:lnTo>
                  <a:lnTo>
                    <a:pt x="215670" y="6747"/>
                  </a:lnTo>
                  <a:lnTo>
                    <a:pt x="210587" y="5293"/>
                  </a:lnTo>
                  <a:lnTo>
                    <a:pt x="205461" y="4001"/>
                  </a:lnTo>
                  <a:lnTo>
                    <a:pt x="200297" y="2871"/>
                  </a:lnTo>
                  <a:lnTo>
                    <a:pt x="195099" y="1905"/>
                  </a:lnTo>
                  <a:lnTo>
                    <a:pt x="189873" y="1104"/>
                  </a:lnTo>
                  <a:lnTo>
                    <a:pt x="184625" y="469"/>
                  </a:lnTo>
                  <a:lnTo>
                    <a:pt x="179359" y="0"/>
                  </a:lnTo>
                  <a:lnTo>
                    <a:pt x="167159" y="1667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83779" y="3170392"/>
              <a:ext cx="12200" cy="167167"/>
            </a:xfrm>
            <a:custGeom>
              <a:avLst/>
              <a:pathLst>
                <a:path w="12200" h="167167">
                  <a:moveTo>
                    <a:pt x="12200" y="44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61438" y="2655501"/>
              <a:ext cx="162056" cy="167167"/>
            </a:xfrm>
            <a:custGeom>
              <a:avLst/>
              <a:pathLst>
                <a:path w="162056" h="167167">
                  <a:moveTo>
                    <a:pt x="162056" y="0"/>
                  </a:moveTo>
                  <a:lnTo>
                    <a:pt x="156663" y="87"/>
                  </a:lnTo>
                  <a:lnTo>
                    <a:pt x="151276" y="347"/>
                  </a:lnTo>
                  <a:lnTo>
                    <a:pt x="145900" y="782"/>
                  </a:lnTo>
                  <a:lnTo>
                    <a:pt x="140541" y="1390"/>
                  </a:lnTo>
                  <a:lnTo>
                    <a:pt x="135204" y="2170"/>
                  </a:lnTo>
                  <a:lnTo>
                    <a:pt x="129895" y="3122"/>
                  </a:lnTo>
                  <a:lnTo>
                    <a:pt x="124620" y="4245"/>
                  </a:lnTo>
                  <a:lnTo>
                    <a:pt x="119384" y="5538"/>
                  </a:lnTo>
                  <a:lnTo>
                    <a:pt x="114192" y="6998"/>
                  </a:lnTo>
                  <a:lnTo>
                    <a:pt x="109050" y="8626"/>
                  </a:lnTo>
                  <a:lnTo>
                    <a:pt x="103963" y="10418"/>
                  </a:lnTo>
                  <a:lnTo>
                    <a:pt x="98936" y="12374"/>
                  </a:lnTo>
                  <a:lnTo>
                    <a:pt x="93976" y="14491"/>
                  </a:lnTo>
                  <a:lnTo>
                    <a:pt x="89086" y="16766"/>
                  </a:lnTo>
                  <a:lnTo>
                    <a:pt x="84272" y="19199"/>
                  </a:lnTo>
                  <a:lnTo>
                    <a:pt x="79539" y="21785"/>
                  </a:lnTo>
                  <a:lnTo>
                    <a:pt x="74892" y="24522"/>
                  </a:lnTo>
                  <a:lnTo>
                    <a:pt x="70336" y="27409"/>
                  </a:lnTo>
                  <a:lnTo>
                    <a:pt x="65875" y="30440"/>
                  </a:lnTo>
                  <a:lnTo>
                    <a:pt x="61514" y="33614"/>
                  </a:lnTo>
                  <a:lnTo>
                    <a:pt x="57258" y="36927"/>
                  </a:lnTo>
                  <a:lnTo>
                    <a:pt x="53111" y="40376"/>
                  </a:lnTo>
                  <a:lnTo>
                    <a:pt x="49078" y="43956"/>
                  </a:lnTo>
                  <a:lnTo>
                    <a:pt x="45162" y="47665"/>
                  </a:lnTo>
                  <a:lnTo>
                    <a:pt x="41368" y="51498"/>
                  </a:lnTo>
                  <a:lnTo>
                    <a:pt x="37699" y="55451"/>
                  </a:lnTo>
                  <a:lnTo>
                    <a:pt x="34160" y="59521"/>
                  </a:lnTo>
                  <a:lnTo>
                    <a:pt x="30754" y="63703"/>
                  </a:lnTo>
                  <a:lnTo>
                    <a:pt x="27484" y="67993"/>
                  </a:lnTo>
                  <a:lnTo>
                    <a:pt x="24355" y="72386"/>
                  </a:lnTo>
                  <a:lnTo>
                    <a:pt x="21369" y="76877"/>
                  </a:lnTo>
                  <a:lnTo>
                    <a:pt x="18530" y="81463"/>
                  </a:lnTo>
                  <a:lnTo>
                    <a:pt x="15840" y="86137"/>
                  </a:lnTo>
                  <a:lnTo>
                    <a:pt x="13302" y="90896"/>
                  </a:lnTo>
                  <a:lnTo>
                    <a:pt x="10919" y="95735"/>
                  </a:lnTo>
                  <a:lnTo>
                    <a:pt x="8693" y="100648"/>
                  </a:lnTo>
                  <a:lnTo>
                    <a:pt x="6627" y="105630"/>
                  </a:lnTo>
                  <a:lnTo>
                    <a:pt x="4723" y="110676"/>
                  </a:lnTo>
                  <a:lnTo>
                    <a:pt x="2982" y="115781"/>
                  </a:lnTo>
                  <a:lnTo>
                    <a:pt x="1407" y="120939"/>
                  </a:lnTo>
                  <a:lnTo>
                    <a:pt x="0" y="126146"/>
                  </a:lnTo>
                  <a:lnTo>
                    <a:pt x="1620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438" y="2781648"/>
              <a:ext cx="162056" cy="41021"/>
            </a:xfrm>
            <a:custGeom>
              <a:avLst/>
              <a:pathLst>
                <a:path w="162056" h="41021">
                  <a:moveTo>
                    <a:pt x="0" y="0"/>
                  </a:moveTo>
                  <a:lnTo>
                    <a:pt x="162056" y="41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6330" y="2715476"/>
              <a:ext cx="334332" cy="274345"/>
            </a:xfrm>
            <a:custGeom>
              <a:avLst/>
              <a:pathLst>
                <a:path w="334332" h="274345">
                  <a:moveTo>
                    <a:pt x="5108" y="66171"/>
                  </a:moveTo>
                  <a:lnTo>
                    <a:pt x="3891" y="71324"/>
                  </a:lnTo>
                  <a:lnTo>
                    <a:pt x="2837" y="76512"/>
                  </a:lnTo>
                  <a:lnTo>
                    <a:pt x="1947" y="81731"/>
                  </a:lnTo>
                  <a:lnTo>
                    <a:pt x="1224" y="86975"/>
                  </a:lnTo>
                  <a:lnTo>
                    <a:pt x="667" y="92240"/>
                  </a:lnTo>
                  <a:lnTo>
                    <a:pt x="277" y="97520"/>
                  </a:lnTo>
                  <a:lnTo>
                    <a:pt x="54" y="102810"/>
                  </a:lnTo>
                  <a:lnTo>
                    <a:pt x="0" y="108103"/>
                  </a:lnTo>
                  <a:lnTo>
                    <a:pt x="112" y="113396"/>
                  </a:lnTo>
                  <a:lnTo>
                    <a:pt x="392" y="118683"/>
                  </a:lnTo>
                  <a:lnTo>
                    <a:pt x="840" y="123959"/>
                  </a:lnTo>
                  <a:lnTo>
                    <a:pt x="1454" y="129217"/>
                  </a:lnTo>
                  <a:lnTo>
                    <a:pt x="2235" y="134453"/>
                  </a:lnTo>
                  <a:lnTo>
                    <a:pt x="3181" y="139662"/>
                  </a:lnTo>
                  <a:lnTo>
                    <a:pt x="4291" y="144839"/>
                  </a:lnTo>
                  <a:lnTo>
                    <a:pt x="5565" y="149978"/>
                  </a:lnTo>
                  <a:lnTo>
                    <a:pt x="7001" y="155073"/>
                  </a:lnTo>
                  <a:lnTo>
                    <a:pt x="8597" y="160121"/>
                  </a:lnTo>
                  <a:lnTo>
                    <a:pt x="10353" y="165116"/>
                  </a:lnTo>
                  <a:lnTo>
                    <a:pt x="12266" y="170052"/>
                  </a:lnTo>
                  <a:lnTo>
                    <a:pt x="14334" y="174926"/>
                  </a:lnTo>
                  <a:lnTo>
                    <a:pt x="16555" y="179731"/>
                  </a:lnTo>
                  <a:lnTo>
                    <a:pt x="18928" y="184464"/>
                  </a:lnTo>
                  <a:lnTo>
                    <a:pt x="21449" y="189120"/>
                  </a:lnTo>
                  <a:lnTo>
                    <a:pt x="24117" y="193693"/>
                  </a:lnTo>
                  <a:lnTo>
                    <a:pt x="26928" y="198179"/>
                  </a:lnTo>
                  <a:lnTo>
                    <a:pt x="29879" y="202574"/>
                  </a:lnTo>
                  <a:lnTo>
                    <a:pt x="32968" y="206874"/>
                  </a:lnTo>
                  <a:lnTo>
                    <a:pt x="36192" y="211073"/>
                  </a:lnTo>
                  <a:lnTo>
                    <a:pt x="39547" y="215169"/>
                  </a:lnTo>
                  <a:lnTo>
                    <a:pt x="43030" y="219156"/>
                  </a:lnTo>
                  <a:lnTo>
                    <a:pt x="46638" y="223030"/>
                  </a:lnTo>
                  <a:lnTo>
                    <a:pt x="50367" y="226789"/>
                  </a:lnTo>
                  <a:lnTo>
                    <a:pt x="54212" y="230427"/>
                  </a:lnTo>
                  <a:lnTo>
                    <a:pt x="58171" y="233942"/>
                  </a:lnTo>
                  <a:lnTo>
                    <a:pt x="62240" y="237330"/>
                  </a:lnTo>
                  <a:lnTo>
                    <a:pt x="66413" y="240587"/>
                  </a:lnTo>
                  <a:lnTo>
                    <a:pt x="70688" y="243711"/>
                  </a:lnTo>
                  <a:lnTo>
                    <a:pt x="75059" y="246697"/>
                  </a:lnTo>
                  <a:lnTo>
                    <a:pt x="79523" y="249544"/>
                  </a:lnTo>
                  <a:lnTo>
                    <a:pt x="84075" y="252248"/>
                  </a:lnTo>
                  <a:lnTo>
                    <a:pt x="88710" y="254806"/>
                  </a:lnTo>
                  <a:lnTo>
                    <a:pt x="93424" y="257217"/>
                  </a:lnTo>
                  <a:lnTo>
                    <a:pt x="98211" y="259477"/>
                  </a:lnTo>
                  <a:lnTo>
                    <a:pt x="103068" y="261584"/>
                  </a:lnTo>
                  <a:lnTo>
                    <a:pt x="107989" y="263536"/>
                  </a:lnTo>
                  <a:lnTo>
                    <a:pt x="112970" y="265331"/>
                  </a:lnTo>
                  <a:lnTo>
                    <a:pt x="118004" y="266968"/>
                  </a:lnTo>
                  <a:lnTo>
                    <a:pt x="123089" y="268445"/>
                  </a:lnTo>
                  <a:lnTo>
                    <a:pt x="128217" y="269760"/>
                  </a:lnTo>
                  <a:lnTo>
                    <a:pt x="133384" y="270911"/>
                  </a:lnTo>
                  <a:lnTo>
                    <a:pt x="138586" y="271899"/>
                  </a:lnTo>
                  <a:lnTo>
                    <a:pt x="143816" y="272721"/>
                  </a:lnTo>
                  <a:lnTo>
                    <a:pt x="149069" y="273378"/>
                  </a:lnTo>
                  <a:lnTo>
                    <a:pt x="154340" y="273867"/>
                  </a:lnTo>
                  <a:lnTo>
                    <a:pt x="159625" y="274190"/>
                  </a:lnTo>
                  <a:lnTo>
                    <a:pt x="164917" y="274345"/>
                  </a:lnTo>
                  <a:lnTo>
                    <a:pt x="170211" y="274332"/>
                  </a:lnTo>
                  <a:lnTo>
                    <a:pt x="175502" y="274152"/>
                  </a:lnTo>
                  <a:lnTo>
                    <a:pt x="180785" y="273804"/>
                  </a:lnTo>
                  <a:lnTo>
                    <a:pt x="186054" y="273289"/>
                  </a:lnTo>
                  <a:lnTo>
                    <a:pt x="191304" y="272608"/>
                  </a:lnTo>
                  <a:lnTo>
                    <a:pt x="196530" y="271761"/>
                  </a:lnTo>
                  <a:lnTo>
                    <a:pt x="201727" y="270748"/>
                  </a:lnTo>
                  <a:lnTo>
                    <a:pt x="206889" y="269572"/>
                  </a:lnTo>
                  <a:lnTo>
                    <a:pt x="212011" y="268232"/>
                  </a:lnTo>
                  <a:lnTo>
                    <a:pt x="217088" y="266731"/>
                  </a:lnTo>
                  <a:lnTo>
                    <a:pt x="222114" y="265071"/>
                  </a:lnTo>
                  <a:lnTo>
                    <a:pt x="227086" y="263251"/>
                  </a:lnTo>
                  <a:lnTo>
                    <a:pt x="231998" y="261276"/>
                  </a:lnTo>
                  <a:lnTo>
                    <a:pt x="236845" y="259145"/>
                  </a:lnTo>
                  <a:lnTo>
                    <a:pt x="241622" y="256863"/>
                  </a:lnTo>
                  <a:lnTo>
                    <a:pt x="246324" y="254430"/>
                  </a:lnTo>
                  <a:lnTo>
                    <a:pt x="250946" y="251849"/>
                  </a:lnTo>
                  <a:lnTo>
                    <a:pt x="255485" y="249124"/>
                  </a:lnTo>
                  <a:lnTo>
                    <a:pt x="259935" y="246256"/>
                  </a:lnTo>
                  <a:lnTo>
                    <a:pt x="264292" y="243248"/>
                  </a:lnTo>
                  <a:lnTo>
                    <a:pt x="268552" y="240104"/>
                  </a:lnTo>
                  <a:lnTo>
                    <a:pt x="272710" y="236827"/>
                  </a:lnTo>
                  <a:lnTo>
                    <a:pt x="276762" y="233420"/>
                  </a:lnTo>
                  <a:lnTo>
                    <a:pt x="280704" y="229886"/>
                  </a:lnTo>
                  <a:lnTo>
                    <a:pt x="284532" y="226229"/>
                  </a:lnTo>
                  <a:lnTo>
                    <a:pt x="288243" y="222453"/>
                  </a:lnTo>
                  <a:lnTo>
                    <a:pt x="291832" y="218561"/>
                  </a:lnTo>
                  <a:lnTo>
                    <a:pt x="295296" y="214557"/>
                  </a:lnTo>
                  <a:lnTo>
                    <a:pt x="298632" y="210446"/>
                  </a:lnTo>
                  <a:lnTo>
                    <a:pt x="301836" y="206231"/>
                  </a:lnTo>
                  <a:lnTo>
                    <a:pt x="304904" y="201917"/>
                  </a:lnTo>
                  <a:lnTo>
                    <a:pt x="307835" y="197508"/>
                  </a:lnTo>
                  <a:lnTo>
                    <a:pt x="310624" y="193008"/>
                  </a:lnTo>
                  <a:lnTo>
                    <a:pt x="313270" y="188422"/>
                  </a:lnTo>
                  <a:lnTo>
                    <a:pt x="315769" y="183755"/>
                  </a:lnTo>
                  <a:lnTo>
                    <a:pt x="318118" y="179011"/>
                  </a:lnTo>
                  <a:lnTo>
                    <a:pt x="320317" y="174195"/>
                  </a:lnTo>
                  <a:lnTo>
                    <a:pt x="322362" y="169311"/>
                  </a:lnTo>
                  <a:lnTo>
                    <a:pt x="324251" y="164366"/>
                  </a:lnTo>
                  <a:lnTo>
                    <a:pt x="325983" y="159363"/>
                  </a:lnTo>
                  <a:lnTo>
                    <a:pt x="327555" y="154307"/>
                  </a:lnTo>
                  <a:lnTo>
                    <a:pt x="328967" y="149205"/>
                  </a:lnTo>
                  <a:lnTo>
                    <a:pt x="330216" y="144060"/>
                  </a:lnTo>
                  <a:lnTo>
                    <a:pt x="331302" y="138878"/>
                  </a:lnTo>
                  <a:lnTo>
                    <a:pt x="332223" y="133665"/>
                  </a:lnTo>
                  <a:lnTo>
                    <a:pt x="332978" y="128425"/>
                  </a:lnTo>
                  <a:lnTo>
                    <a:pt x="333567" y="123163"/>
                  </a:lnTo>
                  <a:lnTo>
                    <a:pt x="333990" y="117886"/>
                  </a:lnTo>
                  <a:lnTo>
                    <a:pt x="334244" y="112598"/>
                  </a:lnTo>
                  <a:lnTo>
                    <a:pt x="334332" y="107305"/>
                  </a:lnTo>
                  <a:lnTo>
                    <a:pt x="334252" y="102011"/>
                  </a:lnTo>
                  <a:lnTo>
                    <a:pt x="334004" y="96722"/>
                  </a:lnTo>
                  <a:lnTo>
                    <a:pt x="333588" y="91445"/>
                  </a:lnTo>
                  <a:lnTo>
                    <a:pt x="333006" y="86182"/>
                  </a:lnTo>
                  <a:lnTo>
                    <a:pt x="332258" y="80941"/>
                  </a:lnTo>
                  <a:lnTo>
                    <a:pt x="331344" y="75727"/>
                  </a:lnTo>
                  <a:lnTo>
                    <a:pt x="330265" y="70544"/>
                  </a:lnTo>
                  <a:lnTo>
                    <a:pt x="329023" y="65397"/>
                  </a:lnTo>
                  <a:lnTo>
                    <a:pt x="327618" y="60293"/>
                  </a:lnTo>
                  <a:lnTo>
                    <a:pt x="326052" y="55235"/>
                  </a:lnTo>
                  <a:lnTo>
                    <a:pt x="324327" y="50230"/>
                  </a:lnTo>
                  <a:lnTo>
                    <a:pt x="322445" y="45282"/>
                  </a:lnTo>
                  <a:lnTo>
                    <a:pt x="320407" y="40396"/>
                  </a:lnTo>
                  <a:lnTo>
                    <a:pt x="318214" y="35577"/>
                  </a:lnTo>
                  <a:lnTo>
                    <a:pt x="315871" y="30829"/>
                  </a:lnTo>
                  <a:lnTo>
                    <a:pt x="313378" y="26159"/>
                  </a:lnTo>
                  <a:lnTo>
                    <a:pt x="310739" y="21569"/>
                  </a:lnTo>
                  <a:lnTo>
                    <a:pt x="307955" y="17066"/>
                  </a:lnTo>
                  <a:lnTo>
                    <a:pt x="305031" y="12653"/>
                  </a:lnTo>
                  <a:lnTo>
                    <a:pt x="301968" y="8334"/>
                  </a:lnTo>
                  <a:lnTo>
                    <a:pt x="298770" y="4115"/>
                  </a:lnTo>
                  <a:lnTo>
                    <a:pt x="295440" y="0"/>
                  </a:lnTo>
                  <a:lnTo>
                    <a:pt x="167164" y="1071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923495" y="2655501"/>
              <a:ext cx="128275" cy="167167"/>
            </a:xfrm>
            <a:custGeom>
              <a:avLst/>
              <a:pathLst>
                <a:path w="128275" h="167167">
                  <a:moveTo>
                    <a:pt x="128275" y="59974"/>
                  </a:moveTo>
                  <a:lnTo>
                    <a:pt x="124597" y="55720"/>
                  </a:lnTo>
                  <a:lnTo>
                    <a:pt x="120778" y="51592"/>
                  </a:lnTo>
                  <a:lnTo>
                    <a:pt x="116822" y="47595"/>
                  </a:lnTo>
                  <a:lnTo>
                    <a:pt x="112734" y="43733"/>
                  </a:lnTo>
                  <a:lnTo>
                    <a:pt x="108518" y="40011"/>
                  </a:lnTo>
                  <a:lnTo>
                    <a:pt x="104180" y="36433"/>
                  </a:lnTo>
                  <a:lnTo>
                    <a:pt x="99724" y="33003"/>
                  </a:lnTo>
                  <a:lnTo>
                    <a:pt x="95155" y="29724"/>
                  </a:lnTo>
                  <a:lnTo>
                    <a:pt x="90478" y="26602"/>
                  </a:lnTo>
                  <a:lnTo>
                    <a:pt x="85699" y="23638"/>
                  </a:lnTo>
                  <a:lnTo>
                    <a:pt x="80822" y="20836"/>
                  </a:lnTo>
                  <a:lnTo>
                    <a:pt x="75855" y="18201"/>
                  </a:lnTo>
                  <a:lnTo>
                    <a:pt x="70801" y="15734"/>
                  </a:lnTo>
                  <a:lnTo>
                    <a:pt x="65668" y="13438"/>
                  </a:lnTo>
                  <a:lnTo>
                    <a:pt x="60460" y="11316"/>
                  </a:lnTo>
                  <a:lnTo>
                    <a:pt x="55183" y="9371"/>
                  </a:lnTo>
                  <a:lnTo>
                    <a:pt x="49844" y="7604"/>
                  </a:lnTo>
                  <a:lnTo>
                    <a:pt x="44449" y="6017"/>
                  </a:lnTo>
                  <a:lnTo>
                    <a:pt x="39004" y="4613"/>
                  </a:lnTo>
                  <a:lnTo>
                    <a:pt x="33514" y="3394"/>
                  </a:lnTo>
                  <a:lnTo>
                    <a:pt x="27986" y="2359"/>
                  </a:lnTo>
                  <a:lnTo>
                    <a:pt x="22427" y="1511"/>
                  </a:lnTo>
                  <a:lnTo>
                    <a:pt x="16842" y="850"/>
                  </a:lnTo>
                  <a:lnTo>
                    <a:pt x="11239" y="378"/>
                  </a:lnTo>
                  <a:lnTo>
                    <a:pt x="562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0906" y="2168369"/>
              <a:ext cx="64986" cy="167167"/>
            </a:xfrm>
            <a:custGeom>
              <a:avLst/>
              <a:pathLst>
                <a:path w="64986" h="167167">
                  <a:moveTo>
                    <a:pt x="64986" y="0"/>
                  </a:moveTo>
                  <a:lnTo>
                    <a:pt x="58920" y="110"/>
                  </a:lnTo>
                  <a:lnTo>
                    <a:pt x="52861" y="440"/>
                  </a:lnTo>
                  <a:lnTo>
                    <a:pt x="46819" y="990"/>
                  </a:lnTo>
                  <a:lnTo>
                    <a:pt x="40800" y="1758"/>
                  </a:lnTo>
                  <a:lnTo>
                    <a:pt x="34813" y="2745"/>
                  </a:lnTo>
                  <a:lnTo>
                    <a:pt x="28866" y="3948"/>
                  </a:lnTo>
                  <a:lnTo>
                    <a:pt x="22967" y="5367"/>
                  </a:lnTo>
                  <a:lnTo>
                    <a:pt x="17123" y="6998"/>
                  </a:lnTo>
                  <a:lnTo>
                    <a:pt x="11342" y="8841"/>
                  </a:lnTo>
                  <a:lnTo>
                    <a:pt x="5632" y="10892"/>
                  </a:lnTo>
                  <a:lnTo>
                    <a:pt x="0" y="13148"/>
                  </a:lnTo>
                  <a:lnTo>
                    <a:pt x="649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578739" y="2181518"/>
              <a:ext cx="250751" cy="321175"/>
            </a:xfrm>
            <a:custGeom>
              <a:avLst/>
              <a:pathLst>
                <a:path w="250751" h="321175">
                  <a:moveTo>
                    <a:pt x="102166" y="0"/>
                  </a:moveTo>
                  <a:lnTo>
                    <a:pt x="97268" y="2159"/>
                  </a:lnTo>
                  <a:lnTo>
                    <a:pt x="92442" y="4474"/>
                  </a:lnTo>
                  <a:lnTo>
                    <a:pt x="87693" y="6943"/>
                  </a:lnTo>
                  <a:lnTo>
                    <a:pt x="83025" y="9562"/>
                  </a:lnTo>
                  <a:lnTo>
                    <a:pt x="78444" y="12329"/>
                  </a:lnTo>
                  <a:lnTo>
                    <a:pt x="73953" y="15242"/>
                  </a:lnTo>
                  <a:lnTo>
                    <a:pt x="69558" y="18296"/>
                  </a:lnTo>
                  <a:lnTo>
                    <a:pt x="65263" y="21490"/>
                  </a:lnTo>
                  <a:lnTo>
                    <a:pt x="61073" y="24820"/>
                  </a:lnTo>
                  <a:lnTo>
                    <a:pt x="56991" y="28283"/>
                  </a:lnTo>
                  <a:lnTo>
                    <a:pt x="53022" y="31874"/>
                  </a:lnTo>
                  <a:lnTo>
                    <a:pt x="49170" y="35590"/>
                  </a:lnTo>
                  <a:lnTo>
                    <a:pt x="45439" y="39428"/>
                  </a:lnTo>
                  <a:lnTo>
                    <a:pt x="41833" y="43383"/>
                  </a:lnTo>
                  <a:lnTo>
                    <a:pt x="38355" y="47452"/>
                  </a:lnTo>
                  <a:lnTo>
                    <a:pt x="35010" y="51630"/>
                  </a:lnTo>
                  <a:lnTo>
                    <a:pt x="31800" y="55913"/>
                  </a:lnTo>
                  <a:lnTo>
                    <a:pt x="28728" y="60296"/>
                  </a:lnTo>
                  <a:lnTo>
                    <a:pt x="25799" y="64776"/>
                  </a:lnTo>
                  <a:lnTo>
                    <a:pt x="23014" y="69347"/>
                  </a:lnTo>
                  <a:lnTo>
                    <a:pt x="20377" y="74005"/>
                  </a:lnTo>
                  <a:lnTo>
                    <a:pt x="17891" y="78745"/>
                  </a:lnTo>
                  <a:lnTo>
                    <a:pt x="15558" y="83562"/>
                  </a:lnTo>
                  <a:lnTo>
                    <a:pt x="13380" y="88451"/>
                  </a:lnTo>
                  <a:lnTo>
                    <a:pt x="11360" y="93408"/>
                  </a:lnTo>
                  <a:lnTo>
                    <a:pt x="9499" y="98427"/>
                  </a:lnTo>
                  <a:lnTo>
                    <a:pt x="7800" y="103502"/>
                  </a:lnTo>
                  <a:lnTo>
                    <a:pt x="6265" y="108630"/>
                  </a:lnTo>
                  <a:lnTo>
                    <a:pt x="4894" y="113804"/>
                  </a:lnTo>
                  <a:lnTo>
                    <a:pt x="3690" y="119019"/>
                  </a:lnTo>
                  <a:lnTo>
                    <a:pt x="2653" y="124270"/>
                  </a:lnTo>
                  <a:lnTo>
                    <a:pt x="1785" y="129551"/>
                  </a:lnTo>
                  <a:lnTo>
                    <a:pt x="1087" y="134858"/>
                  </a:lnTo>
                  <a:lnTo>
                    <a:pt x="558" y="140184"/>
                  </a:lnTo>
                  <a:lnTo>
                    <a:pt x="201" y="145525"/>
                  </a:lnTo>
                  <a:lnTo>
                    <a:pt x="14" y="150874"/>
                  </a:lnTo>
                  <a:lnTo>
                    <a:pt x="0" y="156227"/>
                  </a:lnTo>
                  <a:lnTo>
                    <a:pt x="156" y="161577"/>
                  </a:lnTo>
                  <a:lnTo>
                    <a:pt x="483" y="166919"/>
                  </a:lnTo>
                  <a:lnTo>
                    <a:pt x="982" y="172248"/>
                  </a:lnTo>
                  <a:lnTo>
                    <a:pt x="1651" y="177559"/>
                  </a:lnTo>
                  <a:lnTo>
                    <a:pt x="2489" y="182845"/>
                  </a:lnTo>
                  <a:lnTo>
                    <a:pt x="3496" y="188102"/>
                  </a:lnTo>
                  <a:lnTo>
                    <a:pt x="4672" y="193324"/>
                  </a:lnTo>
                  <a:lnTo>
                    <a:pt x="6013" y="198505"/>
                  </a:lnTo>
                  <a:lnTo>
                    <a:pt x="7520" y="203641"/>
                  </a:lnTo>
                  <a:lnTo>
                    <a:pt x="9191" y="208726"/>
                  </a:lnTo>
                  <a:lnTo>
                    <a:pt x="11023" y="213755"/>
                  </a:lnTo>
                  <a:lnTo>
                    <a:pt x="13015" y="218723"/>
                  </a:lnTo>
                  <a:lnTo>
                    <a:pt x="15166" y="223625"/>
                  </a:lnTo>
                  <a:lnTo>
                    <a:pt x="17472" y="228455"/>
                  </a:lnTo>
                  <a:lnTo>
                    <a:pt x="19932" y="233208"/>
                  </a:lnTo>
                  <a:lnTo>
                    <a:pt x="22543" y="237881"/>
                  </a:lnTo>
                  <a:lnTo>
                    <a:pt x="25302" y="242468"/>
                  </a:lnTo>
                  <a:lnTo>
                    <a:pt x="28206" y="246963"/>
                  </a:lnTo>
                  <a:lnTo>
                    <a:pt x="31253" y="251364"/>
                  </a:lnTo>
                  <a:lnTo>
                    <a:pt x="34439" y="255665"/>
                  </a:lnTo>
                  <a:lnTo>
                    <a:pt x="37761" y="259862"/>
                  </a:lnTo>
                  <a:lnTo>
                    <a:pt x="41216" y="263950"/>
                  </a:lnTo>
                  <a:lnTo>
                    <a:pt x="44800" y="267925"/>
                  </a:lnTo>
                  <a:lnTo>
                    <a:pt x="48509" y="271784"/>
                  </a:lnTo>
                  <a:lnTo>
                    <a:pt x="52340" y="275522"/>
                  </a:lnTo>
                  <a:lnTo>
                    <a:pt x="56289" y="279135"/>
                  </a:lnTo>
                  <a:lnTo>
                    <a:pt x="60351" y="282620"/>
                  </a:lnTo>
                  <a:lnTo>
                    <a:pt x="64523" y="285973"/>
                  </a:lnTo>
                  <a:lnTo>
                    <a:pt x="68800" y="289191"/>
                  </a:lnTo>
                  <a:lnTo>
                    <a:pt x="73178" y="292271"/>
                  </a:lnTo>
                  <a:lnTo>
                    <a:pt x="77652" y="295208"/>
                  </a:lnTo>
                  <a:lnTo>
                    <a:pt x="82218" y="298001"/>
                  </a:lnTo>
                  <a:lnTo>
                    <a:pt x="86871" y="300647"/>
                  </a:lnTo>
                  <a:lnTo>
                    <a:pt x="91607" y="303141"/>
                  </a:lnTo>
                  <a:lnTo>
                    <a:pt x="96420" y="305484"/>
                  </a:lnTo>
                  <a:lnTo>
                    <a:pt x="101305" y="307670"/>
                  </a:lnTo>
                  <a:lnTo>
                    <a:pt x="106258" y="309700"/>
                  </a:lnTo>
                  <a:lnTo>
                    <a:pt x="111273" y="311569"/>
                  </a:lnTo>
                  <a:lnTo>
                    <a:pt x="116346" y="313278"/>
                  </a:lnTo>
                  <a:lnTo>
                    <a:pt x="121470" y="314823"/>
                  </a:lnTo>
                  <a:lnTo>
                    <a:pt x="126642" y="316203"/>
                  </a:lnTo>
                  <a:lnTo>
                    <a:pt x="131855" y="317416"/>
                  </a:lnTo>
                  <a:lnTo>
                    <a:pt x="137104" y="318463"/>
                  </a:lnTo>
                  <a:lnTo>
                    <a:pt x="142384" y="319340"/>
                  </a:lnTo>
                  <a:lnTo>
                    <a:pt x="147689" y="320049"/>
                  </a:lnTo>
                  <a:lnTo>
                    <a:pt x="153015" y="320587"/>
                  </a:lnTo>
                  <a:lnTo>
                    <a:pt x="158354" y="320954"/>
                  </a:lnTo>
                  <a:lnTo>
                    <a:pt x="163703" y="321150"/>
                  </a:lnTo>
                  <a:lnTo>
                    <a:pt x="169056" y="321175"/>
                  </a:lnTo>
                  <a:lnTo>
                    <a:pt x="174406" y="321028"/>
                  </a:lnTo>
                  <a:lnTo>
                    <a:pt x="179749" y="320710"/>
                  </a:lnTo>
                  <a:lnTo>
                    <a:pt x="185079" y="320221"/>
                  </a:lnTo>
                  <a:lnTo>
                    <a:pt x="190391" y="319562"/>
                  </a:lnTo>
                  <a:lnTo>
                    <a:pt x="195679" y="318734"/>
                  </a:lnTo>
                  <a:lnTo>
                    <a:pt x="200937" y="317736"/>
                  </a:lnTo>
                  <a:lnTo>
                    <a:pt x="206161" y="316570"/>
                  </a:lnTo>
                  <a:lnTo>
                    <a:pt x="211345" y="315238"/>
                  </a:lnTo>
                  <a:lnTo>
                    <a:pt x="216484" y="313741"/>
                  </a:lnTo>
                  <a:lnTo>
                    <a:pt x="221572" y="312079"/>
                  </a:lnTo>
                  <a:lnTo>
                    <a:pt x="226604" y="310256"/>
                  </a:lnTo>
                  <a:lnTo>
                    <a:pt x="231576" y="308273"/>
                  </a:lnTo>
                  <a:lnTo>
                    <a:pt x="236481" y="306131"/>
                  </a:lnTo>
                  <a:lnTo>
                    <a:pt x="241315" y="303834"/>
                  </a:lnTo>
                  <a:lnTo>
                    <a:pt x="246074" y="301383"/>
                  </a:lnTo>
                  <a:lnTo>
                    <a:pt x="250751" y="298781"/>
                  </a:lnTo>
                  <a:lnTo>
                    <a:pt x="167152" y="154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745892" y="2168369"/>
              <a:ext cx="167163" cy="311930"/>
            </a:xfrm>
            <a:custGeom>
              <a:avLst/>
              <a:pathLst>
                <a:path w="167163" h="311930">
                  <a:moveTo>
                    <a:pt x="83598" y="311930"/>
                  </a:moveTo>
                  <a:lnTo>
                    <a:pt x="88176" y="309187"/>
                  </a:lnTo>
                  <a:lnTo>
                    <a:pt x="92665" y="306300"/>
                  </a:lnTo>
                  <a:lnTo>
                    <a:pt x="97059" y="303272"/>
                  </a:lnTo>
                  <a:lnTo>
                    <a:pt x="101354" y="300104"/>
                  </a:lnTo>
                  <a:lnTo>
                    <a:pt x="105545" y="296801"/>
                  </a:lnTo>
                  <a:lnTo>
                    <a:pt x="109630" y="293366"/>
                  </a:lnTo>
                  <a:lnTo>
                    <a:pt x="113602" y="289802"/>
                  </a:lnTo>
                  <a:lnTo>
                    <a:pt x="117459" y="286114"/>
                  </a:lnTo>
                  <a:lnTo>
                    <a:pt x="121196" y="282304"/>
                  </a:lnTo>
                  <a:lnTo>
                    <a:pt x="124809" y="278376"/>
                  </a:lnTo>
                  <a:lnTo>
                    <a:pt x="128295" y="274336"/>
                  </a:lnTo>
                  <a:lnTo>
                    <a:pt x="131651" y="270186"/>
                  </a:lnTo>
                  <a:lnTo>
                    <a:pt x="134872" y="265931"/>
                  </a:lnTo>
                  <a:lnTo>
                    <a:pt x="137956" y="261576"/>
                  </a:lnTo>
                  <a:lnTo>
                    <a:pt x="140899" y="257124"/>
                  </a:lnTo>
                  <a:lnTo>
                    <a:pt x="143699" y="252581"/>
                  </a:lnTo>
                  <a:lnTo>
                    <a:pt x="146352" y="247950"/>
                  </a:lnTo>
                  <a:lnTo>
                    <a:pt x="148856" y="243238"/>
                  </a:lnTo>
                  <a:lnTo>
                    <a:pt x="151208" y="238447"/>
                  </a:lnTo>
                  <a:lnTo>
                    <a:pt x="153406" y="233584"/>
                  </a:lnTo>
                  <a:lnTo>
                    <a:pt x="155448" y="228654"/>
                  </a:lnTo>
                  <a:lnTo>
                    <a:pt x="157332" y="223660"/>
                  </a:lnTo>
                  <a:lnTo>
                    <a:pt x="159055" y="218610"/>
                  </a:lnTo>
                  <a:lnTo>
                    <a:pt x="160616" y="213506"/>
                  </a:lnTo>
                  <a:lnTo>
                    <a:pt x="162013" y="208356"/>
                  </a:lnTo>
                  <a:lnTo>
                    <a:pt x="163245" y="203163"/>
                  </a:lnTo>
                  <a:lnTo>
                    <a:pt x="164311" y="197934"/>
                  </a:lnTo>
                  <a:lnTo>
                    <a:pt x="165210" y="192674"/>
                  </a:lnTo>
                  <a:lnTo>
                    <a:pt x="165940" y="187387"/>
                  </a:lnTo>
                  <a:lnTo>
                    <a:pt x="166500" y="182080"/>
                  </a:lnTo>
                  <a:lnTo>
                    <a:pt x="166892" y="176758"/>
                  </a:lnTo>
                  <a:lnTo>
                    <a:pt x="167113" y="171426"/>
                  </a:lnTo>
                  <a:lnTo>
                    <a:pt x="167163" y="166089"/>
                  </a:lnTo>
                  <a:lnTo>
                    <a:pt x="167044" y="160754"/>
                  </a:lnTo>
                  <a:lnTo>
                    <a:pt x="166754" y="155425"/>
                  </a:lnTo>
                  <a:lnTo>
                    <a:pt x="166294" y="150108"/>
                  </a:lnTo>
                  <a:lnTo>
                    <a:pt x="165665" y="144809"/>
                  </a:lnTo>
                  <a:lnTo>
                    <a:pt x="164867" y="139532"/>
                  </a:lnTo>
                  <a:lnTo>
                    <a:pt x="163901" y="134284"/>
                  </a:lnTo>
                  <a:lnTo>
                    <a:pt x="162768" y="129069"/>
                  </a:lnTo>
                  <a:lnTo>
                    <a:pt x="161469" y="123892"/>
                  </a:lnTo>
                  <a:lnTo>
                    <a:pt x="160005" y="118760"/>
                  </a:lnTo>
                  <a:lnTo>
                    <a:pt x="158378" y="113678"/>
                  </a:lnTo>
                  <a:lnTo>
                    <a:pt x="156590" y="108650"/>
                  </a:lnTo>
                  <a:lnTo>
                    <a:pt x="154643" y="103681"/>
                  </a:lnTo>
                  <a:lnTo>
                    <a:pt x="152537" y="98777"/>
                  </a:lnTo>
                  <a:lnTo>
                    <a:pt x="150277" y="93943"/>
                  </a:lnTo>
                  <a:lnTo>
                    <a:pt x="147863" y="89183"/>
                  </a:lnTo>
                  <a:lnTo>
                    <a:pt x="145298" y="84503"/>
                  </a:lnTo>
                  <a:lnTo>
                    <a:pt x="142585" y="79907"/>
                  </a:lnTo>
                  <a:lnTo>
                    <a:pt x="139727" y="75401"/>
                  </a:lnTo>
                  <a:lnTo>
                    <a:pt x="136727" y="70987"/>
                  </a:lnTo>
                  <a:lnTo>
                    <a:pt x="133587" y="66672"/>
                  </a:lnTo>
                  <a:lnTo>
                    <a:pt x="130311" y="62459"/>
                  </a:lnTo>
                  <a:lnTo>
                    <a:pt x="126903" y="58353"/>
                  </a:lnTo>
                  <a:lnTo>
                    <a:pt x="123365" y="54357"/>
                  </a:lnTo>
                  <a:lnTo>
                    <a:pt x="119701" y="50477"/>
                  </a:lnTo>
                  <a:lnTo>
                    <a:pt x="115915" y="46716"/>
                  </a:lnTo>
                  <a:lnTo>
                    <a:pt x="112011" y="43077"/>
                  </a:lnTo>
                  <a:lnTo>
                    <a:pt x="107993" y="39565"/>
                  </a:lnTo>
                  <a:lnTo>
                    <a:pt x="103865" y="36183"/>
                  </a:lnTo>
                  <a:lnTo>
                    <a:pt x="99631" y="32934"/>
                  </a:lnTo>
                  <a:lnTo>
                    <a:pt x="95296" y="29822"/>
                  </a:lnTo>
                  <a:lnTo>
                    <a:pt x="90863" y="26850"/>
                  </a:lnTo>
                  <a:lnTo>
                    <a:pt x="86338" y="24021"/>
                  </a:lnTo>
                  <a:lnTo>
                    <a:pt x="81725" y="21338"/>
                  </a:lnTo>
                  <a:lnTo>
                    <a:pt x="77028" y="18804"/>
                  </a:lnTo>
                  <a:lnTo>
                    <a:pt x="72253" y="16421"/>
                  </a:lnTo>
                  <a:lnTo>
                    <a:pt x="67405" y="14191"/>
                  </a:lnTo>
                  <a:lnTo>
                    <a:pt x="62487" y="12118"/>
                  </a:lnTo>
                  <a:lnTo>
                    <a:pt x="57506" y="10202"/>
                  </a:lnTo>
                  <a:lnTo>
                    <a:pt x="52467" y="8447"/>
                  </a:lnTo>
                  <a:lnTo>
                    <a:pt x="47373" y="6853"/>
                  </a:lnTo>
                  <a:lnTo>
                    <a:pt x="42232" y="5422"/>
                  </a:lnTo>
                  <a:lnTo>
                    <a:pt x="37048" y="4157"/>
                  </a:lnTo>
                  <a:lnTo>
                    <a:pt x="31825" y="3057"/>
                  </a:lnTo>
                  <a:lnTo>
                    <a:pt x="26571" y="2125"/>
                  </a:lnTo>
                  <a:lnTo>
                    <a:pt x="21289" y="1361"/>
                  </a:lnTo>
                  <a:lnTo>
                    <a:pt x="15986" y="766"/>
                  </a:lnTo>
                  <a:lnTo>
                    <a:pt x="10666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10614" y="1735255"/>
              <a:ext cx="49932" cy="167167"/>
            </a:xfrm>
            <a:custGeom>
              <a:avLst/>
              <a:pathLst>
                <a:path w="49932" h="167167">
                  <a:moveTo>
                    <a:pt x="49932" y="0"/>
                  </a:moveTo>
                  <a:lnTo>
                    <a:pt x="43595" y="120"/>
                  </a:lnTo>
                  <a:lnTo>
                    <a:pt x="37267" y="480"/>
                  </a:lnTo>
                  <a:lnTo>
                    <a:pt x="30958" y="1080"/>
                  </a:lnTo>
                  <a:lnTo>
                    <a:pt x="24676" y="1918"/>
                  </a:lnTo>
                  <a:lnTo>
                    <a:pt x="18430" y="2995"/>
                  </a:lnTo>
                  <a:lnTo>
                    <a:pt x="12229" y="4307"/>
                  </a:lnTo>
                  <a:lnTo>
                    <a:pt x="6083" y="5853"/>
                  </a:lnTo>
                  <a:lnTo>
                    <a:pt x="0" y="7631"/>
                  </a:lnTo>
                  <a:lnTo>
                    <a:pt x="4993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0614" y="1742887"/>
              <a:ext cx="49932" cy="159535"/>
            </a:xfrm>
            <a:custGeom>
              <a:avLst/>
              <a:pathLst>
                <a:path w="49932" h="159535">
                  <a:moveTo>
                    <a:pt x="0" y="0"/>
                  </a:moveTo>
                  <a:lnTo>
                    <a:pt x="49932" y="159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93379" y="1742887"/>
              <a:ext cx="334319" cy="326698"/>
            </a:xfrm>
            <a:custGeom>
              <a:avLst/>
              <a:pathLst>
                <a:path w="334319" h="326698">
                  <a:moveTo>
                    <a:pt x="117234" y="0"/>
                  </a:moveTo>
                  <a:lnTo>
                    <a:pt x="112215" y="1658"/>
                  </a:lnTo>
                  <a:lnTo>
                    <a:pt x="107250" y="3475"/>
                  </a:lnTo>
                  <a:lnTo>
                    <a:pt x="102346" y="5447"/>
                  </a:lnTo>
                  <a:lnTo>
                    <a:pt x="97506" y="7574"/>
                  </a:lnTo>
                  <a:lnTo>
                    <a:pt x="92736" y="9852"/>
                  </a:lnTo>
                  <a:lnTo>
                    <a:pt x="88040" y="12281"/>
                  </a:lnTo>
                  <a:lnTo>
                    <a:pt x="83423" y="14856"/>
                  </a:lnTo>
                  <a:lnTo>
                    <a:pt x="78891" y="17576"/>
                  </a:lnTo>
                  <a:lnTo>
                    <a:pt x="74446" y="20439"/>
                  </a:lnTo>
                  <a:lnTo>
                    <a:pt x="70094" y="23440"/>
                  </a:lnTo>
                  <a:lnTo>
                    <a:pt x="65840" y="26577"/>
                  </a:lnTo>
                  <a:lnTo>
                    <a:pt x="61686" y="29848"/>
                  </a:lnTo>
                  <a:lnTo>
                    <a:pt x="57638" y="33248"/>
                  </a:lnTo>
                  <a:lnTo>
                    <a:pt x="53700" y="36774"/>
                  </a:lnTo>
                  <a:lnTo>
                    <a:pt x="49875" y="40423"/>
                  </a:lnTo>
                  <a:lnTo>
                    <a:pt x="46167" y="44192"/>
                  </a:lnTo>
                  <a:lnTo>
                    <a:pt x="42581" y="48075"/>
                  </a:lnTo>
                  <a:lnTo>
                    <a:pt x="39119" y="52070"/>
                  </a:lnTo>
                  <a:lnTo>
                    <a:pt x="35785" y="56173"/>
                  </a:lnTo>
                  <a:lnTo>
                    <a:pt x="32582" y="60379"/>
                  </a:lnTo>
                  <a:lnTo>
                    <a:pt x="29514" y="64684"/>
                  </a:lnTo>
                  <a:lnTo>
                    <a:pt x="26584" y="69084"/>
                  </a:lnTo>
                  <a:lnTo>
                    <a:pt x="23794" y="73574"/>
                  </a:lnTo>
                  <a:lnTo>
                    <a:pt x="21148" y="78150"/>
                  </a:lnTo>
                  <a:lnTo>
                    <a:pt x="18648" y="82808"/>
                  </a:lnTo>
                  <a:lnTo>
                    <a:pt x="16296" y="87542"/>
                  </a:lnTo>
                  <a:lnTo>
                    <a:pt x="14095" y="92349"/>
                  </a:lnTo>
                  <a:lnTo>
                    <a:pt x="12047" y="97222"/>
                  </a:lnTo>
                  <a:lnTo>
                    <a:pt x="10154" y="102158"/>
                  </a:lnTo>
                  <a:lnTo>
                    <a:pt x="8419" y="107152"/>
                  </a:lnTo>
                  <a:lnTo>
                    <a:pt x="6842" y="112197"/>
                  </a:lnTo>
                  <a:lnTo>
                    <a:pt x="5425" y="117290"/>
                  </a:lnTo>
                  <a:lnTo>
                    <a:pt x="4170" y="122426"/>
                  </a:lnTo>
                  <a:lnTo>
                    <a:pt x="3078" y="127598"/>
                  </a:lnTo>
                  <a:lnTo>
                    <a:pt x="2150" y="132803"/>
                  </a:lnTo>
                  <a:lnTo>
                    <a:pt x="1388" y="138034"/>
                  </a:lnTo>
                  <a:lnTo>
                    <a:pt x="791" y="143286"/>
                  </a:lnTo>
                  <a:lnTo>
                    <a:pt x="360" y="148555"/>
                  </a:lnTo>
                  <a:lnTo>
                    <a:pt x="96" y="153835"/>
                  </a:lnTo>
                  <a:lnTo>
                    <a:pt x="0" y="159120"/>
                  </a:lnTo>
                  <a:lnTo>
                    <a:pt x="70" y="164406"/>
                  </a:lnTo>
                  <a:lnTo>
                    <a:pt x="308" y="169687"/>
                  </a:lnTo>
                  <a:lnTo>
                    <a:pt x="712" y="174958"/>
                  </a:lnTo>
                  <a:lnTo>
                    <a:pt x="1283" y="180214"/>
                  </a:lnTo>
                  <a:lnTo>
                    <a:pt x="2020" y="185448"/>
                  </a:lnTo>
                  <a:lnTo>
                    <a:pt x="2922" y="190657"/>
                  </a:lnTo>
                  <a:lnTo>
                    <a:pt x="3988" y="195835"/>
                  </a:lnTo>
                  <a:lnTo>
                    <a:pt x="5217" y="200977"/>
                  </a:lnTo>
                  <a:lnTo>
                    <a:pt x="6608" y="206077"/>
                  </a:lnTo>
                  <a:lnTo>
                    <a:pt x="8160" y="211130"/>
                  </a:lnTo>
                  <a:lnTo>
                    <a:pt x="9871" y="216132"/>
                  </a:lnTo>
                  <a:lnTo>
                    <a:pt x="11739" y="221077"/>
                  </a:lnTo>
                  <a:lnTo>
                    <a:pt x="13763" y="225961"/>
                  </a:lnTo>
                  <a:lnTo>
                    <a:pt x="15940" y="230778"/>
                  </a:lnTo>
                  <a:lnTo>
                    <a:pt x="18268" y="235524"/>
                  </a:lnTo>
                  <a:lnTo>
                    <a:pt x="20746" y="240194"/>
                  </a:lnTo>
                  <a:lnTo>
                    <a:pt x="23369" y="244784"/>
                  </a:lnTo>
                  <a:lnTo>
                    <a:pt x="26137" y="249288"/>
                  </a:lnTo>
                  <a:lnTo>
                    <a:pt x="29045" y="253702"/>
                  </a:lnTo>
                  <a:lnTo>
                    <a:pt x="32092" y="258023"/>
                  </a:lnTo>
                  <a:lnTo>
                    <a:pt x="35273" y="262244"/>
                  </a:lnTo>
                  <a:lnTo>
                    <a:pt x="38587" y="266363"/>
                  </a:lnTo>
                  <a:lnTo>
                    <a:pt x="42029" y="270376"/>
                  </a:lnTo>
                  <a:lnTo>
                    <a:pt x="45596" y="274277"/>
                  </a:lnTo>
                  <a:lnTo>
                    <a:pt x="49285" y="278064"/>
                  </a:lnTo>
                  <a:lnTo>
                    <a:pt x="53092" y="281732"/>
                  </a:lnTo>
                  <a:lnTo>
                    <a:pt x="57012" y="285278"/>
                  </a:lnTo>
                  <a:lnTo>
                    <a:pt x="61043" y="288698"/>
                  </a:lnTo>
                  <a:lnTo>
                    <a:pt x="65181" y="291989"/>
                  </a:lnTo>
                  <a:lnTo>
                    <a:pt x="69420" y="295147"/>
                  </a:lnTo>
                  <a:lnTo>
                    <a:pt x="73756" y="298170"/>
                  </a:lnTo>
                  <a:lnTo>
                    <a:pt x="78187" y="301054"/>
                  </a:lnTo>
                  <a:lnTo>
                    <a:pt x="82706" y="303797"/>
                  </a:lnTo>
                  <a:lnTo>
                    <a:pt x="87310" y="306395"/>
                  </a:lnTo>
                  <a:lnTo>
                    <a:pt x="91993" y="308847"/>
                  </a:lnTo>
                  <a:lnTo>
                    <a:pt x="96752" y="311149"/>
                  </a:lnTo>
                  <a:lnTo>
                    <a:pt x="101581" y="313300"/>
                  </a:lnTo>
                  <a:lnTo>
                    <a:pt x="106476" y="315297"/>
                  </a:lnTo>
                  <a:lnTo>
                    <a:pt x="111431" y="317138"/>
                  </a:lnTo>
                  <a:lnTo>
                    <a:pt x="116442" y="318821"/>
                  </a:lnTo>
                  <a:lnTo>
                    <a:pt x="121504" y="320346"/>
                  </a:lnTo>
                  <a:lnTo>
                    <a:pt x="126612" y="321709"/>
                  </a:lnTo>
                  <a:lnTo>
                    <a:pt x="131760" y="322910"/>
                  </a:lnTo>
                  <a:lnTo>
                    <a:pt x="136943" y="323948"/>
                  </a:lnTo>
                  <a:lnTo>
                    <a:pt x="142157" y="324822"/>
                  </a:lnTo>
                  <a:lnTo>
                    <a:pt x="147396" y="325530"/>
                  </a:lnTo>
                  <a:lnTo>
                    <a:pt x="152654" y="326072"/>
                  </a:lnTo>
                  <a:lnTo>
                    <a:pt x="157928" y="326447"/>
                  </a:lnTo>
                  <a:lnTo>
                    <a:pt x="163210" y="326656"/>
                  </a:lnTo>
                  <a:lnTo>
                    <a:pt x="168496" y="326698"/>
                  </a:lnTo>
                  <a:lnTo>
                    <a:pt x="173781" y="326572"/>
                  </a:lnTo>
                  <a:lnTo>
                    <a:pt x="179059" y="326279"/>
                  </a:lnTo>
                  <a:lnTo>
                    <a:pt x="184326" y="325820"/>
                  </a:lnTo>
                  <a:lnTo>
                    <a:pt x="189575" y="325194"/>
                  </a:lnTo>
                  <a:lnTo>
                    <a:pt x="194802" y="324403"/>
                  </a:lnTo>
                  <a:lnTo>
                    <a:pt x="200001" y="323447"/>
                  </a:lnTo>
                  <a:lnTo>
                    <a:pt x="205167" y="322326"/>
                  </a:lnTo>
                  <a:lnTo>
                    <a:pt x="210296" y="321043"/>
                  </a:lnTo>
                  <a:lnTo>
                    <a:pt x="215381" y="319599"/>
                  </a:lnTo>
                  <a:lnTo>
                    <a:pt x="220418" y="317994"/>
                  </a:lnTo>
                  <a:lnTo>
                    <a:pt x="225402" y="316231"/>
                  </a:lnTo>
                  <a:lnTo>
                    <a:pt x="230327" y="314312"/>
                  </a:lnTo>
                  <a:lnTo>
                    <a:pt x="235189" y="312237"/>
                  </a:lnTo>
                  <a:lnTo>
                    <a:pt x="239984" y="310010"/>
                  </a:lnTo>
                  <a:lnTo>
                    <a:pt x="244705" y="307632"/>
                  </a:lnTo>
                  <a:lnTo>
                    <a:pt x="249349" y="305107"/>
                  </a:lnTo>
                  <a:lnTo>
                    <a:pt x="253911" y="302435"/>
                  </a:lnTo>
                  <a:lnTo>
                    <a:pt x="258386" y="299621"/>
                  </a:lnTo>
                  <a:lnTo>
                    <a:pt x="262770" y="296667"/>
                  </a:lnTo>
                  <a:lnTo>
                    <a:pt x="267058" y="293575"/>
                  </a:lnTo>
                  <a:lnTo>
                    <a:pt x="271246" y="290350"/>
                  </a:lnTo>
                  <a:lnTo>
                    <a:pt x="275331" y="286993"/>
                  </a:lnTo>
                  <a:lnTo>
                    <a:pt x="279307" y="283509"/>
                  </a:lnTo>
                  <a:lnTo>
                    <a:pt x="283171" y="279902"/>
                  </a:lnTo>
                  <a:lnTo>
                    <a:pt x="286918" y="276173"/>
                  </a:lnTo>
                  <a:lnTo>
                    <a:pt x="290547" y="272329"/>
                  </a:lnTo>
                  <a:lnTo>
                    <a:pt x="294051" y="268371"/>
                  </a:lnTo>
                  <a:lnTo>
                    <a:pt x="297429" y="264305"/>
                  </a:lnTo>
                  <a:lnTo>
                    <a:pt x="300677" y="260133"/>
                  </a:lnTo>
                  <a:lnTo>
                    <a:pt x="303791" y="255862"/>
                  </a:lnTo>
                  <a:lnTo>
                    <a:pt x="306768" y="251493"/>
                  </a:lnTo>
                  <a:lnTo>
                    <a:pt x="309606" y="247033"/>
                  </a:lnTo>
                  <a:lnTo>
                    <a:pt x="312302" y="242486"/>
                  </a:lnTo>
                  <a:lnTo>
                    <a:pt x="314852" y="237855"/>
                  </a:lnTo>
                  <a:lnTo>
                    <a:pt x="317254" y="233146"/>
                  </a:lnTo>
                  <a:lnTo>
                    <a:pt x="319507" y="228364"/>
                  </a:lnTo>
                  <a:lnTo>
                    <a:pt x="321607" y="223512"/>
                  </a:lnTo>
                  <a:lnTo>
                    <a:pt x="323553" y="218597"/>
                  </a:lnTo>
                  <a:lnTo>
                    <a:pt x="325342" y="213623"/>
                  </a:lnTo>
                  <a:lnTo>
                    <a:pt x="326973" y="208594"/>
                  </a:lnTo>
                  <a:lnTo>
                    <a:pt x="328444" y="203517"/>
                  </a:lnTo>
                  <a:lnTo>
                    <a:pt x="329754" y="198395"/>
                  </a:lnTo>
                  <a:lnTo>
                    <a:pt x="330902" y="193235"/>
                  </a:lnTo>
                  <a:lnTo>
                    <a:pt x="331886" y="188041"/>
                  </a:lnTo>
                  <a:lnTo>
                    <a:pt x="332705" y="182818"/>
                  </a:lnTo>
                  <a:lnTo>
                    <a:pt x="333358" y="177572"/>
                  </a:lnTo>
                  <a:lnTo>
                    <a:pt x="333845" y="172308"/>
                  </a:lnTo>
                  <a:lnTo>
                    <a:pt x="334166" y="167032"/>
                  </a:lnTo>
                  <a:lnTo>
                    <a:pt x="334319" y="161748"/>
                  </a:lnTo>
                  <a:lnTo>
                    <a:pt x="334306" y="156461"/>
                  </a:lnTo>
                  <a:lnTo>
                    <a:pt x="334125" y="151178"/>
                  </a:lnTo>
                  <a:lnTo>
                    <a:pt x="333777" y="145903"/>
                  </a:lnTo>
                  <a:lnTo>
                    <a:pt x="333263" y="140642"/>
                  </a:lnTo>
                  <a:lnTo>
                    <a:pt x="332582" y="135399"/>
                  </a:lnTo>
                  <a:lnTo>
                    <a:pt x="331736" y="130181"/>
                  </a:lnTo>
                  <a:lnTo>
                    <a:pt x="330726" y="124992"/>
                  </a:lnTo>
                  <a:lnTo>
                    <a:pt x="329552" y="119838"/>
                  </a:lnTo>
                  <a:lnTo>
                    <a:pt x="328215" y="114723"/>
                  </a:lnTo>
                  <a:lnTo>
                    <a:pt x="326718" y="109653"/>
                  </a:lnTo>
                  <a:lnTo>
                    <a:pt x="325061" y="104633"/>
                  </a:lnTo>
                  <a:lnTo>
                    <a:pt x="323246" y="99668"/>
                  </a:lnTo>
                  <a:lnTo>
                    <a:pt x="321275" y="94763"/>
                  </a:lnTo>
                  <a:lnTo>
                    <a:pt x="319150" y="89922"/>
                  </a:lnTo>
                  <a:lnTo>
                    <a:pt x="316873" y="85152"/>
                  </a:lnTo>
                  <a:lnTo>
                    <a:pt x="314446" y="80455"/>
                  </a:lnTo>
                  <a:lnTo>
                    <a:pt x="311872" y="75838"/>
                  </a:lnTo>
                  <a:lnTo>
                    <a:pt x="309153" y="71304"/>
                  </a:lnTo>
                  <a:lnTo>
                    <a:pt x="306292" y="66859"/>
                  </a:lnTo>
                  <a:lnTo>
                    <a:pt x="303292" y="62506"/>
                  </a:lnTo>
                  <a:lnTo>
                    <a:pt x="300156" y="58250"/>
                  </a:lnTo>
                  <a:lnTo>
                    <a:pt x="296887" y="54096"/>
                  </a:lnTo>
                  <a:lnTo>
                    <a:pt x="293488" y="50047"/>
                  </a:lnTo>
                  <a:lnTo>
                    <a:pt x="289963" y="46107"/>
                  </a:lnTo>
                  <a:lnTo>
                    <a:pt x="286315" y="42281"/>
                  </a:lnTo>
                  <a:lnTo>
                    <a:pt x="282548" y="38573"/>
                  </a:lnTo>
                  <a:lnTo>
                    <a:pt x="278666" y="34985"/>
                  </a:lnTo>
                  <a:lnTo>
                    <a:pt x="274672" y="31522"/>
                  </a:lnTo>
                  <a:lnTo>
                    <a:pt x="270570" y="28186"/>
                  </a:lnTo>
                  <a:lnTo>
                    <a:pt x="266365" y="24982"/>
                  </a:lnTo>
                  <a:lnTo>
                    <a:pt x="262061" y="21913"/>
                  </a:lnTo>
                  <a:lnTo>
                    <a:pt x="257662" y="18981"/>
                  </a:lnTo>
                  <a:lnTo>
                    <a:pt x="253173" y="16190"/>
                  </a:lnTo>
                  <a:lnTo>
                    <a:pt x="167166" y="159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60546" y="1735255"/>
              <a:ext cx="86006" cy="167167"/>
            </a:xfrm>
            <a:custGeom>
              <a:avLst/>
              <a:pathLst>
                <a:path w="86006" h="167167">
                  <a:moveTo>
                    <a:pt x="86006" y="23822"/>
                  </a:moveTo>
                  <a:lnTo>
                    <a:pt x="81116" y="20999"/>
                  </a:lnTo>
                  <a:lnTo>
                    <a:pt x="76134" y="18343"/>
                  </a:lnTo>
                  <a:lnTo>
                    <a:pt x="71065" y="15857"/>
                  </a:lnTo>
                  <a:lnTo>
                    <a:pt x="65915" y="13543"/>
                  </a:lnTo>
                  <a:lnTo>
                    <a:pt x="60689" y="11405"/>
                  </a:lnTo>
                  <a:lnTo>
                    <a:pt x="55395" y="9445"/>
                  </a:lnTo>
                  <a:lnTo>
                    <a:pt x="50037" y="7664"/>
                  </a:lnTo>
                  <a:lnTo>
                    <a:pt x="44622" y="6065"/>
                  </a:lnTo>
                  <a:lnTo>
                    <a:pt x="39156" y="4650"/>
                  </a:lnTo>
                  <a:lnTo>
                    <a:pt x="33646" y="3421"/>
                  </a:lnTo>
                  <a:lnTo>
                    <a:pt x="28097" y="2378"/>
                  </a:lnTo>
                  <a:lnTo>
                    <a:pt x="22516" y="1523"/>
                  </a:lnTo>
                  <a:lnTo>
                    <a:pt x="16909" y="857"/>
                  </a:lnTo>
                  <a:lnTo>
                    <a:pt x="11283" y="381"/>
                  </a:lnTo>
                  <a:lnTo>
                    <a:pt x="564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915689" y="1379510"/>
              <a:ext cx="290452" cy="334333"/>
            </a:xfrm>
            <a:custGeom>
              <a:avLst/>
              <a:pathLst>
                <a:path w="290452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5" y="1347"/>
                  </a:lnTo>
                  <a:lnTo>
                    <a:pt x="140708" y="2104"/>
                  </a:lnTo>
                  <a:lnTo>
                    <a:pt x="135479" y="3027"/>
                  </a:lnTo>
                  <a:lnTo>
                    <a:pt x="130281" y="4116"/>
                  </a:lnTo>
                  <a:lnTo>
                    <a:pt x="125121" y="5369"/>
                  </a:lnTo>
                  <a:lnTo>
                    <a:pt x="120002" y="6786"/>
                  </a:lnTo>
                  <a:lnTo>
                    <a:pt x="114932" y="8365"/>
                  </a:lnTo>
                  <a:lnTo>
                    <a:pt x="109914" y="10103"/>
                  </a:lnTo>
                  <a:lnTo>
                    <a:pt x="104954" y="12001"/>
                  </a:lnTo>
                  <a:lnTo>
                    <a:pt x="100057" y="14054"/>
                  </a:lnTo>
                  <a:lnTo>
                    <a:pt x="95228" y="16263"/>
                  </a:lnTo>
                  <a:lnTo>
                    <a:pt x="90471" y="18623"/>
                  </a:lnTo>
                  <a:lnTo>
                    <a:pt x="85791" y="21134"/>
                  </a:lnTo>
                  <a:lnTo>
                    <a:pt x="81194" y="23792"/>
                  </a:lnTo>
                  <a:lnTo>
                    <a:pt x="76683" y="26595"/>
                  </a:lnTo>
                  <a:lnTo>
                    <a:pt x="72263" y="29539"/>
                  </a:lnTo>
                  <a:lnTo>
                    <a:pt x="67940" y="32622"/>
                  </a:lnTo>
                  <a:lnTo>
                    <a:pt x="63716" y="35842"/>
                  </a:lnTo>
                  <a:lnTo>
                    <a:pt x="59597" y="39193"/>
                  </a:lnTo>
                  <a:lnTo>
                    <a:pt x="55586" y="42674"/>
                  </a:lnTo>
                  <a:lnTo>
                    <a:pt x="51688" y="46281"/>
                  </a:lnTo>
                  <a:lnTo>
                    <a:pt x="47907" y="50009"/>
                  </a:lnTo>
                  <a:lnTo>
                    <a:pt x="44246" y="53856"/>
                  </a:lnTo>
                  <a:lnTo>
                    <a:pt x="40709" y="57817"/>
                  </a:lnTo>
                  <a:lnTo>
                    <a:pt x="37299" y="61888"/>
                  </a:lnTo>
                  <a:lnTo>
                    <a:pt x="34021" y="66066"/>
                  </a:lnTo>
                  <a:lnTo>
                    <a:pt x="30876" y="70345"/>
                  </a:lnTo>
                  <a:lnTo>
                    <a:pt x="27870" y="74723"/>
                  </a:lnTo>
                  <a:lnTo>
                    <a:pt x="25004" y="79194"/>
                  </a:lnTo>
                  <a:lnTo>
                    <a:pt x="22281" y="83753"/>
                  </a:lnTo>
                  <a:lnTo>
                    <a:pt x="19705" y="88397"/>
                  </a:lnTo>
                  <a:lnTo>
                    <a:pt x="17277" y="93120"/>
                  </a:lnTo>
                  <a:lnTo>
                    <a:pt x="15001" y="97918"/>
                  </a:lnTo>
                  <a:lnTo>
                    <a:pt x="12878" y="102785"/>
                  </a:lnTo>
                  <a:lnTo>
                    <a:pt x="10911" y="107718"/>
                  </a:lnTo>
                  <a:lnTo>
                    <a:pt x="9101" y="112711"/>
                  </a:lnTo>
                  <a:lnTo>
                    <a:pt x="7451" y="117758"/>
                  </a:lnTo>
                  <a:lnTo>
                    <a:pt x="5963" y="122856"/>
                  </a:lnTo>
                  <a:lnTo>
                    <a:pt x="4636" y="127998"/>
                  </a:lnTo>
                  <a:lnTo>
                    <a:pt x="3474" y="133180"/>
                  </a:lnTo>
                  <a:lnTo>
                    <a:pt x="2477" y="138396"/>
                  </a:lnTo>
                  <a:lnTo>
                    <a:pt x="1647" y="143641"/>
                  </a:lnTo>
                  <a:lnTo>
                    <a:pt x="983" y="148910"/>
                  </a:lnTo>
                  <a:lnTo>
                    <a:pt x="487" y="154197"/>
                  </a:lnTo>
                  <a:lnTo>
                    <a:pt x="159" y="159497"/>
                  </a:lnTo>
                  <a:lnTo>
                    <a:pt x="0" y="164806"/>
                  </a:lnTo>
                  <a:lnTo>
                    <a:pt x="9" y="170116"/>
                  </a:lnTo>
                  <a:lnTo>
                    <a:pt x="187" y="175424"/>
                  </a:lnTo>
                  <a:lnTo>
                    <a:pt x="533" y="180723"/>
                  </a:lnTo>
                  <a:lnTo>
                    <a:pt x="1048" y="186008"/>
                  </a:lnTo>
                  <a:lnTo>
                    <a:pt x="1730" y="191275"/>
                  </a:lnTo>
                  <a:lnTo>
                    <a:pt x="2579" y="196517"/>
                  </a:lnTo>
                  <a:lnTo>
                    <a:pt x="3595" y="201729"/>
                  </a:lnTo>
                  <a:lnTo>
                    <a:pt x="4775" y="206907"/>
                  </a:lnTo>
                  <a:lnTo>
                    <a:pt x="6119" y="212044"/>
                  </a:lnTo>
                  <a:lnTo>
                    <a:pt x="7626" y="217137"/>
                  </a:lnTo>
                  <a:lnTo>
                    <a:pt x="9294" y="222179"/>
                  </a:lnTo>
                  <a:lnTo>
                    <a:pt x="11121" y="227165"/>
                  </a:lnTo>
                  <a:lnTo>
                    <a:pt x="13105" y="232091"/>
                  </a:lnTo>
                  <a:lnTo>
                    <a:pt x="15245" y="236951"/>
                  </a:lnTo>
                  <a:lnTo>
                    <a:pt x="17538" y="241741"/>
                  </a:lnTo>
                  <a:lnTo>
                    <a:pt x="19983" y="246455"/>
                  </a:lnTo>
                  <a:lnTo>
                    <a:pt x="22575" y="251090"/>
                  </a:lnTo>
                  <a:lnTo>
                    <a:pt x="25314" y="255640"/>
                  </a:lnTo>
                  <a:lnTo>
                    <a:pt x="28196" y="260100"/>
                  </a:lnTo>
                  <a:lnTo>
                    <a:pt x="31218" y="264467"/>
                  </a:lnTo>
                  <a:lnTo>
                    <a:pt x="34377" y="268736"/>
                  </a:lnTo>
                  <a:lnTo>
                    <a:pt x="37670" y="272902"/>
                  </a:lnTo>
                  <a:lnTo>
                    <a:pt x="41094" y="276961"/>
                  </a:lnTo>
                  <a:lnTo>
                    <a:pt x="44645" y="280910"/>
                  </a:lnTo>
                  <a:lnTo>
                    <a:pt x="48320" y="284743"/>
                  </a:lnTo>
                  <a:lnTo>
                    <a:pt x="52114" y="288459"/>
                  </a:lnTo>
                  <a:lnTo>
                    <a:pt x="56025" y="292051"/>
                  </a:lnTo>
                  <a:lnTo>
                    <a:pt x="60048" y="295518"/>
                  </a:lnTo>
                  <a:lnTo>
                    <a:pt x="64179" y="298855"/>
                  </a:lnTo>
                  <a:lnTo>
                    <a:pt x="68413" y="302059"/>
                  </a:lnTo>
                  <a:lnTo>
                    <a:pt x="72748" y="305128"/>
                  </a:lnTo>
                  <a:lnTo>
                    <a:pt x="77178" y="308057"/>
                  </a:lnTo>
                  <a:lnTo>
                    <a:pt x="81698" y="310843"/>
                  </a:lnTo>
                  <a:lnTo>
                    <a:pt x="86305" y="313485"/>
                  </a:lnTo>
                  <a:lnTo>
                    <a:pt x="90993" y="315979"/>
                  </a:lnTo>
                  <a:lnTo>
                    <a:pt x="95759" y="318323"/>
                  </a:lnTo>
                  <a:lnTo>
                    <a:pt x="100596" y="320514"/>
                  </a:lnTo>
                  <a:lnTo>
                    <a:pt x="105500" y="322551"/>
                  </a:lnTo>
                  <a:lnTo>
                    <a:pt x="110467" y="324431"/>
                  </a:lnTo>
                  <a:lnTo>
                    <a:pt x="115491" y="326152"/>
                  </a:lnTo>
                  <a:lnTo>
                    <a:pt x="120567" y="327713"/>
                  </a:lnTo>
                  <a:lnTo>
                    <a:pt x="125690" y="329111"/>
                  </a:lnTo>
                  <a:lnTo>
                    <a:pt x="130855" y="330347"/>
                  </a:lnTo>
                  <a:lnTo>
                    <a:pt x="136056" y="331417"/>
                  </a:lnTo>
                  <a:lnTo>
                    <a:pt x="141289" y="332322"/>
                  </a:lnTo>
                  <a:lnTo>
                    <a:pt x="146548" y="333060"/>
                  </a:lnTo>
                  <a:lnTo>
                    <a:pt x="151827" y="333631"/>
                  </a:lnTo>
                  <a:lnTo>
                    <a:pt x="157123" y="334033"/>
                  </a:lnTo>
                  <a:lnTo>
                    <a:pt x="162428" y="334268"/>
                  </a:lnTo>
                  <a:lnTo>
                    <a:pt x="167738" y="334333"/>
                  </a:lnTo>
                  <a:lnTo>
                    <a:pt x="173048" y="334230"/>
                  </a:lnTo>
                  <a:lnTo>
                    <a:pt x="178351" y="333959"/>
                  </a:lnTo>
                  <a:lnTo>
                    <a:pt x="183643" y="333519"/>
                  </a:lnTo>
                  <a:lnTo>
                    <a:pt x="188919" y="332911"/>
                  </a:lnTo>
                  <a:lnTo>
                    <a:pt x="194172" y="332136"/>
                  </a:lnTo>
                  <a:lnTo>
                    <a:pt x="199399" y="331194"/>
                  </a:lnTo>
                  <a:lnTo>
                    <a:pt x="204593" y="330087"/>
                  </a:lnTo>
                  <a:lnTo>
                    <a:pt x="209749" y="328816"/>
                  </a:lnTo>
                  <a:lnTo>
                    <a:pt x="214862" y="327381"/>
                  </a:lnTo>
                  <a:lnTo>
                    <a:pt x="219927" y="325785"/>
                  </a:lnTo>
                  <a:lnTo>
                    <a:pt x="224938" y="324028"/>
                  </a:lnTo>
                  <a:lnTo>
                    <a:pt x="229891" y="322114"/>
                  </a:lnTo>
                  <a:lnTo>
                    <a:pt x="234781" y="320043"/>
                  </a:lnTo>
                  <a:lnTo>
                    <a:pt x="239603" y="317817"/>
                  </a:lnTo>
                  <a:lnTo>
                    <a:pt x="244352" y="315440"/>
                  </a:lnTo>
                  <a:lnTo>
                    <a:pt x="249022" y="312913"/>
                  </a:lnTo>
                  <a:lnTo>
                    <a:pt x="253611" y="310239"/>
                  </a:lnTo>
                  <a:lnTo>
                    <a:pt x="258111" y="307420"/>
                  </a:lnTo>
                  <a:lnTo>
                    <a:pt x="262520" y="304460"/>
                  </a:lnTo>
                  <a:lnTo>
                    <a:pt x="266833" y="301362"/>
                  </a:lnTo>
                  <a:lnTo>
                    <a:pt x="271045" y="298128"/>
                  </a:lnTo>
                  <a:lnTo>
                    <a:pt x="275153" y="294762"/>
                  </a:lnTo>
                  <a:lnTo>
                    <a:pt x="279151" y="291267"/>
                  </a:lnTo>
                  <a:lnTo>
                    <a:pt x="283036" y="287647"/>
                  </a:lnTo>
                  <a:lnTo>
                    <a:pt x="286805" y="283905"/>
                  </a:lnTo>
                  <a:lnTo>
                    <a:pt x="290452" y="28004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23302" cy="112878"/>
            </a:xfrm>
            <a:custGeom>
              <a:avLst/>
              <a:pathLst>
                <a:path w="123302" h="112878">
                  <a:moveTo>
                    <a:pt x="123302" y="1128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23511" cy="112878"/>
            </a:xfrm>
            <a:custGeom>
              <a:avLst/>
              <a:pathLst>
                <a:path w="123511" h="112878">
                  <a:moveTo>
                    <a:pt x="123302" y="112878"/>
                  </a:moveTo>
                  <a:lnTo>
                    <a:pt x="123511" y="112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379510"/>
              <a:ext cx="167167" cy="279816"/>
            </a:xfrm>
            <a:custGeom>
              <a:avLst/>
              <a:pathLst>
                <a:path w="167167" h="279816">
                  <a:moveTo>
                    <a:pt x="123511" y="279816"/>
                  </a:moveTo>
                  <a:lnTo>
                    <a:pt x="127061" y="275796"/>
                  </a:lnTo>
                  <a:lnTo>
                    <a:pt x="130481" y="271664"/>
                  </a:lnTo>
                  <a:lnTo>
                    <a:pt x="133766" y="267424"/>
                  </a:lnTo>
                  <a:lnTo>
                    <a:pt x="136914" y="263081"/>
                  </a:lnTo>
                  <a:lnTo>
                    <a:pt x="139920" y="258639"/>
                  </a:lnTo>
                  <a:lnTo>
                    <a:pt x="142783" y="254103"/>
                  </a:lnTo>
                  <a:lnTo>
                    <a:pt x="145498" y="249478"/>
                  </a:lnTo>
                  <a:lnTo>
                    <a:pt x="148064" y="244768"/>
                  </a:lnTo>
                  <a:lnTo>
                    <a:pt x="150477" y="239978"/>
                  </a:lnTo>
                  <a:lnTo>
                    <a:pt x="152736" y="235113"/>
                  </a:lnTo>
                  <a:lnTo>
                    <a:pt x="154837" y="230178"/>
                  </a:lnTo>
                  <a:lnTo>
                    <a:pt x="156779" y="225178"/>
                  </a:lnTo>
                  <a:lnTo>
                    <a:pt x="158559" y="220119"/>
                  </a:lnTo>
                  <a:lnTo>
                    <a:pt x="160176" y="215005"/>
                  </a:lnTo>
                  <a:lnTo>
                    <a:pt x="161628" y="209841"/>
                  </a:lnTo>
                  <a:lnTo>
                    <a:pt x="162914" y="204634"/>
                  </a:lnTo>
                  <a:lnTo>
                    <a:pt x="164032" y="199388"/>
                  </a:lnTo>
                  <a:lnTo>
                    <a:pt x="164981" y="194110"/>
                  </a:lnTo>
                  <a:lnTo>
                    <a:pt x="165761" y="188803"/>
                  </a:lnTo>
                  <a:lnTo>
                    <a:pt x="166370" y="183474"/>
                  </a:lnTo>
                  <a:lnTo>
                    <a:pt x="166807" y="178128"/>
                  </a:lnTo>
                  <a:lnTo>
                    <a:pt x="167073" y="172771"/>
                  </a:lnTo>
                  <a:lnTo>
                    <a:pt x="167167" y="167408"/>
                  </a:lnTo>
                  <a:lnTo>
                    <a:pt x="167088" y="162045"/>
                  </a:lnTo>
                  <a:lnTo>
                    <a:pt x="166838" y="156688"/>
                  </a:lnTo>
                  <a:lnTo>
                    <a:pt x="166416" y="151341"/>
                  </a:lnTo>
                  <a:lnTo>
                    <a:pt x="165823" y="146010"/>
                  </a:lnTo>
                  <a:lnTo>
                    <a:pt x="165059" y="140701"/>
                  </a:lnTo>
                  <a:lnTo>
                    <a:pt x="164125" y="135419"/>
                  </a:lnTo>
                  <a:lnTo>
                    <a:pt x="163022" y="130170"/>
                  </a:lnTo>
                  <a:lnTo>
                    <a:pt x="161751" y="124960"/>
                  </a:lnTo>
                  <a:lnTo>
                    <a:pt x="160314" y="119792"/>
                  </a:lnTo>
                  <a:lnTo>
                    <a:pt x="158711" y="114674"/>
                  </a:lnTo>
                  <a:lnTo>
                    <a:pt x="156945" y="109609"/>
                  </a:lnTo>
                  <a:lnTo>
                    <a:pt x="155018" y="104604"/>
                  </a:lnTo>
                  <a:lnTo>
                    <a:pt x="152931" y="99663"/>
                  </a:lnTo>
                  <a:lnTo>
                    <a:pt x="150687" y="94791"/>
                  </a:lnTo>
                  <a:lnTo>
                    <a:pt x="148287" y="89994"/>
                  </a:lnTo>
                  <a:lnTo>
                    <a:pt x="145735" y="85277"/>
                  </a:lnTo>
                  <a:lnTo>
                    <a:pt x="143033" y="80643"/>
                  </a:lnTo>
                  <a:lnTo>
                    <a:pt x="140184" y="76099"/>
                  </a:lnTo>
                  <a:lnTo>
                    <a:pt x="137190" y="71649"/>
                  </a:lnTo>
                  <a:lnTo>
                    <a:pt x="134055" y="67297"/>
                  </a:lnTo>
                  <a:lnTo>
                    <a:pt x="130782" y="63048"/>
                  </a:lnTo>
                  <a:lnTo>
                    <a:pt x="127375" y="58906"/>
                  </a:lnTo>
                  <a:lnTo>
                    <a:pt x="123836" y="54875"/>
                  </a:lnTo>
                  <a:lnTo>
                    <a:pt x="120170" y="50960"/>
                  </a:lnTo>
                  <a:lnTo>
                    <a:pt x="116380" y="47165"/>
                  </a:lnTo>
                  <a:lnTo>
                    <a:pt x="112470" y="43493"/>
                  </a:lnTo>
                  <a:lnTo>
                    <a:pt x="108445" y="39948"/>
                  </a:lnTo>
                  <a:lnTo>
                    <a:pt x="104308" y="36535"/>
                  </a:lnTo>
                  <a:lnTo>
                    <a:pt x="100063" y="33256"/>
                  </a:lnTo>
                  <a:lnTo>
                    <a:pt x="95716" y="30114"/>
                  </a:lnTo>
                  <a:lnTo>
                    <a:pt x="91269" y="27114"/>
                  </a:lnTo>
                  <a:lnTo>
                    <a:pt x="86729" y="24258"/>
                  </a:lnTo>
                  <a:lnTo>
                    <a:pt x="82100" y="21550"/>
                  </a:lnTo>
                  <a:lnTo>
                    <a:pt x="77386" y="18991"/>
                  </a:lnTo>
                  <a:lnTo>
                    <a:pt x="72593" y="16584"/>
                  </a:lnTo>
                  <a:lnTo>
                    <a:pt x="67725" y="14333"/>
                  </a:lnTo>
                  <a:lnTo>
                    <a:pt x="62787" y="12239"/>
                  </a:lnTo>
                  <a:lnTo>
                    <a:pt x="57784" y="10304"/>
                  </a:lnTo>
                  <a:lnTo>
                    <a:pt x="52722" y="8531"/>
                  </a:lnTo>
                  <a:lnTo>
                    <a:pt x="47606" y="6922"/>
                  </a:lnTo>
                  <a:lnTo>
                    <a:pt x="42440" y="5477"/>
                  </a:lnTo>
                  <a:lnTo>
                    <a:pt x="37231" y="4198"/>
                  </a:lnTo>
                  <a:lnTo>
                    <a:pt x="31984" y="3088"/>
                  </a:lnTo>
                  <a:lnTo>
                    <a:pt x="26704" y="2146"/>
                  </a:lnTo>
                  <a:lnTo>
                    <a:pt x="21396" y="1374"/>
                  </a:lnTo>
                  <a:lnTo>
                    <a:pt x="16066" y="773"/>
                  </a:lnTo>
                  <a:lnTo>
                    <a:pt x="10720" y="344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465978" y="1120312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8" y="1336"/>
                  </a:lnTo>
                  <a:lnTo>
                    <a:pt x="140823" y="2087"/>
                  </a:lnTo>
                  <a:lnTo>
                    <a:pt x="135615" y="3002"/>
                  </a:lnTo>
                  <a:lnTo>
                    <a:pt x="130438" y="4082"/>
                  </a:lnTo>
                  <a:lnTo>
                    <a:pt x="125297" y="5325"/>
                  </a:lnTo>
                  <a:lnTo>
                    <a:pt x="120199" y="6730"/>
                  </a:lnTo>
                  <a:lnTo>
                    <a:pt x="115147" y="8296"/>
                  </a:lnTo>
                  <a:lnTo>
                    <a:pt x="110148" y="10021"/>
                  </a:lnTo>
                  <a:lnTo>
                    <a:pt x="105206" y="11903"/>
                  </a:lnTo>
                  <a:lnTo>
                    <a:pt x="100325" y="13940"/>
                  </a:lnTo>
                  <a:lnTo>
                    <a:pt x="95512" y="16131"/>
                  </a:lnTo>
                  <a:lnTo>
                    <a:pt x="90770" y="18472"/>
                  </a:lnTo>
                  <a:lnTo>
                    <a:pt x="86105" y="20963"/>
                  </a:lnTo>
                  <a:lnTo>
                    <a:pt x="81521" y="23600"/>
                  </a:lnTo>
                  <a:lnTo>
                    <a:pt x="77022" y="26381"/>
                  </a:lnTo>
                  <a:lnTo>
                    <a:pt x="72614" y="29302"/>
                  </a:lnTo>
                  <a:lnTo>
                    <a:pt x="68300" y="32362"/>
                  </a:lnTo>
                  <a:lnTo>
                    <a:pt x="64086" y="35556"/>
                  </a:lnTo>
                  <a:lnTo>
                    <a:pt x="59974" y="38883"/>
                  </a:lnTo>
                  <a:lnTo>
                    <a:pt x="55970" y="42337"/>
                  </a:lnTo>
                  <a:lnTo>
                    <a:pt x="52077" y="45917"/>
                  </a:lnTo>
                  <a:lnTo>
                    <a:pt x="48299" y="49618"/>
                  </a:lnTo>
                  <a:lnTo>
                    <a:pt x="44640" y="53436"/>
                  </a:lnTo>
                  <a:lnTo>
                    <a:pt x="41104" y="57368"/>
                  </a:lnTo>
                  <a:lnTo>
                    <a:pt x="37694" y="61411"/>
                  </a:lnTo>
                  <a:lnTo>
                    <a:pt x="34414" y="65559"/>
                  </a:lnTo>
                  <a:lnTo>
                    <a:pt x="31266" y="69808"/>
                  </a:lnTo>
                  <a:lnTo>
                    <a:pt x="28254" y="74156"/>
                  </a:lnTo>
                  <a:lnTo>
                    <a:pt x="25382" y="78596"/>
                  </a:lnTo>
                  <a:lnTo>
                    <a:pt x="22651" y="83125"/>
                  </a:lnTo>
                  <a:lnTo>
                    <a:pt x="20065" y="87738"/>
                  </a:lnTo>
                  <a:lnTo>
                    <a:pt x="17626" y="92431"/>
                  </a:lnTo>
                  <a:lnTo>
                    <a:pt x="15337" y="97198"/>
                  </a:lnTo>
                  <a:lnTo>
                    <a:pt x="13200" y="102035"/>
                  </a:lnTo>
                  <a:lnTo>
                    <a:pt x="11216" y="106938"/>
                  </a:lnTo>
                  <a:lnTo>
                    <a:pt x="9389" y="111901"/>
                  </a:lnTo>
                  <a:lnTo>
                    <a:pt x="7720" y="116919"/>
                  </a:lnTo>
                  <a:lnTo>
                    <a:pt x="6210" y="121987"/>
                  </a:lnTo>
                  <a:lnTo>
                    <a:pt x="4862" y="127101"/>
                  </a:lnTo>
                  <a:lnTo>
                    <a:pt x="3676" y="132255"/>
                  </a:lnTo>
                  <a:lnTo>
                    <a:pt x="2653" y="137443"/>
                  </a:lnTo>
                  <a:lnTo>
                    <a:pt x="1795" y="142662"/>
                  </a:lnTo>
                  <a:lnTo>
                    <a:pt x="1103" y="147905"/>
                  </a:lnTo>
                  <a:lnTo>
                    <a:pt x="577" y="153167"/>
                  </a:lnTo>
                  <a:lnTo>
                    <a:pt x="217" y="158443"/>
                  </a:lnTo>
                  <a:lnTo>
                    <a:pt x="25" y="163728"/>
                  </a:lnTo>
                  <a:lnTo>
                    <a:pt x="0" y="169017"/>
                  </a:lnTo>
                  <a:lnTo>
                    <a:pt x="142" y="174303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9"/>
                  </a:lnTo>
                  <a:lnTo>
                    <a:pt x="2378" y="195326"/>
                  </a:lnTo>
                  <a:lnTo>
                    <a:pt x="3351" y="200524"/>
                  </a:lnTo>
                  <a:lnTo>
                    <a:pt x="4488" y="205689"/>
                  </a:lnTo>
                  <a:lnTo>
                    <a:pt x="5788" y="210815"/>
                  </a:lnTo>
                  <a:lnTo>
                    <a:pt x="7250" y="215897"/>
                  </a:lnTo>
                  <a:lnTo>
                    <a:pt x="8871" y="220931"/>
                  </a:lnTo>
                  <a:lnTo>
                    <a:pt x="10651" y="225911"/>
                  </a:lnTo>
                  <a:lnTo>
                    <a:pt x="12587" y="230832"/>
                  </a:lnTo>
                  <a:lnTo>
                    <a:pt x="14679" y="235690"/>
                  </a:lnTo>
                  <a:lnTo>
                    <a:pt x="16922" y="240479"/>
                  </a:lnTo>
                  <a:lnTo>
                    <a:pt x="19317" y="245194"/>
                  </a:lnTo>
                  <a:lnTo>
                    <a:pt x="21859" y="249832"/>
                  </a:lnTo>
                  <a:lnTo>
                    <a:pt x="24546" y="254386"/>
                  </a:lnTo>
                  <a:lnTo>
                    <a:pt x="27377" y="258854"/>
                  </a:lnTo>
                  <a:lnTo>
                    <a:pt x="30347" y="263229"/>
                  </a:lnTo>
                  <a:lnTo>
                    <a:pt x="33454" y="267509"/>
                  </a:lnTo>
                  <a:lnTo>
                    <a:pt x="36695" y="271688"/>
                  </a:lnTo>
                  <a:lnTo>
                    <a:pt x="40066" y="275762"/>
                  </a:lnTo>
                  <a:lnTo>
                    <a:pt x="43565" y="279728"/>
                  </a:lnTo>
                  <a:lnTo>
                    <a:pt x="47187" y="283581"/>
                  </a:lnTo>
                  <a:lnTo>
                    <a:pt x="50930" y="287318"/>
                  </a:lnTo>
                  <a:lnTo>
                    <a:pt x="54789" y="290934"/>
                  </a:lnTo>
                  <a:lnTo>
                    <a:pt x="58760" y="294427"/>
                  </a:lnTo>
                  <a:lnTo>
                    <a:pt x="62839" y="297792"/>
                  </a:lnTo>
                  <a:lnTo>
                    <a:pt x="67024" y="301026"/>
                  </a:lnTo>
                  <a:lnTo>
                    <a:pt x="71308" y="304127"/>
                  </a:lnTo>
                  <a:lnTo>
                    <a:pt x="75688" y="307090"/>
                  </a:lnTo>
                  <a:lnTo>
                    <a:pt x="80160" y="309913"/>
                  </a:lnTo>
                  <a:lnTo>
                    <a:pt x="84719" y="312594"/>
                  </a:lnTo>
                  <a:lnTo>
                    <a:pt x="89360" y="315129"/>
                  </a:lnTo>
                  <a:lnTo>
                    <a:pt x="94080" y="317515"/>
                  </a:lnTo>
                  <a:lnTo>
                    <a:pt x="98872" y="319752"/>
                  </a:lnTo>
                  <a:lnTo>
                    <a:pt x="103733" y="321835"/>
                  </a:lnTo>
                  <a:lnTo>
                    <a:pt x="108657" y="323764"/>
                  </a:lnTo>
                  <a:lnTo>
                    <a:pt x="113640" y="325536"/>
                  </a:lnTo>
                  <a:lnTo>
                    <a:pt x="118676" y="327150"/>
                  </a:lnTo>
                  <a:lnTo>
                    <a:pt x="123761" y="328603"/>
                  </a:lnTo>
                  <a:lnTo>
                    <a:pt x="128889" y="329895"/>
                  </a:lnTo>
                  <a:lnTo>
                    <a:pt x="134056" y="331024"/>
                  </a:lnTo>
                  <a:lnTo>
                    <a:pt x="139255" y="331989"/>
                  </a:lnTo>
                  <a:lnTo>
                    <a:pt x="144483" y="332790"/>
                  </a:lnTo>
                  <a:lnTo>
                    <a:pt x="149733" y="333424"/>
                  </a:lnTo>
                  <a:lnTo>
                    <a:pt x="155001" y="333892"/>
                  </a:lnTo>
                  <a:lnTo>
                    <a:pt x="160281" y="334193"/>
                  </a:lnTo>
                  <a:lnTo>
                    <a:pt x="165568" y="334327"/>
                  </a:lnTo>
                  <a:lnTo>
                    <a:pt x="170856" y="334293"/>
                  </a:lnTo>
                  <a:lnTo>
                    <a:pt x="176141" y="334093"/>
                  </a:lnTo>
                  <a:lnTo>
                    <a:pt x="181417" y="333725"/>
                  </a:lnTo>
                  <a:lnTo>
                    <a:pt x="186678" y="333191"/>
                  </a:lnTo>
                  <a:lnTo>
                    <a:pt x="191920" y="332490"/>
                  </a:lnTo>
                  <a:lnTo>
                    <a:pt x="197137" y="331624"/>
                  </a:lnTo>
                  <a:lnTo>
                    <a:pt x="202324" y="330593"/>
                  </a:lnTo>
                  <a:lnTo>
                    <a:pt x="207476" y="329399"/>
                  </a:lnTo>
                  <a:lnTo>
                    <a:pt x="212588" y="328043"/>
                  </a:lnTo>
                  <a:lnTo>
                    <a:pt x="217654" y="326525"/>
                  </a:lnTo>
                  <a:lnTo>
                    <a:pt x="222669" y="324848"/>
                  </a:lnTo>
                  <a:lnTo>
                    <a:pt x="227629" y="323013"/>
                  </a:lnTo>
                  <a:lnTo>
                    <a:pt x="232529" y="321022"/>
                  </a:lnTo>
                  <a:lnTo>
                    <a:pt x="237363" y="318877"/>
                  </a:lnTo>
                  <a:lnTo>
                    <a:pt x="242126" y="316581"/>
                  </a:lnTo>
                  <a:lnTo>
                    <a:pt x="246815" y="314135"/>
                  </a:lnTo>
                  <a:lnTo>
                    <a:pt x="251424" y="311541"/>
                  </a:lnTo>
                  <a:lnTo>
                    <a:pt x="255949" y="308803"/>
                  </a:lnTo>
                  <a:lnTo>
                    <a:pt x="260385" y="305924"/>
                  </a:lnTo>
                  <a:lnTo>
                    <a:pt x="264727" y="302906"/>
                  </a:lnTo>
                  <a:lnTo>
                    <a:pt x="268972" y="299751"/>
                  </a:lnTo>
                  <a:lnTo>
                    <a:pt x="273115" y="296464"/>
                  </a:lnTo>
                  <a:lnTo>
                    <a:pt x="277152" y="293048"/>
                  </a:lnTo>
                  <a:lnTo>
                    <a:pt x="281079" y="289506"/>
                  </a:lnTo>
                  <a:lnTo>
                    <a:pt x="284891" y="285841"/>
                  </a:lnTo>
                  <a:lnTo>
                    <a:pt x="288586" y="282057"/>
                  </a:lnTo>
                  <a:lnTo>
                    <a:pt x="292160" y="278159"/>
                  </a:lnTo>
                  <a:lnTo>
                    <a:pt x="295608" y="274149"/>
                  </a:lnTo>
                  <a:lnTo>
                    <a:pt x="298928" y="270032"/>
                  </a:lnTo>
                  <a:lnTo>
                    <a:pt x="302116" y="265813"/>
                  </a:lnTo>
                  <a:lnTo>
                    <a:pt x="305169" y="261494"/>
                  </a:lnTo>
                  <a:lnTo>
                    <a:pt x="308083" y="257081"/>
                  </a:lnTo>
                  <a:lnTo>
                    <a:pt x="310857" y="252579"/>
                  </a:lnTo>
                  <a:lnTo>
                    <a:pt x="313487" y="247990"/>
                  </a:lnTo>
                  <a:lnTo>
                    <a:pt x="315970" y="243321"/>
                  </a:lnTo>
                  <a:lnTo>
                    <a:pt x="318305" y="238576"/>
                  </a:lnTo>
                  <a:lnTo>
                    <a:pt x="320488" y="233759"/>
                  </a:lnTo>
                  <a:lnTo>
                    <a:pt x="322518" y="228876"/>
                  </a:lnTo>
                  <a:lnTo>
                    <a:pt x="324392" y="223930"/>
                  </a:lnTo>
                  <a:lnTo>
                    <a:pt x="326109" y="218928"/>
                  </a:lnTo>
                  <a:lnTo>
                    <a:pt x="327666" y="213874"/>
                  </a:lnTo>
                  <a:lnTo>
                    <a:pt x="329064" y="208774"/>
                  </a:lnTo>
                  <a:lnTo>
                    <a:pt x="330299" y="203631"/>
                  </a:lnTo>
                  <a:lnTo>
                    <a:pt x="331370" y="198453"/>
                  </a:lnTo>
                  <a:lnTo>
                    <a:pt x="332278" y="193243"/>
                  </a:lnTo>
                  <a:lnTo>
                    <a:pt x="333020" y="188007"/>
                  </a:lnTo>
                  <a:lnTo>
                    <a:pt x="333596" y="182750"/>
                  </a:lnTo>
                  <a:lnTo>
                    <a:pt x="334006" y="177477"/>
                  </a:lnTo>
                  <a:lnTo>
                    <a:pt x="334249" y="172194"/>
                  </a:lnTo>
                  <a:lnTo>
                    <a:pt x="334324" y="166906"/>
                  </a:lnTo>
                  <a:lnTo>
                    <a:pt x="334232" y="161618"/>
                  </a:lnTo>
                  <a:lnTo>
                    <a:pt x="333973" y="156336"/>
                  </a:lnTo>
                  <a:lnTo>
                    <a:pt x="333547" y="151065"/>
                  </a:lnTo>
                  <a:lnTo>
                    <a:pt x="332954" y="145810"/>
                  </a:lnTo>
                  <a:lnTo>
                    <a:pt x="332196" y="140576"/>
                  </a:lnTo>
                  <a:lnTo>
                    <a:pt x="331272" y="135369"/>
                  </a:lnTo>
                  <a:lnTo>
                    <a:pt x="330184" y="130193"/>
                  </a:lnTo>
                  <a:lnTo>
                    <a:pt x="328933" y="125055"/>
                  </a:lnTo>
                  <a:lnTo>
                    <a:pt x="327520" y="119959"/>
                  </a:lnTo>
                  <a:lnTo>
                    <a:pt x="325946" y="114910"/>
                  </a:lnTo>
                  <a:lnTo>
                    <a:pt x="324214" y="109913"/>
                  </a:lnTo>
                  <a:lnTo>
                    <a:pt x="322324" y="104974"/>
                  </a:lnTo>
                  <a:lnTo>
                    <a:pt x="320279" y="100097"/>
                  </a:lnTo>
                  <a:lnTo>
                    <a:pt x="318081" y="95287"/>
                  </a:lnTo>
                  <a:lnTo>
                    <a:pt x="315732" y="90548"/>
                  </a:lnTo>
                  <a:lnTo>
                    <a:pt x="313234" y="85887"/>
                  </a:lnTo>
                  <a:lnTo>
                    <a:pt x="310590" y="81307"/>
                  </a:lnTo>
                  <a:lnTo>
                    <a:pt x="307802" y="76813"/>
                  </a:lnTo>
                  <a:lnTo>
                    <a:pt x="304874" y="72409"/>
                  </a:lnTo>
                  <a:lnTo>
                    <a:pt x="301807" y="68100"/>
                  </a:lnTo>
                  <a:lnTo>
                    <a:pt x="298606" y="63891"/>
                  </a:lnTo>
                  <a:lnTo>
                    <a:pt x="295274" y="59784"/>
                  </a:lnTo>
                  <a:lnTo>
                    <a:pt x="291813" y="55786"/>
                  </a:lnTo>
                  <a:lnTo>
                    <a:pt x="288227" y="51898"/>
                  </a:lnTo>
                  <a:lnTo>
                    <a:pt x="284520" y="48126"/>
                  </a:lnTo>
                  <a:lnTo>
                    <a:pt x="280696" y="44473"/>
                  </a:lnTo>
                  <a:lnTo>
                    <a:pt x="276758" y="40943"/>
                  </a:lnTo>
                  <a:lnTo>
                    <a:pt x="272711" y="37539"/>
                  </a:lnTo>
                  <a:lnTo>
                    <a:pt x="268558" y="34265"/>
                  </a:lnTo>
                  <a:lnTo>
                    <a:pt x="264303" y="31124"/>
                  </a:lnTo>
                  <a:lnTo>
                    <a:pt x="259951" y="28120"/>
                  </a:lnTo>
                  <a:lnTo>
                    <a:pt x="255506" y="25254"/>
                  </a:lnTo>
                  <a:lnTo>
                    <a:pt x="250973" y="22530"/>
                  </a:lnTo>
                  <a:lnTo>
                    <a:pt x="246356" y="19951"/>
                  </a:lnTo>
                  <a:lnTo>
                    <a:pt x="241660" y="17520"/>
                  </a:lnTo>
                  <a:lnTo>
                    <a:pt x="236889" y="15238"/>
                  </a:lnTo>
                  <a:lnTo>
                    <a:pt x="232048" y="1310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3421"/>
              <a:ext cx="64891" cy="154058"/>
            </a:xfrm>
            <a:custGeom>
              <a:avLst/>
              <a:pathLst>
                <a:path w="64891" h="154058">
                  <a:moveTo>
                    <a:pt x="64891" y="0"/>
                  </a:moveTo>
                  <a:lnTo>
                    <a:pt x="0" y="1540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3341"/>
              <a:ext cx="64891" cy="154138"/>
            </a:xfrm>
            <a:custGeom>
              <a:avLst/>
              <a:pathLst>
                <a:path w="64891" h="154138">
                  <a:moveTo>
                    <a:pt x="64891" y="80"/>
                  </a:moveTo>
                  <a:lnTo>
                    <a:pt x="64700" y="0"/>
                  </a:lnTo>
                  <a:lnTo>
                    <a:pt x="0" y="154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20312"/>
              <a:ext cx="64700" cy="167167"/>
            </a:xfrm>
            <a:custGeom>
              <a:avLst/>
              <a:pathLst>
                <a:path w="64700" h="167167">
                  <a:moveTo>
                    <a:pt x="64700" y="13028"/>
                  </a:moveTo>
                  <a:lnTo>
                    <a:pt x="59090" y="10792"/>
                  </a:lnTo>
                  <a:lnTo>
                    <a:pt x="53403" y="8759"/>
                  </a:lnTo>
                  <a:lnTo>
                    <a:pt x="47646" y="6934"/>
                  </a:lnTo>
                  <a:lnTo>
                    <a:pt x="41827" y="5317"/>
                  </a:lnTo>
                  <a:lnTo>
                    <a:pt x="35954" y="3912"/>
                  </a:lnTo>
                  <a:lnTo>
                    <a:pt x="30034" y="2720"/>
                  </a:lnTo>
                  <a:lnTo>
                    <a:pt x="24074" y="1742"/>
                  </a:lnTo>
                  <a:lnTo>
                    <a:pt x="18083" y="980"/>
                  </a:lnTo>
                  <a:lnTo>
                    <a:pt x="12068" y="436"/>
                  </a:lnTo>
                  <a:lnTo>
                    <a:pt x="6038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68521" y="971635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2" y="3008"/>
                  </a:lnTo>
                  <a:lnTo>
                    <a:pt x="130400" y="4090"/>
                  </a:lnTo>
                  <a:lnTo>
                    <a:pt x="125255" y="5335"/>
                  </a:lnTo>
                  <a:lnTo>
                    <a:pt x="120152" y="6743"/>
                  </a:lnTo>
                  <a:lnTo>
                    <a:pt x="115096" y="8312"/>
                  </a:lnTo>
                  <a:lnTo>
                    <a:pt x="110093" y="10040"/>
                  </a:lnTo>
                  <a:lnTo>
                    <a:pt x="105147" y="11925"/>
                  </a:lnTo>
                  <a:lnTo>
                    <a:pt x="100262" y="13966"/>
                  </a:lnTo>
                  <a:lnTo>
                    <a:pt x="95445" y="16161"/>
                  </a:lnTo>
                  <a:lnTo>
                    <a:pt x="90700" y="18507"/>
                  </a:lnTo>
                  <a:lnTo>
                    <a:pt x="86031" y="21002"/>
                  </a:lnTo>
                  <a:lnTo>
                    <a:pt x="81444" y="23644"/>
                  </a:lnTo>
                  <a:lnTo>
                    <a:pt x="76943" y="26430"/>
                  </a:lnTo>
                  <a:lnTo>
                    <a:pt x="72532" y="29357"/>
                  </a:lnTo>
                  <a:lnTo>
                    <a:pt x="68216" y="32422"/>
                  </a:lnTo>
                  <a:lnTo>
                    <a:pt x="63999" y="35622"/>
                  </a:lnTo>
                  <a:lnTo>
                    <a:pt x="59886" y="38954"/>
                  </a:lnTo>
                  <a:lnTo>
                    <a:pt x="55880" y="42414"/>
                  </a:lnTo>
                  <a:lnTo>
                    <a:pt x="51986" y="46000"/>
                  </a:lnTo>
                  <a:lnTo>
                    <a:pt x="48208" y="49707"/>
                  </a:lnTo>
                  <a:lnTo>
                    <a:pt x="44548" y="53532"/>
                  </a:lnTo>
                  <a:lnTo>
                    <a:pt x="41012" y="57471"/>
                  </a:lnTo>
                  <a:lnTo>
                    <a:pt x="37602" y="61520"/>
                  </a:lnTo>
                  <a:lnTo>
                    <a:pt x="34322" y="65675"/>
                  </a:lnTo>
                  <a:lnTo>
                    <a:pt x="31175" y="69931"/>
                  </a:lnTo>
                  <a:lnTo>
                    <a:pt x="28164" y="74286"/>
                  </a:lnTo>
                  <a:lnTo>
                    <a:pt x="25293" y="78733"/>
                  </a:lnTo>
                  <a:lnTo>
                    <a:pt x="22564" y="83269"/>
                  </a:lnTo>
                  <a:lnTo>
                    <a:pt x="19981" y="87889"/>
                  </a:lnTo>
                  <a:lnTo>
                    <a:pt x="17544" y="92588"/>
                  </a:lnTo>
                  <a:lnTo>
                    <a:pt x="15258" y="97363"/>
                  </a:lnTo>
                  <a:lnTo>
                    <a:pt x="13124" y="102207"/>
                  </a:lnTo>
                  <a:lnTo>
                    <a:pt x="11144" y="107117"/>
                  </a:lnTo>
                  <a:lnTo>
                    <a:pt x="9321" y="112086"/>
                  </a:lnTo>
                  <a:lnTo>
                    <a:pt x="7656" y="117111"/>
                  </a:lnTo>
                  <a:lnTo>
                    <a:pt x="6152" y="122186"/>
                  </a:lnTo>
                  <a:lnTo>
                    <a:pt x="4808" y="127307"/>
                  </a:lnTo>
                  <a:lnTo>
                    <a:pt x="3627" y="132467"/>
                  </a:lnTo>
                  <a:lnTo>
                    <a:pt x="2611" y="137662"/>
                  </a:lnTo>
                  <a:lnTo>
                    <a:pt x="1759" y="142886"/>
                  </a:lnTo>
                  <a:lnTo>
                    <a:pt x="1073" y="148135"/>
                  </a:lnTo>
                  <a:lnTo>
                    <a:pt x="554" y="153403"/>
                  </a:lnTo>
                  <a:lnTo>
                    <a:pt x="202" y="158685"/>
                  </a:lnTo>
                  <a:lnTo>
                    <a:pt x="17" y="163975"/>
                  </a:lnTo>
                  <a:lnTo>
                    <a:pt x="0" y="169269"/>
                  </a:lnTo>
                  <a:lnTo>
                    <a:pt x="150" y="174560"/>
                  </a:lnTo>
                  <a:lnTo>
                    <a:pt x="468" y="179844"/>
                  </a:lnTo>
                  <a:lnTo>
                    <a:pt x="953" y="185116"/>
                  </a:lnTo>
                  <a:lnTo>
                    <a:pt x="1604" y="190369"/>
                  </a:lnTo>
                  <a:lnTo>
                    <a:pt x="2422" y="195599"/>
                  </a:lnTo>
                  <a:lnTo>
                    <a:pt x="3405" y="200800"/>
                  </a:lnTo>
                  <a:lnTo>
                    <a:pt x="4552" y="205968"/>
                  </a:lnTo>
                  <a:lnTo>
                    <a:pt x="5862" y="211097"/>
                  </a:lnTo>
                  <a:lnTo>
                    <a:pt x="7334" y="216182"/>
                  </a:lnTo>
                  <a:lnTo>
                    <a:pt x="8966" y="221217"/>
                  </a:lnTo>
                  <a:lnTo>
                    <a:pt x="10756" y="226199"/>
                  </a:lnTo>
                  <a:lnTo>
                    <a:pt x="12704" y="231121"/>
                  </a:lnTo>
                  <a:lnTo>
                    <a:pt x="14806" y="235979"/>
                  </a:lnTo>
                  <a:lnTo>
                    <a:pt x="17061" y="240769"/>
                  </a:lnTo>
                  <a:lnTo>
                    <a:pt x="19467" y="245484"/>
                  </a:lnTo>
                  <a:lnTo>
                    <a:pt x="22021" y="250121"/>
                  </a:lnTo>
                  <a:lnTo>
                    <a:pt x="24720" y="254674"/>
                  </a:lnTo>
                  <a:lnTo>
                    <a:pt x="27562" y="259140"/>
                  </a:lnTo>
                  <a:lnTo>
                    <a:pt x="30544" y="263514"/>
                  </a:lnTo>
                  <a:lnTo>
                    <a:pt x="33663" y="267791"/>
                  </a:lnTo>
                  <a:lnTo>
                    <a:pt x="36916" y="271967"/>
                  </a:lnTo>
                  <a:lnTo>
                    <a:pt x="40299" y="276038"/>
                  </a:lnTo>
                  <a:lnTo>
                    <a:pt x="43810" y="280000"/>
                  </a:lnTo>
                  <a:lnTo>
                    <a:pt x="47444" y="283849"/>
                  </a:lnTo>
                  <a:lnTo>
                    <a:pt x="51199" y="287581"/>
                  </a:lnTo>
                  <a:lnTo>
                    <a:pt x="55070" y="291192"/>
                  </a:lnTo>
                  <a:lnTo>
                    <a:pt x="59053" y="294678"/>
                  </a:lnTo>
                  <a:lnTo>
                    <a:pt x="63144" y="298037"/>
                  </a:lnTo>
                  <a:lnTo>
                    <a:pt x="67340" y="301264"/>
                  </a:lnTo>
                  <a:lnTo>
                    <a:pt x="71636" y="304358"/>
                  </a:lnTo>
                  <a:lnTo>
                    <a:pt x="76027" y="307313"/>
                  </a:lnTo>
                  <a:lnTo>
                    <a:pt x="80510" y="310128"/>
                  </a:lnTo>
                  <a:lnTo>
                    <a:pt x="85080" y="312800"/>
                  </a:lnTo>
                  <a:lnTo>
                    <a:pt x="89732" y="315325"/>
                  </a:lnTo>
                  <a:lnTo>
                    <a:pt x="94462" y="317702"/>
                  </a:lnTo>
                  <a:lnTo>
                    <a:pt x="99265" y="319928"/>
                  </a:lnTo>
                  <a:lnTo>
                    <a:pt x="104136" y="322001"/>
                  </a:lnTo>
                  <a:lnTo>
                    <a:pt x="109070" y="323919"/>
                  </a:lnTo>
                  <a:lnTo>
                    <a:pt x="114062" y="325679"/>
                  </a:lnTo>
                  <a:lnTo>
                    <a:pt x="119107" y="327281"/>
                  </a:lnTo>
                  <a:lnTo>
                    <a:pt x="124201" y="328722"/>
                  </a:lnTo>
                  <a:lnTo>
                    <a:pt x="129338" y="330001"/>
                  </a:lnTo>
                  <a:lnTo>
                    <a:pt x="134512" y="331117"/>
                  </a:lnTo>
                  <a:lnTo>
                    <a:pt x="139720" y="332068"/>
                  </a:lnTo>
                  <a:lnTo>
                    <a:pt x="144955" y="332854"/>
                  </a:lnTo>
                  <a:lnTo>
                    <a:pt x="150212" y="333474"/>
                  </a:lnTo>
                  <a:lnTo>
                    <a:pt x="155486" y="333927"/>
                  </a:lnTo>
                  <a:lnTo>
                    <a:pt x="160772" y="334213"/>
                  </a:lnTo>
                  <a:lnTo>
                    <a:pt x="166064" y="334331"/>
                  </a:lnTo>
                  <a:lnTo>
                    <a:pt x="171357" y="334282"/>
                  </a:lnTo>
                  <a:lnTo>
                    <a:pt x="176646" y="334065"/>
                  </a:lnTo>
                  <a:lnTo>
                    <a:pt x="181926" y="333680"/>
                  </a:lnTo>
                  <a:lnTo>
                    <a:pt x="187191" y="333129"/>
                  </a:lnTo>
                  <a:lnTo>
                    <a:pt x="192435" y="332412"/>
                  </a:lnTo>
                  <a:lnTo>
                    <a:pt x="197655" y="331528"/>
                  </a:lnTo>
                  <a:lnTo>
                    <a:pt x="202843" y="330480"/>
                  </a:lnTo>
                  <a:lnTo>
                    <a:pt x="207996" y="329268"/>
                  </a:lnTo>
                  <a:lnTo>
                    <a:pt x="213108" y="327894"/>
                  </a:lnTo>
                  <a:lnTo>
                    <a:pt x="218174" y="326358"/>
                  </a:lnTo>
                  <a:lnTo>
                    <a:pt x="223189" y="324663"/>
                  </a:lnTo>
                  <a:lnTo>
                    <a:pt x="228148" y="322810"/>
                  </a:lnTo>
                  <a:lnTo>
                    <a:pt x="233045" y="320801"/>
                  </a:lnTo>
                  <a:lnTo>
                    <a:pt x="237876" y="318637"/>
                  </a:lnTo>
                  <a:lnTo>
                    <a:pt x="242637" y="316322"/>
                  </a:lnTo>
                  <a:lnTo>
                    <a:pt x="247321" y="313857"/>
                  </a:lnTo>
                  <a:lnTo>
                    <a:pt x="251926" y="311246"/>
                  </a:lnTo>
                  <a:lnTo>
                    <a:pt x="256445" y="308489"/>
                  </a:lnTo>
                  <a:lnTo>
                    <a:pt x="260875" y="305591"/>
                  </a:lnTo>
                  <a:lnTo>
                    <a:pt x="265211" y="302554"/>
                  </a:lnTo>
                  <a:lnTo>
                    <a:pt x="269448" y="299382"/>
                  </a:lnTo>
                  <a:lnTo>
                    <a:pt x="273583" y="296077"/>
                  </a:lnTo>
                  <a:lnTo>
                    <a:pt x="277611" y="292642"/>
                  </a:lnTo>
                  <a:lnTo>
                    <a:pt x="281529" y="289082"/>
                  </a:lnTo>
                  <a:lnTo>
                    <a:pt x="285332" y="285400"/>
                  </a:lnTo>
                  <a:lnTo>
                    <a:pt x="289016" y="281599"/>
                  </a:lnTo>
                  <a:lnTo>
                    <a:pt x="292578" y="277683"/>
                  </a:lnTo>
                  <a:lnTo>
                    <a:pt x="296014" y="273656"/>
                  </a:lnTo>
                  <a:lnTo>
                    <a:pt x="299321" y="269523"/>
                  </a:lnTo>
                  <a:lnTo>
                    <a:pt x="302496" y="265287"/>
                  </a:lnTo>
                  <a:lnTo>
                    <a:pt x="305535" y="260952"/>
                  </a:lnTo>
                  <a:lnTo>
                    <a:pt x="308435" y="256524"/>
                  </a:lnTo>
                  <a:lnTo>
                    <a:pt x="311193" y="252006"/>
                  </a:lnTo>
                  <a:lnTo>
                    <a:pt x="313807" y="247403"/>
                  </a:lnTo>
                  <a:lnTo>
                    <a:pt x="316274" y="242719"/>
                  </a:lnTo>
                  <a:lnTo>
                    <a:pt x="318591" y="237960"/>
                  </a:lnTo>
                  <a:lnTo>
                    <a:pt x="320757" y="233130"/>
                  </a:lnTo>
                  <a:lnTo>
                    <a:pt x="322768" y="228233"/>
                  </a:lnTo>
                  <a:lnTo>
                    <a:pt x="324624" y="223275"/>
                  </a:lnTo>
                  <a:lnTo>
                    <a:pt x="326321" y="218261"/>
                  </a:lnTo>
                  <a:lnTo>
                    <a:pt x="327859" y="213196"/>
                  </a:lnTo>
                  <a:lnTo>
                    <a:pt x="329236" y="208085"/>
                  </a:lnTo>
                  <a:lnTo>
                    <a:pt x="330450" y="202932"/>
                  </a:lnTo>
                  <a:lnTo>
                    <a:pt x="331501" y="197744"/>
                  </a:lnTo>
                  <a:lnTo>
                    <a:pt x="332387" y="192525"/>
                  </a:lnTo>
                  <a:lnTo>
                    <a:pt x="333107" y="187281"/>
                  </a:lnTo>
                  <a:lnTo>
                    <a:pt x="333660" y="182016"/>
                  </a:lnTo>
                  <a:lnTo>
                    <a:pt x="334047" y="176737"/>
                  </a:lnTo>
                  <a:lnTo>
                    <a:pt x="334266" y="171448"/>
                  </a:lnTo>
                  <a:lnTo>
                    <a:pt x="334318" y="166155"/>
                  </a:lnTo>
                  <a:lnTo>
                    <a:pt x="334202" y="160862"/>
                  </a:lnTo>
                  <a:lnTo>
                    <a:pt x="333919" y="155577"/>
                  </a:lnTo>
                  <a:lnTo>
                    <a:pt x="333468" y="150302"/>
                  </a:lnTo>
                  <a:lnTo>
                    <a:pt x="332851" y="145045"/>
                  </a:lnTo>
                  <a:lnTo>
                    <a:pt x="332067" y="139810"/>
                  </a:lnTo>
                  <a:lnTo>
                    <a:pt x="331119" y="134602"/>
                  </a:lnTo>
                  <a:lnTo>
                    <a:pt x="330005" y="129427"/>
                  </a:lnTo>
                  <a:lnTo>
                    <a:pt x="328729" y="124289"/>
                  </a:lnTo>
                  <a:lnTo>
                    <a:pt x="327290" y="119195"/>
                  </a:lnTo>
                  <a:lnTo>
                    <a:pt x="325691" y="114149"/>
                  </a:lnTo>
                  <a:lnTo>
                    <a:pt x="323933" y="10915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80791"/>
              <a:ext cx="156779" cy="58011"/>
            </a:xfrm>
            <a:custGeom>
              <a:avLst/>
              <a:pathLst>
                <a:path w="156779" h="58011">
                  <a:moveTo>
                    <a:pt x="156779" y="0"/>
                  </a:moveTo>
                  <a:lnTo>
                    <a:pt x="0" y="580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80306"/>
              <a:ext cx="156779" cy="58496"/>
            </a:xfrm>
            <a:custGeom>
              <a:avLst/>
              <a:pathLst>
                <a:path w="156779" h="58496">
                  <a:moveTo>
                    <a:pt x="156779" y="484"/>
                  </a:moveTo>
                  <a:lnTo>
                    <a:pt x="156598" y="0"/>
                  </a:lnTo>
                  <a:lnTo>
                    <a:pt x="0" y="584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971635"/>
              <a:ext cx="156598" cy="167167"/>
            </a:xfrm>
            <a:custGeom>
              <a:avLst/>
              <a:pathLst>
                <a:path w="156598" h="167167">
                  <a:moveTo>
                    <a:pt x="156598" y="108671"/>
                  </a:moveTo>
                  <a:lnTo>
                    <a:pt x="154596" y="103568"/>
                  </a:lnTo>
                  <a:lnTo>
                    <a:pt x="152428" y="98534"/>
                  </a:lnTo>
                  <a:lnTo>
                    <a:pt x="150096" y="93573"/>
                  </a:lnTo>
                  <a:lnTo>
                    <a:pt x="147602" y="88691"/>
                  </a:lnTo>
                  <a:lnTo>
                    <a:pt x="144950" y="83894"/>
                  </a:lnTo>
                  <a:lnTo>
                    <a:pt x="142142" y="79187"/>
                  </a:lnTo>
                  <a:lnTo>
                    <a:pt x="139181" y="74574"/>
                  </a:lnTo>
                  <a:lnTo>
                    <a:pt x="136070" y="70060"/>
                  </a:lnTo>
                  <a:lnTo>
                    <a:pt x="132813" y="65651"/>
                  </a:lnTo>
                  <a:lnTo>
                    <a:pt x="129414" y="61351"/>
                  </a:lnTo>
                  <a:lnTo>
                    <a:pt x="125875" y="57165"/>
                  </a:lnTo>
                  <a:lnTo>
                    <a:pt x="122201" y="53097"/>
                  </a:lnTo>
                  <a:lnTo>
                    <a:pt x="118395" y="49152"/>
                  </a:lnTo>
                  <a:lnTo>
                    <a:pt x="114462" y="45334"/>
                  </a:lnTo>
                  <a:lnTo>
                    <a:pt x="110406" y="41647"/>
                  </a:lnTo>
                  <a:lnTo>
                    <a:pt x="106231" y="38094"/>
                  </a:lnTo>
                  <a:lnTo>
                    <a:pt x="101942" y="34681"/>
                  </a:lnTo>
                  <a:lnTo>
                    <a:pt x="97544" y="31410"/>
                  </a:lnTo>
                  <a:lnTo>
                    <a:pt x="93041" y="28285"/>
                  </a:lnTo>
                  <a:lnTo>
                    <a:pt x="88437" y="25309"/>
                  </a:lnTo>
                  <a:lnTo>
                    <a:pt x="83739" y="22486"/>
                  </a:lnTo>
                  <a:lnTo>
                    <a:pt x="78950" y="19818"/>
                  </a:lnTo>
                  <a:lnTo>
                    <a:pt x="74077" y="17309"/>
                  </a:lnTo>
                  <a:lnTo>
                    <a:pt x="69123" y="14960"/>
                  </a:lnTo>
                  <a:lnTo>
                    <a:pt x="64096" y="12776"/>
                  </a:lnTo>
                  <a:lnTo>
                    <a:pt x="59000" y="10757"/>
                  </a:lnTo>
                  <a:lnTo>
                    <a:pt x="53840" y="8907"/>
                  </a:lnTo>
                  <a:lnTo>
                    <a:pt x="48622" y="7227"/>
                  </a:lnTo>
                  <a:lnTo>
                    <a:pt x="43352" y="5719"/>
                  </a:lnTo>
                  <a:lnTo>
                    <a:pt x="38036" y="4384"/>
                  </a:lnTo>
                  <a:lnTo>
                    <a:pt x="32678" y="3225"/>
                  </a:lnTo>
                  <a:lnTo>
                    <a:pt x="27286" y="2241"/>
                  </a:lnTo>
                  <a:lnTo>
                    <a:pt x="21864" y="1436"/>
                  </a:lnTo>
                  <a:lnTo>
                    <a:pt x="16418" y="808"/>
                  </a:lnTo>
                  <a:lnTo>
                    <a:pt x="10955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537837" y="941493"/>
              <a:ext cx="79443" cy="167167"/>
            </a:xfrm>
            <a:custGeom>
              <a:avLst/>
              <a:pathLst>
                <a:path w="79443" h="167167">
                  <a:moveTo>
                    <a:pt x="79443" y="0"/>
                  </a:moveTo>
                  <a:lnTo>
                    <a:pt x="73531" y="104"/>
                  </a:lnTo>
                  <a:lnTo>
                    <a:pt x="67626" y="418"/>
                  </a:lnTo>
                  <a:lnTo>
                    <a:pt x="61736" y="940"/>
                  </a:lnTo>
                  <a:lnTo>
                    <a:pt x="55868" y="1670"/>
                  </a:lnTo>
                  <a:lnTo>
                    <a:pt x="50030" y="2607"/>
                  </a:lnTo>
                  <a:lnTo>
                    <a:pt x="44229" y="3750"/>
                  </a:lnTo>
                  <a:lnTo>
                    <a:pt x="38471" y="5098"/>
                  </a:lnTo>
                  <a:lnTo>
                    <a:pt x="32765" y="6648"/>
                  </a:lnTo>
                  <a:lnTo>
                    <a:pt x="27118" y="8400"/>
                  </a:lnTo>
                  <a:lnTo>
                    <a:pt x="21535" y="10349"/>
                  </a:lnTo>
                  <a:lnTo>
                    <a:pt x="16026" y="12496"/>
                  </a:lnTo>
                  <a:lnTo>
                    <a:pt x="10595" y="14835"/>
                  </a:lnTo>
                  <a:lnTo>
                    <a:pt x="5251" y="17365"/>
                  </a:lnTo>
                  <a:lnTo>
                    <a:pt x="0" y="20083"/>
                  </a:lnTo>
                  <a:lnTo>
                    <a:pt x="7944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37837" y="961576"/>
              <a:ext cx="79443" cy="147084"/>
            </a:xfrm>
            <a:custGeom>
              <a:avLst/>
              <a:pathLst>
                <a:path w="79443" h="147084">
                  <a:moveTo>
                    <a:pt x="0" y="0"/>
                  </a:moveTo>
                  <a:lnTo>
                    <a:pt x="79443" y="147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50112" y="961576"/>
              <a:ext cx="334331" cy="314237"/>
            </a:xfrm>
            <a:custGeom>
              <a:avLst/>
              <a:pathLst>
                <a:path w="334331" h="314237">
                  <a:moveTo>
                    <a:pt x="87724" y="0"/>
                  </a:moveTo>
                  <a:lnTo>
                    <a:pt x="83108" y="2588"/>
                  </a:lnTo>
                  <a:lnTo>
                    <a:pt x="78576" y="5321"/>
                  </a:lnTo>
                  <a:lnTo>
                    <a:pt x="74132" y="8197"/>
                  </a:lnTo>
                  <a:lnTo>
                    <a:pt x="69782" y="11212"/>
                  </a:lnTo>
                  <a:lnTo>
                    <a:pt x="65530" y="14362"/>
                  </a:lnTo>
                  <a:lnTo>
                    <a:pt x="61380" y="17646"/>
                  </a:lnTo>
                  <a:lnTo>
                    <a:pt x="57335" y="21060"/>
                  </a:lnTo>
                  <a:lnTo>
                    <a:pt x="53401" y="24600"/>
                  </a:lnTo>
                  <a:lnTo>
                    <a:pt x="49581" y="28263"/>
                  </a:lnTo>
                  <a:lnTo>
                    <a:pt x="45878" y="32044"/>
                  </a:lnTo>
                  <a:lnTo>
                    <a:pt x="42297" y="35941"/>
                  </a:lnTo>
                  <a:lnTo>
                    <a:pt x="38842" y="39950"/>
                  </a:lnTo>
                  <a:lnTo>
                    <a:pt x="35515" y="44066"/>
                  </a:lnTo>
                  <a:lnTo>
                    <a:pt x="32320" y="48285"/>
                  </a:lnTo>
                  <a:lnTo>
                    <a:pt x="29260" y="52603"/>
                  </a:lnTo>
                  <a:lnTo>
                    <a:pt x="26338" y="57016"/>
                  </a:lnTo>
                  <a:lnTo>
                    <a:pt x="23557" y="61519"/>
                  </a:lnTo>
                  <a:lnTo>
                    <a:pt x="20921" y="66108"/>
                  </a:lnTo>
                  <a:lnTo>
                    <a:pt x="18431" y="70778"/>
                  </a:lnTo>
                  <a:lnTo>
                    <a:pt x="16090" y="75525"/>
                  </a:lnTo>
                  <a:lnTo>
                    <a:pt x="13900" y="80343"/>
                  </a:lnTo>
                  <a:lnTo>
                    <a:pt x="11864" y="85228"/>
                  </a:lnTo>
                  <a:lnTo>
                    <a:pt x="9984" y="90176"/>
                  </a:lnTo>
                  <a:lnTo>
                    <a:pt x="8261" y="95180"/>
                  </a:lnTo>
                  <a:lnTo>
                    <a:pt x="6698" y="100236"/>
                  </a:lnTo>
                  <a:lnTo>
                    <a:pt x="5295" y="105339"/>
                  </a:lnTo>
                  <a:lnTo>
                    <a:pt x="4055" y="110484"/>
                  </a:lnTo>
                  <a:lnTo>
                    <a:pt x="2978" y="115666"/>
                  </a:lnTo>
                  <a:lnTo>
                    <a:pt x="2066" y="120879"/>
                  </a:lnTo>
                  <a:lnTo>
                    <a:pt x="1319" y="126119"/>
                  </a:lnTo>
                  <a:lnTo>
                    <a:pt x="739" y="131379"/>
                  </a:lnTo>
                  <a:lnTo>
                    <a:pt x="325" y="136656"/>
                  </a:lnTo>
                  <a:lnTo>
                    <a:pt x="79" y="141942"/>
                  </a:lnTo>
                  <a:lnTo>
                    <a:pt x="0" y="147234"/>
                  </a:lnTo>
                  <a:lnTo>
                    <a:pt x="88" y="152526"/>
                  </a:lnTo>
                  <a:lnTo>
                    <a:pt x="344" y="157812"/>
                  </a:lnTo>
                  <a:lnTo>
                    <a:pt x="767" y="163088"/>
                  </a:lnTo>
                  <a:lnTo>
                    <a:pt x="1357" y="168347"/>
                  </a:lnTo>
                  <a:lnTo>
                    <a:pt x="2113" y="173585"/>
                  </a:lnTo>
                  <a:lnTo>
                    <a:pt x="3035" y="178797"/>
                  </a:lnTo>
                  <a:lnTo>
                    <a:pt x="4121" y="183976"/>
                  </a:lnTo>
                  <a:lnTo>
                    <a:pt x="5371" y="189119"/>
                  </a:lnTo>
                  <a:lnTo>
                    <a:pt x="6783" y="194220"/>
                  </a:lnTo>
                  <a:lnTo>
                    <a:pt x="8355" y="199273"/>
                  </a:lnTo>
                  <a:lnTo>
                    <a:pt x="10087" y="204275"/>
                  </a:lnTo>
                  <a:lnTo>
                    <a:pt x="11976" y="209218"/>
                  </a:lnTo>
                  <a:lnTo>
                    <a:pt x="14021" y="214100"/>
                  </a:lnTo>
                  <a:lnTo>
                    <a:pt x="16219" y="218914"/>
                  </a:lnTo>
                  <a:lnTo>
                    <a:pt x="18568" y="223657"/>
                  </a:lnTo>
                  <a:lnTo>
                    <a:pt x="21067" y="228322"/>
                  </a:lnTo>
                  <a:lnTo>
                    <a:pt x="23712" y="232906"/>
                  </a:lnTo>
                  <a:lnTo>
                    <a:pt x="26500" y="237404"/>
                  </a:lnTo>
                  <a:lnTo>
                    <a:pt x="29430" y="241812"/>
                  </a:lnTo>
                  <a:lnTo>
                    <a:pt x="32498" y="246125"/>
                  </a:lnTo>
                  <a:lnTo>
                    <a:pt x="35700" y="250338"/>
                  </a:lnTo>
                  <a:lnTo>
                    <a:pt x="39035" y="254448"/>
                  </a:lnTo>
                  <a:lnTo>
                    <a:pt x="42498" y="258450"/>
                  </a:lnTo>
                  <a:lnTo>
                    <a:pt x="46086" y="262341"/>
                  </a:lnTo>
                  <a:lnTo>
                    <a:pt x="49795" y="266116"/>
                  </a:lnTo>
                  <a:lnTo>
                    <a:pt x="53622" y="269772"/>
                  </a:lnTo>
                  <a:lnTo>
                    <a:pt x="57562" y="273305"/>
                  </a:lnTo>
                  <a:lnTo>
                    <a:pt x="61613" y="276711"/>
                  </a:lnTo>
                  <a:lnTo>
                    <a:pt x="65769" y="279988"/>
                  </a:lnTo>
                  <a:lnTo>
                    <a:pt x="70027" y="283131"/>
                  </a:lnTo>
                  <a:lnTo>
                    <a:pt x="74382" y="286138"/>
                  </a:lnTo>
                  <a:lnTo>
                    <a:pt x="78831" y="289005"/>
                  </a:lnTo>
                  <a:lnTo>
                    <a:pt x="83368" y="291730"/>
                  </a:lnTo>
                  <a:lnTo>
                    <a:pt x="87989" y="294311"/>
                  </a:lnTo>
                  <a:lnTo>
                    <a:pt x="92689" y="296743"/>
                  </a:lnTo>
                  <a:lnTo>
                    <a:pt x="97464" y="299026"/>
                  </a:lnTo>
                  <a:lnTo>
                    <a:pt x="102308" y="301156"/>
                  </a:lnTo>
                  <a:lnTo>
                    <a:pt x="107218" y="303132"/>
                  </a:lnTo>
                  <a:lnTo>
                    <a:pt x="112188" y="304952"/>
                  </a:lnTo>
                  <a:lnTo>
                    <a:pt x="117213" y="306613"/>
                  </a:lnTo>
                  <a:lnTo>
                    <a:pt x="122288" y="308114"/>
                  </a:lnTo>
                  <a:lnTo>
                    <a:pt x="127408" y="309454"/>
                  </a:lnTo>
                  <a:lnTo>
                    <a:pt x="132568" y="310631"/>
                  </a:lnTo>
                  <a:lnTo>
                    <a:pt x="137762" y="311645"/>
                  </a:lnTo>
                  <a:lnTo>
                    <a:pt x="142986" y="312493"/>
                  </a:lnTo>
                  <a:lnTo>
                    <a:pt x="148235" y="313176"/>
                  </a:lnTo>
                  <a:lnTo>
                    <a:pt x="153502" y="313692"/>
                  </a:lnTo>
                  <a:lnTo>
                    <a:pt x="158783" y="314041"/>
                  </a:lnTo>
                  <a:lnTo>
                    <a:pt x="164072" y="314222"/>
                  </a:lnTo>
                  <a:lnTo>
                    <a:pt x="169365" y="314237"/>
                  </a:lnTo>
                  <a:lnTo>
                    <a:pt x="174655" y="314083"/>
                  </a:lnTo>
                  <a:lnTo>
                    <a:pt x="179938" y="313763"/>
                  </a:lnTo>
                  <a:lnTo>
                    <a:pt x="185207" y="313275"/>
                  </a:lnTo>
                  <a:lnTo>
                    <a:pt x="190459" y="312620"/>
                  </a:lnTo>
                  <a:lnTo>
                    <a:pt x="195688" y="311800"/>
                  </a:lnTo>
                  <a:lnTo>
                    <a:pt x="200888" y="310815"/>
                  </a:lnTo>
                  <a:lnTo>
                    <a:pt x="206054" y="309665"/>
                  </a:lnTo>
                  <a:lnTo>
                    <a:pt x="211181" y="308353"/>
                  </a:lnTo>
                  <a:lnTo>
                    <a:pt x="216264" y="306879"/>
                  </a:lnTo>
                  <a:lnTo>
                    <a:pt x="221298" y="305244"/>
                  </a:lnTo>
                  <a:lnTo>
                    <a:pt x="226277" y="303452"/>
                  </a:lnTo>
                  <a:lnTo>
                    <a:pt x="231198" y="301502"/>
                  </a:lnTo>
                  <a:lnTo>
                    <a:pt x="236054" y="299398"/>
                  </a:lnTo>
                  <a:lnTo>
                    <a:pt x="240841" y="297141"/>
                  </a:lnTo>
                  <a:lnTo>
                    <a:pt x="245554" y="294733"/>
                  </a:lnTo>
                  <a:lnTo>
                    <a:pt x="250189" y="292178"/>
                  </a:lnTo>
                  <a:lnTo>
                    <a:pt x="254740" y="289477"/>
                  </a:lnTo>
                  <a:lnTo>
                    <a:pt x="259204" y="286634"/>
                  </a:lnTo>
                  <a:lnTo>
                    <a:pt x="263575" y="283650"/>
                  </a:lnTo>
                  <a:lnTo>
                    <a:pt x="267850" y="280530"/>
                  </a:lnTo>
                  <a:lnTo>
                    <a:pt x="272024" y="277276"/>
                  </a:lnTo>
                  <a:lnTo>
                    <a:pt x="276093" y="273891"/>
                  </a:lnTo>
                  <a:lnTo>
                    <a:pt x="280052" y="270380"/>
                  </a:lnTo>
                  <a:lnTo>
                    <a:pt x="283899" y="266744"/>
                  </a:lnTo>
                  <a:lnTo>
                    <a:pt x="287628" y="262989"/>
                  </a:lnTo>
                  <a:lnTo>
                    <a:pt x="291237" y="259118"/>
                  </a:lnTo>
                  <a:lnTo>
                    <a:pt x="294721" y="255134"/>
                  </a:lnTo>
                  <a:lnTo>
                    <a:pt x="298077" y="251042"/>
                  </a:lnTo>
                  <a:lnTo>
                    <a:pt x="301303" y="246846"/>
                  </a:lnTo>
                  <a:lnTo>
                    <a:pt x="304394" y="242550"/>
                  </a:lnTo>
                  <a:lnTo>
                    <a:pt x="307347" y="238158"/>
                  </a:lnTo>
                  <a:lnTo>
                    <a:pt x="310160" y="233675"/>
                  </a:lnTo>
                  <a:lnTo>
                    <a:pt x="312829" y="229105"/>
                  </a:lnTo>
                  <a:lnTo>
                    <a:pt x="315352" y="224453"/>
                  </a:lnTo>
                  <a:lnTo>
                    <a:pt x="317727" y="219723"/>
                  </a:lnTo>
                  <a:lnTo>
                    <a:pt x="319951" y="214921"/>
                  </a:lnTo>
                  <a:lnTo>
                    <a:pt x="322022" y="210050"/>
                  </a:lnTo>
                  <a:lnTo>
                    <a:pt x="323938" y="205117"/>
                  </a:lnTo>
                  <a:lnTo>
                    <a:pt x="325696" y="200125"/>
                  </a:lnTo>
                  <a:lnTo>
                    <a:pt x="327296" y="195080"/>
                  </a:lnTo>
                  <a:lnTo>
                    <a:pt x="328735" y="189987"/>
                  </a:lnTo>
                  <a:lnTo>
                    <a:pt x="330012" y="184851"/>
                  </a:lnTo>
                  <a:lnTo>
                    <a:pt x="331126" y="179677"/>
                  </a:lnTo>
                  <a:lnTo>
                    <a:pt x="332076" y="174470"/>
                  </a:lnTo>
                  <a:lnTo>
                    <a:pt x="332860" y="169236"/>
                  </a:lnTo>
                  <a:lnTo>
                    <a:pt x="333478" y="163980"/>
                  </a:lnTo>
                  <a:lnTo>
                    <a:pt x="333930" y="158707"/>
                  </a:lnTo>
                  <a:lnTo>
                    <a:pt x="334214" y="153422"/>
                  </a:lnTo>
                  <a:lnTo>
                    <a:pt x="334331" y="148131"/>
                  </a:lnTo>
                  <a:lnTo>
                    <a:pt x="334280" y="142839"/>
                  </a:lnTo>
                  <a:lnTo>
                    <a:pt x="334062" y="137551"/>
                  </a:lnTo>
                  <a:lnTo>
                    <a:pt x="333677" y="132273"/>
                  </a:lnTo>
                  <a:lnTo>
                    <a:pt x="333125" y="127009"/>
                  </a:lnTo>
                  <a:lnTo>
                    <a:pt x="332406" y="121766"/>
                  </a:lnTo>
                  <a:lnTo>
                    <a:pt x="331522" y="116548"/>
                  </a:lnTo>
                  <a:lnTo>
                    <a:pt x="330473" y="111360"/>
                  </a:lnTo>
                  <a:lnTo>
                    <a:pt x="329260" y="106208"/>
                  </a:lnTo>
                  <a:lnTo>
                    <a:pt x="327885" y="101098"/>
                  </a:lnTo>
                  <a:lnTo>
                    <a:pt x="326349" y="96033"/>
                  </a:lnTo>
                  <a:lnTo>
                    <a:pt x="324653" y="91020"/>
                  </a:lnTo>
                  <a:lnTo>
                    <a:pt x="322799" y="86063"/>
                  </a:lnTo>
                  <a:lnTo>
                    <a:pt x="320789" y="81167"/>
                  </a:lnTo>
                  <a:lnTo>
                    <a:pt x="318626" y="76337"/>
                  </a:lnTo>
                  <a:lnTo>
                    <a:pt x="316310" y="71578"/>
                  </a:lnTo>
                  <a:lnTo>
                    <a:pt x="313845" y="66894"/>
                  </a:lnTo>
                  <a:lnTo>
                    <a:pt x="311233" y="62291"/>
                  </a:lnTo>
                  <a:lnTo>
                    <a:pt x="308477" y="57773"/>
                  </a:lnTo>
                  <a:lnTo>
                    <a:pt x="167167" y="147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617280" y="941493"/>
              <a:ext cx="141310" cy="167167"/>
            </a:xfrm>
            <a:custGeom>
              <a:avLst/>
              <a:pathLst>
                <a:path w="141310" h="167167">
                  <a:moveTo>
                    <a:pt x="141310" y="77856"/>
                  </a:moveTo>
                  <a:lnTo>
                    <a:pt x="138334" y="73313"/>
                  </a:lnTo>
                  <a:lnTo>
                    <a:pt x="135212" y="68869"/>
                  </a:lnTo>
                  <a:lnTo>
                    <a:pt x="131948" y="64529"/>
                  </a:lnTo>
                  <a:lnTo>
                    <a:pt x="128544" y="60297"/>
                  </a:lnTo>
                  <a:lnTo>
                    <a:pt x="125005" y="56178"/>
                  </a:lnTo>
                  <a:lnTo>
                    <a:pt x="121334" y="52176"/>
                  </a:lnTo>
                  <a:lnTo>
                    <a:pt x="117534" y="48295"/>
                  </a:lnTo>
                  <a:lnTo>
                    <a:pt x="113611" y="44540"/>
                  </a:lnTo>
                  <a:lnTo>
                    <a:pt x="109568" y="40914"/>
                  </a:lnTo>
                  <a:lnTo>
                    <a:pt x="105409" y="37421"/>
                  </a:lnTo>
                  <a:lnTo>
                    <a:pt x="101138" y="34066"/>
                  </a:lnTo>
                  <a:lnTo>
                    <a:pt x="96761" y="30851"/>
                  </a:lnTo>
                  <a:lnTo>
                    <a:pt x="92282" y="27780"/>
                  </a:lnTo>
                  <a:lnTo>
                    <a:pt x="87706" y="24855"/>
                  </a:lnTo>
                  <a:lnTo>
                    <a:pt x="83037" y="22082"/>
                  </a:lnTo>
                  <a:lnTo>
                    <a:pt x="78280" y="19461"/>
                  </a:lnTo>
                  <a:lnTo>
                    <a:pt x="73441" y="16996"/>
                  </a:lnTo>
                  <a:lnTo>
                    <a:pt x="68524" y="14690"/>
                  </a:lnTo>
                  <a:lnTo>
                    <a:pt x="63535" y="12544"/>
                  </a:lnTo>
                  <a:lnTo>
                    <a:pt x="58478" y="10562"/>
                  </a:lnTo>
                  <a:lnTo>
                    <a:pt x="53361" y="8745"/>
                  </a:lnTo>
                  <a:lnTo>
                    <a:pt x="48186" y="7095"/>
                  </a:lnTo>
                  <a:lnTo>
                    <a:pt x="42961" y="5614"/>
                  </a:lnTo>
                  <a:lnTo>
                    <a:pt x="37691" y="4304"/>
                  </a:lnTo>
                  <a:lnTo>
                    <a:pt x="32380" y="3166"/>
                  </a:lnTo>
                  <a:lnTo>
                    <a:pt x="27036" y="2200"/>
                  </a:lnTo>
                  <a:lnTo>
                    <a:pt x="21663" y="1409"/>
                  </a:lnTo>
                  <a:lnTo>
                    <a:pt x="16267" y="793"/>
                  </a:lnTo>
                  <a:lnTo>
                    <a:pt x="10854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008980" y="1031511"/>
              <a:ext cx="96914" cy="167167"/>
            </a:xfrm>
            <a:custGeom>
              <a:avLst/>
              <a:pathLst>
                <a:path w="96914" h="167167">
                  <a:moveTo>
                    <a:pt x="96914" y="0"/>
                  </a:moveTo>
                  <a:lnTo>
                    <a:pt x="91172" y="98"/>
                  </a:lnTo>
                  <a:lnTo>
                    <a:pt x="85436" y="394"/>
                  </a:lnTo>
                  <a:lnTo>
                    <a:pt x="79714" y="887"/>
                  </a:lnTo>
                  <a:lnTo>
                    <a:pt x="74013" y="1576"/>
                  </a:lnTo>
                  <a:lnTo>
                    <a:pt x="68338" y="2460"/>
                  </a:lnTo>
                  <a:lnTo>
                    <a:pt x="62698" y="3539"/>
                  </a:lnTo>
                  <a:lnTo>
                    <a:pt x="57097" y="4811"/>
                  </a:lnTo>
                  <a:lnTo>
                    <a:pt x="51544" y="6274"/>
                  </a:lnTo>
                  <a:lnTo>
                    <a:pt x="46044" y="7927"/>
                  </a:lnTo>
                  <a:lnTo>
                    <a:pt x="40604" y="9769"/>
                  </a:lnTo>
                  <a:lnTo>
                    <a:pt x="35231" y="11796"/>
                  </a:lnTo>
                  <a:lnTo>
                    <a:pt x="29930" y="14006"/>
                  </a:lnTo>
                  <a:lnTo>
                    <a:pt x="24709" y="16397"/>
                  </a:lnTo>
                  <a:lnTo>
                    <a:pt x="19573" y="18967"/>
                  </a:lnTo>
                  <a:lnTo>
                    <a:pt x="14528" y="21711"/>
                  </a:lnTo>
                  <a:lnTo>
                    <a:pt x="9580" y="24627"/>
                  </a:lnTo>
                  <a:lnTo>
                    <a:pt x="4735" y="27711"/>
                  </a:lnTo>
                  <a:lnTo>
                    <a:pt x="0" y="30959"/>
                  </a:lnTo>
                  <a:lnTo>
                    <a:pt x="9691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4008980" y="1062471"/>
              <a:ext cx="96914" cy="136207"/>
            </a:xfrm>
            <a:custGeom>
              <a:avLst/>
              <a:pathLst>
                <a:path w="96914" h="136207">
                  <a:moveTo>
                    <a:pt x="0" y="0"/>
                  </a:moveTo>
                  <a:lnTo>
                    <a:pt x="96914" y="1362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38745" y="1062471"/>
              <a:ext cx="167149" cy="258491"/>
            </a:xfrm>
            <a:custGeom>
              <a:avLst/>
              <a:pathLst>
                <a:path w="167149" h="258491">
                  <a:moveTo>
                    <a:pt x="70235" y="0"/>
                  </a:moveTo>
                  <a:lnTo>
                    <a:pt x="65895" y="3194"/>
                  </a:lnTo>
                  <a:lnTo>
                    <a:pt x="61661" y="6526"/>
                  </a:lnTo>
                  <a:lnTo>
                    <a:pt x="57536" y="9993"/>
                  </a:lnTo>
                  <a:lnTo>
                    <a:pt x="53525" y="13592"/>
                  </a:lnTo>
                  <a:lnTo>
                    <a:pt x="49633" y="17317"/>
                  </a:lnTo>
                  <a:lnTo>
                    <a:pt x="45862" y="21167"/>
                  </a:lnTo>
                  <a:lnTo>
                    <a:pt x="42217" y="25135"/>
                  </a:lnTo>
                  <a:lnTo>
                    <a:pt x="38702" y="29219"/>
                  </a:lnTo>
                  <a:lnTo>
                    <a:pt x="35321" y="33415"/>
                  </a:lnTo>
                  <a:lnTo>
                    <a:pt x="32077" y="37717"/>
                  </a:lnTo>
                  <a:lnTo>
                    <a:pt x="28972" y="42121"/>
                  </a:lnTo>
                  <a:lnTo>
                    <a:pt x="26012" y="46623"/>
                  </a:lnTo>
                  <a:lnTo>
                    <a:pt x="23198" y="51219"/>
                  </a:lnTo>
                  <a:lnTo>
                    <a:pt x="20534" y="55902"/>
                  </a:lnTo>
                  <a:lnTo>
                    <a:pt x="18022" y="60669"/>
                  </a:lnTo>
                  <a:lnTo>
                    <a:pt x="15665" y="65515"/>
                  </a:lnTo>
                  <a:lnTo>
                    <a:pt x="13465" y="70434"/>
                  </a:lnTo>
                  <a:lnTo>
                    <a:pt x="11425" y="75421"/>
                  </a:lnTo>
                  <a:lnTo>
                    <a:pt x="9547" y="80471"/>
                  </a:lnTo>
                  <a:lnTo>
                    <a:pt x="7832" y="85580"/>
                  </a:lnTo>
                  <a:lnTo>
                    <a:pt x="6283" y="90741"/>
                  </a:lnTo>
                  <a:lnTo>
                    <a:pt x="4902" y="95949"/>
                  </a:lnTo>
                  <a:lnTo>
                    <a:pt x="3688" y="101199"/>
                  </a:lnTo>
                  <a:lnTo>
                    <a:pt x="2645" y="106485"/>
                  </a:lnTo>
                  <a:lnTo>
                    <a:pt x="1773" y="111803"/>
                  </a:lnTo>
                  <a:lnTo>
                    <a:pt x="1072" y="117145"/>
                  </a:lnTo>
                  <a:lnTo>
                    <a:pt x="544" y="122508"/>
                  </a:lnTo>
                  <a:lnTo>
                    <a:pt x="189" y="127884"/>
                  </a:lnTo>
                  <a:lnTo>
                    <a:pt x="7" y="133270"/>
                  </a:lnTo>
                  <a:lnTo>
                    <a:pt x="0" y="138658"/>
                  </a:lnTo>
                  <a:lnTo>
                    <a:pt x="165" y="144044"/>
                  </a:lnTo>
                  <a:lnTo>
                    <a:pt x="505" y="149421"/>
                  </a:lnTo>
                  <a:lnTo>
                    <a:pt x="1017" y="154785"/>
                  </a:lnTo>
                  <a:lnTo>
                    <a:pt x="1702" y="160130"/>
                  </a:lnTo>
                  <a:lnTo>
                    <a:pt x="2559" y="165450"/>
                  </a:lnTo>
                  <a:lnTo>
                    <a:pt x="3587" y="170739"/>
                  </a:lnTo>
                  <a:lnTo>
                    <a:pt x="4785" y="175993"/>
                  </a:lnTo>
                  <a:lnTo>
                    <a:pt x="6152" y="181205"/>
                  </a:lnTo>
                  <a:lnTo>
                    <a:pt x="7685" y="186370"/>
                  </a:lnTo>
                  <a:lnTo>
                    <a:pt x="9385" y="191484"/>
                  </a:lnTo>
                  <a:lnTo>
                    <a:pt x="11248" y="196540"/>
                  </a:lnTo>
                  <a:lnTo>
                    <a:pt x="13274" y="201533"/>
                  </a:lnTo>
                  <a:lnTo>
                    <a:pt x="15459" y="206458"/>
                  </a:lnTo>
                  <a:lnTo>
                    <a:pt x="17802" y="211310"/>
                  </a:lnTo>
                  <a:lnTo>
                    <a:pt x="20300" y="216085"/>
                  </a:lnTo>
                  <a:lnTo>
                    <a:pt x="22951" y="220776"/>
                  </a:lnTo>
                  <a:lnTo>
                    <a:pt x="25751" y="225379"/>
                  </a:lnTo>
                  <a:lnTo>
                    <a:pt x="28699" y="229890"/>
                  </a:lnTo>
                  <a:lnTo>
                    <a:pt x="31790" y="234304"/>
                  </a:lnTo>
                  <a:lnTo>
                    <a:pt x="35022" y="238615"/>
                  </a:lnTo>
                  <a:lnTo>
                    <a:pt x="38391" y="242820"/>
                  </a:lnTo>
                  <a:lnTo>
                    <a:pt x="41894" y="246915"/>
                  </a:lnTo>
                  <a:lnTo>
                    <a:pt x="45527" y="250894"/>
                  </a:lnTo>
                  <a:lnTo>
                    <a:pt x="49286" y="254754"/>
                  </a:lnTo>
                  <a:lnTo>
                    <a:pt x="53168" y="258491"/>
                  </a:lnTo>
                  <a:lnTo>
                    <a:pt x="167149" y="1362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1914" y="1031511"/>
              <a:ext cx="281143" cy="334315"/>
            </a:xfrm>
            <a:custGeom>
              <a:avLst/>
              <a:pathLst>
                <a:path w="281143" h="334315">
                  <a:moveTo>
                    <a:pt x="0" y="289451"/>
                  </a:moveTo>
                  <a:lnTo>
                    <a:pt x="3958" y="293024"/>
                  </a:lnTo>
                  <a:lnTo>
                    <a:pt x="8028" y="296469"/>
                  </a:lnTo>
                  <a:lnTo>
                    <a:pt x="12206" y="299783"/>
                  </a:lnTo>
                  <a:lnTo>
                    <a:pt x="16488" y="302961"/>
                  </a:lnTo>
                  <a:lnTo>
                    <a:pt x="20868" y="306002"/>
                  </a:lnTo>
                  <a:lnTo>
                    <a:pt x="25344" y="308901"/>
                  </a:lnTo>
                  <a:lnTo>
                    <a:pt x="29910" y="311656"/>
                  </a:lnTo>
                  <a:lnTo>
                    <a:pt x="34561" y="314264"/>
                  </a:lnTo>
                  <a:lnTo>
                    <a:pt x="39293" y="316722"/>
                  </a:lnTo>
                  <a:lnTo>
                    <a:pt x="44101" y="319028"/>
                  </a:lnTo>
                  <a:lnTo>
                    <a:pt x="48980" y="321180"/>
                  </a:lnTo>
                  <a:lnTo>
                    <a:pt x="53926" y="323175"/>
                  </a:lnTo>
                  <a:lnTo>
                    <a:pt x="58932" y="325011"/>
                  </a:lnTo>
                  <a:lnTo>
                    <a:pt x="63994" y="326686"/>
                  </a:lnTo>
                  <a:lnTo>
                    <a:pt x="69108" y="328199"/>
                  </a:lnTo>
                  <a:lnTo>
                    <a:pt x="74267" y="329549"/>
                  </a:lnTo>
                  <a:lnTo>
                    <a:pt x="79466" y="330733"/>
                  </a:lnTo>
                  <a:lnTo>
                    <a:pt x="84701" y="331750"/>
                  </a:lnTo>
                  <a:lnTo>
                    <a:pt x="89965" y="332600"/>
                  </a:lnTo>
                  <a:lnTo>
                    <a:pt x="95254" y="333282"/>
                  </a:lnTo>
                  <a:lnTo>
                    <a:pt x="100561" y="333795"/>
                  </a:lnTo>
                  <a:lnTo>
                    <a:pt x="105883" y="334138"/>
                  </a:lnTo>
                  <a:lnTo>
                    <a:pt x="111212" y="334311"/>
                  </a:lnTo>
                  <a:lnTo>
                    <a:pt x="116545" y="334315"/>
                  </a:lnTo>
                  <a:lnTo>
                    <a:pt x="121875" y="334148"/>
                  </a:lnTo>
                  <a:lnTo>
                    <a:pt x="127197" y="333811"/>
                  </a:lnTo>
                  <a:lnTo>
                    <a:pt x="132505" y="333305"/>
                  </a:lnTo>
                  <a:lnTo>
                    <a:pt x="137795" y="332629"/>
                  </a:lnTo>
                  <a:lnTo>
                    <a:pt x="143060" y="331786"/>
                  </a:lnTo>
                  <a:lnTo>
                    <a:pt x="148296" y="330774"/>
                  </a:lnTo>
                  <a:lnTo>
                    <a:pt x="153497" y="329597"/>
                  </a:lnTo>
                  <a:lnTo>
                    <a:pt x="158657" y="328254"/>
                  </a:lnTo>
                  <a:lnTo>
                    <a:pt x="163772" y="326747"/>
                  </a:lnTo>
                  <a:lnTo>
                    <a:pt x="168837" y="325077"/>
                  </a:lnTo>
                  <a:lnTo>
                    <a:pt x="173845" y="323247"/>
                  </a:lnTo>
                  <a:lnTo>
                    <a:pt x="178793" y="321259"/>
                  </a:lnTo>
                  <a:lnTo>
                    <a:pt x="183675" y="319113"/>
                  </a:lnTo>
                  <a:lnTo>
                    <a:pt x="188486" y="316813"/>
                  </a:lnTo>
                  <a:lnTo>
                    <a:pt x="193221" y="314360"/>
                  </a:lnTo>
                  <a:lnTo>
                    <a:pt x="197875" y="311758"/>
                  </a:lnTo>
                  <a:lnTo>
                    <a:pt x="202444" y="309008"/>
                  </a:lnTo>
                  <a:lnTo>
                    <a:pt x="206923" y="306115"/>
                  </a:lnTo>
                  <a:lnTo>
                    <a:pt x="211308" y="303080"/>
                  </a:lnTo>
                  <a:lnTo>
                    <a:pt x="215593" y="299906"/>
                  </a:lnTo>
                  <a:lnTo>
                    <a:pt x="219775" y="296598"/>
                  </a:lnTo>
                  <a:lnTo>
                    <a:pt x="223850" y="293157"/>
                  </a:lnTo>
                  <a:lnTo>
                    <a:pt x="227812" y="289589"/>
                  </a:lnTo>
                  <a:lnTo>
                    <a:pt x="231659" y="285896"/>
                  </a:lnTo>
                  <a:lnTo>
                    <a:pt x="235386" y="282082"/>
                  </a:lnTo>
                  <a:lnTo>
                    <a:pt x="238990" y="278152"/>
                  </a:lnTo>
                  <a:lnTo>
                    <a:pt x="242466" y="274108"/>
                  </a:lnTo>
                  <a:lnTo>
                    <a:pt x="245811" y="269955"/>
                  </a:lnTo>
                  <a:lnTo>
                    <a:pt x="249023" y="265698"/>
                  </a:lnTo>
                  <a:lnTo>
                    <a:pt x="252097" y="261341"/>
                  </a:lnTo>
                  <a:lnTo>
                    <a:pt x="255030" y="256888"/>
                  </a:lnTo>
                  <a:lnTo>
                    <a:pt x="257820" y="252343"/>
                  </a:lnTo>
                  <a:lnTo>
                    <a:pt x="260463" y="247712"/>
                  </a:lnTo>
                  <a:lnTo>
                    <a:pt x="262958" y="242999"/>
                  </a:lnTo>
                  <a:lnTo>
                    <a:pt x="265301" y="238209"/>
                  </a:lnTo>
                  <a:lnTo>
                    <a:pt x="267490" y="233347"/>
                  </a:lnTo>
                  <a:lnTo>
                    <a:pt x="269522" y="228417"/>
                  </a:lnTo>
                  <a:lnTo>
                    <a:pt x="271397" y="223424"/>
                  </a:lnTo>
                  <a:lnTo>
                    <a:pt x="273111" y="218375"/>
                  </a:lnTo>
                  <a:lnTo>
                    <a:pt x="274663" y="213273"/>
                  </a:lnTo>
                  <a:lnTo>
                    <a:pt x="276052" y="208125"/>
                  </a:lnTo>
                  <a:lnTo>
                    <a:pt x="277276" y="202935"/>
                  </a:lnTo>
                  <a:lnTo>
                    <a:pt x="278334" y="197708"/>
                  </a:lnTo>
                  <a:lnTo>
                    <a:pt x="279224" y="192451"/>
                  </a:lnTo>
                  <a:lnTo>
                    <a:pt x="279947" y="187167"/>
                  </a:lnTo>
                  <a:lnTo>
                    <a:pt x="280500" y="181864"/>
                  </a:lnTo>
                  <a:lnTo>
                    <a:pt x="280884" y="176545"/>
                  </a:lnTo>
                  <a:lnTo>
                    <a:pt x="281098" y="171217"/>
                  </a:lnTo>
                  <a:lnTo>
                    <a:pt x="281143" y="165884"/>
                  </a:lnTo>
                  <a:lnTo>
                    <a:pt x="281017" y="160553"/>
                  </a:lnTo>
                  <a:lnTo>
                    <a:pt x="280721" y="155229"/>
                  </a:lnTo>
                  <a:lnTo>
                    <a:pt x="280255" y="149917"/>
                  </a:lnTo>
                  <a:lnTo>
                    <a:pt x="279620" y="144622"/>
                  </a:lnTo>
                  <a:lnTo>
                    <a:pt x="278817" y="139351"/>
                  </a:lnTo>
                  <a:lnTo>
                    <a:pt x="277846" y="134107"/>
                  </a:lnTo>
                  <a:lnTo>
                    <a:pt x="276708" y="128898"/>
                  </a:lnTo>
                  <a:lnTo>
                    <a:pt x="275405" y="123727"/>
                  </a:lnTo>
                  <a:lnTo>
                    <a:pt x="273937" y="118600"/>
                  </a:lnTo>
                  <a:lnTo>
                    <a:pt x="272307" y="113523"/>
                  </a:lnTo>
                  <a:lnTo>
                    <a:pt x="270515" y="108501"/>
                  </a:lnTo>
                  <a:lnTo>
                    <a:pt x="268564" y="103538"/>
                  </a:lnTo>
                  <a:lnTo>
                    <a:pt x="266456" y="98640"/>
                  </a:lnTo>
                  <a:lnTo>
                    <a:pt x="264193" y="93811"/>
                  </a:lnTo>
                  <a:lnTo>
                    <a:pt x="261777" y="89058"/>
                  </a:lnTo>
                  <a:lnTo>
                    <a:pt x="259210" y="84383"/>
                  </a:lnTo>
                  <a:lnTo>
                    <a:pt x="256496" y="79793"/>
                  </a:lnTo>
                  <a:lnTo>
                    <a:pt x="253637" y="75292"/>
                  </a:lnTo>
                  <a:lnTo>
                    <a:pt x="250635" y="70885"/>
                  </a:lnTo>
                  <a:lnTo>
                    <a:pt x="247495" y="66575"/>
                  </a:lnTo>
                  <a:lnTo>
                    <a:pt x="244219" y="62368"/>
                  </a:lnTo>
                  <a:lnTo>
                    <a:pt x="240810" y="58267"/>
                  </a:lnTo>
                  <a:lnTo>
                    <a:pt x="237272" y="54277"/>
                  </a:lnTo>
                  <a:lnTo>
                    <a:pt x="233609" y="50402"/>
                  </a:lnTo>
                  <a:lnTo>
                    <a:pt x="229824" y="46646"/>
                  </a:lnTo>
                  <a:lnTo>
                    <a:pt x="225921" y="43013"/>
                  </a:lnTo>
                  <a:lnTo>
                    <a:pt x="221904" y="39505"/>
                  </a:lnTo>
                  <a:lnTo>
                    <a:pt x="217777" y="36128"/>
                  </a:lnTo>
                  <a:lnTo>
                    <a:pt x="213545" y="32884"/>
                  </a:lnTo>
                  <a:lnTo>
                    <a:pt x="209211" y="29777"/>
                  </a:lnTo>
                  <a:lnTo>
                    <a:pt x="204781" y="26809"/>
                  </a:lnTo>
                  <a:lnTo>
                    <a:pt x="200258" y="23985"/>
                  </a:lnTo>
                  <a:lnTo>
                    <a:pt x="195647" y="21306"/>
                  </a:lnTo>
                  <a:lnTo>
                    <a:pt x="190953" y="18775"/>
                  </a:lnTo>
                  <a:lnTo>
                    <a:pt x="186181" y="16396"/>
                  </a:lnTo>
                  <a:lnTo>
                    <a:pt x="181335" y="14170"/>
                  </a:lnTo>
                  <a:lnTo>
                    <a:pt x="176421" y="12099"/>
                  </a:lnTo>
                  <a:lnTo>
                    <a:pt x="171444" y="10186"/>
                  </a:lnTo>
                  <a:lnTo>
                    <a:pt x="166407" y="8433"/>
                  </a:lnTo>
                  <a:lnTo>
                    <a:pt x="161318" y="6842"/>
                  </a:lnTo>
                  <a:lnTo>
                    <a:pt x="156180" y="5414"/>
                  </a:lnTo>
                  <a:lnTo>
                    <a:pt x="151000" y="4150"/>
                  </a:lnTo>
                  <a:lnTo>
                    <a:pt x="145781" y="3052"/>
                  </a:lnTo>
                  <a:lnTo>
                    <a:pt x="140531" y="2121"/>
                  </a:lnTo>
                  <a:lnTo>
                    <a:pt x="135253" y="1359"/>
                  </a:lnTo>
                  <a:lnTo>
                    <a:pt x="129954" y="764"/>
                  </a:lnTo>
                  <a:lnTo>
                    <a:pt x="124638" y="340"/>
                  </a:lnTo>
                  <a:lnTo>
                    <a:pt x="119312" y="85"/>
                  </a:lnTo>
                  <a:lnTo>
                    <a:pt x="113980" y="0"/>
                  </a:lnTo>
                  <a:lnTo>
                    <a:pt x="1139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461927" y="1236837"/>
              <a:ext cx="174919" cy="334317"/>
            </a:xfrm>
            <a:custGeom>
              <a:avLst/>
              <a:pathLst>
                <a:path w="174919" h="334317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7" y="763"/>
                  </a:lnTo>
                  <a:lnTo>
                    <a:pt x="145901" y="1357"/>
                  </a:lnTo>
                  <a:lnTo>
                    <a:pt x="140627" y="2119"/>
                  </a:lnTo>
                  <a:lnTo>
                    <a:pt x="135379" y="3048"/>
                  </a:lnTo>
                  <a:lnTo>
                    <a:pt x="130164" y="4145"/>
                  </a:lnTo>
                  <a:lnTo>
                    <a:pt x="124987" y="5407"/>
                  </a:lnTo>
                  <a:lnTo>
                    <a:pt x="119852" y="6833"/>
                  </a:lnTo>
                  <a:lnTo>
                    <a:pt x="114766" y="8423"/>
                  </a:lnTo>
                  <a:lnTo>
                    <a:pt x="109732" y="10174"/>
                  </a:lnTo>
                  <a:lnTo>
                    <a:pt x="104757" y="12084"/>
                  </a:lnTo>
                  <a:lnTo>
                    <a:pt x="99846" y="14152"/>
                  </a:lnTo>
                  <a:lnTo>
                    <a:pt x="95003" y="16375"/>
                  </a:lnTo>
                  <a:lnTo>
                    <a:pt x="90233" y="18752"/>
                  </a:lnTo>
                  <a:lnTo>
                    <a:pt x="85541" y="21279"/>
                  </a:lnTo>
                  <a:lnTo>
                    <a:pt x="80933" y="23955"/>
                  </a:lnTo>
                  <a:lnTo>
                    <a:pt x="76411" y="26776"/>
                  </a:lnTo>
                  <a:lnTo>
                    <a:pt x="71983" y="29740"/>
                  </a:lnTo>
                  <a:lnTo>
                    <a:pt x="67651" y="32844"/>
                  </a:lnTo>
                  <a:lnTo>
                    <a:pt x="63420" y="36084"/>
                  </a:lnTo>
                  <a:lnTo>
                    <a:pt x="59294" y="39457"/>
                  </a:lnTo>
                  <a:lnTo>
                    <a:pt x="55278" y="42960"/>
                  </a:lnTo>
                  <a:lnTo>
                    <a:pt x="51376" y="46590"/>
                  </a:lnTo>
                  <a:lnTo>
                    <a:pt x="47591" y="50342"/>
                  </a:lnTo>
                  <a:lnTo>
                    <a:pt x="43928" y="54212"/>
                  </a:lnTo>
                  <a:lnTo>
                    <a:pt x="40391" y="58198"/>
                  </a:lnTo>
                  <a:lnTo>
                    <a:pt x="36982" y="62294"/>
                  </a:lnTo>
                  <a:lnTo>
                    <a:pt x="33705" y="66497"/>
                  </a:lnTo>
                  <a:lnTo>
                    <a:pt x="30564" y="70802"/>
                  </a:lnTo>
                  <a:lnTo>
                    <a:pt x="27562" y="75204"/>
                  </a:lnTo>
                  <a:lnTo>
                    <a:pt x="24701" y="79701"/>
                  </a:lnTo>
                  <a:lnTo>
                    <a:pt x="21986" y="84286"/>
                  </a:lnTo>
                  <a:lnTo>
                    <a:pt x="19418" y="88956"/>
                  </a:lnTo>
                  <a:lnTo>
                    <a:pt x="17000" y="93705"/>
                  </a:lnTo>
                  <a:lnTo>
                    <a:pt x="14735" y="98528"/>
                  </a:lnTo>
                  <a:lnTo>
                    <a:pt x="12624" y="103422"/>
                  </a:lnTo>
                  <a:lnTo>
                    <a:pt x="10671" y="108380"/>
                  </a:lnTo>
                  <a:lnTo>
                    <a:pt x="8877" y="113398"/>
                  </a:lnTo>
                  <a:lnTo>
                    <a:pt x="7243" y="118471"/>
                  </a:lnTo>
                  <a:lnTo>
                    <a:pt x="5772" y="123593"/>
                  </a:lnTo>
                  <a:lnTo>
                    <a:pt x="4465" y="128759"/>
                  </a:lnTo>
                  <a:lnTo>
                    <a:pt x="3324" y="133964"/>
                  </a:lnTo>
                  <a:lnTo>
                    <a:pt x="2349" y="139204"/>
                  </a:lnTo>
                  <a:lnTo>
                    <a:pt x="1541" y="144471"/>
                  </a:lnTo>
                  <a:lnTo>
                    <a:pt x="902" y="149762"/>
                  </a:lnTo>
                  <a:lnTo>
                    <a:pt x="431" y="155070"/>
                  </a:lnTo>
                  <a:lnTo>
                    <a:pt x="131" y="160391"/>
                  </a:lnTo>
                  <a:lnTo>
                    <a:pt x="0" y="165718"/>
                  </a:lnTo>
                  <a:lnTo>
                    <a:pt x="38" y="171047"/>
                  </a:lnTo>
                  <a:lnTo>
                    <a:pt x="247" y="176372"/>
                  </a:lnTo>
                  <a:lnTo>
                    <a:pt x="625" y="181688"/>
                  </a:lnTo>
                  <a:lnTo>
                    <a:pt x="1173" y="186989"/>
                  </a:lnTo>
                  <a:lnTo>
                    <a:pt x="1889" y="192270"/>
                  </a:lnTo>
                  <a:lnTo>
                    <a:pt x="2773" y="197525"/>
                  </a:lnTo>
                  <a:lnTo>
                    <a:pt x="3824" y="202749"/>
                  </a:lnTo>
                  <a:lnTo>
                    <a:pt x="5041" y="207937"/>
                  </a:lnTo>
                  <a:lnTo>
                    <a:pt x="6423" y="213084"/>
                  </a:lnTo>
                  <a:lnTo>
                    <a:pt x="7968" y="218184"/>
                  </a:lnTo>
                  <a:lnTo>
                    <a:pt x="9675" y="223233"/>
                  </a:lnTo>
                  <a:lnTo>
                    <a:pt x="11543" y="228224"/>
                  </a:lnTo>
                  <a:lnTo>
                    <a:pt x="13568" y="233153"/>
                  </a:lnTo>
                  <a:lnTo>
                    <a:pt x="15749" y="238015"/>
                  </a:lnTo>
                  <a:lnTo>
                    <a:pt x="18084" y="242806"/>
                  </a:lnTo>
                  <a:lnTo>
                    <a:pt x="20571" y="247519"/>
                  </a:lnTo>
                  <a:lnTo>
                    <a:pt x="23207" y="252151"/>
                  </a:lnTo>
                  <a:lnTo>
                    <a:pt x="25989" y="256696"/>
                  </a:lnTo>
                  <a:lnTo>
                    <a:pt x="28914" y="261150"/>
                  </a:lnTo>
                  <a:lnTo>
                    <a:pt x="31980" y="265509"/>
                  </a:lnTo>
                  <a:lnTo>
                    <a:pt x="35184" y="269768"/>
                  </a:lnTo>
                  <a:lnTo>
                    <a:pt x="38521" y="273923"/>
                  </a:lnTo>
                  <a:lnTo>
                    <a:pt x="41989" y="277969"/>
                  </a:lnTo>
                  <a:lnTo>
                    <a:pt x="45585" y="281902"/>
                  </a:lnTo>
                  <a:lnTo>
                    <a:pt x="49304" y="285719"/>
                  </a:lnTo>
                  <a:lnTo>
                    <a:pt x="53142" y="289416"/>
                  </a:lnTo>
                  <a:lnTo>
                    <a:pt x="57097" y="292988"/>
                  </a:lnTo>
                  <a:lnTo>
                    <a:pt x="61163" y="296432"/>
                  </a:lnTo>
                  <a:lnTo>
                    <a:pt x="65337" y="299745"/>
                  </a:lnTo>
                  <a:lnTo>
                    <a:pt x="69615" y="302923"/>
                  </a:lnTo>
                  <a:lnTo>
                    <a:pt x="73992" y="305964"/>
                  </a:lnTo>
                  <a:lnTo>
                    <a:pt x="78463" y="308863"/>
                  </a:lnTo>
                  <a:lnTo>
                    <a:pt x="83025" y="311618"/>
                  </a:lnTo>
                  <a:lnTo>
                    <a:pt x="87672" y="314226"/>
                  </a:lnTo>
                  <a:lnTo>
                    <a:pt x="92400" y="316685"/>
                  </a:lnTo>
                  <a:lnTo>
                    <a:pt x="97204" y="318992"/>
                  </a:lnTo>
                  <a:lnTo>
                    <a:pt x="102079" y="321145"/>
                  </a:lnTo>
                  <a:lnTo>
                    <a:pt x="107020" y="323141"/>
                  </a:lnTo>
                  <a:lnTo>
                    <a:pt x="112022" y="324979"/>
                  </a:lnTo>
                  <a:lnTo>
                    <a:pt x="117080" y="326656"/>
                  </a:lnTo>
                  <a:lnTo>
                    <a:pt x="122189" y="328172"/>
                  </a:lnTo>
                  <a:lnTo>
                    <a:pt x="127344" y="329523"/>
                  </a:lnTo>
                  <a:lnTo>
                    <a:pt x="132540" y="330710"/>
                  </a:lnTo>
                  <a:lnTo>
                    <a:pt x="137770" y="331730"/>
                  </a:lnTo>
                  <a:lnTo>
                    <a:pt x="143030" y="332584"/>
                  </a:lnTo>
                  <a:lnTo>
                    <a:pt x="148315" y="333269"/>
                  </a:lnTo>
                  <a:lnTo>
                    <a:pt x="153619" y="333785"/>
                  </a:lnTo>
                  <a:lnTo>
                    <a:pt x="158937" y="334132"/>
                  </a:lnTo>
                  <a:lnTo>
                    <a:pt x="164263" y="334309"/>
                  </a:lnTo>
                  <a:lnTo>
                    <a:pt x="169592" y="334317"/>
                  </a:lnTo>
                  <a:lnTo>
                    <a:pt x="174919" y="33415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629088" y="1404005"/>
              <a:ext cx="7758" cy="166987"/>
            </a:xfrm>
            <a:custGeom>
              <a:avLst/>
              <a:pathLst>
                <a:path w="7758" h="166987">
                  <a:moveTo>
                    <a:pt x="7758" y="1669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629088" y="1239712"/>
              <a:ext cx="167158" cy="331280"/>
            </a:xfrm>
            <a:custGeom>
              <a:avLst/>
              <a:pathLst>
                <a:path w="167158" h="331280">
                  <a:moveTo>
                    <a:pt x="7758" y="331280"/>
                  </a:moveTo>
                  <a:lnTo>
                    <a:pt x="13092" y="330947"/>
                  </a:lnTo>
                  <a:lnTo>
                    <a:pt x="18413" y="330443"/>
                  </a:lnTo>
                  <a:lnTo>
                    <a:pt x="23714" y="329769"/>
                  </a:lnTo>
                  <a:lnTo>
                    <a:pt x="28992" y="328927"/>
                  </a:lnTo>
                  <a:lnTo>
                    <a:pt x="34240" y="327916"/>
                  </a:lnTo>
                  <a:lnTo>
                    <a:pt x="39453" y="326738"/>
                  </a:lnTo>
                  <a:lnTo>
                    <a:pt x="44626" y="325393"/>
                  </a:lnTo>
                  <a:lnTo>
                    <a:pt x="49753" y="323884"/>
                  </a:lnTo>
                  <a:lnTo>
                    <a:pt x="54829" y="322212"/>
                  </a:lnTo>
                  <a:lnTo>
                    <a:pt x="59849" y="320379"/>
                  </a:lnTo>
                  <a:lnTo>
                    <a:pt x="64808" y="318386"/>
                  </a:lnTo>
                  <a:lnTo>
                    <a:pt x="69701" y="316236"/>
                  </a:lnTo>
                  <a:lnTo>
                    <a:pt x="74522" y="313930"/>
                  </a:lnTo>
                  <a:lnTo>
                    <a:pt x="79267" y="311471"/>
                  </a:lnTo>
                  <a:lnTo>
                    <a:pt x="83932" y="308862"/>
                  </a:lnTo>
                  <a:lnTo>
                    <a:pt x="88510" y="306105"/>
                  </a:lnTo>
                  <a:lnTo>
                    <a:pt x="92998" y="303203"/>
                  </a:lnTo>
                  <a:lnTo>
                    <a:pt x="97391" y="300159"/>
                  </a:lnTo>
                  <a:lnTo>
                    <a:pt x="101685" y="296977"/>
                  </a:lnTo>
                  <a:lnTo>
                    <a:pt x="105874" y="293658"/>
                  </a:lnTo>
                  <a:lnTo>
                    <a:pt x="109955" y="290208"/>
                  </a:lnTo>
                  <a:lnTo>
                    <a:pt x="113924" y="286629"/>
                  </a:lnTo>
                  <a:lnTo>
                    <a:pt x="117777" y="282924"/>
                  </a:lnTo>
                  <a:lnTo>
                    <a:pt x="121509" y="279099"/>
                  </a:lnTo>
                  <a:lnTo>
                    <a:pt x="125117" y="275156"/>
                  </a:lnTo>
                  <a:lnTo>
                    <a:pt x="128597" y="271099"/>
                  </a:lnTo>
                  <a:lnTo>
                    <a:pt x="131945" y="266934"/>
                  </a:lnTo>
                  <a:lnTo>
                    <a:pt x="135159" y="262664"/>
                  </a:lnTo>
                  <a:lnTo>
                    <a:pt x="138234" y="258293"/>
                  </a:lnTo>
                  <a:lnTo>
                    <a:pt x="141169" y="253826"/>
                  </a:lnTo>
                  <a:lnTo>
                    <a:pt x="143959" y="249268"/>
                  </a:lnTo>
                  <a:lnTo>
                    <a:pt x="146601" y="244622"/>
                  </a:lnTo>
                  <a:lnTo>
                    <a:pt x="149094" y="239895"/>
                  </a:lnTo>
                  <a:lnTo>
                    <a:pt x="151435" y="235090"/>
                  </a:lnTo>
                  <a:lnTo>
                    <a:pt x="153621" y="230213"/>
                  </a:lnTo>
                  <a:lnTo>
                    <a:pt x="155649" y="225269"/>
                  </a:lnTo>
                  <a:lnTo>
                    <a:pt x="157519" y="220262"/>
                  </a:lnTo>
                  <a:lnTo>
                    <a:pt x="159228" y="215198"/>
                  </a:lnTo>
                  <a:lnTo>
                    <a:pt x="160774" y="210082"/>
                  </a:lnTo>
                  <a:lnTo>
                    <a:pt x="162155" y="204919"/>
                  </a:lnTo>
                  <a:lnTo>
                    <a:pt x="163371" y="199715"/>
                  </a:lnTo>
                  <a:lnTo>
                    <a:pt x="164420" y="194474"/>
                  </a:lnTo>
                  <a:lnTo>
                    <a:pt x="165301" y="189203"/>
                  </a:lnTo>
                  <a:lnTo>
                    <a:pt x="166012" y="183906"/>
                  </a:lnTo>
                  <a:lnTo>
                    <a:pt x="166554" y="178589"/>
                  </a:lnTo>
                  <a:lnTo>
                    <a:pt x="166926" y="173258"/>
                  </a:lnTo>
                  <a:lnTo>
                    <a:pt x="167128" y="167917"/>
                  </a:lnTo>
                  <a:lnTo>
                    <a:pt x="167158" y="162573"/>
                  </a:lnTo>
                  <a:lnTo>
                    <a:pt x="167018" y="157230"/>
                  </a:lnTo>
                  <a:lnTo>
                    <a:pt x="166707" y="151895"/>
                  </a:lnTo>
                  <a:lnTo>
                    <a:pt x="166225" y="146572"/>
                  </a:lnTo>
                  <a:lnTo>
                    <a:pt x="165574" y="141267"/>
                  </a:lnTo>
                  <a:lnTo>
                    <a:pt x="164753" y="135986"/>
                  </a:lnTo>
                  <a:lnTo>
                    <a:pt x="163764" y="130734"/>
                  </a:lnTo>
                  <a:lnTo>
                    <a:pt x="162607" y="125516"/>
                  </a:lnTo>
                  <a:lnTo>
                    <a:pt x="161285" y="120338"/>
                  </a:lnTo>
                  <a:lnTo>
                    <a:pt x="159797" y="115205"/>
                  </a:lnTo>
                  <a:lnTo>
                    <a:pt x="158146" y="110122"/>
                  </a:lnTo>
                  <a:lnTo>
                    <a:pt x="156334" y="105094"/>
                  </a:lnTo>
                  <a:lnTo>
                    <a:pt x="154362" y="100127"/>
                  </a:lnTo>
                  <a:lnTo>
                    <a:pt x="152232" y="95225"/>
                  </a:lnTo>
                  <a:lnTo>
                    <a:pt x="149946" y="90394"/>
                  </a:lnTo>
                  <a:lnTo>
                    <a:pt x="147507" y="85639"/>
                  </a:lnTo>
                  <a:lnTo>
                    <a:pt x="144917" y="80963"/>
                  </a:lnTo>
                  <a:lnTo>
                    <a:pt x="142180" y="76373"/>
                  </a:lnTo>
                  <a:lnTo>
                    <a:pt x="139296" y="71873"/>
                  </a:lnTo>
                  <a:lnTo>
                    <a:pt x="136271" y="67468"/>
                  </a:lnTo>
                  <a:lnTo>
                    <a:pt x="133106" y="63161"/>
                  </a:lnTo>
                  <a:lnTo>
                    <a:pt x="129805" y="58958"/>
                  </a:lnTo>
                  <a:lnTo>
                    <a:pt x="126372" y="54862"/>
                  </a:lnTo>
                  <a:lnTo>
                    <a:pt x="122809" y="50878"/>
                  </a:lnTo>
                  <a:lnTo>
                    <a:pt x="119121" y="47011"/>
                  </a:lnTo>
                  <a:lnTo>
                    <a:pt x="115311" y="43263"/>
                  </a:lnTo>
                  <a:lnTo>
                    <a:pt x="111383" y="39638"/>
                  </a:lnTo>
                  <a:lnTo>
                    <a:pt x="107341" y="36142"/>
                  </a:lnTo>
                  <a:lnTo>
                    <a:pt x="103190" y="32776"/>
                  </a:lnTo>
                  <a:lnTo>
                    <a:pt x="98933" y="29544"/>
                  </a:lnTo>
                  <a:lnTo>
                    <a:pt x="94575" y="26451"/>
                  </a:lnTo>
                  <a:lnTo>
                    <a:pt x="90120" y="23498"/>
                  </a:lnTo>
                  <a:lnTo>
                    <a:pt x="85574" y="20689"/>
                  </a:lnTo>
                  <a:lnTo>
                    <a:pt x="80939" y="18027"/>
                  </a:lnTo>
                  <a:lnTo>
                    <a:pt x="76222" y="15514"/>
                  </a:lnTo>
                  <a:lnTo>
                    <a:pt x="71427" y="13154"/>
                  </a:lnTo>
                  <a:lnTo>
                    <a:pt x="66560" y="10947"/>
                  </a:lnTo>
                  <a:lnTo>
                    <a:pt x="61624" y="8898"/>
                  </a:lnTo>
                  <a:lnTo>
                    <a:pt x="56625" y="7008"/>
                  </a:lnTo>
                  <a:lnTo>
                    <a:pt x="51568" y="5278"/>
                  </a:lnTo>
                  <a:lnTo>
                    <a:pt x="46458" y="3711"/>
                  </a:lnTo>
                  <a:lnTo>
                    <a:pt x="41301" y="2308"/>
                  </a:lnTo>
                  <a:lnTo>
                    <a:pt x="36102" y="1070"/>
                  </a:lnTo>
                  <a:lnTo>
                    <a:pt x="30866" y="0"/>
                  </a:lnTo>
                  <a:lnTo>
                    <a:pt x="0" y="1642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629088" y="1236837"/>
              <a:ext cx="30866" cy="167167"/>
            </a:xfrm>
            <a:custGeom>
              <a:avLst/>
              <a:pathLst>
                <a:path w="30866" h="167167">
                  <a:moveTo>
                    <a:pt x="30866" y="2874"/>
                  </a:moveTo>
                  <a:lnTo>
                    <a:pt x="23208" y="1618"/>
                  </a:lnTo>
                  <a:lnTo>
                    <a:pt x="15500" y="720"/>
                  </a:lnTo>
                  <a:lnTo>
                    <a:pt x="7758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94196" y="1546402"/>
              <a:ext cx="118369" cy="167167"/>
            </a:xfrm>
            <a:custGeom>
              <a:avLst/>
              <a:pathLst>
                <a:path w="118369" h="167167">
                  <a:moveTo>
                    <a:pt x="118369" y="0"/>
                  </a:moveTo>
                  <a:lnTo>
                    <a:pt x="112890" y="89"/>
                  </a:lnTo>
                  <a:lnTo>
                    <a:pt x="107417" y="359"/>
                  </a:lnTo>
                  <a:lnTo>
                    <a:pt x="101955" y="807"/>
                  </a:lnTo>
                  <a:lnTo>
                    <a:pt x="96511" y="1435"/>
                  </a:lnTo>
                  <a:lnTo>
                    <a:pt x="91091" y="2240"/>
                  </a:lnTo>
                  <a:lnTo>
                    <a:pt x="85699" y="3223"/>
                  </a:lnTo>
                  <a:lnTo>
                    <a:pt x="80343" y="4382"/>
                  </a:lnTo>
                  <a:lnTo>
                    <a:pt x="75028" y="5716"/>
                  </a:lnTo>
                  <a:lnTo>
                    <a:pt x="69760" y="7223"/>
                  </a:lnTo>
                  <a:lnTo>
                    <a:pt x="64543" y="8902"/>
                  </a:lnTo>
                  <a:lnTo>
                    <a:pt x="59385" y="10752"/>
                  </a:lnTo>
                  <a:lnTo>
                    <a:pt x="54290" y="12769"/>
                  </a:lnTo>
                  <a:lnTo>
                    <a:pt x="49263" y="14952"/>
                  </a:lnTo>
                  <a:lnTo>
                    <a:pt x="44311" y="17299"/>
                  </a:lnTo>
                  <a:lnTo>
                    <a:pt x="39439" y="19807"/>
                  </a:lnTo>
                  <a:lnTo>
                    <a:pt x="34651" y="22473"/>
                  </a:lnTo>
                  <a:lnTo>
                    <a:pt x="29953" y="25295"/>
                  </a:lnTo>
                  <a:lnTo>
                    <a:pt x="25351" y="28269"/>
                  </a:lnTo>
                  <a:lnTo>
                    <a:pt x="20848" y="31393"/>
                  </a:lnTo>
                  <a:lnTo>
                    <a:pt x="16450" y="34662"/>
                  </a:lnTo>
                  <a:lnTo>
                    <a:pt x="12162" y="38074"/>
                  </a:lnTo>
                  <a:lnTo>
                    <a:pt x="7988" y="41625"/>
                  </a:lnTo>
                  <a:lnTo>
                    <a:pt x="3932" y="45310"/>
                  </a:lnTo>
                  <a:lnTo>
                    <a:pt x="0" y="49126"/>
                  </a:lnTo>
                  <a:lnTo>
                    <a:pt x="11836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94196" y="1595529"/>
              <a:ext cx="118369" cy="118040"/>
            </a:xfrm>
            <a:custGeom>
              <a:avLst/>
              <a:pathLst>
                <a:path w="118369" h="118040">
                  <a:moveTo>
                    <a:pt x="0" y="0"/>
                  </a:moveTo>
                  <a:lnTo>
                    <a:pt x="118369" y="118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45405" y="1574027"/>
              <a:ext cx="334326" cy="306702"/>
            </a:xfrm>
            <a:custGeom>
              <a:avLst/>
              <a:pathLst>
                <a:path w="334326" h="306702">
                  <a:moveTo>
                    <a:pt x="48791" y="21501"/>
                  </a:moveTo>
                  <a:lnTo>
                    <a:pt x="45110" y="25312"/>
                  </a:lnTo>
                  <a:lnTo>
                    <a:pt x="41551" y="29237"/>
                  </a:lnTo>
                  <a:lnTo>
                    <a:pt x="38118" y="33274"/>
                  </a:lnTo>
                  <a:lnTo>
                    <a:pt x="34815" y="37417"/>
                  </a:lnTo>
                  <a:lnTo>
                    <a:pt x="31645" y="41663"/>
                  </a:lnTo>
                  <a:lnTo>
                    <a:pt x="28611" y="46007"/>
                  </a:lnTo>
                  <a:lnTo>
                    <a:pt x="25716" y="50445"/>
                  </a:lnTo>
                  <a:lnTo>
                    <a:pt x="22963" y="54973"/>
                  </a:lnTo>
                  <a:lnTo>
                    <a:pt x="20355" y="59585"/>
                  </a:lnTo>
                  <a:lnTo>
                    <a:pt x="17895" y="64278"/>
                  </a:lnTo>
                  <a:lnTo>
                    <a:pt x="15585" y="69047"/>
                  </a:lnTo>
                  <a:lnTo>
                    <a:pt x="13426" y="73886"/>
                  </a:lnTo>
                  <a:lnTo>
                    <a:pt x="11423" y="78791"/>
                  </a:lnTo>
                  <a:lnTo>
                    <a:pt x="9576" y="83758"/>
                  </a:lnTo>
                  <a:lnTo>
                    <a:pt x="7887" y="88780"/>
                  </a:lnTo>
                  <a:lnTo>
                    <a:pt x="6358" y="93853"/>
                  </a:lnTo>
                  <a:lnTo>
                    <a:pt x="4991" y="98973"/>
                  </a:lnTo>
                  <a:lnTo>
                    <a:pt x="3787" y="104133"/>
                  </a:lnTo>
                  <a:lnTo>
                    <a:pt x="2746" y="109328"/>
                  </a:lnTo>
                  <a:lnTo>
                    <a:pt x="1872" y="114554"/>
                  </a:lnTo>
                  <a:lnTo>
                    <a:pt x="1163" y="119805"/>
                  </a:lnTo>
                  <a:lnTo>
                    <a:pt x="621" y="125076"/>
                  </a:lnTo>
                  <a:lnTo>
                    <a:pt x="246" y="130362"/>
                  </a:lnTo>
                  <a:lnTo>
                    <a:pt x="39" y="135657"/>
                  </a:lnTo>
                  <a:lnTo>
                    <a:pt x="0" y="140955"/>
                  </a:lnTo>
                  <a:lnTo>
                    <a:pt x="128" y="146252"/>
                  </a:lnTo>
                  <a:lnTo>
                    <a:pt x="425" y="151543"/>
                  </a:lnTo>
                  <a:lnTo>
                    <a:pt x="889" y="156821"/>
                  </a:lnTo>
                  <a:lnTo>
                    <a:pt x="1520" y="162082"/>
                  </a:lnTo>
                  <a:lnTo>
                    <a:pt x="2318" y="167320"/>
                  </a:lnTo>
                  <a:lnTo>
                    <a:pt x="3281" y="172531"/>
                  </a:lnTo>
                  <a:lnTo>
                    <a:pt x="4409" y="177708"/>
                  </a:lnTo>
                  <a:lnTo>
                    <a:pt x="5700" y="182847"/>
                  </a:lnTo>
                  <a:lnTo>
                    <a:pt x="7154" y="187943"/>
                  </a:lnTo>
                  <a:lnTo>
                    <a:pt x="8768" y="192989"/>
                  </a:lnTo>
                  <a:lnTo>
                    <a:pt x="10542" y="197983"/>
                  </a:lnTo>
                  <a:lnTo>
                    <a:pt x="12473" y="202917"/>
                  </a:lnTo>
                  <a:lnTo>
                    <a:pt x="14559" y="207788"/>
                  </a:lnTo>
                  <a:lnTo>
                    <a:pt x="16798" y="212590"/>
                  </a:lnTo>
                  <a:lnTo>
                    <a:pt x="19189" y="217319"/>
                  </a:lnTo>
                  <a:lnTo>
                    <a:pt x="21728" y="221969"/>
                  </a:lnTo>
                  <a:lnTo>
                    <a:pt x="24414" y="226537"/>
                  </a:lnTo>
                  <a:lnTo>
                    <a:pt x="27243" y="231017"/>
                  </a:lnTo>
                  <a:lnTo>
                    <a:pt x="30212" y="235406"/>
                  </a:lnTo>
                  <a:lnTo>
                    <a:pt x="33319" y="239698"/>
                  </a:lnTo>
                  <a:lnTo>
                    <a:pt x="36561" y="243890"/>
                  </a:lnTo>
                  <a:lnTo>
                    <a:pt x="39934" y="247976"/>
                  </a:lnTo>
                  <a:lnTo>
                    <a:pt x="43434" y="251954"/>
                  </a:lnTo>
                  <a:lnTo>
                    <a:pt x="47059" y="255819"/>
                  </a:lnTo>
                  <a:lnTo>
                    <a:pt x="50805" y="259567"/>
                  </a:lnTo>
                  <a:lnTo>
                    <a:pt x="54667" y="263194"/>
                  </a:lnTo>
                  <a:lnTo>
                    <a:pt x="58642" y="266698"/>
                  </a:lnTo>
                  <a:lnTo>
                    <a:pt x="62727" y="270073"/>
                  </a:lnTo>
                  <a:lnTo>
                    <a:pt x="66916" y="273317"/>
                  </a:lnTo>
                  <a:lnTo>
                    <a:pt x="71207" y="276427"/>
                  </a:lnTo>
                  <a:lnTo>
                    <a:pt x="75593" y="279400"/>
                  </a:lnTo>
                  <a:lnTo>
                    <a:pt x="80072" y="282231"/>
                  </a:lnTo>
                  <a:lnTo>
                    <a:pt x="84638" y="284920"/>
                  </a:lnTo>
                  <a:lnTo>
                    <a:pt x="89287" y="287462"/>
                  </a:lnTo>
                  <a:lnTo>
                    <a:pt x="94014" y="289856"/>
                  </a:lnTo>
                  <a:lnTo>
                    <a:pt x="98814" y="292099"/>
                  </a:lnTo>
                  <a:lnTo>
                    <a:pt x="103684" y="294188"/>
                  </a:lnTo>
                  <a:lnTo>
                    <a:pt x="108617" y="296122"/>
                  </a:lnTo>
                  <a:lnTo>
                    <a:pt x="113609" y="297899"/>
                  </a:lnTo>
                  <a:lnTo>
                    <a:pt x="118655" y="299517"/>
                  </a:lnTo>
                  <a:lnTo>
                    <a:pt x="123749" y="300974"/>
                  </a:lnTo>
                  <a:lnTo>
                    <a:pt x="128887" y="302268"/>
                  </a:lnTo>
                  <a:lnTo>
                    <a:pt x="134064" y="303400"/>
                  </a:lnTo>
                  <a:lnTo>
                    <a:pt x="139274" y="304366"/>
                  </a:lnTo>
                  <a:lnTo>
                    <a:pt x="144511" y="305167"/>
                  </a:lnTo>
                  <a:lnTo>
                    <a:pt x="149772" y="305802"/>
                  </a:lnTo>
                  <a:lnTo>
                    <a:pt x="155050" y="306270"/>
                  </a:lnTo>
                  <a:lnTo>
                    <a:pt x="160340" y="306570"/>
                  </a:lnTo>
                  <a:lnTo>
                    <a:pt x="165637" y="306702"/>
                  </a:lnTo>
                  <a:lnTo>
                    <a:pt x="170936" y="306666"/>
                  </a:lnTo>
                  <a:lnTo>
                    <a:pt x="176231" y="306463"/>
                  </a:lnTo>
                  <a:lnTo>
                    <a:pt x="181517" y="306091"/>
                  </a:lnTo>
                  <a:lnTo>
                    <a:pt x="186788" y="305553"/>
                  </a:lnTo>
                  <a:lnTo>
                    <a:pt x="192039" y="304847"/>
                  </a:lnTo>
                  <a:lnTo>
                    <a:pt x="197266" y="303976"/>
                  </a:lnTo>
                  <a:lnTo>
                    <a:pt x="202462" y="302939"/>
                  </a:lnTo>
                  <a:lnTo>
                    <a:pt x="207623" y="301738"/>
                  </a:lnTo>
                  <a:lnTo>
                    <a:pt x="212743" y="300374"/>
                  </a:lnTo>
                  <a:lnTo>
                    <a:pt x="217818" y="298849"/>
                  </a:lnTo>
                  <a:lnTo>
                    <a:pt x="222841" y="297163"/>
                  </a:lnTo>
                  <a:lnTo>
                    <a:pt x="227809" y="295319"/>
                  </a:lnTo>
                  <a:lnTo>
                    <a:pt x="232716" y="293319"/>
                  </a:lnTo>
                  <a:lnTo>
                    <a:pt x="237556" y="291164"/>
                  </a:lnTo>
                  <a:lnTo>
                    <a:pt x="242326" y="288857"/>
                  </a:lnTo>
                  <a:lnTo>
                    <a:pt x="247021" y="286400"/>
                  </a:lnTo>
                  <a:lnTo>
                    <a:pt x="251635" y="283795"/>
                  </a:lnTo>
                  <a:lnTo>
                    <a:pt x="256165" y="281045"/>
                  </a:lnTo>
                  <a:lnTo>
                    <a:pt x="260605" y="278153"/>
                  </a:lnTo>
                  <a:lnTo>
                    <a:pt x="264951" y="275122"/>
                  </a:lnTo>
                  <a:lnTo>
                    <a:pt x="269199" y="271955"/>
                  </a:lnTo>
                  <a:lnTo>
                    <a:pt x="273344" y="268654"/>
                  </a:lnTo>
                  <a:lnTo>
                    <a:pt x="277383" y="265224"/>
                  </a:lnTo>
                  <a:lnTo>
                    <a:pt x="281310" y="261668"/>
                  </a:lnTo>
                  <a:lnTo>
                    <a:pt x="285124" y="257989"/>
                  </a:lnTo>
                  <a:lnTo>
                    <a:pt x="288818" y="254191"/>
                  </a:lnTo>
                  <a:lnTo>
                    <a:pt x="292391" y="250277"/>
                  </a:lnTo>
                  <a:lnTo>
                    <a:pt x="295838" y="246253"/>
                  </a:lnTo>
                  <a:lnTo>
                    <a:pt x="299155" y="242121"/>
                  </a:lnTo>
                  <a:lnTo>
                    <a:pt x="302340" y="237886"/>
                  </a:lnTo>
                  <a:lnTo>
                    <a:pt x="305389" y="233553"/>
                  </a:lnTo>
                  <a:lnTo>
                    <a:pt x="308299" y="229124"/>
                  </a:lnTo>
                  <a:lnTo>
                    <a:pt x="311067" y="224606"/>
                  </a:lnTo>
                  <a:lnTo>
                    <a:pt x="313691" y="220003"/>
                  </a:lnTo>
                  <a:lnTo>
                    <a:pt x="316167" y="215318"/>
                  </a:lnTo>
                  <a:lnTo>
                    <a:pt x="318494" y="210558"/>
                  </a:lnTo>
                  <a:lnTo>
                    <a:pt x="320669" y="205726"/>
                  </a:lnTo>
                  <a:lnTo>
                    <a:pt x="322689" y="200827"/>
                  </a:lnTo>
                  <a:lnTo>
                    <a:pt x="324553" y="195868"/>
                  </a:lnTo>
                  <a:lnTo>
                    <a:pt x="326259" y="190851"/>
                  </a:lnTo>
                  <a:lnTo>
                    <a:pt x="327806" y="185783"/>
                  </a:lnTo>
                  <a:lnTo>
                    <a:pt x="329190" y="180668"/>
                  </a:lnTo>
                  <a:lnTo>
                    <a:pt x="330412" y="175512"/>
                  </a:lnTo>
                  <a:lnTo>
                    <a:pt x="331470" y="170320"/>
                  </a:lnTo>
                  <a:lnTo>
                    <a:pt x="332363" y="165097"/>
                  </a:lnTo>
                  <a:lnTo>
                    <a:pt x="333090" y="159849"/>
                  </a:lnTo>
                  <a:lnTo>
                    <a:pt x="333651" y="154580"/>
                  </a:lnTo>
                  <a:lnTo>
                    <a:pt x="334044" y="149296"/>
                  </a:lnTo>
                  <a:lnTo>
                    <a:pt x="334269" y="144002"/>
                  </a:lnTo>
                  <a:lnTo>
                    <a:pt x="334326" y="138703"/>
                  </a:lnTo>
                  <a:lnTo>
                    <a:pt x="334216" y="133406"/>
                  </a:lnTo>
                  <a:lnTo>
                    <a:pt x="333937" y="128114"/>
                  </a:lnTo>
                  <a:lnTo>
                    <a:pt x="333491" y="122834"/>
                  </a:lnTo>
                  <a:lnTo>
                    <a:pt x="332878" y="117571"/>
                  </a:lnTo>
                  <a:lnTo>
                    <a:pt x="332099" y="112330"/>
                  </a:lnTo>
                  <a:lnTo>
                    <a:pt x="331154" y="107116"/>
                  </a:lnTo>
                  <a:lnTo>
                    <a:pt x="330044" y="101935"/>
                  </a:lnTo>
                  <a:lnTo>
                    <a:pt x="328770" y="96792"/>
                  </a:lnTo>
                  <a:lnTo>
                    <a:pt x="327334" y="91691"/>
                  </a:lnTo>
                  <a:lnTo>
                    <a:pt x="325737" y="86639"/>
                  </a:lnTo>
                  <a:lnTo>
                    <a:pt x="323980" y="81640"/>
                  </a:lnTo>
                  <a:lnTo>
                    <a:pt x="322067" y="76699"/>
                  </a:lnTo>
                  <a:lnTo>
                    <a:pt x="319997" y="71821"/>
                  </a:lnTo>
                  <a:lnTo>
                    <a:pt x="317774" y="67011"/>
                  </a:lnTo>
                  <a:lnTo>
                    <a:pt x="315400" y="62274"/>
                  </a:lnTo>
                  <a:lnTo>
                    <a:pt x="312876" y="57615"/>
                  </a:lnTo>
                  <a:lnTo>
                    <a:pt x="310207" y="53038"/>
                  </a:lnTo>
                  <a:lnTo>
                    <a:pt x="307393" y="48548"/>
                  </a:lnTo>
                  <a:lnTo>
                    <a:pt x="304439" y="44149"/>
                  </a:lnTo>
                  <a:lnTo>
                    <a:pt x="301347" y="39846"/>
                  </a:lnTo>
                  <a:lnTo>
                    <a:pt x="298120" y="35643"/>
                  </a:lnTo>
                  <a:lnTo>
                    <a:pt x="294761" y="31545"/>
                  </a:lnTo>
                  <a:lnTo>
                    <a:pt x="291274" y="27555"/>
                  </a:lnTo>
                  <a:lnTo>
                    <a:pt x="287663" y="23678"/>
                  </a:lnTo>
                  <a:lnTo>
                    <a:pt x="283930" y="19917"/>
                  </a:lnTo>
                  <a:lnTo>
                    <a:pt x="280080" y="16277"/>
                  </a:lnTo>
                  <a:lnTo>
                    <a:pt x="276117" y="12760"/>
                  </a:lnTo>
                  <a:lnTo>
                    <a:pt x="272044" y="9370"/>
                  </a:lnTo>
                  <a:lnTo>
                    <a:pt x="267866" y="6112"/>
                  </a:lnTo>
                  <a:lnTo>
                    <a:pt x="263586" y="2987"/>
                  </a:lnTo>
                  <a:lnTo>
                    <a:pt x="259210" y="0"/>
                  </a:lnTo>
                  <a:lnTo>
                    <a:pt x="167161" y="1395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212566" y="1546402"/>
              <a:ext cx="92048" cy="167167"/>
            </a:xfrm>
            <a:custGeom>
              <a:avLst/>
              <a:pathLst>
                <a:path w="92048" h="167167">
                  <a:moveTo>
                    <a:pt x="92048" y="27625"/>
                  </a:moveTo>
                  <a:lnTo>
                    <a:pt x="87209" y="24550"/>
                  </a:lnTo>
                  <a:lnTo>
                    <a:pt x="82266" y="21643"/>
                  </a:lnTo>
                  <a:lnTo>
                    <a:pt x="77227" y="18908"/>
                  </a:lnTo>
                  <a:lnTo>
                    <a:pt x="72097" y="16346"/>
                  </a:lnTo>
                  <a:lnTo>
                    <a:pt x="66882" y="13962"/>
                  </a:lnTo>
                  <a:lnTo>
                    <a:pt x="61589" y="11759"/>
                  </a:lnTo>
                  <a:lnTo>
                    <a:pt x="56223" y="9738"/>
                  </a:lnTo>
                  <a:lnTo>
                    <a:pt x="50791" y="7902"/>
                  </a:lnTo>
                  <a:lnTo>
                    <a:pt x="45299" y="6254"/>
                  </a:lnTo>
                  <a:lnTo>
                    <a:pt x="39754" y="4795"/>
                  </a:lnTo>
                  <a:lnTo>
                    <a:pt x="34162" y="3527"/>
                  </a:lnTo>
                  <a:lnTo>
                    <a:pt x="28530" y="2452"/>
                  </a:lnTo>
                  <a:lnTo>
                    <a:pt x="22864" y="1571"/>
                  </a:lnTo>
                  <a:lnTo>
                    <a:pt x="17172" y="884"/>
                  </a:lnTo>
                  <a:lnTo>
                    <a:pt x="11459" y="393"/>
                  </a:lnTo>
                  <a:lnTo>
                    <a:pt x="573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92688" y="1943516"/>
              <a:ext cx="86095" cy="167167"/>
            </a:xfrm>
            <a:custGeom>
              <a:avLst/>
              <a:pathLst>
                <a:path w="86095" h="167167">
                  <a:moveTo>
                    <a:pt x="86095" y="0"/>
                  </a:moveTo>
                  <a:lnTo>
                    <a:pt x="80443" y="95"/>
                  </a:lnTo>
                  <a:lnTo>
                    <a:pt x="74798" y="382"/>
                  </a:lnTo>
                  <a:lnTo>
                    <a:pt x="69166" y="859"/>
                  </a:lnTo>
                  <a:lnTo>
                    <a:pt x="63553" y="1526"/>
                  </a:lnTo>
                  <a:lnTo>
                    <a:pt x="57966" y="2383"/>
                  </a:lnTo>
                  <a:lnTo>
                    <a:pt x="52411" y="3428"/>
                  </a:lnTo>
                  <a:lnTo>
                    <a:pt x="46894" y="4661"/>
                  </a:lnTo>
                  <a:lnTo>
                    <a:pt x="41422" y="6079"/>
                  </a:lnTo>
                  <a:lnTo>
                    <a:pt x="36002" y="7681"/>
                  </a:lnTo>
                  <a:lnTo>
                    <a:pt x="30639" y="9466"/>
                  </a:lnTo>
                  <a:lnTo>
                    <a:pt x="25339" y="11431"/>
                  </a:lnTo>
                  <a:lnTo>
                    <a:pt x="20108" y="13574"/>
                  </a:lnTo>
                  <a:lnTo>
                    <a:pt x="14953" y="15893"/>
                  </a:lnTo>
                  <a:lnTo>
                    <a:pt x="9880" y="18384"/>
                  </a:lnTo>
                  <a:lnTo>
                    <a:pt x="4893" y="21046"/>
                  </a:lnTo>
                  <a:lnTo>
                    <a:pt x="0" y="23875"/>
                  </a:lnTo>
                  <a:lnTo>
                    <a:pt x="860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2688" y="1967392"/>
              <a:ext cx="86095" cy="143291"/>
            </a:xfrm>
            <a:custGeom>
              <a:avLst/>
              <a:pathLst>
                <a:path w="86095" h="143291">
                  <a:moveTo>
                    <a:pt x="0" y="0"/>
                  </a:moveTo>
                  <a:lnTo>
                    <a:pt x="86095" y="1432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11632" y="1943516"/>
              <a:ext cx="334298" cy="334334"/>
            </a:xfrm>
            <a:custGeom>
              <a:avLst/>
              <a:pathLst>
                <a:path w="334298" h="334334">
                  <a:moveTo>
                    <a:pt x="80967" y="23928"/>
                  </a:moveTo>
                  <a:lnTo>
                    <a:pt x="76467" y="26734"/>
                  </a:lnTo>
                  <a:lnTo>
                    <a:pt x="72059" y="29681"/>
                  </a:lnTo>
                  <a:lnTo>
                    <a:pt x="67746" y="32766"/>
                  </a:lnTo>
                  <a:lnTo>
                    <a:pt x="63533" y="35986"/>
                  </a:lnTo>
                  <a:lnTo>
                    <a:pt x="59425" y="39338"/>
                  </a:lnTo>
                  <a:lnTo>
                    <a:pt x="55425" y="42819"/>
                  </a:lnTo>
                  <a:lnTo>
                    <a:pt x="51537" y="46425"/>
                  </a:lnTo>
                  <a:lnTo>
                    <a:pt x="47766" y="50153"/>
                  </a:lnTo>
                  <a:lnTo>
                    <a:pt x="44115" y="53998"/>
                  </a:lnTo>
                  <a:lnTo>
                    <a:pt x="40588" y="57957"/>
                  </a:lnTo>
                  <a:lnTo>
                    <a:pt x="37188" y="62026"/>
                  </a:lnTo>
                  <a:lnTo>
                    <a:pt x="33918" y="66201"/>
                  </a:lnTo>
                  <a:lnTo>
                    <a:pt x="30783" y="70477"/>
                  </a:lnTo>
                  <a:lnTo>
                    <a:pt x="27785" y="74851"/>
                  </a:lnTo>
                  <a:lnTo>
                    <a:pt x="24927" y="79317"/>
                  </a:lnTo>
                  <a:lnTo>
                    <a:pt x="22213" y="83872"/>
                  </a:lnTo>
                  <a:lnTo>
                    <a:pt x="19644" y="88511"/>
                  </a:lnTo>
                  <a:lnTo>
                    <a:pt x="17223" y="93229"/>
                  </a:lnTo>
                  <a:lnTo>
                    <a:pt x="14954" y="98021"/>
                  </a:lnTo>
                  <a:lnTo>
                    <a:pt x="12837" y="102883"/>
                  </a:lnTo>
                  <a:lnTo>
                    <a:pt x="10876" y="107809"/>
                  </a:lnTo>
                  <a:lnTo>
                    <a:pt x="9072" y="112796"/>
                  </a:lnTo>
                  <a:lnTo>
                    <a:pt x="7427" y="117837"/>
                  </a:lnTo>
                  <a:lnTo>
                    <a:pt x="5943" y="122927"/>
                  </a:lnTo>
                  <a:lnTo>
                    <a:pt x="4621" y="128062"/>
                  </a:lnTo>
                  <a:lnTo>
                    <a:pt x="3463" y="133237"/>
                  </a:lnTo>
                  <a:lnTo>
                    <a:pt x="2469" y="138445"/>
                  </a:lnTo>
                  <a:lnTo>
                    <a:pt x="1641" y="143683"/>
                  </a:lnTo>
                  <a:lnTo>
                    <a:pt x="979" y="148944"/>
                  </a:lnTo>
                  <a:lnTo>
                    <a:pt x="485" y="154223"/>
                  </a:lnTo>
                  <a:lnTo>
                    <a:pt x="158" y="159516"/>
                  </a:lnTo>
                  <a:lnTo>
                    <a:pt x="0" y="164816"/>
                  </a:lnTo>
                  <a:lnTo>
                    <a:pt x="9" y="170118"/>
                  </a:lnTo>
                  <a:lnTo>
                    <a:pt x="187" y="175418"/>
                  </a:lnTo>
                  <a:lnTo>
                    <a:pt x="532" y="180709"/>
                  </a:lnTo>
                  <a:lnTo>
                    <a:pt x="1046" y="185987"/>
                  </a:lnTo>
                  <a:lnTo>
                    <a:pt x="1726" y="191245"/>
                  </a:lnTo>
                  <a:lnTo>
                    <a:pt x="2573" y="196480"/>
                  </a:lnTo>
                  <a:lnTo>
                    <a:pt x="3586" y="201685"/>
                  </a:lnTo>
                  <a:lnTo>
                    <a:pt x="4763" y="206855"/>
                  </a:lnTo>
                  <a:lnTo>
                    <a:pt x="6103" y="211985"/>
                  </a:lnTo>
                  <a:lnTo>
                    <a:pt x="7605" y="217071"/>
                  </a:lnTo>
                  <a:lnTo>
                    <a:pt x="9268" y="222106"/>
                  </a:lnTo>
                  <a:lnTo>
                    <a:pt x="11090" y="227085"/>
                  </a:lnTo>
                  <a:lnTo>
                    <a:pt x="13069" y="232005"/>
                  </a:lnTo>
                  <a:lnTo>
                    <a:pt x="15203" y="236859"/>
                  </a:lnTo>
                  <a:lnTo>
                    <a:pt x="17490" y="241643"/>
                  </a:lnTo>
                  <a:lnTo>
                    <a:pt x="19927" y="246352"/>
                  </a:lnTo>
                  <a:lnTo>
                    <a:pt x="22513" y="250982"/>
                  </a:lnTo>
                  <a:lnTo>
                    <a:pt x="25244" y="255527"/>
                  </a:lnTo>
                  <a:lnTo>
                    <a:pt x="28118" y="259983"/>
                  </a:lnTo>
                  <a:lnTo>
                    <a:pt x="31131" y="264346"/>
                  </a:lnTo>
                  <a:lnTo>
                    <a:pt x="34282" y="268611"/>
                  </a:lnTo>
                  <a:lnTo>
                    <a:pt x="37566" y="272774"/>
                  </a:lnTo>
                  <a:lnTo>
                    <a:pt x="40981" y="276831"/>
                  </a:lnTo>
                  <a:lnTo>
                    <a:pt x="44522" y="280777"/>
                  </a:lnTo>
                  <a:lnTo>
                    <a:pt x="48187" y="284609"/>
                  </a:lnTo>
                  <a:lnTo>
                    <a:pt x="51972" y="288323"/>
                  </a:lnTo>
                  <a:lnTo>
                    <a:pt x="55872" y="291915"/>
                  </a:lnTo>
                  <a:lnTo>
                    <a:pt x="59885" y="295382"/>
                  </a:lnTo>
                  <a:lnTo>
                    <a:pt x="64005" y="298719"/>
                  </a:lnTo>
                  <a:lnTo>
                    <a:pt x="68229" y="301924"/>
                  </a:lnTo>
                  <a:lnTo>
                    <a:pt x="72553" y="304994"/>
                  </a:lnTo>
                  <a:lnTo>
                    <a:pt x="76972" y="307925"/>
                  </a:lnTo>
                  <a:lnTo>
                    <a:pt x="81482" y="310714"/>
                  </a:lnTo>
                  <a:lnTo>
                    <a:pt x="86077" y="313359"/>
                  </a:lnTo>
                  <a:lnTo>
                    <a:pt x="90755" y="315857"/>
                  </a:lnTo>
                  <a:lnTo>
                    <a:pt x="95509" y="318205"/>
                  </a:lnTo>
                  <a:lnTo>
                    <a:pt x="100335" y="320401"/>
                  </a:lnTo>
                  <a:lnTo>
                    <a:pt x="105229" y="322443"/>
                  </a:lnTo>
                  <a:lnTo>
                    <a:pt x="110185" y="324329"/>
                  </a:lnTo>
                  <a:lnTo>
                    <a:pt x="115198" y="326057"/>
                  </a:lnTo>
                  <a:lnTo>
                    <a:pt x="120263" y="327624"/>
                  </a:lnTo>
                  <a:lnTo>
                    <a:pt x="125376" y="329031"/>
                  </a:lnTo>
                  <a:lnTo>
                    <a:pt x="130531" y="330274"/>
                  </a:lnTo>
                  <a:lnTo>
                    <a:pt x="135722" y="331353"/>
                  </a:lnTo>
                  <a:lnTo>
                    <a:pt x="140945" y="332268"/>
                  </a:lnTo>
                  <a:lnTo>
                    <a:pt x="146195" y="333016"/>
                  </a:lnTo>
                  <a:lnTo>
                    <a:pt x="151465" y="333597"/>
                  </a:lnTo>
                  <a:lnTo>
                    <a:pt x="156752" y="334011"/>
                  </a:lnTo>
                  <a:lnTo>
                    <a:pt x="162049" y="334257"/>
                  </a:lnTo>
                  <a:lnTo>
                    <a:pt x="167351" y="334334"/>
                  </a:lnTo>
                  <a:lnTo>
                    <a:pt x="172652" y="334244"/>
                  </a:lnTo>
                  <a:lnTo>
                    <a:pt x="177948" y="333985"/>
                  </a:lnTo>
                  <a:lnTo>
                    <a:pt x="183234" y="333559"/>
                  </a:lnTo>
                  <a:lnTo>
                    <a:pt x="188503" y="332965"/>
                  </a:lnTo>
                  <a:lnTo>
                    <a:pt x="193751" y="332204"/>
                  </a:lnTo>
                  <a:lnTo>
                    <a:pt x="198972" y="331278"/>
                  </a:lnTo>
                  <a:lnTo>
                    <a:pt x="204161" y="330186"/>
                  </a:lnTo>
                  <a:lnTo>
                    <a:pt x="209312" y="328930"/>
                  </a:lnTo>
                  <a:lnTo>
                    <a:pt x="214421" y="327512"/>
                  </a:lnTo>
                  <a:lnTo>
                    <a:pt x="219483" y="325932"/>
                  </a:lnTo>
                  <a:lnTo>
                    <a:pt x="224492" y="324192"/>
                  </a:lnTo>
                  <a:lnTo>
                    <a:pt x="229443" y="322294"/>
                  </a:lnTo>
                  <a:lnTo>
                    <a:pt x="234332" y="320241"/>
                  </a:lnTo>
                  <a:lnTo>
                    <a:pt x="239153" y="318033"/>
                  </a:lnTo>
                  <a:lnTo>
                    <a:pt x="243902" y="315673"/>
                  </a:lnTo>
                  <a:lnTo>
                    <a:pt x="248573" y="313164"/>
                  </a:lnTo>
                  <a:lnTo>
                    <a:pt x="253163" y="310509"/>
                  </a:lnTo>
                  <a:lnTo>
                    <a:pt x="257666" y="307709"/>
                  </a:lnTo>
                  <a:lnTo>
                    <a:pt x="262077" y="304767"/>
                  </a:lnTo>
                  <a:lnTo>
                    <a:pt x="266394" y="301687"/>
                  </a:lnTo>
                  <a:lnTo>
                    <a:pt x="270610" y="298472"/>
                  </a:lnTo>
                  <a:lnTo>
                    <a:pt x="274723" y="295125"/>
                  </a:lnTo>
                  <a:lnTo>
                    <a:pt x="278727" y="291648"/>
                  </a:lnTo>
                  <a:lnTo>
                    <a:pt x="282619" y="288047"/>
                  </a:lnTo>
                  <a:lnTo>
                    <a:pt x="286395" y="284324"/>
                  </a:lnTo>
                  <a:lnTo>
                    <a:pt x="290050" y="280483"/>
                  </a:lnTo>
                  <a:lnTo>
                    <a:pt x="293582" y="276528"/>
                  </a:lnTo>
                  <a:lnTo>
                    <a:pt x="296987" y="272463"/>
                  </a:lnTo>
                  <a:lnTo>
                    <a:pt x="300262" y="268293"/>
                  </a:lnTo>
                  <a:lnTo>
                    <a:pt x="303402" y="264020"/>
                  </a:lnTo>
                  <a:lnTo>
                    <a:pt x="306405" y="259650"/>
                  </a:lnTo>
                  <a:lnTo>
                    <a:pt x="309268" y="255187"/>
                  </a:lnTo>
                  <a:lnTo>
                    <a:pt x="311988" y="250635"/>
                  </a:lnTo>
                  <a:lnTo>
                    <a:pt x="314563" y="245999"/>
                  </a:lnTo>
                  <a:lnTo>
                    <a:pt x="316989" y="241284"/>
                  </a:lnTo>
                  <a:lnTo>
                    <a:pt x="319264" y="236495"/>
                  </a:lnTo>
                  <a:lnTo>
                    <a:pt x="321386" y="231636"/>
                  </a:lnTo>
                  <a:lnTo>
                    <a:pt x="323353" y="226712"/>
                  </a:lnTo>
                  <a:lnTo>
                    <a:pt x="325163" y="221727"/>
                  </a:lnTo>
                  <a:lnTo>
                    <a:pt x="326814" y="216688"/>
                  </a:lnTo>
                  <a:lnTo>
                    <a:pt x="328305" y="211600"/>
                  </a:lnTo>
                  <a:lnTo>
                    <a:pt x="329633" y="206466"/>
                  </a:lnTo>
                  <a:lnTo>
                    <a:pt x="330797" y="201293"/>
                  </a:lnTo>
                  <a:lnTo>
                    <a:pt x="331797" y="196086"/>
                  </a:lnTo>
                  <a:lnTo>
                    <a:pt x="332632" y="190849"/>
                  </a:lnTo>
                  <a:lnTo>
                    <a:pt x="333300" y="185589"/>
                  </a:lnTo>
                  <a:lnTo>
                    <a:pt x="333800" y="180310"/>
                  </a:lnTo>
                  <a:lnTo>
                    <a:pt x="334133" y="175018"/>
                  </a:lnTo>
                  <a:lnTo>
                    <a:pt x="334298" y="169718"/>
                  </a:lnTo>
                  <a:lnTo>
                    <a:pt x="334295" y="164416"/>
                  </a:lnTo>
                  <a:lnTo>
                    <a:pt x="334124" y="159116"/>
                  </a:lnTo>
                  <a:lnTo>
                    <a:pt x="333785" y="153824"/>
                  </a:lnTo>
                  <a:lnTo>
                    <a:pt x="333278" y="148546"/>
                  </a:lnTo>
                  <a:lnTo>
                    <a:pt x="332603" y="143287"/>
                  </a:lnTo>
                  <a:lnTo>
                    <a:pt x="331763" y="138051"/>
                  </a:lnTo>
                  <a:lnTo>
                    <a:pt x="330756" y="132845"/>
                  </a:lnTo>
                  <a:lnTo>
                    <a:pt x="329586" y="127673"/>
                  </a:lnTo>
                  <a:lnTo>
                    <a:pt x="328251" y="122541"/>
                  </a:lnTo>
                  <a:lnTo>
                    <a:pt x="326755" y="117454"/>
                  </a:lnTo>
                  <a:lnTo>
                    <a:pt x="325098" y="112417"/>
                  </a:lnTo>
                  <a:lnTo>
                    <a:pt x="323282" y="107435"/>
                  </a:lnTo>
                  <a:lnTo>
                    <a:pt x="321309" y="102514"/>
                  </a:lnTo>
                  <a:lnTo>
                    <a:pt x="319181" y="97657"/>
                  </a:lnTo>
                  <a:lnTo>
                    <a:pt x="316900" y="92870"/>
                  </a:lnTo>
                  <a:lnTo>
                    <a:pt x="314468" y="88158"/>
                  </a:lnTo>
                  <a:lnTo>
                    <a:pt x="311888" y="83525"/>
                  </a:lnTo>
                  <a:lnTo>
                    <a:pt x="309163" y="78977"/>
                  </a:lnTo>
                  <a:lnTo>
                    <a:pt x="306294" y="74517"/>
                  </a:lnTo>
                  <a:lnTo>
                    <a:pt x="303286" y="70151"/>
                  </a:lnTo>
                  <a:lnTo>
                    <a:pt x="300140" y="65882"/>
                  </a:lnTo>
                  <a:lnTo>
                    <a:pt x="296861" y="61715"/>
                  </a:lnTo>
                  <a:lnTo>
                    <a:pt x="293451" y="57654"/>
                  </a:lnTo>
                  <a:lnTo>
                    <a:pt x="289915" y="53704"/>
                  </a:lnTo>
                  <a:lnTo>
                    <a:pt x="286254" y="49867"/>
                  </a:lnTo>
                  <a:lnTo>
                    <a:pt x="282474" y="46149"/>
                  </a:lnTo>
                  <a:lnTo>
                    <a:pt x="278578" y="42552"/>
                  </a:lnTo>
                  <a:lnTo>
                    <a:pt x="274569" y="39081"/>
                  </a:lnTo>
                  <a:lnTo>
                    <a:pt x="270453" y="35738"/>
                  </a:lnTo>
                  <a:lnTo>
                    <a:pt x="266233" y="32528"/>
                  </a:lnTo>
                  <a:lnTo>
                    <a:pt x="261913" y="29453"/>
                  </a:lnTo>
                  <a:lnTo>
                    <a:pt x="257497" y="26517"/>
                  </a:lnTo>
                  <a:lnTo>
                    <a:pt x="252991" y="23722"/>
                  </a:lnTo>
                  <a:lnTo>
                    <a:pt x="248398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29" y="6766"/>
                  </a:lnTo>
                  <a:lnTo>
                    <a:pt x="209119" y="5353"/>
                  </a:lnTo>
                  <a:lnTo>
                    <a:pt x="203965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44239" y="2406772"/>
              <a:ext cx="101494" cy="167167"/>
            </a:xfrm>
            <a:custGeom>
              <a:avLst/>
              <a:pathLst>
                <a:path w="101494" h="167167">
                  <a:moveTo>
                    <a:pt x="101494" y="0"/>
                  </a:moveTo>
                  <a:lnTo>
                    <a:pt x="95755" y="98"/>
                  </a:lnTo>
                  <a:lnTo>
                    <a:pt x="90022" y="394"/>
                  </a:lnTo>
                  <a:lnTo>
                    <a:pt x="84303" y="886"/>
                  </a:lnTo>
                  <a:lnTo>
                    <a:pt x="78604" y="1574"/>
                  </a:lnTo>
                  <a:lnTo>
                    <a:pt x="72932" y="2458"/>
                  </a:lnTo>
                  <a:lnTo>
                    <a:pt x="67294" y="3535"/>
                  </a:lnTo>
                  <a:lnTo>
                    <a:pt x="61696" y="4806"/>
                  </a:lnTo>
                  <a:lnTo>
                    <a:pt x="56145" y="6268"/>
                  </a:lnTo>
                  <a:lnTo>
                    <a:pt x="50648" y="7920"/>
                  </a:lnTo>
                  <a:lnTo>
                    <a:pt x="45210" y="9760"/>
                  </a:lnTo>
                  <a:lnTo>
                    <a:pt x="39839" y="11785"/>
                  </a:lnTo>
                  <a:lnTo>
                    <a:pt x="34541" y="13993"/>
                  </a:lnTo>
                  <a:lnTo>
                    <a:pt x="29321" y="16382"/>
                  </a:lnTo>
                  <a:lnTo>
                    <a:pt x="24187" y="18949"/>
                  </a:lnTo>
                  <a:lnTo>
                    <a:pt x="19144" y="21691"/>
                  </a:lnTo>
                  <a:lnTo>
                    <a:pt x="14198" y="24604"/>
                  </a:lnTo>
                  <a:lnTo>
                    <a:pt x="9354" y="27685"/>
                  </a:lnTo>
                  <a:lnTo>
                    <a:pt x="4620" y="30931"/>
                  </a:lnTo>
                  <a:lnTo>
                    <a:pt x="0" y="34337"/>
                  </a:lnTo>
                  <a:lnTo>
                    <a:pt x="10149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4239" y="2441109"/>
              <a:ext cx="101494" cy="132829"/>
            </a:xfrm>
            <a:custGeom>
              <a:avLst/>
              <a:pathLst>
                <a:path w="101494" h="132829">
                  <a:moveTo>
                    <a:pt x="0" y="0"/>
                  </a:moveTo>
                  <a:lnTo>
                    <a:pt x="101494" y="132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478566" y="2408949"/>
              <a:ext cx="334319" cy="332151"/>
            </a:xfrm>
            <a:custGeom>
              <a:avLst/>
              <a:pathLst>
                <a:path w="334319" h="332151">
                  <a:moveTo>
                    <a:pt x="65672" y="32160"/>
                  </a:moveTo>
                  <a:lnTo>
                    <a:pt x="61524" y="35434"/>
                  </a:lnTo>
                  <a:lnTo>
                    <a:pt x="57482" y="38838"/>
                  </a:lnTo>
                  <a:lnTo>
                    <a:pt x="53549" y="42368"/>
                  </a:lnTo>
                  <a:lnTo>
                    <a:pt x="49730" y="46021"/>
                  </a:lnTo>
                  <a:lnTo>
                    <a:pt x="46029" y="49792"/>
                  </a:lnTo>
                  <a:lnTo>
                    <a:pt x="42448" y="53679"/>
                  </a:lnTo>
                  <a:lnTo>
                    <a:pt x="38992" y="57676"/>
                  </a:lnTo>
                  <a:lnTo>
                    <a:pt x="35664" y="61782"/>
                  </a:lnTo>
                  <a:lnTo>
                    <a:pt x="32467" y="65990"/>
                  </a:lnTo>
                  <a:lnTo>
                    <a:pt x="29405" y="70297"/>
                  </a:lnTo>
                  <a:lnTo>
                    <a:pt x="26481" y="74698"/>
                  </a:lnTo>
                  <a:lnTo>
                    <a:pt x="23698" y="79190"/>
                  </a:lnTo>
                  <a:lnTo>
                    <a:pt x="21057" y="83768"/>
                  </a:lnTo>
                  <a:lnTo>
                    <a:pt x="18563" y="88427"/>
                  </a:lnTo>
                  <a:lnTo>
                    <a:pt x="16217" y="93162"/>
                  </a:lnTo>
                  <a:lnTo>
                    <a:pt x="14022" y="97970"/>
                  </a:lnTo>
                  <a:lnTo>
                    <a:pt x="11980" y="102844"/>
                  </a:lnTo>
                  <a:lnTo>
                    <a:pt x="10094" y="107780"/>
                  </a:lnTo>
                  <a:lnTo>
                    <a:pt x="8364" y="112773"/>
                  </a:lnTo>
                  <a:lnTo>
                    <a:pt x="6793" y="117819"/>
                  </a:lnTo>
                  <a:lnTo>
                    <a:pt x="5382" y="122912"/>
                  </a:lnTo>
                  <a:lnTo>
                    <a:pt x="4133" y="128046"/>
                  </a:lnTo>
                  <a:lnTo>
                    <a:pt x="3046" y="133218"/>
                  </a:lnTo>
                  <a:lnTo>
                    <a:pt x="2124" y="138422"/>
                  </a:lnTo>
                  <a:lnTo>
                    <a:pt x="1367" y="143652"/>
                  </a:lnTo>
                  <a:lnTo>
                    <a:pt x="775" y="148903"/>
                  </a:lnTo>
                  <a:lnTo>
                    <a:pt x="350" y="154170"/>
                  </a:lnTo>
                  <a:lnTo>
                    <a:pt x="91" y="159449"/>
                  </a:lnTo>
                  <a:lnTo>
                    <a:pt x="0" y="164732"/>
                  </a:lnTo>
                  <a:lnTo>
                    <a:pt x="75" y="170016"/>
                  </a:lnTo>
                  <a:lnTo>
                    <a:pt x="317" y="175295"/>
                  </a:lnTo>
                  <a:lnTo>
                    <a:pt x="726" y="180564"/>
                  </a:lnTo>
                  <a:lnTo>
                    <a:pt x="1302" y="185817"/>
                  </a:lnTo>
                  <a:lnTo>
                    <a:pt x="2043" y="191049"/>
                  </a:lnTo>
                  <a:lnTo>
                    <a:pt x="2949" y="196256"/>
                  </a:lnTo>
                  <a:lnTo>
                    <a:pt x="4020" y="201431"/>
                  </a:lnTo>
                  <a:lnTo>
                    <a:pt x="5253" y="206569"/>
                  </a:lnTo>
                  <a:lnTo>
                    <a:pt x="6648" y="211666"/>
                  </a:lnTo>
                  <a:lnTo>
                    <a:pt x="8204" y="216717"/>
                  </a:lnTo>
                  <a:lnTo>
                    <a:pt x="9918" y="221716"/>
                  </a:lnTo>
                  <a:lnTo>
                    <a:pt x="11790" y="226658"/>
                  </a:lnTo>
                  <a:lnTo>
                    <a:pt x="13816" y="231538"/>
                  </a:lnTo>
                  <a:lnTo>
                    <a:pt x="15997" y="236352"/>
                  </a:lnTo>
                  <a:lnTo>
                    <a:pt x="18328" y="241094"/>
                  </a:lnTo>
                  <a:lnTo>
                    <a:pt x="20808" y="245761"/>
                  </a:lnTo>
                  <a:lnTo>
                    <a:pt x="23434" y="250347"/>
                  </a:lnTo>
                  <a:lnTo>
                    <a:pt x="26204" y="254847"/>
                  </a:lnTo>
                  <a:lnTo>
                    <a:pt x="29114" y="259258"/>
                  </a:lnTo>
                  <a:lnTo>
                    <a:pt x="32163" y="263574"/>
                  </a:lnTo>
                  <a:lnTo>
                    <a:pt x="35347" y="267792"/>
                  </a:lnTo>
                  <a:lnTo>
                    <a:pt x="38662" y="271908"/>
                  </a:lnTo>
                  <a:lnTo>
                    <a:pt x="42106" y="275916"/>
                  </a:lnTo>
                  <a:lnTo>
                    <a:pt x="45674" y="279814"/>
                  </a:lnTo>
                  <a:lnTo>
                    <a:pt x="49364" y="283596"/>
                  </a:lnTo>
                  <a:lnTo>
                    <a:pt x="53172" y="287261"/>
                  </a:lnTo>
                  <a:lnTo>
                    <a:pt x="57094" y="290803"/>
                  </a:lnTo>
                  <a:lnTo>
                    <a:pt x="61126" y="294219"/>
                  </a:lnTo>
                  <a:lnTo>
                    <a:pt x="65263" y="297506"/>
                  </a:lnTo>
                  <a:lnTo>
                    <a:pt x="69503" y="300661"/>
                  </a:lnTo>
                  <a:lnTo>
                    <a:pt x="73840" y="303680"/>
                  </a:lnTo>
                  <a:lnTo>
                    <a:pt x="78270" y="306561"/>
                  </a:lnTo>
                  <a:lnTo>
                    <a:pt x="82790" y="309300"/>
                  </a:lnTo>
                  <a:lnTo>
                    <a:pt x="87393" y="311895"/>
                  </a:lnTo>
                  <a:lnTo>
                    <a:pt x="92077" y="314343"/>
                  </a:lnTo>
                  <a:lnTo>
                    <a:pt x="96835" y="316642"/>
                  </a:lnTo>
                  <a:lnTo>
                    <a:pt x="101664" y="318789"/>
                  </a:lnTo>
                  <a:lnTo>
                    <a:pt x="106558" y="320783"/>
                  </a:lnTo>
                  <a:lnTo>
                    <a:pt x="111512" y="322621"/>
                  </a:lnTo>
                  <a:lnTo>
                    <a:pt x="116523" y="324301"/>
                  </a:lnTo>
                  <a:lnTo>
                    <a:pt x="121583" y="325822"/>
                  </a:lnTo>
                  <a:lnTo>
                    <a:pt x="126690" y="327183"/>
                  </a:lnTo>
                  <a:lnTo>
                    <a:pt x="131837" y="328381"/>
                  </a:lnTo>
                  <a:lnTo>
                    <a:pt x="137019" y="329416"/>
                  </a:lnTo>
                  <a:lnTo>
                    <a:pt x="142231" y="330287"/>
                  </a:lnTo>
                  <a:lnTo>
                    <a:pt x="147468" y="330993"/>
                  </a:lnTo>
                  <a:lnTo>
                    <a:pt x="152725" y="331532"/>
                  </a:lnTo>
                  <a:lnTo>
                    <a:pt x="157997" y="331906"/>
                  </a:lnTo>
                  <a:lnTo>
                    <a:pt x="163277" y="332112"/>
                  </a:lnTo>
                  <a:lnTo>
                    <a:pt x="168562" y="332151"/>
                  </a:lnTo>
                  <a:lnTo>
                    <a:pt x="173845" y="332024"/>
                  </a:lnTo>
                  <a:lnTo>
                    <a:pt x="179121" y="331729"/>
                  </a:lnTo>
                  <a:lnTo>
                    <a:pt x="184385" y="331268"/>
                  </a:lnTo>
                  <a:lnTo>
                    <a:pt x="189633" y="330641"/>
                  </a:lnTo>
                  <a:lnTo>
                    <a:pt x="194857" y="329848"/>
                  </a:lnTo>
                  <a:lnTo>
                    <a:pt x="200054" y="328890"/>
                  </a:lnTo>
                  <a:lnTo>
                    <a:pt x="205219" y="327769"/>
                  </a:lnTo>
                  <a:lnTo>
                    <a:pt x="210345" y="326485"/>
                  </a:lnTo>
                  <a:lnTo>
                    <a:pt x="215428" y="325039"/>
                  </a:lnTo>
                  <a:lnTo>
                    <a:pt x="220462" y="323434"/>
                  </a:lnTo>
                  <a:lnTo>
                    <a:pt x="225444" y="321670"/>
                  </a:lnTo>
                  <a:lnTo>
                    <a:pt x="230367" y="319750"/>
                  </a:lnTo>
                  <a:lnTo>
                    <a:pt x="235227" y="317675"/>
                  </a:lnTo>
                  <a:lnTo>
                    <a:pt x="240020" y="315447"/>
                  </a:lnTo>
                  <a:lnTo>
                    <a:pt x="244739" y="313069"/>
                  </a:lnTo>
                  <a:lnTo>
                    <a:pt x="249381" y="310543"/>
                  </a:lnTo>
                  <a:lnTo>
                    <a:pt x="253940" y="307872"/>
                  </a:lnTo>
                  <a:lnTo>
                    <a:pt x="258413" y="305058"/>
                  </a:lnTo>
                  <a:lnTo>
                    <a:pt x="262795" y="302104"/>
                  </a:lnTo>
                  <a:lnTo>
                    <a:pt x="267081" y="299012"/>
                  </a:lnTo>
                  <a:lnTo>
                    <a:pt x="271267" y="295787"/>
                  </a:lnTo>
                  <a:lnTo>
                    <a:pt x="275350" y="292432"/>
                  </a:lnTo>
                  <a:lnTo>
                    <a:pt x="279324" y="288948"/>
                  </a:lnTo>
                  <a:lnTo>
                    <a:pt x="283186" y="285341"/>
                  </a:lnTo>
                  <a:lnTo>
                    <a:pt x="286932" y="281614"/>
                  </a:lnTo>
                  <a:lnTo>
                    <a:pt x="290559" y="277770"/>
                  </a:lnTo>
                  <a:lnTo>
                    <a:pt x="294062" y="273814"/>
                  </a:lnTo>
                  <a:lnTo>
                    <a:pt x="297438" y="269748"/>
                  </a:lnTo>
                  <a:lnTo>
                    <a:pt x="300684" y="265578"/>
                  </a:lnTo>
                  <a:lnTo>
                    <a:pt x="303797" y="261308"/>
                  </a:lnTo>
                  <a:lnTo>
                    <a:pt x="306773" y="256941"/>
                  </a:lnTo>
                  <a:lnTo>
                    <a:pt x="309610" y="252482"/>
                  </a:lnTo>
                  <a:lnTo>
                    <a:pt x="312304" y="247936"/>
                  </a:lnTo>
                  <a:lnTo>
                    <a:pt x="314853" y="243307"/>
                  </a:lnTo>
                  <a:lnTo>
                    <a:pt x="317255" y="238600"/>
                  </a:lnTo>
                  <a:lnTo>
                    <a:pt x="319507" y="233819"/>
                  </a:lnTo>
                  <a:lnTo>
                    <a:pt x="321606" y="228970"/>
                  </a:lnTo>
                  <a:lnTo>
                    <a:pt x="323551" y="224056"/>
                  </a:lnTo>
                  <a:lnTo>
                    <a:pt x="325340" y="219083"/>
                  </a:lnTo>
                  <a:lnTo>
                    <a:pt x="326971" y="214057"/>
                  </a:lnTo>
                  <a:lnTo>
                    <a:pt x="328442" y="208981"/>
                  </a:lnTo>
                  <a:lnTo>
                    <a:pt x="329752" y="203862"/>
                  </a:lnTo>
                  <a:lnTo>
                    <a:pt x="330899" y="198703"/>
                  </a:lnTo>
                  <a:lnTo>
                    <a:pt x="331883" y="193511"/>
                  </a:lnTo>
                  <a:lnTo>
                    <a:pt x="332702" y="188290"/>
                  </a:lnTo>
                  <a:lnTo>
                    <a:pt x="333356" y="183046"/>
                  </a:lnTo>
                  <a:lnTo>
                    <a:pt x="333844" y="177784"/>
                  </a:lnTo>
                  <a:lnTo>
                    <a:pt x="334165" y="172509"/>
                  </a:lnTo>
                  <a:lnTo>
                    <a:pt x="334319" y="167227"/>
                  </a:lnTo>
                  <a:lnTo>
                    <a:pt x="334306" y="161943"/>
                  </a:lnTo>
                  <a:lnTo>
                    <a:pt x="334127" y="156661"/>
                  </a:lnTo>
                  <a:lnTo>
                    <a:pt x="333780" y="151388"/>
                  </a:lnTo>
                  <a:lnTo>
                    <a:pt x="333267" y="146128"/>
                  </a:lnTo>
                  <a:lnTo>
                    <a:pt x="332588" y="140888"/>
                  </a:lnTo>
                  <a:lnTo>
                    <a:pt x="331743" y="135671"/>
                  </a:lnTo>
                  <a:lnTo>
                    <a:pt x="330734" y="130484"/>
                  </a:lnTo>
                  <a:lnTo>
                    <a:pt x="329562" y="125331"/>
                  </a:lnTo>
                  <a:lnTo>
                    <a:pt x="328227" y="120218"/>
                  </a:lnTo>
                  <a:lnTo>
                    <a:pt x="326731" y="115149"/>
                  </a:lnTo>
                  <a:lnTo>
                    <a:pt x="325076" y="110130"/>
                  </a:lnTo>
                  <a:lnTo>
                    <a:pt x="323263" y="105167"/>
                  </a:lnTo>
                  <a:lnTo>
                    <a:pt x="321294" y="100263"/>
                  </a:lnTo>
                  <a:lnTo>
                    <a:pt x="319171" y="95423"/>
                  </a:lnTo>
                  <a:lnTo>
                    <a:pt x="316897" y="90653"/>
                  </a:lnTo>
                  <a:lnTo>
                    <a:pt x="314472" y="85958"/>
                  </a:lnTo>
                  <a:lnTo>
                    <a:pt x="311900" y="81341"/>
                  </a:lnTo>
                  <a:lnTo>
                    <a:pt x="309184" y="76808"/>
                  </a:lnTo>
                  <a:lnTo>
                    <a:pt x="306326" y="72363"/>
                  </a:lnTo>
                  <a:lnTo>
                    <a:pt x="303329" y="68011"/>
                  </a:lnTo>
                  <a:lnTo>
                    <a:pt x="300195" y="63756"/>
                  </a:lnTo>
                  <a:lnTo>
                    <a:pt x="296929" y="59601"/>
                  </a:lnTo>
                  <a:lnTo>
                    <a:pt x="293533" y="55552"/>
                  </a:lnTo>
                  <a:lnTo>
                    <a:pt x="290011" y="51613"/>
                  </a:lnTo>
                  <a:lnTo>
                    <a:pt x="286366" y="47787"/>
                  </a:lnTo>
                  <a:lnTo>
                    <a:pt x="282601" y="44078"/>
                  </a:lnTo>
                  <a:lnTo>
                    <a:pt x="278722" y="40489"/>
                  </a:lnTo>
                  <a:lnTo>
                    <a:pt x="274731" y="37025"/>
                  </a:lnTo>
                  <a:lnTo>
                    <a:pt x="270632" y="33689"/>
                  </a:lnTo>
                  <a:lnTo>
                    <a:pt x="266431" y="30485"/>
                  </a:lnTo>
                  <a:lnTo>
                    <a:pt x="262129" y="27414"/>
                  </a:lnTo>
                  <a:lnTo>
                    <a:pt x="257734" y="24481"/>
                  </a:lnTo>
                  <a:lnTo>
                    <a:pt x="253247" y="21689"/>
                  </a:lnTo>
                  <a:lnTo>
                    <a:pt x="248674" y="19040"/>
                  </a:lnTo>
                  <a:lnTo>
                    <a:pt x="244021" y="16536"/>
                  </a:lnTo>
                  <a:lnTo>
                    <a:pt x="239290" y="14181"/>
                  </a:lnTo>
                  <a:lnTo>
                    <a:pt x="234487" y="11977"/>
                  </a:lnTo>
                  <a:lnTo>
                    <a:pt x="229617" y="9925"/>
                  </a:lnTo>
                  <a:lnTo>
                    <a:pt x="224684" y="8029"/>
                  </a:lnTo>
                  <a:lnTo>
                    <a:pt x="219694" y="6289"/>
                  </a:lnTo>
                  <a:lnTo>
                    <a:pt x="214652" y="4708"/>
                  </a:lnTo>
                  <a:lnTo>
                    <a:pt x="209562" y="3288"/>
                  </a:lnTo>
                  <a:lnTo>
                    <a:pt x="204429" y="2028"/>
                  </a:lnTo>
                  <a:lnTo>
                    <a:pt x="199260" y="932"/>
                  </a:lnTo>
                  <a:lnTo>
                    <a:pt x="194058" y="0"/>
                  </a:lnTo>
                  <a:lnTo>
                    <a:pt x="167167" y="1649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645733" y="2406772"/>
              <a:ext cx="26891" cy="167167"/>
            </a:xfrm>
            <a:custGeom>
              <a:avLst/>
              <a:pathLst>
                <a:path w="26891" h="167167">
                  <a:moveTo>
                    <a:pt x="26891" y="2177"/>
                  </a:moveTo>
                  <a:lnTo>
                    <a:pt x="20207" y="1225"/>
                  </a:lnTo>
                  <a:lnTo>
                    <a:pt x="13489" y="545"/>
                  </a:lnTo>
                  <a:lnTo>
                    <a:pt x="6750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358828" y="2911194"/>
              <a:ext cx="334312" cy="334333"/>
            </a:xfrm>
            <a:custGeom>
              <a:avLst/>
              <a:pathLst>
                <a:path w="334312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4" y="335"/>
                  </a:lnTo>
                  <a:lnTo>
                    <a:pt x="151283" y="754"/>
                  </a:lnTo>
                  <a:lnTo>
                    <a:pt x="146019" y="1341"/>
                  </a:lnTo>
                  <a:lnTo>
                    <a:pt x="140775" y="2093"/>
                  </a:lnTo>
                  <a:lnTo>
                    <a:pt x="135559" y="3012"/>
                  </a:lnTo>
                  <a:lnTo>
                    <a:pt x="130373" y="4095"/>
                  </a:lnTo>
                  <a:lnTo>
                    <a:pt x="125225" y="5343"/>
                  </a:lnTo>
                  <a:lnTo>
                    <a:pt x="120119" y="6752"/>
                  </a:lnTo>
                  <a:lnTo>
                    <a:pt x="115060" y="8323"/>
                  </a:lnTo>
                  <a:lnTo>
                    <a:pt x="110054" y="10053"/>
                  </a:lnTo>
                  <a:lnTo>
                    <a:pt x="105104" y="11941"/>
                  </a:lnTo>
                  <a:lnTo>
                    <a:pt x="100217" y="13985"/>
                  </a:lnTo>
                  <a:lnTo>
                    <a:pt x="95398" y="16182"/>
                  </a:lnTo>
                  <a:lnTo>
                    <a:pt x="90650" y="18532"/>
                  </a:lnTo>
                  <a:lnTo>
                    <a:pt x="85979" y="21030"/>
                  </a:lnTo>
                  <a:lnTo>
                    <a:pt x="81390" y="23675"/>
                  </a:lnTo>
                  <a:lnTo>
                    <a:pt x="76886" y="26464"/>
                  </a:lnTo>
                  <a:lnTo>
                    <a:pt x="72474" y="29395"/>
                  </a:lnTo>
                  <a:lnTo>
                    <a:pt x="68156" y="32464"/>
                  </a:lnTo>
                  <a:lnTo>
                    <a:pt x="63938" y="35668"/>
                  </a:lnTo>
                  <a:lnTo>
                    <a:pt x="59824" y="39004"/>
                  </a:lnTo>
                  <a:lnTo>
                    <a:pt x="55817" y="42469"/>
                  </a:lnTo>
                  <a:lnTo>
                    <a:pt x="51922" y="46059"/>
                  </a:lnTo>
                  <a:lnTo>
                    <a:pt x="48143" y="49771"/>
                  </a:lnTo>
                  <a:lnTo>
                    <a:pt x="44483" y="53600"/>
                  </a:lnTo>
                  <a:lnTo>
                    <a:pt x="40946" y="57544"/>
                  </a:lnTo>
                  <a:lnTo>
                    <a:pt x="37536" y="61598"/>
                  </a:lnTo>
                  <a:lnTo>
                    <a:pt x="34257" y="65757"/>
                  </a:lnTo>
                  <a:lnTo>
                    <a:pt x="31110" y="70019"/>
                  </a:lnTo>
                  <a:lnTo>
                    <a:pt x="28101" y="74378"/>
                  </a:lnTo>
                  <a:lnTo>
                    <a:pt x="25231" y="78830"/>
                  </a:lnTo>
                  <a:lnTo>
                    <a:pt x="22503" y="83371"/>
                  </a:lnTo>
                  <a:lnTo>
                    <a:pt x="19921" y="87996"/>
                  </a:lnTo>
                  <a:lnTo>
                    <a:pt x="17486" y="92700"/>
                  </a:lnTo>
                  <a:lnTo>
                    <a:pt x="15202" y="97480"/>
                  </a:lnTo>
                  <a:lnTo>
                    <a:pt x="13070" y="102329"/>
                  </a:lnTo>
                  <a:lnTo>
                    <a:pt x="11093" y="107243"/>
                  </a:lnTo>
                  <a:lnTo>
                    <a:pt x="9273" y="112218"/>
                  </a:lnTo>
                  <a:lnTo>
                    <a:pt x="7611" y="117248"/>
                  </a:lnTo>
                  <a:lnTo>
                    <a:pt x="6110" y="122328"/>
                  </a:lnTo>
                  <a:lnTo>
                    <a:pt x="4770" y="127452"/>
                  </a:lnTo>
                  <a:lnTo>
                    <a:pt x="3593" y="132617"/>
                  </a:lnTo>
                  <a:lnTo>
                    <a:pt x="2581" y="137817"/>
                  </a:lnTo>
                  <a:lnTo>
                    <a:pt x="1733" y="143045"/>
                  </a:lnTo>
                  <a:lnTo>
                    <a:pt x="1052" y="148299"/>
                  </a:lnTo>
                  <a:lnTo>
                    <a:pt x="538" y="153571"/>
                  </a:lnTo>
                  <a:lnTo>
                    <a:pt x="191" y="158856"/>
                  </a:lnTo>
                  <a:lnTo>
                    <a:pt x="11" y="164150"/>
                  </a:lnTo>
                  <a:lnTo>
                    <a:pt x="0" y="169448"/>
                  </a:lnTo>
                  <a:lnTo>
                    <a:pt x="156" y="174742"/>
                  </a:lnTo>
                  <a:lnTo>
                    <a:pt x="480" y="180030"/>
                  </a:lnTo>
                  <a:lnTo>
                    <a:pt x="971" y="185304"/>
                  </a:lnTo>
                  <a:lnTo>
                    <a:pt x="1629" y="190560"/>
                  </a:lnTo>
                  <a:lnTo>
                    <a:pt x="2453" y="195793"/>
                  </a:lnTo>
                  <a:lnTo>
                    <a:pt x="3443" y="200996"/>
                  </a:lnTo>
                  <a:lnTo>
                    <a:pt x="4597" y="206166"/>
                  </a:lnTo>
                  <a:lnTo>
                    <a:pt x="5914" y="211297"/>
                  </a:lnTo>
                  <a:lnTo>
                    <a:pt x="7393" y="216383"/>
                  </a:lnTo>
                  <a:lnTo>
                    <a:pt x="9033" y="221420"/>
                  </a:lnTo>
                  <a:lnTo>
                    <a:pt x="10831" y="226403"/>
                  </a:lnTo>
                  <a:lnTo>
                    <a:pt x="12786" y="231326"/>
                  </a:lnTo>
                  <a:lnTo>
                    <a:pt x="14897" y="236185"/>
                  </a:lnTo>
                  <a:lnTo>
                    <a:pt x="17160" y="240974"/>
                  </a:lnTo>
                  <a:lnTo>
                    <a:pt x="19573" y="245689"/>
                  </a:lnTo>
                  <a:lnTo>
                    <a:pt x="22135" y="250325"/>
                  </a:lnTo>
                  <a:lnTo>
                    <a:pt x="24843" y="254878"/>
                  </a:lnTo>
                  <a:lnTo>
                    <a:pt x="27693" y="259343"/>
                  </a:lnTo>
                  <a:lnTo>
                    <a:pt x="30684" y="263715"/>
                  </a:lnTo>
                  <a:lnTo>
                    <a:pt x="33811" y="267991"/>
                  </a:lnTo>
                  <a:lnTo>
                    <a:pt x="37073" y="272165"/>
                  </a:lnTo>
                  <a:lnTo>
                    <a:pt x="40465" y="276233"/>
                  </a:lnTo>
                  <a:lnTo>
                    <a:pt x="43984" y="280192"/>
                  </a:lnTo>
                  <a:lnTo>
                    <a:pt x="47627" y="284038"/>
                  </a:lnTo>
                  <a:lnTo>
                    <a:pt x="51390" y="287766"/>
                  </a:lnTo>
                  <a:lnTo>
                    <a:pt x="55269" y="291373"/>
                  </a:lnTo>
                  <a:lnTo>
                    <a:pt x="59260" y="294856"/>
                  </a:lnTo>
                  <a:lnTo>
                    <a:pt x="63360" y="298210"/>
                  </a:lnTo>
                  <a:lnTo>
                    <a:pt x="67564" y="301433"/>
                  </a:lnTo>
                  <a:lnTo>
                    <a:pt x="71868" y="304521"/>
                  </a:lnTo>
                  <a:lnTo>
                    <a:pt x="76268" y="307471"/>
                  </a:lnTo>
                  <a:lnTo>
                    <a:pt x="80759" y="310280"/>
                  </a:lnTo>
                  <a:lnTo>
                    <a:pt x="85337" y="312945"/>
                  </a:lnTo>
                  <a:lnTo>
                    <a:pt x="89996" y="315464"/>
                  </a:lnTo>
                  <a:lnTo>
                    <a:pt x="94734" y="317834"/>
                  </a:lnTo>
                  <a:lnTo>
                    <a:pt x="99544" y="320053"/>
                  </a:lnTo>
                  <a:lnTo>
                    <a:pt x="104422" y="322118"/>
                  </a:lnTo>
                  <a:lnTo>
                    <a:pt x="109362" y="324028"/>
                  </a:lnTo>
                  <a:lnTo>
                    <a:pt x="114361" y="325780"/>
                  </a:lnTo>
                  <a:lnTo>
                    <a:pt x="119413" y="327373"/>
                  </a:lnTo>
                  <a:lnTo>
                    <a:pt x="124513" y="328805"/>
                  </a:lnTo>
                  <a:lnTo>
                    <a:pt x="129656" y="330075"/>
                  </a:lnTo>
                  <a:lnTo>
                    <a:pt x="134836" y="331181"/>
                  </a:lnTo>
                  <a:lnTo>
                    <a:pt x="140049" y="332123"/>
                  </a:lnTo>
                  <a:lnTo>
                    <a:pt x="145289" y="332899"/>
                  </a:lnTo>
                  <a:lnTo>
                    <a:pt x="150551" y="333508"/>
                  </a:lnTo>
                  <a:lnTo>
                    <a:pt x="155829" y="333951"/>
                  </a:lnTo>
                  <a:lnTo>
                    <a:pt x="161119" y="334226"/>
                  </a:lnTo>
                  <a:lnTo>
                    <a:pt x="166415" y="334333"/>
                  </a:lnTo>
                  <a:lnTo>
                    <a:pt x="171712" y="334272"/>
                  </a:lnTo>
                  <a:lnTo>
                    <a:pt x="177004" y="334044"/>
                  </a:lnTo>
                  <a:lnTo>
                    <a:pt x="182287" y="333648"/>
                  </a:lnTo>
                  <a:lnTo>
                    <a:pt x="187554" y="333085"/>
                  </a:lnTo>
                  <a:lnTo>
                    <a:pt x="192800" y="332355"/>
                  </a:lnTo>
                  <a:lnTo>
                    <a:pt x="198021" y="331459"/>
                  </a:lnTo>
                  <a:lnTo>
                    <a:pt x="203211" y="330399"/>
                  </a:lnTo>
                  <a:lnTo>
                    <a:pt x="208365" y="329174"/>
                  </a:lnTo>
                  <a:lnTo>
                    <a:pt x="213477" y="327787"/>
                  </a:lnTo>
                  <a:lnTo>
                    <a:pt x="218543" y="326239"/>
                  </a:lnTo>
                  <a:lnTo>
                    <a:pt x="223557" y="324531"/>
                  </a:lnTo>
                  <a:lnTo>
                    <a:pt x="228514" y="322665"/>
                  </a:lnTo>
                  <a:lnTo>
                    <a:pt x="233410" y="320642"/>
                  </a:lnTo>
                  <a:lnTo>
                    <a:pt x="238240" y="318466"/>
                  </a:lnTo>
                  <a:lnTo>
                    <a:pt x="242998" y="316138"/>
                  </a:lnTo>
                  <a:lnTo>
                    <a:pt x="247680" y="313660"/>
                  </a:lnTo>
                  <a:lnTo>
                    <a:pt x="252281" y="311035"/>
                  </a:lnTo>
                  <a:lnTo>
                    <a:pt x="256796" y="308265"/>
                  </a:lnTo>
                  <a:lnTo>
                    <a:pt x="261222" y="305354"/>
                  </a:lnTo>
                  <a:lnTo>
                    <a:pt x="265553" y="302305"/>
                  </a:lnTo>
                  <a:lnTo>
                    <a:pt x="269785" y="299119"/>
                  </a:lnTo>
                  <a:lnTo>
                    <a:pt x="273914" y="295801"/>
                  </a:lnTo>
                  <a:lnTo>
                    <a:pt x="277936" y="292354"/>
                  </a:lnTo>
                  <a:lnTo>
                    <a:pt x="281847" y="288781"/>
                  </a:lnTo>
                  <a:lnTo>
                    <a:pt x="285642" y="285086"/>
                  </a:lnTo>
                  <a:lnTo>
                    <a:pt x="289319" y="281272"/>
                  </a:lnTo>
                  <a:lnTo>
                    <a:pt x="292873" y="277344"/>
                  </a:lnTo>
                  <a:lnTo>
                    <a:pt x="296300" y="273306"/>
                  </a:lnTo>
                  <a:lnTo>
                    <a:pt x="299598" y="269161"/>
                  </a:lnTo>
                  <a:lnTo>
                    <a:pt x="302763" y="264913"/>
                  </a:lnTo>
                  <a:lnTo>
                    <a:pt x="305792" y="260567"/>
                  </a:lnTo>
                  <a:lnTo>
                    <a:pt x="308682" y="256128"/>
                  </a:lnTo>
                  <a:lnTo>
                    <a:pt x="311430" y="251599"/>
                  </a:lnTo>
                  <a:lnTo>
                    <a:pt x="314032" y="246985"/>
                  </a:lnTo>
                  <a:lnTo>
                    <a:pt x="316487" y="242292"/>
                  </a:lnTo>
                  <a:lnTo>
                    <a:pt x="318793" y="237522"/>
                  </a:lnTo>
                  <a:lnTo>
                    <a:pt x="320946" y="232683"/>
                  </a:lnTo>
                  <a:lnTo>
                    <a:pt x="322944" y="227777"/>
                  </a:lnTo>
                  <a:lnTo>
                    <a:pt x="324786" y="222810"/>
                  </a:lnTo>
                  <a:lnTo>
                    <a:pt x="326470" y="217788"/>
                  </a:lnTo>
                  <a:lnTo>
                    <a:pt x="327994" y="212715"/>
                  </a:lnTo>
                  <a:lnTo>
                    <a:pt x="329356" y="207596"/>
                  </a:lnTo>
                  <a:lnTo>
                    <a:pt x="330556" y="202436"/>
                  </a:lnTo>
                  <a:lnTo>
                    <a:pt x="331591" y="197242"/>
                  </a:lnTo>
                  <a:lnTo>
                    <a:pt x="332462" y="192016"/>
                  </a:lnTo>
                  <a:lnTo>
                    <a:pt x="333166" y="186766"/>
                  </a:lnTo>
                  <a:lnTo>
                    <a:pt x="333704" y="181497"/>
                  </a:lnTo>
                  <a:lnTo>
                    <a:pt x="334074" y="176212"/>
                  </a:lnTo>
                  <a:lnTo>
                    <a:pt x="334277" y="170919"/>
                  </a:lnTo>
                  <a:lnTo>
                    <a:pt x="334312" y="165622"/>
                  </a:lnTo>
                  <a:lnTo>
                    <a:pt x="334179" y="160327"/>
                  </a:lnTo>
                  <a:lnTo>
                    <a:pt x="333878" y="155038"/>
                  </a:lnTo>
                  <a:lnTo>
                    <a:pt x="333410" y="14976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6095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2923904"/>
              <a:ext cx="166258" cy="154457"/>
            </a:xfrm>
            <a:custGeom>
              <a:avLst/>
              <a:pathLst>
                <a:path w="166258" h="154457">
                  <a:moveTo>
                    <a:pt x="166258" y="137052"/>
                  </a:moveTo>
                  <a:lnTo>
                    <a:pt x="165604" y="131651"/>
                  </a:lnTo>
                  <a:lnTo>
                    <a:pt x="164774" y="126274"/>
                  </a:lnTo>
                  <a:lnTo>
                    <a:pt x="163770" y="120927"/>
                  </a:lnTo>
                  <a:lnTo>
                    <a:pt x="162592" y="115616"/>
                  </a:lnTo>
                  <a:lnTo>
                    <a:pt x="161242" y="110346"/>
                  </a:lnTo>
                  <a:lnTo>
                    <a:pt x="159721" y="105122"/>
                  </a:lnTo>
                  <a:lnTo>
                    <a:pt x="158031" y="99951"/>
                  </a:lnTo>
                  <a:lnTo>
                    <a:pt x="156174" y="94837"/>
                  </a:lnTo>
                  <a:lnTo>
                    <a:pt x="154151" y="89787"/>
                  </a:lnTo>
                  <a:lnTo>
                    <a:pt x="151965" y="84805"/>
                  </a:lnTo>
                  <a:lnTo>
                    <a:pt x="149618" y="79897"/>
                  </a:lnTo>
                  <a:lnTo>
                    <a:pt x="147113" y="75068"/>
                  </a:lnTo>
                  <a:lnTo>
                    <a:pt x="144451" y="70323"/>
                  </a:lnTo>
                  <a:lnTo>
                    <a:pt x="141637" y="65667"/>
                  </a:lnTo>
                  <a:lnTo>
                    <a:pt x="138673" y="61105"/>
                  </a:lnTo>
                  <a:lnTo>
                    <a:pt x="135562" y="56642"/>
                  </a:lnTo>
                  <a:lnTo>
                    <a:pt x="132307" y="52282"/>
                  </a:lnTo>
                  <a:lnTo>
                    <a:pt x="128912" y="48031"/>
                  </a:lnTo>
                  <a:lnTo>
                    <a:pt x="125381" y="43892"/>
                  </a:lnTo>
                  <a:lnTo>
                    <a:pt x="121716" y="39871"/>
                  </a:lnTo>
                  <a:lnTo>
                    <a:pt x="117923" y="35971"/>
                  </a:lnTo>
                  <a:lnTo>
                    <a:pt x="114005" y="32196"/>
                  </a:lnTo>
                  <a:lnTo>
                    <a:pt x="109967" y="28551"/>
                  </a:lnTo>
                  <a:lnTo>
                    <a:pt x="105811" y="25040"/>
                  </a:lnTo>
                  <a:lnTo>
                    <a:pt x="101544" y="21665"/>
                  </a:lnTo>
                  <a:lnTo>
                    <a:pt x="97169" y="18431"/>
                  </a:lnTo>
                  <a:lnTo>
                    <a:pt x="92691" y="15341"/>
                  </a:lnTo>
                  <a:lnTo>
                    <a:pt x="88115" y="12399"/>
                  </a:lnTo>
                  <a:lnTo>
                    <a:pt x="83446" y="9607"/>
                  </a:lnTo>
                  <a:lnTo>
                    <a:pt x="78688" y="6968"/>
                  </a:lnTo>
                  <a:lnTo>
                    <a:pt x="73847" y="4485"/>
                  </a:lnTo>
                  <a:lnTo>
                    <a:pt x="68928" y="2162"/>
                  </a:lnTo>
                  <a:lnTo>
                    <a:pt x="63936" y="0"/>
                  </a:lnTo>
                  <a:lnTo>
                    <a:pt x="0" y="154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2911194"/>
              <a:ext cx="63936" cy="167167"/>
            </a:xfrm>
            <a:custGeom>
              <a:avLst/>
              <a:pathLst>
                <a:path w="63936" h="167167">
                  <a:moveTo>
                    <a:pt x="63936" y="12710"/>
                  </a:moveTo>
                  <a:lnTo>
                    <a:pt x="58385" y="10527"/>
                  </a:lnTo>
                  <a:lnTo>
                    <a:pt x="52761" y="8544"/>
                  </a:lnTo>
                  <a:lnTo>
                    <a:pt x="47069" y="6763"/>
                  </a:lnTo>
                  <a:lnTo>
                    <a:pt x="41317" y="5186"/>
                  </a:lnTo>
                  <a:lnTo>
                    <a:pt x="35513" y="3815"/>
                  </a:lnTo>
                  <a:lnTo>
                    <a:pt x="29663" y="2652"/>
                  </a:lnTo>
                  <a:lnTo>
                    <a:pt x="23776" y="1699"/>
                  </a:lnTo>
                  <a:lnTo>
                    <a:pt x="17858" y="956"/>
                  </a:lnTo>
                  <a:lnTo>
                    <a:pt x="11918" y="425"/>
                  </a:lnTo>
                  <a:lnTo>
                    <a:pt x="596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358825" y="3429590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6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2" y="11915"/>
                  </a:lnTo>
                  <a:lnTo>
                    <a:pt x="100289" y="13955"/>
                  </a:lnTo>
                  <a:lnTo>
                    <a:pt x="95474" y="16148"/>
                  </a:lnTo>
                  <a:lnTo>
                    <a:pt x="90730" y="18492"/>
                  </a:lnTo>
                  <a:lnTo>
                    <a:pt x="86063" y="20986"/>
                  </a:lnTo>
                  <a:lnTo>
                    <a:pt x="81477" y="23625"/>
                  </a:lnTo>
                  <a:lnTo>
                    <a:pt x="76977" y="26409"/>
                  </a:lnTo>
                  <a:lnTo>
                    <a:pt x="72567" y="29334"/>
                  </a:lnTo>
                  <a:lnTo>
                    <a:pt x="68252" y="32396"/>
                  </a:lnTo>
                  <a:lnTo>
                    <a:pt x="64036" y="35594"/>
                  </a:lnTo>
                  <a:lnTo>
                    <a:pt x="59924" y="38924"/>
                  </a:lnTo>
                  <a:lnTo>
                    <a:pt x="55918" y="42382"/>
                  </a:lnTo>
                  <a:lnTo>
                    <a:pt x="52025" y="45965"/>
                  </a:lnTo>
                  <a:lnTo>
                    <a:pt x="48247" y="49669"/>
                  </a:lnTo>
                  <a:lnTo>
                    <a:pt x="44587" y="53491"/>
                  </a:lnTo>
                  <a:lnTo>
                    <a:pt x="41051" y="57428"/>
                  </a:lnTo>
                  <a:lnTo>
                    <a:pt x="37641" y="61474"/>
                  </a:lnTo>
                  <a:lnTo>
                    <a:pt x="34361" y="65626"/>
                  </a:lnTo>
                  <a:lnTo>
                    <a:pt x="31214" y="69879"/>
                  </a:lnTo>
                  <a:lnTo>
                    <a:pt x="28203" y="74231"/>
                  </a:lnTo>
                  <a:lnTo>
                    <a:pt x="25331" y="78675"/>
                  </a:lnTo>
                  <a:lnTo>
                    <a:pt x="22601" y="83208"/>
                  </a:lnTo>
                  <a:lnTo>
                    <a:pt x="20016" y="87825"/>
                  </a:lnTo>
                  <a:lnTo>
                    <a:pt x="17579" y="92521"/>
                  </a:lnTo>
                  <a:lnTo>
                    <a:pt x="15291" y="97293"/>
                  </a:lnTo>
                  <a:lnTo>
                    <a:pt x="13156" y="102134"/>
                  </a:lnTo>
                  <a:lnTo>
                    <a:pt x="11175" y="107041"/>
                  </a:lnTo>
                  <a:lnTo>
                    <a:pt x="9350" y="112008"/>
                  </a:lnTo>
                  <a:lnTo>
                    <a:pt x="7683" y="117030"/>
                  </a:lnTo>
                  <a:lnTo>
                    <a:pt x="6176" y="122102"/>
                  </a:lnTo>
                  <a:lnTo>
                    <a:pt x="4831" y="127219"/>
                  </a:lnTo>
                  <a:lnTo>
                    <a:pt x="3648" y="132377"/>
                  </a:lnTo>
                  <a:lnTo>
                    <a:pt x="2629" y="137569"/>
                  </a:lnTo>
                  <a:lnTo>
                    <a:pt x="1774" y="142791"/>
                  </a:lnTo>
                  <a:lnTo>
                    <a:pt x="1086" y="148038"/>
                  </a:lnTo>
                  <a:lnTo>
                    <a:pt x="563" y="153303"/>
                  </a:lnTo>
                  <a:lnTo>
                    <a:pt x="208" y="158583"/>
                  </a:lnTo>
                  <a:lnTo>
                    <a:pt x="20" y="163871"/>
                  </a:lnTo>
                  <a:lnTo>
                    <a:pt x="0" y="169162"/>
                  </a:lnTo>
                  <a:lnTo>
                    <a:pt x="146" y="174451"/>
                  </a:lnTo>
                  <a:lnTo>
                    <a:pt x="461" y="179733"/>
                  </a:lnTo>
                  <a:lnTo>
                    <a:pt x="942" y="185003"/>
                  </a:lnTo>
                  <a:lnTo>
                    <a:pt x="1590" y="190254"/>
                  </a:lnTo>
                  <a:lnTo>
                    <a:pt x="2403" y="195483"/>
                  </a:lnTo>
                  <a:lnTo>
                    <a:pt x="3382" y="200683"/>
                  </a:lnTo>
                  <a:lnTo>
                    <a:pt x="4525" y="205850"/>
                  </a:lnTo>
                  <a:lnTo>
                    <a:pt x="5831" y="210977"/>
                  </a:lnTo>
                  <a:lnTo>
                    <a:pt x="7298" y="216061"/>
                  </a:lnTo>
                  <a:lnTo>
                    <a:pt x="8925" y="221096"/>
                  </a:lnTo>
                  <a:lnTo>
                    <a:pt x="10712" y="226077"/>
                  </a:lnTo>
                  <a:lnTo>
                    <a:pt x="12654" y="230999"/>
                  </a:lnTo>
                  <a:lnTo>
                    <a:pt x="14752" y="235857"/>
                  </a:lnTo>
                  <a:lnTo>
                    <a:pt x="17002" y="240646"/>
                  </a:lnTo>
                  <a:lnTo>
                    <a:pt x="19403" y="245361"/>
                  </a:lnTo>
                  <a:lnTo>
                    <a:pt x="21952" y="249998"/>
                  </a:lnTo>
                  <a:lnTo>
                    <a:pt x="24646" y="254552"/>
                  </a:lnTo>
                  <a:lnTo>
                    <a:pt x="27483" y="259019"/>
                  </a:lnTo>
                  <a:lnTo>
                    <a:pt x="30460" y="263393"/>
                  </a:lnTo>
                  <a:lnTo>
                    <a:pt x="33574" y="267671"/>
                  </a:lnTo>
                  <a:lnTo>
                    <a:pt x="36822" y="271849"/>
                  </a:lnTo>
                  <a:lnTo>
                    <a:pt x="40201" y="275921"/>
                  </a:lnTo>
                  <a:lnTo>
                    <a:pt x="43706" y="279885"/>
                  </a:lnTo>
                  <a:lnTo>
                    <a:pt x="47335" y="283735"/>
                  </a:lnTo>
                  <a:lnTo>
                    <a:pt x="51085" y="287469"/>
                  </a:lnTo>
                  <a:lnTo>
                    <a:pt x="54950" y="291083"/>
                  </a:lnTo>
                  <a:lnTo>
                    <a:pt x="58928" y="294572"/>
                  </a:lnTo>
                  <a:lnTo>
                    <a:pt x="63015" y="297933"/>
                  </a:lnTo>
                  <a:lnTo>
                    <a:pt x="67206" y="301164"/>
                  </a:lnTo>
                  <a:lnTo>
                    <a:pt x="71497" y="304260"/>
                  </a:lnTo>
                  <a:lnTo>
                    <a:pt x="75884" y="307219"/>
                  </a:lnTo>
                  <a:lnTo>
                    <a:pt x="80362" y="310037"/>
                  </a:lnTo>
                  <a:lnTo>
                    <a:pt x="84927" y="312713"/>
                  </a:lnTo>
                  <a:lnTo>
                    <a:pt x="89575" y="315242"/>
                  </a:lnTo>
                  <a:lnTo>
                    <a:pt x="94300" y="317623"/>
                  </a:lnTo>
                  <a:lnTo>
                    <a:pt x="99098" y="319854"/>
                  </a:lnTo>
                  <a:lnTo>
                    <a:pt x="103965" y="321931"/>
                  </a:lnTo>
                  <a:lnTo>
                    <a:pt x="108895" y="323854"/>
                  </a:lnTo>
                  <a:lnTo>
                    <a:pt x="113883" y="325619"/>
                  </a:lnTo>
                  <a:lnTo>
                    <a:pt x="118925" y="327226"/>
                  </a:lnTo>
                  <a:lnTo>
                    <a:pt x="124014" y="328672"/>
                  </a:lnTo>
                  <a:lnTo>
                    <a:pt x="129148" y="329956"/>
                  </a:lnTo>
                  <a:lnTo>
                    <a:pt x="134319" y="331078"/>
                  </a:lnTo>
                  <a:lnTo>
                    <a:pt x="139523" y="332035"/>
                  </a:lnTo>
                  <a:lnTo>
                    <a:pt x="144755" y="332827"/>
                  </a:lnTo>
                  <a:lnTo>
                    <a:pt x="150009" y="333453"/>
                  </a:lnTo>
                  <a:lnTo>
                    <a:pt x="155280" y="333912"/>
                  </a:lnTo>
                  <a:lnTo>
                    <a:pt x="160564" y="334204"/>
                  </a:lnTo>
                  <a:lnTo>
                    <a:pt x="165854" y="334329"/>
                  </a:lnTo>
                  <a:lnTo>
                    <a:pt x="171145" y="334287"/>
                  </a:lnTo>
                  <a:lnTo>
                    <a:pt x="176432" y="334077"/>
                  </a:lnTo>
                  <a:lnTo>
                    <a:pt x="181710" y="333700"/>
                  </a:lnTo>
                  <a:lnTo>
                    <a:pt x="186973" y="333155"/>
                  </a:lnTo>
                  <a:lnTo>
                    <a:pt x="192217" y="332445"/>
                  </a:lnTo>
                  <a:lnTo>
                    <a:pt x="197435" y="331569"/>
                  </a:lnTo>
                  <a:lnTo>
                    <a:pt x="202623" y="330528"/>
                  </a:lnTo>
                  <a:lnTo>
                    <a:pt x="207776" y="329324"/>
                  </a:lnTo>
                  <a:lnTo>
                    <a:pt x="212888" y="327957"/>
                  </a:lnTo>
                  <a:lnTo>
                    <a:pt x="217954" y="326429"/>
                  </a:lnTo>
                  <a:lnTo>
                    <a:pt x="222969" y="324742"/>
                  </a:lnTo>
                  <a:lnTo>
                    <a:pt x="227928" y="322896"/>
                  </a:lnTo>
                  <a:lnTo>
                    <a:pt x="232826" y="320895"/>
                  </a:lnTo>
                  <a:lnTo>
                    <a:pt x="237659" y="318739"/>
                  </a:lnTo>
                  <a:lnTo>
                    <a:pt x="242421" y="316432"/>
                  </a:lnTo>
                  <a:lnTo>
                    <a:pt x="247107" y="313975"/>
                  </a:lnTo>
                  <a:lnTo>
                    <a:pt x="251713" y="311371"/>
                  </a:lnTo>
                  <a:lnTo>
                    <a:pt x="256235" y="308623"/>
                  </a:lnTo>
                  <a:lnTo>
                    <a:pt x="260667" y="305733"/>
                  </a:lnTo>
                  <a:lnTo>
                    <a:pt x="265006" y="302704"/>
                  </a:lnTo>
                  <a:lnTo>
                    <a:pt x="269247" y="299539"/>
                  </a:lnTo>
                  <a:lnTo>
                    <a:pt x="273385" y="296241"/>
                  </a:lnTo>
                  <a:lnTo>
                    <a:pt x="277417" y="292814"/>
                  </a:lnTo>
                  <a:lnTo>
                    <a:pt x="281338" y="289262"/>
                  </a:lnTo>
                  <a:lnTo>
                    <a:pt x="285145" y="285587"/>
                  </a:lnTo>
                  <a:lnTo>
                    <a:pt x="288834" y="281793"/>
                  </a:lnTo>
                  <a:lnTo>
                    <a:pt x="292401" y="277885"/>
                  </a:lnTo>
                  <a:lnTo>
                    <a:pt x="295842" y="273865"/>
                  </a:lnTo>
                  <a:lnTo>
                    <a:pt x="299155" y="269739"/>
                  </a:lnTo>
                  <a:lnTo>
                    <a:pt x="302335" y="265510"/>
                  </a:lnTo>
                  <a:lnTo>
                    <a:pt x="305380" y="261182"/>
                  </a:lnTo>
                  <a:lnTo>
                    <a:pt x="308286" y="256760"/>
                  </a:lnTo>
                  <a:lnTo>
                    <a:pt x="311051" y="252249"/>
                  </a:lnTo>
                  <a:lnTo>
                    <a:pt x="313672" y="247652"/>
                  </a:lnTo>
                  <a:lnTo>
                    <a:pt x="316145" y="242975"/>
                  </a:lnTo>
                  <a:lnTo>
                    <a:pt x="318470" y="238221"/>
                  </a:lnTo>
                  <a:lnTo>
                    <a:pt x="320643" y="233397"/>
                  </a:lnTo>
                  <a:lnTo>
                    <a:pt x="322662" y="228506"/>
                  </a:lnTo>
                  <a:lnTo>
                    <a:pt x="324526" y="223553"/>
                  </a:lnTo>
                  <a:lnTo>
                    <a:pt x="326232" y="218544"/>
                  </a:lnTo>
                  <a:lnTo>
                    <a:pt x="327778" y="213484"/>
                  </a:lnTo>
                  <a:lnTo>
                    <a:pt x="329163" y="208377"/>
                  </a:lnTo>
                  <a:lnTo>
                    <a:pt x="330386" y="203229"/>
                  </a:lnTo>
                  <a:lnTo>
                    <a:pt x="331446" y="198045"/>
                  </a:lnTo>
                  <a:lnTo>
                    <a:pt x="332341" y="192829"/>
                  </a:lnTo>
                  <a:lnTo>
                    <a:pt x="333070" y="187589"/>
                  </a:lnTo>
                  <a:lnTo>
                    <a:pt x="333634" y="182327"/>
                  </a:lnTo>
                  <a:lnTo>
                    <a:pt x="334030" y="177051"/>
                  </a:lnTo>
                  <a:lnTo>
                    <a:pt x="334259" y="171764"/>
                  </a:lnTo>
                  <a:lnTo>
                    <a:pt x="334321" y="166473"/>
                  </a:lnTo>
                  <a:lnTo>
                    <a:pt x="334215" y="161183"/>
                  </a:lnTo>
                  <a:lnTo>
                    <a:pt x="333942" y="155899"/>
                  </a:lnTo>
                  <a:lnTo>
                    <a:pt x="333502" y="150626"/>
                  </a:lnTo>
                  <a:lnTo>
                    <a:pt x="332895" y="145369"/>
                  </a:lnTo>
                  <a:lnTo>
                    <a:pt x="332122" y="140134"/>
                  </a:lnTo>
                  <a:lnTo>
                    <a:pt x="331184" y="134927"/>
                  </a:lnTo>
                  <a:lnTo>
                    <a:pt x="330082" y="129752"/>
                  </a:lnTo>
                  <a:lnTo>
                    <a:pt x="328816" y="124614"/>
                  </a:lnTo>
                  <a:lnTo>
                    <a:pt x="327388" y="119519"/>
                  </a:lnTo>
                  <a:lnTo>
                    <a:pt x="325800" y="114471"/>
                  </a:lnTo>
                  <a:lnTo>
                    <a:pt x="324052" y="109477"/>
                  </a:lnTo>
                  <a:lnTo>
                    <a:pt x="322148" y="104540"/>
                  </a:lnTo>
                  <a:lnTo>
                    <a:pt x="320088" y="99666"/>
                  </a:lnTo>
                  <a:lnTo>
                    <a:pt x="317875" y="94859"/>
                  </a:lnTo>
                  <a:lnTo>
                    <a:pt x="315511" y="90125"/>
                  </a:lnTo>
                  <a:lnTo>
                    <a:pt x="312999" y="85469"/>
                  </a:lnTo>
                  <a:lnTo>
                    <a:pt x="310340" y="80894"/>
                  </a:lnTo>
                  <a:lnTo>
                    <a:pt x="307538" y="76405"/>
                  </a:lnTo>
                  <a:lnTo>
                    <a:pt x="304595" y="72008"/>
                  </a:lnTo>
                  <a:lnTo>
                    <a:pt x="301514" y="67705"/>
                  </a:lnTo>
                  <a:lnTo>
                    <a:pt x="298299" y="63503"/>
                  </a:lnTo>
                  <a:lnTo>
                    <a:pt x="294952" y="59404"/>
                  </a:lnTo>
                  <a:lnTo>
                    <a:pt x="291478" y="55414"/>
                  </a:lnTo>
                  <a:lnTo>
                    <a:pt x="287879" y="51535"/>
                  </a:lnTo>
                  <a:lnTo>
                    <a:pt x="284158" y="47772"/>
                  </a:lnTo>
                  <a:lnTo>
                    <a:pt x="280321" y="44129"/>
                  </a:lnTo>
                  <a:lnTo>
                    <a:pt x="276370" y="40609"/>
                  </a:lnTo>
                  <a:lnTo>
                    <a:pt x="272310" y="3721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66806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7845"/>
              <a:ext cx="105154" cy="138911"/>
            </a:xfrm>
            <a:custGeom>
              <a:avLst/>
              <a:pathLst>
                <a:path w="105154" h="138911">
                  <a:moveTo>
                    <a:pt x="105154" y="8960"/>
                  </a:moveTo>
                  <a:lnTo>
                    <a:pt x="92996" y="0"/>
                  </a:lnTo>
                  <a:lnTo>
                    <a:pt x="0" y="138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29590"/>
              <a:ext cx="92996" cy="167167"/>
            </a:xfrm>
            <a:custGeom>
              <a:avLst/>
              <a:pathLst>
                <a:path w="92996" h="167167">
                  <a:moveTo>
                    <a:pt x="92996" y="28255"/>
                  </a:moveTo>
                  <a:lnTo>
                    <a:pt x="88121" y="25112"/>
                  </a:lnTo>
                  <a:lnTo>
                    <a:pt x="83139" y="22140"/>
                  </a:lnTo>
                  <a:lnTo>
                    <a:pt x="78057" y="19343"/>
                  </a:lnTo>
                  <a:lnTo>
                    <a:pt x="72882" y="16724"/>
                  </a:lnTo>
                  <a:lnTo>
                    <a:pt x="67618" y="14286"/>
                  </a:lnTo>
                  <a:lnTo>
                    <a:pt x="62273" y="12032"/>
                  </a:lnTo>
                  <a:lnTo>
                    <a:pt x="56853" y="9964"/>
                  </a:lnTo>
                  <a:lnTo>
                    <a:pt x="51365" y="8087"/>
                  </a:lnTo>
                  <a:lnTo>
                    <a:pt x="45814" y="6400"/>
                  </a:lnTo>
                  <a:lnTo>
                    <a:pt x="40209" y="4907"/>
                  </a:lnTo>
                  <a:lnTo>
                    <a:pt x="34555" y="3610"/>
                  </a:lnTo>
                  <a:lnTo>
                    <a:pt x="28860" y="2510"/>
                  </a:lnTo>
                  <a:lnTo>
                    <a:pt x="23129" y="1607"/>
                  </a:lnTo>
                  <a:lnTo>
                    <a:pt x="17371" y="905"/>
                  </a:lnTo>
                  <a:lnTo>
                    <a:pt x="11592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478587" y="3934012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4" y="336"/>
                  </a:lnTo>
                  <a:lnTo>
                    <a:pt x="151256" y="756"/>
                  </a:lnTo>
                  <a:lnTo>
                    <a:pt x="145984" y="1344"/>
                  </a:lnTo>
                  <a:lnTo>
                    <a:pt x="140734" y="2099"/>
                  </a:lnTo>
                  <a:lnTo>
                    <a:pt x="135510" y="3020"/>
                  </a:lnTo>
                  <a:lnTo>
                    <a:pt x="130318" y="4107"/>
                  </a:lnTo>
                  <a:lnTo>
                    <a:pt x="125163" y="5357"/>
                  </a:lnTo>
                  <a:lnTo>
                    <a:pt x="120050" y="6771"/>
                  </a:lnTo>
                  <a:lnTo>
                    <a:pt x="114985" y="8346"/>
                  </a:lnTo>
                  <a:lnTo>
                    <a:pt x="109972" y="10081"/>
                  </a:lnTo>
                  <a:lnTo>
                    <a:pt x="105017" y="11974"/>
                  </a:lnTo>
                  <a:lnTo>
                    <a:pt x="100124" y="14023"/>
                  </a:lnTo>
                  <a:lnTo>
                    <a:pt x="95299" y="16226"/>
                  </a:lnTo>
                  <a:lnTo>
                    <a:pt x="90547" y="18582"/>
                  </a:lnTo>
                  <a:lnTo>
                    <a:pt x="85871" y="21087"/>
                  </a:lnTo>
                  <a:lnTo>
                    <a:pt x="81277" y="23739"/>
                  </a:lnTo>
                  <a:lnTo>
                    <a:pt x="76770" y="26536"/>
                  </a:lnTo>
                  <a:lnTo>
                    <a:pt x="72353" y="29474"/>
                  </a:lnTo>
                  <a:lnTo>
                    <a:pt x="68032" y="32551"/>
                  </a:lnTo>
                  <a:lnTo>
                    <a:pt x="63811" y="35763"/>
                  </a:lnTo>
                  <a:lnTo>
                    <a:pt x="59694" y="39108"/>
                  </a:lnTo>
                  <a:lnTo>
                    <a:pt x="55685" y="42582"/>
                  </a:lnTo>
                  <a:lnTo>
                    <a:pt x="51789" y="46181"/>
                  </a:lnTo>
                  <a:lnTo>
                    <a:pt x="48008" y="49902"/>
                  </a:lnTo>
                  <a:lnTo>
                    <a:pt x="44348" y="53741"/>
                  </a:lnTo>
                  <a:lnTo>
                    <a:pt x="40811" y="57694"/>
                  </a:lnTo>
                  <a:lnTo>
                    <a:pt x="37401" y="61757"/>
                  </a:lnTo>
                  <a:lnTo>
                    <a:pt x="34122" y="65927"/>
                  </a:lnTo>
                  <a:lnTo>
                    <a:pt x="30977" y="70198"/>
                  </a:lnTo>
                  <a:lnTo>
                    <a:pt x="27969" y="74567"/>
                  </a:lnTo>
                  <a:lnTo>
                    <a:pt x="25101" y="79030"/>
                  </a:lnTo>
                  <a:lnTo>
                    <a:pt x="22376" y="83581"/>
                  </a:lnTo>
                  <a:lnTo>
                    <a:pt x="19797" y="88216"/>
                  </a:lnTo>
                  <a:lnTo>
                    <a:pt x="17366" y="92931"/>
                  </a:lnTo>
                  <a:lnTo>
                    <a:pt x="15086" y="97720"/>
                  </a:lnTo>
                  <a:lnTo>
                    <a:pt x="12960" y="102580"/>
                  </a:lnTo>
                  <a:lnTo>
                    <a:pt x="10988" y="107504"/>
                  </a:lnTo>
                  <a:lnTo>
                    <a:pt x="9174" y="112489"/>
                  </a:lnTo>
                  <a:lnTo>
                    <a:pt x="7518" y="117528"/>
                  </a:lnTo>
                  <a:lnTo>
                    <a:pt x="6024" y="122618"/>
                  </a:lnTo>
                  <a:lnTo>
                    <a:pt x="4692" y="127752"/>
                  </a:lnTo>
                  <a:lnTo>
                    <a:pt x="3523" y="132926"/>
                  </a:lnTo>
                  <a:lnTo>
                    <a:pt x="2519" y="138135"/>
                  </a:lnTo>
                  <a:lnTo>
                    <a:pt x="1681" y="143373"/>
                  </a:lnTo>
                  <a:lnTo>
                    <a:pt x="1009" y="148634"/>
                  </a:lnTo>
                  <a:lnTo>
                    <a:pt x="505" y="153915"/>
                  </a:lnTo>
                  <a:lnTo>
                    <a:pt x="168" y="159209"/>
                  </a:lnTo>
                  <a:lnTo>
                    <a:pt x="0" y="164510"/>
                  </a:lnTo>
                  <a:lnTo>
                    <a:pt x="0" y="169815"/>
                  </a:lnTo>
                  <a:lnTo>
                    <a:pt x="168" y="175117"/>
                  </a:lnTo>
                  <a:lnTo>
                    <a:pt x="504" y="180410"/>
                  </a:lnTo>
                  <a:lnTo>
                    <a:pt x="1008" y="185691"/>
                  </a:lnTo>
                  <a:lnTo>
                    <a:pt x="1679" y="190953"/>
                  </a:lnTo>
                  <a:lnTo>
                    <a:pt x="2517" y="196191"/>
                  </a:lnTo>
                  <a:lnTo>
                    <a:pt x="3521" y="201399"/>
                  </a:lnTo>
                  <a:lnTo>
                    <a:pt x="4690" y="206573"/>
                  </a:lnTo>
                  <a:lnTo>
                    <a:pt x="6022" y="211708"/>
                  </a:lnTo>
                  <a:lnTo>
                    <a:pt x="7516" y="216797"/>
                  </a:lnTo>
                  <a:lnTo>
                    <a:pt x="9171" y="221837"/>
                  </a:lnTo>
                  <a:lnTo>
                    <a:pt x="10985" y="226822"/>
                  </a:lnTo>
                  <a:lnTo>
                    <a:pt x="12956" y="231746"/>
                  </a:lnTo>
                  <a:lnTo>
                    <a:pt x="15083" y="236606"/>
                  </a:lnTo>
                  <a:lnTo>
                    <a:pt x="17362" y="241395"/>
                  </a:lnTo>
                  <a:lnTo>
                    <a:pt x="19793" y="246110"/>
                  </a:lnTo>
                  <a:lnTo>
                    <a:pt x="22372" y="250746"/>
                  </a:lnTo>
                  <a:lnTo>
                    <a:pt x="25096" y="255297"/>
                  </a:lnTo>
                  <a:lnTo>
                    <a:pt x="27964" y="259759"/>
                  </a:lnTo>
                  <a:lnTo>
                    <a:pt x="30972" y="264129"/>
                  </a:lnTo>
                  <a:lnTo>
                    <a:pt x="34117" y="268400"/>
                  </a:lnTo>
                  <a:lnTo>
                    <a:pt x="37396" y="272570"/>
                  </a:lnTo>
                  <a:lnTo>
                    <a:pt x="40805" y="276634"/>
                  </a:lnTo>
                  <a:lnTo>
                    <a:pt x="44342" y="280587"/>
                  </a:lnTo>
                  <a:lnTo>
                    <a:pt x="48002" y="284426"/>
                  </a:lnTo>
                  <a:lnTo>
                    <a:pt x="51782" y="288147"/>
                  </a:lnTo>
                  <a:lnTo>
                    <a:pt x="55679" y="291746"/>
                  </a:lnTo>
                  <a:lnTo>
                    <a:pt x="59688" y="295220"/>
                  </a:lnTo>
                  <a:lnTo>
                    <a:pt x="63805" y="298565"/>
                  </a:lnTo>
                  <a:lnTo>
                    <a:pt x="68025" y="301778"/>
                  </a:lnTo>
                  <a:lnTo>
                    <a:pt x="72346" y="304855"/>
                  </a:lnTo>
                  <a:lnTo>
                    <a:pt x="76762" y="307793"/>
                  </a:lnTo>
                  <a:lnTo>
                    <a:pt x="81270" y="310590"/>
                  </a:lnTo>
                  <a:lnTo>
                    <a:pt x="85863" y="313243"/>
                  </a:lnTo>
                  <a:lnTo>
                    <a:pt x="90539" y="315748"/>
                  </a:lnTo>
                  <a:lnTo>
                    <a:pt x="95292" y="318104"/>
                  </a:lnTo>
                  <a:lnTo>
                    <a:pt x="100117" y="320307"/>
                  </a:lnTo>
                  <a:lnTo>
                    <a:pt x="105009" y="322357"/>
                  </a:lnTo>
                  <a:lnTo>
                    <a:pt x="109964" y="324250"/>
                  </a:lnTo>
                  <a:lnTo>
                    <a:pt x="114977" y="325985"/>
                  </a:lnTo>
                  <a:lnTo>
                    <a:pt x="120042" y="327561"/>
                  </a:lnTo>
                  <a:lnTo>
                    <a:pt x="125154" y="328974"/>
                  </a:lnTo>
                  <a:lnTo>
                    <a:pt x="130309" y="330225"/>
                  </a:lnTo>
                  <a:lnTo>
                    <a:pt x="135501" y="331312"/>
                  </a:lnTo>
                  <a:lnTo>
                    <a:pt x="140725" y="332233"/>
                  </a:lnTo>
                  <a:lnTo>
                    <a:pt x="145976" y="332988"/>
                  </a:lnTo>
                  <a:lnTo>
                    <a:pt x="151247" y="333577"/>
                  </a:lnTo>
                  <a:lnTo>
                    <a:pt x="156535" y="333997"/>
                  </a:lnTo>
                  <a:lnTo>
                    <a:pt x="161834" y="334250"/>
                  </a:lnTo>
                  <a:lnTo>
                    <a:pt x="167137" y="334334"/>
                  </a:lnTo>
                  <a:lnTo>
                    <a:pt x="172441" y="334250"/>
                  </a:lnTo>
                  <a:lnTo>
                    <a:pt x="177740" y="333998"/>
                  </a:lnTo>
                  <a:lnTo>
                    <a:pt x="183027" y="333578"/>
                  </a:lnTo>
                  <a:lnTo>
                    <a:pt x="188299" y="332991"/>
                  </a:lnTo>
                  <a:lnTo>
                    <a:pt x="193550" y="332236"/>
                  </a:lnTo>
                  <a:lnTo>
                    <a:pt x="198774" y="331315"/>
                  </a:lnTo>
                  <a:lnTo>
                    <a:pt x="203966" y="330229"/>
                  </a:lnTo>
                  <a:lnTo>
                    <a:pt x="209121" y="328979"/>
                  </a:lnTo>
                  <a:lnTo>
                    <a:pt x="214233" y="327566"/>
                  </a:lnTo>
                  <a:lnTo>
                    <a:pt x="219299" y="325991"/>
                  </a:lnTo>
                  <a:lnTo>
                    <a:pt x="224312" y="324256"/>
                  </a:lnTo>
                  <a:lnTo>
                    <a:pt x="229267" y="322363"/>
                  </a:lnTo>
                  <a:lnTo>
                    <a:pt x="234160" y="320314"/>
                  </a:lnTo>
                  <a:lnTo>
                    <a:pt x="238985" y="318111"/>
                  </a:lnTo>
                  <a:lnTo>
                    <a:pt x="243738" y="315756"/>
                  </a:lnTo>
                  <a:lnTo>
                    <a:pt x="248413" y="313251"/>
                  </a:lnTo>
                  <a:lnTo>
                    <a:pt x="253007" y="310599"/>
                  </a:lnTo>
                  <a:lnTo>
                    <a:pt x="257515" y="307803"/>
                  </a:lnTo>
                  <a:lnTo>
                    <a:pt x="261931" y="304865"/>
                  </a:lnTo>
                  <a:lnTo>
                    <a:pt x="266252" y="301788"/>
                  </a:lnTo>
                  <a:lnTo>
                    <a:pt x="270474" y="298576"/>
                  </a:lnTo>
                  <a:lnTo>
                    <a:pt x="274591" y="295231"/>
                  </a:lnTo>
                  <a:lnTo>
                    <a:pt x="278600" y="291758"/>
                  </a:lnTo>
                  <a:lnTo>
                    <a:pt x="282497" y="288159"/>
                  </a:lnTo>
                  <a:lnTo>
                    <a:pt x="286278" y="284438"/>
                  </a:lnTo>
                  <a:lnTo>
                    <a:pt x="289938" y="280600"/>
                  </a:lnTo>
                  <a:lnTo>
                    <a:pt x="293475" y="276647"/>
                  </a:lnTo>
                  <a:lnTo>
                    <a:pt x="296885" y="272583"/>
                  </a:lnTo>
                  <a:lnTo>
                    <a:pt x="300165" y="268414"/>
                  </a:lnTo>
                  <a:lnTo>
                    <a:pt x="303310" y="264143"/>
                  </a:lnTo>
                  <a:lnTo>
                    <a:pt x="306318" y="259774"/>
                  </a:lnTo>
                  <a:lnTo>
                    <a:pt x="309186" y="255312"/>
                  </a:lnTo>
                  <a:lnTo>
                    <a:pt x="311911" y="250761"/>
                  </a:lnTo>
                  <a:lnTo>
                    <a:pt x="314491" y="246126"/>
                  </a:lnTo>
                  <a:lnTo>
                    <a:pt x="316922" y="241411"/>
                  </a:lnTo>
                  <a:lnTo>
                    <a:pt x="319202" y="236622"/>
                  </a:lnTo>
                  <a:lnTo>
                    <a:pt x="321329" y="231762"/>
                  </a:lnTo>
                  <a:lnTo>
                    <a:pt x="323301" y="226838"/>
                  </a:lnTo>
                  <a:lnTo>
                    <a:pt x="325115" y="221853"/>
                  </a:lnTo>
                  <a:lnTo>
                    <a:pt x="326771" y="216814"/>
                  </a:lnTo>
                  <a:lnTo>
                    <a:pt x="328266" y="211725"/>
                  </a:lnTo>
                  <a:lnTo>
                    <a:pt x="329598" y="206590"/>
                  </a:lnTo>
                  <a:lnTo>
                    <a:pt x="330767" y="201416"/>
                  </a:lnTo>
                  <a:lnTo>
                    <a:pt x="331772" y="196208"/>
                  </a:lnTo>
                  <a:lnTo>
                    <a:pt x="332610" y="190970"/>
                  </a:lnTo>
                  <a:lnTo>
                    <a:pt x="333282" y="185708"/>
                  </a:lnTo>
                  <a:lnTo>
                    <a:pt x="333787" y="180428"/>
                  </a:lnTo>
                  <a:lnTo>
                    <a:pt x="334123" y="175134"/>
                  </a:lnTo>
                  <a:lnTo>
                    <a:pt x="334292" y="169832"/>
                  </a:lnTo>
                  <a:lnTo>
                    <a:pt x="334293" y="164528"/>
                  </a:lnTo>
                  <a:lnTo>
                    <a:pt x="334125" y="159226"/>
                  </a:lnTo>
                  <a:lnTo>
                    <a:pt x="333789" y="153932"/>
                  </a:lnTo>
                  <a:lnTo>
                    <a:pt x="333285" y="148652"/>
                  </a:lnTo>
                  <a:lnTo>
                    <a:pt x="332614" y="143390"/>
                  </a:lnTo>
                  <a:lnTo>
                    <a:pt x="331776" y="138152"/>
                  </a:lnTo>
                  <a:lnTo>
                    <a:pt x="330773" y="132943"/>
                  </a:lnTo>
                  <a:lnTo>
                    <a:pt x="329604" y="127769"/>
                  </a:lnTo>
                  <a:lnTo>
                    <a:pt x="328273" y="122634"/>
                  </a:lnTo>
                  <a:lnTo>
                    <a:pt x="326779" y="117545"/>
                  </a:lnTo>
                  <a:lnTo>
                    <a:pt x="325124" y="112505"/>
                  </a:lnTo>
                  <a:lnTo>
                    <a:pt x="323310" y="107520"/>
                  </a:lnTo>
                  <a:lnTo>
                    <a:pt x="321339" y="102596"/>
                  </a:lnTo>
                  <a:lnTo>
                    <a:pt x="319213" y="97736"/>
                  </a:lnTo>
                  <a:lnTo>
                    <a:pt x="316933" y="92946"/>
                  </a:lnTo>
                  <a:lnTo>
                    <a:pt x="314503" y="88231"/>
                  </a:lnTo>
                  <a:lnTo>
                    <a:pt x="311924" y="83596"/>
                  </a:lnTo>
                  <a:lnTo>
                    <a:pt x="309200" y="79044"/>
                  </a:lnTo>
                  <a:lnTo>
                    <a:pt x="306333" y="74582"/>
                  </a:lnTo>
                  <a:lnTo>
                    <a:pt x="303325" y="70212"/>
                  </a:lnTo>
                  <a:lnTo>
                    <a:pt x="300180" y="65940"/>
                  </a:lnTo>
                  <a:lnTo>
                    <a:pt x="296902" y="61771"/>
                  </a:lnTo>
                  <a:lnTo>
                    <a:pt x="293492" y="57707"/>
                  </a:lnTo>
                  <a:lnTo>
                    <a:pt x="289956" y="53753"/>
                  </a:lnTo>
                  <a:lnTo>
                    <a:pt x="286296" y="49914"/>
                  </a:lnTo>
                  <a:lnTo>
                    <a:pt x="282516" y="46193"/>
                  </a:lnTo>
                  <a:lnTo>
                    <a:pt x="278619" y="42593"/>
                  </a:lnTo>
                  <a:lnTo>
                    <a:pt x="274611" y="39119"/>
                  </a:lnTo>
                  <a:lnTo>
                    <a:pt x="270494" y="35774"/>
                  </a:lnTo>
                  <a:lnTo>
                    <a:pt x="266273" y="32561"/>
                  </a:lnTo>
                  <a:lnTo>
                    <a:pt x="261953" y="29484"/>
                  </a:lnTo>
                  <a:lnTo>
                    <a:pt x="257537" y="26545"/>
                  </a:lnTo>
                  <a:lnTo>
                    <a:pt x="253030" y="23748"/>
                  </a:lnTo>
                  <a:lnTo>
                    <a:pt x="248436" y="21096"/>
                  </a:lnTo>
                  <a:lnTo>
                    <a:pt x="243761" y="18590"/>
                  </a:lnTo>
                  <a:lnTo>
                    <a:pt x="239008" y="16234"/>
                  </a:lnTo>
                  <a:lnTo>
                    <a:pt x="234183" y="14030"/>
                  </a:lnTo>
                  <a:lnTo>
                    <a:pt x="229291" y="11980"/>
                  </a:lnTo>
                  <a:lnTo>
                    <a:pt x="224336" y="10087"/>
                  </a:lnTo>
                  <a:lnTo>
                    <a:pt x="219323" y="8351"/>
                  </a:lnTo>
                  <a:lnTo>
                    <a:pt x="214258" y="6776"/>
                  </a:lnTo>
                  <a:lnTo>
                    <a:pt x="209146" y="5362"/>
                  </a:lnTo>
                  <a:lnTo>
                    <a:pt x="203991" y="411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8123"/>
              <a:ext cx="36845" cy="163056"/>
            </a:xfrm>
            <a:custGeom>
              <a:avLst/>
              <a:pathLst>
                <a:path w="36845" h="163056">
                  <a:moveTo>
                    <a:pt x="36845" y="0"/>
                  </a:moveTo>
                  <a:lnTo>
                    <a:pt x="0" y="163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7854"/>
              <a:ext cx="36845" cy="163325"/>
            </a:xfrm>
            <a:custGeom>
              <a:avLst/>
              <a:pathLst>
                <a:path w="36845" h="163325">
                  <a:moveTo>
                    <a:pt x="36845" y="269"/>
                  </a:moveTo>
                  <a:lnTo>
                    <a:pt x="35632" y="0"/>
                  </a:lnTo>
                  <a:lnTo>
                    <a:pt x="0" y="1633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2"/>
              <a:ext cx="35632" cy="167167"/>
            </a:xfrm>
            <a:custGeom>
              <a:avLst/>
              <a:pathLst>
                <a:path w="35632" h="167167">
                  <a:moveTo>
                    <a:pt x="35632" y="3841"/>
                  </a:moveTo>
                  <a:lnTo>
                    <a:pt x="28585" y="2462"/>
                  </a:lnTo>
                  <a:lnTo>
                    <a:pt x="21485" y="1386"/>
                  </a:lnTo>
                  <a:lnTo>
                    <a:pt x="14345" y="616"/>
                  </a:lnTo>
                  <a:lnTo>
                    <a:pt x="7179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711625" y="4397268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6"/>
                  </a:lnTo>
                  <a:lnTo>
                    <a:pt x="90805" y="18455"/>
                  </a:lnTo>
                  <a:lnTo>
                    <a:pt x="86141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4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4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50"/>
                  </a:lnTo>
                  <a:lnTo>
                    <a:pt x="11252" y="106849"/>
                  </a:lnTo>
                  <a:lnTo>
                    <a:pt x="9423" y="111809"/>
                  </a:lnTo>
                  <a:lnTo>
                    <a:pt x="7751" y="116823"/>
                  </a:lnTo>
                  <a:lnTo>
                    <a:pt x="6239" y="121888"/>
                  </a:lnTo>
                  <a:lnTo>
                    <a:pt x="4888" y="126999"/>
                  </a:lnTo>
                  <a:lnTo>
                    <a:pt x="3699" y="132149"/>
                  </a:lnTo>
                  <a:lnTo>
                    <a:pt x="2674" y="137335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50"/>
                  </a:lnTo>
                  <a:lnTo>
                    <a:pt x="225" y="158323"/>
                  </a:lnTo>
                  <a:lnTo>
                    <a:pt x="29" y="163606"/>
                  </a:lnTo>
                  <a:lnTo>
                    <a:pt x="0" y="168892"/>
                  </a:lnTo>
                  <a:lnTo>
                    <a:pt x="138" y="174176"/>
                  </a:lnTo>
                  <a:lnTo>
                    <a:pt x="443" y="179453"/>
                  </a:lnTo>
                  <a:lnTo>
                    <a:pt x="914" y="184718"/>
                  </a:lnTo>
                  <a:lnTo>
                    <a:pt x="1553" y="189965"/>
                  </a:lnTo>
                  <a:lnTo>
                    <a:pt x="2356" y="195190"/>
                  </a:lnTo>
                  <a:lnTo>
                    <a:pt x="3325" y="200386"/>
                  </a:lnTo>
                  <a:lnTo>
                    <a:pt x="4457" y="205550"/>
                  </a:lnTo>
                  <a:lnTo>
                    <a:pt x="5752" y="210675"/>
                  </a:lnTo>
                  <a:lnTo>
                    <a:pt x="7208" y="215756"/>
                  </a:lnTo>
                  <a:lnTo>
                    <a:pt x="8824" y="220789"/>
                  </a:lnTo>
                  <a:lnTo>
                    <a:pt x="10599" y="225768"/>
                  </a:lnTo>
                  <a:lnTo>
                    <a:pt x="12530" y="230689"/>
                  </a:lnTo>
                  <a:lnTo>
                    <a:pt x="14615" y="235546"/>
                  </a:lnTo>
                  <a:lnTo>
                    <a:pt x="16854" y="240335"/>
                  </a:lnTo>
                  <a:lnTo>
                    <a:pt x="19242" y="245050"/>
                  </a:lnTo>
                  <a:lnTo>
                    <a:pt x="21778" y="249688"/>
                  </a:lnTo>
                  <a:lnTo>
                    <a:pt x="24460" y="254243"/>
                  </a:lnTo>
                  <a:lnTo>
                    <a:pt x="27285" y="258711"/>
                  </a:lnTo>
                  <a:lnTo>
                    <a:pt x="30249" y="263088"/>
                  </a:lnTo>
                  <a:lnTo>
                    <a:pt x="33350" y="267369"/>
                  </a:lnTo>
                  <a:lnTo>
                    <a:pt x="36585" y="271549"/>
                  </a:lnTo>
                  <a:lnTo>
                    <a:pt x="39951" y="275625"/>
                  </a:lnTo>
                  <a:lnTo>
                    <a:pt x="43443" y="279593"/>
                  </a:lnTo>
                  <a:lnTo>
                    <a:pt x="47060" y="283448"/>
                  </a:lnTo>
                  <a:lnTo>
                    <a:pt x="50796" y="287187"/>
                  </a:lnTo>
                  <a:lnTo>
                    <a:pt x="54649" y="290806"/>
                  </a:lnTo>
                  <a:lnTo>
                    <a:pt x="58614" y="294302"/>
                  </a:lnTo>
                  <a:lnTo>
                    <a:pt x="62688" y="297670"/>
                  </a:lnTo>
                  <a:lnTo>
                    <a:pt x="66867" y="300908"/>
                  </a:lnTo>
                  <a:lnTo>
                    <a:pt x="71145" y="304012"/>
                  </a:lnTo>
                  <a:lnTo>
                    <a:pt x="75520" y="306979"/>
                  </a:lnTo>
                  <a:lnTo>
                    <a:pt x="79986" y="309806"/>
                  </a:lnTo>
                  <a:lnTo>
                    <a:pt x="84540" y="312491"/>
                  </a:lnTo>
                  <a:lnTo>
                    <a:pt x="89176" y="315031"/>
                  </a:lnTo>
                  <a:lnTo>
                    <a:pt x="93890" y="317422"/>
                  </a:lnTo>
                  <a:lnTo>
                    <a:pt x="98677" y="319664"/>
                  </a:lnTo>
                  <a:lnTo>
                    <a:pt x="103533" y="321753"/>
                  </a:lnTo>
                  <a:lnTo>
                    <a:pt x="108452" y="323687"/>
                  </a:lnTo>
                  <a:lnTo>
                    <a:pt x="113430" y="325465"/>
                  </a:lnTo>
                  <a:lnTo>
                    <a:pt x="118462" y="327084"/>
                  </a:lnTo>
                  <a:lnTo>
                    <a:pt x="123542" y="328544"/>
                  </a:lnTo>
                  <a:lnTo>
                    <a:pt x="128666" y="329842"/>
                  </a:lnTo>
                  <a:lnTo>
                    <a:pt x="133829" y="330978"/>
                  </a:lnTo>
                  <a:lnTo>
                    <a:pt x="139025" y="331950"/>
                  </a:lnTo>
                  <a:lnTo>
                    <a:pt x="144249" y="332757"/>
                  </a:lnTo>
                  <a:lnTo>
                    <a:pt x="149496" y="333399"/>
                  </a:lnTo>
                  <a:lnTo>
                    <a:pt x="154760" y="333874"/>
                  </a:lnTo>
                  <a:lnTo>
                    <a:pt x="160037" y="334183"/>
                  </a:lnTo>
                  <a:lnTo>
                    <a:pt x="165321" y="334324"/>
                  </a:lnTo>
                  <a:lnTo>
                    <a:pt x="170607" y="334299"/>
                  </a:lnTo>
                  <a:lnTo>
                    <a:pt x="175890" y="334106"/>
                  </a:lnTo>
                  <a:lnTo>
                    <a:pt x="181163" y="333747"/>
                  </a:lnTo>
                  <a:lnTo>
                    <a:pt x="186423" y="333221"/>
                  </a:lnTo>
                  <a:lnTo>
                    <a:pt x="191664" y="332528"/>
                  </a:lnTo>
                  <a:lnTo>
                    <a:pt x="196880" y="331671"/>
                  </a:lnTo>
                  <a:lnTo>
                    <a:pt x="202066" y="330649"/>
                  </a:lnTo>
                  <a:lnTo>
                    <a:pt x="207217" y="329464"/>
                  </a:lnTo>
                  <a:lnTo>
                    <a:pt x="212329" y="328116"/>
                  </a:lnTo>
                  <a:lnTo>
                    <a:pt x="217395" y="326607"/>
                  </a:lnTo>
                  <a:lnTo>
                    <a:pt x="222411" y="324939"/>
                  </a:lnTo>
                  <a:lnTo>
                    <a:pt x="227371" y="323113"/>
                  </a:lnTo>
                  <a:lnTo>
                    <a:pt x="232272" y="321132"/>
                  </a:lnTo>
                  <a:lnTo>
                    <a:pt x="237107" y="318996"/>
                  </a:lnTo>
                  <a:lnTo>
                    <a:pt x="241873" y="316709"/>
                  </a:lnTo>
                  <a:lnTo>
                    <a:pt x="246563" y="314272"/>
                  </a:lnTo>
                  <a:lnTo>
                    <a:pt x="251175" y="311687"/>
                  </a:lnTo>
                  <a:lnTo>
                    <a:pt x="255702" y="308959"/>
                  </a:lnTo>
                  <a:lnTo>
                    <a:pt x="260141" y="306088"/>
                  </a:lnTo>
                  <a:lnTo>
                    <a:pt x="264486" y="303079"/>
                  </a:lnTo>
                  <a:lnTo>
                    <a:pt x="268735" y="299934"/>
                  </a:lnTo>
                  <a:lnTo>
                    <a:pt x="272882" y="296656"/>
                  </a:lnTo>
                  <a:lnTo>
                    <a:pt x="276923" y="293249"/>
                  </a:lnTo>
                  <a:lnTo>
                    <a:pt x="280854" y="289715"/>
                  </a:lnTo>
                  <a:lnTo>
                    <a:pt x="284672" y="286059"/>
                  </a:lnTo>
                  <a:lnTo>
                    <a:pt x="288372" y="282284"/>
                  </a:lnTo>
                  <a:lnTo>
                    <a:pt x="291952" y="278394"/>
                  </a:lnTo>
                  <a:lnTo>
                    <a:pt x="295406" y="274393"/>
                  </a:lnTo>
                  <a:lnTo>
                    <a:pt x="298732" y="270285"/>
                  </a:lnTo>
                  <a:lnTo>
                    <a:pt x="301926" y="266073"/>
                  </a:lnTo>
                  <a:lnTo>
                    <a:pt x="304986" y="261763"/>
                  </a:lnTo>
                  <a:lnTo>
                    <a:pt x="307908" y="257358"/>
                  </a:lnTo>
                  <a:lnTo>
                    <a:pt x="310689" y="252863"/>
                  </a:lnTo>
                  <a:lnTo>
                    <a:pt x="313327" y="248282"/>
                  </a:lnTo>
                  <a:lnTo>
                    <a:pt x="315818" y="243620"/>
                  </a:lnTo>
                  <a:lnTo>
                    <a:pt x="318161" y="238881"/>
                  </a:lnTo>
                  <a:lnTo>
                    <a:pt x="320353" y="234071"/>
                  </a:lnTo>
                  <a:lnTo>
                    <a:pt x="322392" y="229194"/>
                  </a:lnTo>
                  <a:lnTo>
                    <a:pt x="324275" y="224255"/>
                  </a:lnTo>
                  <a:lnTo>
                    <a:pt x="326002" y="219259"/>
                  </a:lnTo>
                  <a:lnTo>
                    <a:pt x="327569" y="214211"/>
                  </a:lnTo>
                  <a:lnTo>
                    <a:pt x="328977" y="209116"/>
                  </a:lnTo>
                  <a:lnTo>
                    <a:pt x="330222" y="203978"/>
                  </a:lnTo>
                  <a:lnTo>
                    <a:pt x="331304" y="198804"/>
                  </a:lnTo>
                  <a:lnTo>
                    <a:pt x="332223" y="193599"/>
                  </a:lnTo>
                  <a:lnTo>
                    <a:pt x="332976" y="188367"/>
                  </a:lnTo>
                  <a:lnTo>
                    <a:pt x="333563" y="183113"/>
                  </a:lnTo>
                  <a:lnTo>
                    <a:pt x="333984" y="177844"/>
                  </a:lnTo>
                  <a:lnTo>
                    <a:pt x="334238" y="172564"/>
                  </a:lnTo>
                  <a:lnTo>
                    <a:pt x="334325" y="167279"/>
                  </a:lnTo>
                  <a:lnTo>
                    <a:pt x="334245" y="161994"/>
                  </a:lnTo>
                  <a:lnTo>
                    <a:pt x="333998" y="156713"/>
                  </a:lnTo>
                  <a:lnTo>
                    <a:pt x="333584" y="151444"/>
                  </a:lnTo>
                  <a:lnTo>
                    <a:pt x="333004" y="146190"/>
                  </a:lnTo>
                  <a:lnTo>
                    <a:pt x="332258" y="140957"/>
                  </a:lnTo>
                  <a:lnTo>
                    <a:pt x="331347" y="135750"/>
                  </a:lnTo>
                  <a:lnTo>
                    <a:pt x="330271" y="130574"/>
                  </a:lnTo>
                  <a:lnTo>
                    <a:pt x="329033" y="125435"/>
                  </a:lnTo>
                  <a:lnTo>
                    <a:pt x="327632" y="120338"/>
                  </a:lnTo>
                  <a:lnTo>
                    <a:pt x="326072" y="115288"/>
                  </a:lnTo>
                  <a:lnTo>
                    <a:pt x="324352" y="110290"/>
                  </a:lnTo>
                  <a:lnTo>
                    <a:pt x="322475" y="105348"/>
                  </a:lnTo>
                  <a:lnTo>
                    <a:pt x="320443" y="100468"/>
                  </a:lnTo>
                  <a:lnTo>
                    <a:pt x="318257" y="95655"/>
                  </a:lnTo>
                  <a:lnTo>
                    <a:pt x="315921" y="90914"/>
                  </a:lnTo>
                  <a:lnTo>
                    <a:pt x="313436" y="86248"/>
                  </a:lnTo>
                  <a:lnTo>
                    <a:pt x="310804" y="81664"/>
                  </a:lnTo>
                  <a:lnTo>
                    <a:pt x="308029" y="77165"/>
                  </a:lnTo>
                  <a:lnTo>
                    <a:pt x="305113" y="72756"/>
                  </a:lnTo>
                  <a:lnTo>
                    <a:pt x="302059" y="68442"/>
                  </a:lnTo>
                  <a:lnTo>
                    <a:pt x="298870" y="64226"/>
                  </a:lnTo>
                  <a:lnTo>
                    <a:pt x="295550" y="60113"/>
                  </a:lnTo>
                  <a:lnTo>
                    <a:pt x="292101" y="56107"/>
                  </a:lnTo>
                  <a:lnTo>
                    <a:pt x="288527" y="52212"/>
                  </a:lnTo>
                  <a:lnTo>
                    <a:pt x="284832" y="48432"/>
                  </a:lnTo>
                  <a:lnTo>
                    <a:pt x="281019" y="44771"/>
                  </a:lnTo>
                  <a:lnTo>
                    <a:pt x="277092" y="41233"/>
                  </a:lnTo>
                  <a:lnTo>
                    <a:pt x="273055" y="37820"/>
                  </a:lnTo>
                  <a:lnTo>
                    <a:pt x="268913" y="34536"/>
                  </a:lnTo>
                  <a:lnTo>
                    <a:pt x="264669" y="31385"/>
                  </a:lnTo>
                  <a:lnTo>
                    <a:pt x="260327" y="28370"/>
                  </a:lnTo>
                  <a:lnTo>
                    <a:pt x="255892" y="25494"/>
                  </a:lnTo>
                  <a:lnTo>
                    <a:pt x="251368" y="22759"/>
                  </a:lnTo>
                  <a:lnTo>
                    <a:pt x="246760" y="20169"/>
                  </a:lnTo>
                  <a:lnTo>
                    <a:pt x="242073" y="17726"/>
                  </a:lnTo>
                  <a:lnTo>
                    <a:pt x="237311" y="15432"/>
                  </a:lnTo>
                  <a:lnTo>
                    <a:pt x="232478" y="13290"/>
                  </a:lnTo>
                  <a:lnTo>
                    <a:pt x="227580" y="11301"/>
                  </a:lnTo>
                  <a:lnTo>
                    <a:pt x="222622" y="9469"/>
                  </a:lnTo>
                  <a:lnTo>
                    <a:pt x="217609" y="7794"/>
                  </a:lnTo>
                  <a:lnTo>
                    <a:pt x="212544" y="6279"/>
                  </a:lnTo>
                  <a:lnTo>
                    <a:pt x="207435" y="4924"/>
                  </a:lnTo>
                  <a:lnTo>
                    <a:pt x="202285" y="373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401000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400744"/>
              <a:ext cx="35127" cy="163691"/>
            </a:xfrm>
            <a:custGeom>
              <a:avLst/>
              <a:pathLst>
                <a:path w="35127" h="163691">
                  <a:moveTo>
                    <a:pt x="35127" y="256"/>
                  </a:moveTo>
                  <a:lnTo>
                    <a:pt x="33912" y="0"/>
                  </a:lnTo>
                  <a:lnTo>
                    <a:pt x="0" y="1636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68"/>
              <a:ext cx="33912" cy="167167"/>
            </a:xfrm>
            <a:custGeom>
              <a:avLst/>
              <a:pathLst>
                <a:path w="33912" h="167167">
                  <a:moveTo>
                    <a:pt x="33912" y="3475"/>
                  </a:moveTo>
                  <a:lnTo>
                    <a:pt x="27197" y="2227"/>
                  </a:lnTo>
                  <a:lnTo>
                    <a:pt x="20438" y="1254"/>
                  </a:lnTo>
                  <a:lnTo>
                    <a:pt x="13644" y="557"/>
                  </a:lnTo>
                  <a:lnTo>
                    <a:pt x="6827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045399" y="4794382"/>
              <a:ext cx="167167" cy="214376"/>
            </a:xfrm>
            <a:custGeom>
              <a:avLst/>
              <a:pathLst>
                <a:path w="167167" h="214376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5" y="1369"/>
                  </a:lnTo>
                  <a:lnTo>
                    <a:pt x="140518" y="2137"/>
                  </a:lnTo>
                  <a:lnTo>
                    <a:pt x="135249" y="3075"/>
                  </a:lnTo>
                  <a:lnTo>
                    <a:pt x="130012" y="4181"/>
                  </a:lnTo>
                  <a:lnTo>
                    <a:pt x="124813" y="5454"/>
                  </a:lnTo>
                  <a:lnTo>
                    <a:pt x="119658" y="6893"/>
                  </a:lnTo>
                  <a:lnTo>
                    <a:pt x="114551" y="8496"/>
                  </a:lnTo>
                  <a:lnTo>
                    <a:pt x="109499" y="10261"/>
                  </a:lnTo>
                  <a:lnTo>
                    <a:pt x="104505" y="12188"/>
                  </a:lnTo>
                  <a:lnTo>
                    <a:pt x="99576" y="14273"/>
                  </a:lnTo>
                  <a:lnTo>
                    <a:pt x="94716" y="16516"/>
                  </a:lnTo>
                  <a:lnTo>
                    <a:pt x="89930" y="18912"/>
                  </a:lnTo>
                  <a:lnTo>
                    <a:pt x="85224" y="21461"/>
                  </a:lnTo>
                  <a:lnTo>
                    <a:pt x="80601" y="24159"/>
                  </a:lnTo>
                  <a:lnTo>
                    <a:pt x="76067" y="27003"/>
                  </a:lnTo>
                  <a:lnTo>
                    <a:pt x="71627" y="29992"/>
                  </a:lnTo>
                  <a:lnTo>
                    <a:pt x="67284" y="33120"/>
                  </a:lnTo>
                  <a:lnTo>
                    <a:pt x="63044" y="36387"/>
                  </a:lnTo>
                  <a:lnTo>
                    <a:pt x="58911" y="39787"/>
                  </a:lnTo>
                  <a:lnTo>
                    <a:pt x="54888" y="43318"/>
                  </a:lnTo>
                  <a:lnTo>
                    <a:pt x="50981" y="46976"/>
                  </a:lnTo>
                  <a:lnTo>
                    <a:pt x="47193" y="50757"/>
                  </a:lnTo>
                  <a:lnTo>
                    <a:pt x="43528" y="54658"/>
                  </a:lnTo>
                  <a:lnTo>
                    <a:pt x="39989" y="58673"/>
                  </a:lnTo>
                  <a:lnTo>
                    <a:pt x="36581" y="62800"/>
                  </a:lnTo>
                  <a:lnTo>
                    <a:pt x="33307" y="67034"/>
                  </a:lnTo>
                  <a:lnTo>
                    <a:pt x="30170" y="71371"/>
                  </a:lnTo>
                  <a:lnTo>
                    <a:pt x="27173" y="75806"/>
                  </a:lnTo>
                  <a:lnTo>
                    <a:pt x="24320" y="80334"/>
                  </a:lnTo>
                  <a:lnTo>
                    <a:pt x="21614" y="84952"/>
                  </a:lnTo>
                  <a:lnTo>
                    <a:pt x="19056" y="89654"/>
                  </a:lnTo>
                  <a:lnTo>
                    <a:pt x="16651" y="94435"/>
                  </a:lnTo>
                  <a:lnTo>
                    <a:pt x="14400" y="99291"/>
                  </a:lnTo>
                  <a:lnTo>
                    <a:pt x="12305" y="104216"/>
                  </a:lnTo>
                  <a:lnTo>
                    <a:pt x="10369" y="109206"/>
                  </a:lnTo>
                  <a:lnTo>
                    <a:pt x="8594" y="114255"/>
                  </a:lnTo>
                  <a:lnTo>
                    <a:pt x="6981" y="119359"/>
                  </a:lnTo>
                  <a:lnTo>
                    <a:pt x="5533" y="124511"/>
                  </a:lnTo>
                  <a:lnTo>
                    <a:pt x="4250" y="129708"/>
                  </a:lnTo>
                  <a:lnTo>
                    <a:pt x="3135" y="134943"/>
                  </a:lnTo>
                  <a:lnTo>
                    <a:pt x="2187" y="140210"/>
                  </a:lnTo>
                  <a:lnTo>
                    <a:pt x="1409" y="145506"/>
                  </a:lnTo>
                  <a:lnTo>
                    <a:pt x="800" y="150823"/>
                  </a:lnTo>
                  <a:lnTo>
                    <a:pt x="362" y="156158"/>
                  </a:lnTo>
                  <a:lnTo>
                    <a:pt x="95" y="161503"/>
                  </a:lnTo>
                  <a:lnTo>
                    <a:pt x="0" y="166855"/>
                  </a:lnTo>
                  <a:lnTo>
                    <a:pt x="75" y="172206"/>
                  </a:lnTo>
                  <a:lnTo>
                    <a:pt x="322" y="177553"/>
                  </a:lnTo>
                  <a:lnTo>
                    <a:pt x="740" y="182889"/>
                  </a:lnTo>
                  <a:lnTo>
                    <a:pt x="1329" y="188209"/>
                  </a:lnTo>
                  <a:lnTo>
                    <a:pt x="2087" y="193507"/>
                  </a:lnTo>
                  <a:lnTo>
                    <a:pt x="3015" y="198778"/>
                  </a:lnTo>
                  <a:lnTo>
                    <a:pt x="4111" y="204017"/>
                  </a:lnTo>
                  <a:lnTo>
                    <a:pt x="5375" y="209218"/>
                  </a:lnTo>
                  <a:lnTo>
                    <a:pt x="6804" y="21437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2203" y="4961550"/>
              <a:ext cx="160362" cy="47209"/>
            </a:xfrm>
            <a:custGeom>
              <a:avLst/>
              <a:pathLst>
                <a:path w="160362" h="47209">
                  <a:moveTo>
                    <a:pt x="0" y="47209"/>
                  </a:moveTo>
                  <a:lnTo>
                    <a:pt x="1603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2203" y="4961550"/>
              <a:ext cx="160362" cy="74158"/>
            </a:xfrm>
            <a:custGeom>
              <a:avLst/>
              <a:pathLst>
                <a:path w="160362" h="74158">
                  <a:moveTo>
                    <a:pt x="0" y="47209"/>
                  </a:moveTo>
                  <a:lnTo>
                    <a:pt x="2195" y="54111"/>
                  </a:lnTo>
                  <a:lnTo>
                    <a:pt x="4688" y="60912"/>
                  </a:lnTo>
                  <a:lnTo>
                    <a:pt x="7472" y="67598"/>
                  </a:lnTo>
                  <a:lnTo>
                    <a:pt x="10544" y="74158"/>
                  </a:lnTo>
                  <a:lnTo>
                    <a:pt x="1603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62748" y="4794382"/>
              <a:ext cx="316964" cy="334334"/>
            </a:xfrm>
            <a:custGeom>
              <a:avLst/>
              <a:pathLst>
                <a:path w="316964" h="334334">
                  <a:moveTo>
                    <a:pt x="0" y="241325"/>
                  </a:moveTo>
                  <a:lnTo>
                    <a:pt x="2428" y="246042"/>
                  </a:lnTo>
                  <a:lnTo>
                    <a:pt x="5005" y="250679"/>
                  </a:lnTo>
                  <a:lnTo>
                    <a:pt x="7728" y="255232"/>
                  </a:lnTo>
                  <a:lnTo>
                    <a:pt x="10594" y="259697"/>
                  </a:lnTo>
                  <a:lnTo>
                    <a:pt x="13600" y="264068"/>
                  </a:lnTo>
                  <a:lnTo>
                    <a:pt x="16744" y="268342"/>
                  </a:lnTo>
                  <a:lnTo>
                    <a:pt x="20021" y="272513"/>
                  </a:lnTo>
                  <a:lnTo>
                    <a:pt x="23429" y="276579"/>
                  </a:lnTo>
                  <a:lnTo>
                    <a:pt x="26965" y="280534"/>
                  </a:lnTo>
                  <a:lnTo>
                    <a:pt x="30624" y="284376"/>
                  </a:lnTo>
                  <a:lnTo>
                    <a:pt x="34403" y="288099"/>
                  </a:lnTo>
                  <a:lnTo>
                    <a:pt x="38299" y="291700"/>
                  </a:lnTo>
                  <a:lnTo>
                    <a:pt x="42307" y="295176"/>
                  </a:lnTo>
                  <a:lnTo>
                    <a:pt x="46423" y="298523"/>
                  </a:lnTo>
                  <a:lnTo>
                    <a:pt x="50643" y="301738"/>
                  </a:lnTo>
                  <a:lnTo>
                    <a:pt x="54963" y="304817"/>
                  </a:lnTo>
                  <a:lnTo>
                    <a:pt x="59379" y="307758"/>
                  </a:lnTo>
                  <a:lnTo>
                    <a:pt x="63885" y="310557"/>
                  </a:lnTo>
                  <a:lnTo>
                    <a:pt x="68479" y="313211"/>
                  </a:lnTo>
                  <a:lnTo>
                    <a:pt x="73154" y="315719"/>
                  </a:lnTo>
                  <a:lnTo>
                    <a:pt x="77906" y="318077"/>
                  </a:lnTo>
                  <a:lnTo>
                    <a:pt x="82731" y="320282"/>
                  </a:lnTo>
                  <a:lnTo>
                    <a:pt x="87623" y="322334"/>
                  </a:lnTo>
                  <a:lnTo>
                    <a:pt x="92578" y="324229"/>
                  </a:lnTo>
                  <a:lnTo>
                    <a:pt x="97591" y="325967"/>
                  </a:lnTo>
                  <a:lnTo>
                    <a:pt x="102656" y="327544"/>
                  </a:lnTo>
                  <a:lnTo>
                    <a:pt x="107769" y="328960"/>
                  </a:lnTo>
                  <a:lnTo>
                    <a:pt x="112924" y="330212"/>
                  </a:lnTo>
                  <a:lnTo>
                    <a:pt x="118117" y="331301"/>
                  </a:lnTo>
                  <a:lnTo>
                    <a:pt x="123341" y="332224"/>
                  </a:lnTo>
                  <a:lnTo>
                    <a:pt x="128592" y="332981"/>
                  </a:lnTo>
                  <a:lnTo>
                    <a:pt x="133864" y="333571"/>
                  </a:lnTo>
                  <a:lnTo>
                    <a:pt x="139152" y="333994"/>
                  </a:lnTo>
                  <a:lnTo>
                    <a:pt x="144451" y="334248"/>
                  </a:lnTo>
                  <a:lnTo>
                    <a:pt x="149756" y="334334"/>
                  </a:lnTo>
                  <a:lnTo>
                    <a:pt x="155060" y="334252"/>
                  </a:lnTo>
                  <a:lnTo>
                    <a:pt x="160360" y="334002"/>
                  </a:lnTo>
                  <a:lnTo>
                    <a:pt x="165648" y="333583"/>
                  </a:lnTo>
                  <a:lnTo>
                    <a:pt x="170921" y="332997"/>
                  </a:lnTo>
                  <a:lnTo>
                    <a:pt x="176172" y="332244"/>
                  </a:lnTo>
                  <a:lnTo>
                    <a:pt x="181397" y="331324"/>
                  </a:lnTo>
                  <a:lnTo>
                    <a:pt x="186590" y="330240"/>
                  </a:lnTo>
                  <a:lnTo>
                    <a:pt x="191746" y="328991"/>
                  </a:lnTo>
                  <a:lnTo>
                    <a:pt x="196860" y="327579"/>
                  </a:lnTo>
                  <a:lnTo>
                    <a:pt x="201927" y="326005"/>
                  </a:lnTo>
                  <a:lnTo>
                    <a:pt x="206941" y="324272"/>
                  </a:lnTo>
                  <a:lnTo>
                    <a:pt x="211897" y="322380"/>
                  </a:lnTo>
                  <a:lnTo>
                    <a:pt x="216791" y="320332"/>
                  </a:lnTo>
                  <a:lnTo>
                    <a:pt x="221617" y="318130"/>
                  </a:lnTo>
                  <a:lnTo>
                    <a:pt x="226372" y="315775"/>
                  </a:lnTo>
                  <a:lnTo>
                    <a:pt x="231049" y="313271"/>
                  </a:lnTo>
                  <a:lnTo>
                    <a:pt x="235644" y="310620"/>
                  </a:lnTo>
                  <a:lnTo>
                    <a:pt x="240153" y="307824"/>
                  </a:lnTo>
                  <a:lnTo>
                    <a:pt x="244570" y="304887"/>
                  </a:lnTo>
                  <a:lnTo>
                    <a:pt x="248893" y="301811"/>
                  </a:lnTo>
                  <a:lnTo>
                    <a:pt x="253115" y="298600"/>
                  </a:lnTo>
                  <a:lnTo>
                    <a:pt x="257234" y="295256"/>
                  </a:lnTo>
                  <a:lnTo>
                    <a:pt x="261244" y="291783"/>
                  </a:lnTo>
                  <a:lnTo>
                    <a:pt x="265142" y="288184"/>
                  </a:lnTo>
                  <a:lnTo>
                    <a:pt x="268924" y="284464"/>
                  </a:lnTo>
                  <a:lnTo>
                    <a:pt x="272587" y="280625"/>
                  </a:lnTo>
                  <a:lnTo>
                    <a:pt x="276125" y="276672"/>
                  </a:lnTo>
                  <a:lnTo>
                    <a:pt x="279536" y="272609"/>
                  </a:lnTo>
                  <a:lnTo>
                    <a:pt x="282817" y="268440"/>
                  </a:lnTo>
                  <a:lnTo>
                    <a:pt x="285963" y="264169"/>
                  </a:lnTo>
                  <a:lnTo>
                    <a:pt x="288973" y="259800"/>
                  </a:lnTo>
                  <a:lnTo>
                    <a:pt x="291842" y="255337"/>
                  </a:lnTo>
                  <a:lnTo>
                    <a:pt x="294568" y="250786"/>
                  </a:lnTo>
                  <a:lnTo>
                    <a:pt x="297149" y="246151"/>
                  </a:lnTo>
                  <a:lnTo>
                    <a:pt x="299581" y="241436"/>
                  </a:lnTo>
                  <a:lnTo>
                    <a:pt x="301862" y="236647"/>
                  </a:lnTo>
                  <a:lnTo>
                    <a:pt x="303990" y="231787"/>
                  </a:lnTo>
                  <a:lnTo>
                    <a:pt x="305963" y="226862"/>
                  </a:lnTo>
                  <a:lnTo>
                    <a:pt x="307779" y="221877"/>
                  </a:lnTo>
                  <a:lnTo>
                    <a:pt x="309435" y="216838"/>
                  </a:lnTo>
                  <a:lnTo>
                    <a:pt x="310931" y="211748"/>
                  </a:lnTo>
                  <a:lnTo>
                    <a:pt x="312264" y="206613"/>
                  </a:lnTo>
                  <a:lnTo>
                    <a:pt x="313434" y="201438"/>
                  </a:lnTo>
                  <a:lnTo>
                    <a:pt x="314439" y="196229"/>
                  </a:lnTo>
                  <a:lnTo>
                    <a:pt x="315279" y="190991"/>
                  </a:lnTo>
                  <a:lnTo>
                    <a:pt x="315951" y="185728"/>
                  </a:lnTo>
                  <a:lnTo>
                    <a:pt x="316457" y="180447"/>
                  </a:lnTo>
                  <a:lnTo>
                    <a:pt x="316794" y="175153"/>
                  </a:lnTo>
                  <a:lnTo>
                    <a:pt x="316964" y="169850"/>
                  </a:lnTo>
                  <a:lnTo>
                    <a:pt x="316964" y="164545"/>
                  </a:lnTo>
                  <a:lnTo>
                    <a:pt x="316797" y="159243"/>
                  </a:lnTo>
                  <a:lnTo>
                    <a:pt x="316462" y="153948"/>
                  </a:lnTo>
                  <a:lnTo>
                    <a:pt x="315958" y="148667"/>
                  </a:lnTo>
                  <a:lnTo>
                    <a:pt x="315288" y="143404"/>
                  </a:lnTo>
                  <a:lnTo>
                    <a:pt x="314450" y="138166"/>
                  </a:lnTo>
                  <a:lnTo>
                    <a:pt x="313447" y="132956"/>
                  </a:lnTo>
                  <a:lnTo>
                    <a:pt x="312279" y="127781"/>
                  </a:lnTo>
                  <a:lnTo>
                    <a:pt x="310947" y="122646"/>
                  </a:lnTo>
                  <a:lnTo>
                    <a:pt x="309454" y="117555"/>
                  </a:lnTo>
                  <a:lnTo>
                    <a:pt x="307799" y="112515"/>
                  </a:lnTo>
                  <a:lnTo>
                    <a:pt x="305985" y="107529"/>
                  </a:lnTo>
                  <a:lnTo>
                    <a:pt x="304014" y="102604"/>
                  </a:lnTo>
                  <a:lnTo>
                    <a:pt x="301888" y="97744"/>
                  </a:lnTo>
                  <a:lnTo>
                    <a:pt x="299608" y="92953"/>
                  </a:lnTo>
                  <a:lnTo>
                    <a:pt x="297178" y="88237"/>
                  </a:lnTo>
                  <a:lnTo>
                    <a:pt x="294599" y="83601"/>
                  </a:lnTo>
                  <a:lnTo>
                    <a:pt x="291875" y="79049"/>
                  </a:lnTo>
                  <a:lnTo>
                    <a:pt x="289007" y="74586"/>
                  </a:lnTo>
                  <a:lnTo>
                    <a:pt x="285999" y="70216"/>
                  </a:lnTo>
                  <a:lnTo>
                    <a:pt x="282854" y="65943"/>
                  </a:lnTo>
                  <a:lnTo>
                    <a:pt x="279575" y="61773"/>
                  </a:lnTo>
                  <a:lnTo>
                    <a:pt x="276165" y="57708"/>
                  </a:lnTo>
                  <a:lnTo>
                    <a:pt x="272628" y="53754"/>
                  </a:lnTo>
                  <a:lnTo>
                    <a:pt x="268968" y="49914"/>
                  </a:lnTo>
                  <a:lnTo>
                    <a:pt x="265187" y="46193"/>
                  </a:lnTo>
                  <a:lnTo>
                    <a:pt x="261290" y="42593"/>
                  </a:lnTo>
                  <a:lnTo>
                    <a:pt x="257281" y="39118"/>
                  </a:lnTo>
                  <a:lnTo>
                    <a:pt x="253164" y="35773"/>
                  </a:lnTo>
                  <a:lnTo>
                    <a:pt x="248943" y="32559"/>
                  </a:lnTo>
                  <a:lnTo>
                    <a:pt x="244621" y="29482"/>
                  </a:lnTo>
                  <a:lnTo>
                    <a:pt x="240205" y="26543"/>
                  </a:lnTo>
                  <a:lnTo>
                    <a:pt x="235697" y="23745"/>
                  </a:lnTo>
                  <a:lnTo>
                    <a:pt x="231103" y="21093"/>
                  </a:lnTo>
                  <a:lnTo>
                    <a:pt x="226426" y="18587"/>
                  </a:lnTo>
                  <a:lnTo>
                    <a:pt x="221673" y="16231"/>
                  </a:lnTo>
                  <a:lnTo>
                    <a:pt x="216848" y="14027"/>
                  </a:lnTo>
                  <a:lnTo>
                    <a:pt x="211954" y="11977"/>
                  </a:lnTo>
                  <a:lnTo>
                    <a:pt x="206999" y="10083"/>
                  </a:lnTo>
                  <a:lnTo>
                    <a:pt x="201985" y="8348"/>
                  </a:lnTo>
                  <a:lnTo>
                    <a:pt x="196920" y="6773"/>
                  </a:lnTo>
                  <a:lnTo>
                    <a:pt x="191806" y="5359"/>
                  </a:lnTo>
                  <a:lnTo>
                    <a:pt x="186651" y="4108"/>
                  </a:lnTo>
                  <a:lnTo>
                    <a:pt x="181458" y="3021"/>
                  </a:lnTo>
                  <a:lnTo>
                    <a:pt x="176233" y="2100"/>
                  </a:lnTo>
                  <a:lnTo>
                    <a:pt x="170982" y="1345"/>
                  </a:lnTo>
                  <a:lnTo>
                    <a:pt x="165710" y="757"/>
                  </a:lnTo>
                  <a:lnTo>
                    <a:pt x="160421" y="336"/>
                  </a:lnTo>
                  <a:lnTo>
                    <a:pt x="155122" y="84"/>
                  </a:lnTo>
                  <a:lnTo>
                    <a:pt x="149818" y="0"/>
                  </a:lnTo>
                  <a:lnTo>
                    <a:pt x="1498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8260" y="5103947"/>
              <a:ext cx="827" cy="167167"/>
            </a:xfrm>
            <a:custGeom>
              <a:avLst/>
              <a:pathLst>
                <a:path w="827" h="167167">
                  <a:moveTo>
                    <a:pt x="827" y="0"/>
                  </a:moveTo>
                  <a:lnTo>
                    <a:pt x="0" y="2"/>
                  </a:lnTo>
                  <a:lnTo>
                    <a:pt x="82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8260" y="5103949"/>
              <a:ext cx="827" cy="167165"/>
            </a:xfrm>
            <a:custGeom>
              <a:avLst/>
              <a:pathLst>
                <a:path w="827" h="167165">
                  <a:moveTo>
                    <a:pt x="0" y="0"/>
                  </a:moveTo>
                  <a:lnTo>
                    <a:pt x="82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461934" y="5103949"/>
              <a:ext cx="334302" cy="334332"/>
            </a:xfrm>
            <a:custGeom>
              <a:avLst/>
              <a:pathLst>
                <a:path w="334302" h="334332">
                  <a:moveTo>
                    <a:pt x="166325" y="0"/>
                  </a:moveTo>
                  <a:lnTo>
                    <a:pt x="161028" y="110"/>
                  </a:lnTo>
                  <a:lnTo>
                    <a:pt x="155738" y="388"/>
                  </a:lnTo>
                  <a:lnTo>
                    <a:pt x="150458" y="833"/>
                  </a:lnTo>
                  <a:lnTo>
                    <a:pt x="145195" y="1446"/>
                  </a:lnTo>
                  <a:lnTo>
                    <a:pt x="139955" y="2225"/>
                  </a:lnTo>
                  <a:lnTo>
                    <a:pt x="134742" y="3170"/>
                  </a:lnTo>
                  <a:lnTo>
                    <a:pt x="129561" y="4279"/>
                  </a:lnTo>
                  <a:lnTo>
                    <a:pt x="124418" y="5552"/>
                  </a:lnTo>
                  <a:lnTo>
                    <a:pt x="119318" y="6988"/>
                  </a:lnTo>
                  <a:lnTo>
                    <a:pt x="114266" y="8584"/>
                  </a:lnTo>
                  <a:lnTo>
                    <a:pt x="109267" y="10340"/>
                  </a:lnTo>
                  <a:lnTo>
                    <a:pt x="104326" y="12253"/>
                  </a:lnTo>
                  <a:lnTo>
                    <a:pt x="99449" y="14322"/>
                  </a:lnTo>
                  <a:lnTo>
                    <a:pt x="94639" y="16544"/>
                  </a:lnTo>
                  <a:lnTo>
                    <a:pt x="89903" y="18918"/>
                  </a:lnTo>
                  <a:lnTo>
                    <a:pt x="85243" y="21440"/>
                  </a:lnTo>
                  <a:lnTo>
                    <a:pt x="80667" y="24109"/>
                  </a:lnTo>
                  <a:lnTo>
                    <a:pt x="76177" y="26922"/>
                  </a:lnTo>
                  <a:lnTo>
                    <a:pt x="71778" y="29875"/>
                  </a:lnTo>
                  <a:lnTo>
                    <a:pt x="67475" y="32966"/>
                  </a:lnTo>
                  <a:lnTo>
                    <a:pt x="63273" y="36193"/>
                  </a:lnTo>
                  <a:lnTo>
                    <a:pt x="59174" y="39550"/>
                  </a:lnTo>
                  <a:lnTo>
                    <a:pt x="55184" y="43036"/>
                  </a:lnTo>
                  <a:lnTo>
                    <a:pt x="51307" y="46647"/>
                  </a:lnTo>
                  <a:lnTo>
                    <a:pt x="47546" y="50379"/>
                  </a:lnTo>
                  <a:lnTo>
                    <a:pt x="43905" y="54228"/>
                  </a:lnTo>
                  <a:lnTo>
                    <a:pt x="40388" y="58190"/>
                  </a:lnTo>
                  <a:lnTo>
                    <a:pt x="36998" y="62262"/>
                  </a:lnTo>
                  <a:lnTo>
                    <a:pt x="33739" y="66439"/>
                  </a:lnTo>
                  <a:lnTo>
                    <a:pt x="30614" y="70718"/>
                  </a:lnTo>
                  <a:lnTo>
                    <a:pt x="27627" y="75093"/>
                  </a:lnTo>
                  <a:lnTo>
                    <a:pt x="24779" y="79561"/>
                  </a:lnTo>
                  <a:lnTo>
                    <a:pt x="22074" y="84117"/>
                  </a:lnTo>
                  <a:lnTo>
                    <a:pt x="19515" y="88756"/>
                  </a:lnTo>
                  <a:lnTo>
                    <a:pt x="17105" y="93474"/>
                  </a:lnTo>
                  <a:lnTo>
                    <a:pt x="14845" y="98266"/>
                  </a:lnTo>
                  <a:lnTo>
                    <a:pt x="12738" y="103127"/>
                  </a:lnTo>
                  <a:lnTo>
                    <a:pt x="10786" y="108053"/>
                  </a:lnTo>
                  <a:lnTo>
                    <a:pt x="8991" y="113038"/>
                  </a:lnTo>
                  <a:lnTo>
                    <a:pt x="7356" y="118077"/>
                  </a:lnTo>
                  <a:lnTo>
                    <a:pt x="5880" y="123166"/>
                  </a:lnTo>
                  <a:lnTo>
                    <a:pt x="4567" y="128298"/>
                  </a:lnTo>
                  <a:lnTo>
                    <a:pt x="3417" y="133470"/>
                  </a:lnTo>
                  <a:lnTo>
                    <a:pt x="2431" y="138676"/>
                  </a:lnTo>
                  <a:lnTo>
                    <a:pt x="1611" y="143910"/>
                  </a:lnTo>
                  <a:lnTo>
                    <a:pt x="957" y="149168"/>
                  </a:lnTo>
                  <a:lnTo>
                    <a:pt x="471" y="154444"/>
                  </a:lnTo>
                  <a:lnTo>
                    <a:pt x="151" y="159732"/>
                  </a:lnTo>
                  <a:lnTo>
                    <a:pt x="0" y="165028"/>
                  </a:lnTo>
                  <a:lnTo>
                    <a:pt x="16" y="170326"/>
                  </a:lnTo>
                  <a:lnTo>
                    <a:pt x="200" y="175621"/>
                  </a:lnTo>
                  <a:lnTo>
                    <a:pt x="552" y="180908"/>
                  </a:lnTo>
                  <a:lnTo>
                    <a:pt x="1071" y="186181"/>
                  </a:lnTo>
                  <a:lnTo>
                    <a:pt x="1757" y="191434"/>
                  </a:lnTo>
                  <a:lnTo>
                    <a:pt x="2609" y="196663"/>
                  </a:lnTo>
                  <a:lnTo>
                    <a:pt x="3627" y="201863"/>
                  </a:lnTo>
                  <a:lnTo>
                    <a:pt x="4808" y="207028"/>
                  </a:lnTo>
                  <a:lnTo>
                    <a:pt x="6153" y="212152"/>
                  </a:lnTo>
                  <a:lnTo>
                    <a:pt x="7659" y="217232"/>
                  </a:lnTo>
                  <a:lnTo>
                    <a:pt x="9326" y="222261"/>
                  </a:lnTo>
                  <a:lnTo>
                    <a:pt x="11151" y="227235"/>
                  </a:lnTo>
                  <a:lnTo>
                    <a:pt x="13133" y="232148"/>
                  </a:lnTo>
                  <a:lnTo>
                    <a:pt x="15270" y="236996"/>
                  </a:lnTo>
                  <a:lnTo>
                    <a:pt x="17559" y="241775"/>
                  </a:lnTo>
                  <a:lnTo>
                    <a:pt x="19999" y="246478"/>
                  </a:lnTo>
                  <a:lnTo>
                    <a:pt x="22586" y="251101"/>
                  </a:lnTo>
                  <a:lnTo>
                    <a:pt x="25319" y="255640"/>
                  </a:lnTo>
                  <a:lnTo>
                    <a:pt x="28194" y="260091"/>
                  </a:lnTo>
                  <a:lnTo>
                    <a:pt x="31208" y="264448"/>
                  </a:lnTo>
                  <a:lnTo>
                    <a:pt x="34359" y="268707"/>
                  </a:lnTo>
                  <a:lnTo>
                    <a:pt x="37644" y="272864"/>
                  </a:lnTo>
                  <a:lnTo>
                    <a:pt x="41059" y="276915"/>
                  </a:lnTo>
                  <a:lnTo>
                    <a:pt x="44600" y="280856"/>
                  </a:lnTo>
                  <a:lnTo>
                    <a:pt x="48264" y="284682"/>
                  </a:lnTo>
                  <a:lnTo>
                    <a:pt x="52048" y="288391"/>
                  </a:lnTo>
                  <a:lnTo>
                    <a:pt x="55948" y="291978"/>
                  </a:lnTo>
                  <a:lnTo>
                    <a:pt x="59959" y="295439"/>
                  </a:lnTo>
                  <a:lnTo>
                    <a:pt x="64078" y="298772"/>
                  </a:lnTo>
                  <a:lnTo>
                    <a:pt x="68300" y="301972"/>
                  </a:lnTo>
                  <a:lnTo>
                    <a:pt x="72622" y="305037"/>
                  </a:lnTo>
                  <a:lnTo>
                    <a:pt x="77038" y="307963"/>
                  </a:lnTo>
                  <a:lnTo>
                    <a:pt x="81545" y="310748"/>
                  </a:lnTo>
                  <a:lnTo>
                    <a:pt x="86138" y="313389"/>
                  </a:lnTo>
                  <a:lnTo>
                    <a:pt x="90813" y="315883"/>
                  </a:lnTo>
                  <a:lnTo>
                    <a:pt x="95564" y="318228"/>
                  </a:lnTo>
                  <a:lnTo>
                    <a:pt x="100387" y="320420"/>
                  </a:lnTo>
                  <a:lnTo>
                    <a:pt x="105277" y="322459"/>
                  </a:lnTo>
                  <a:lnTo>
                    <a:pt x="110230" y="324342"/>
                  </a:lnTo>
                  <a:lnTo>
                    <a:pt x="115239" y="326067"/>
                  </a:lnTo>
                  <a:lnTo>
                    <a:pt x="120301" y="327632"/>
                  </a:lnTo>
                  <a:lnTo>
                    <a:pt x="125410" y="329037"/>
                  </a:lnTo>
                  <a:lnTo>
                    <a:pt x="130560" y="330278"/>
                  </a:lnTo>
                  <a:lnTo>
                    <a:pt x="135748" y="331356"/>
                  </a:lnTo>
                  <a:lnTo>
                    <a:pt x="140967" y="332269"/>
                  </a:lnTo>
                  <a:lnTo>
                    <a:pt x="146212" y="333015"/>
                  </a:lnTo>
                  <a:lnTo>
                    <a:pt x="151478" y="333596"/>
                  </a:lnTo>
                  <a:lnTo>
                    <a:pt x="156760" y="334009"/>
                  </a:lnTo>
                  <a:lnTo>
                    <a:pt x="162053" y="334255"/>
                  </a:lnTo>
                  <a:lnTo>
                    <a:pt x="167350" y="334332"/>
                  </a:lnTo>
                  <a:lnTo>
                    <a:pt x="172648" y="334242"/>
                  </a:lnTo>
                  <a:lnTo>
                    <a:pt x="177940" y="333984"/>
                  </a:lnTo>
                  <a:lnTo>
                    <a:pt x="183221" y="333558"/>
                  </a:lnTo>
                  <a:lnTo>
                    <a:pt x="188486" y="332966"/>
                  </a:lnTo>
                  <a:lnTo>
                    <a:pt x="193729" y="332206"/>
                  </a:lnTo>
                  <a:lnTo>
                    <a:pt x="198946" y="331281"/>
                  </a:lnTo>
                  <a:lnTo>
                    <a:pt x="204131" y="330191"/>
                  </a:lnTo>
                  <a:lnTo>
                    <a:pt x="209278" y="328938"/>
                  </a:lnTo>
                  <a:lnTo>
                    <a:pt x="214384" y="327521"/>
                  </a:lnTo>
                  <a:lnTo>
                    <a:pt x="219442" y="325944"/>
                  </a:lnTo>
                  <a:lnTo>
                    <a:pt x="224447" y="324207"/>
                  </a:lnTo>
                  <a:lnTo>
                    <a:pt x="229395" y="322313"/>
                  </a:lnTo>
                  <a:lnTo>
                    <a:pt x="234280" y="320263"/>
                  </a:lnTo>
                  <a:lnTo>
                    <a:pt x="239098" y="318058"/>
                  </a:lnTo>
                  <a:lnTo>
                    <a:pt x="243844" y="315703"/>
                  </a:lnTo>
                  <a:lnTo>
                    <a:pt x="248513" y="313198"/>
                  </a:lnTo>
                  <a:lnTo>
                    <a:pt x="253100" y="310546"/>
                  </a:lnTo>
                  <a:lnTo>
                    <a:pt x="257600" y="307751"/>
                  </a:lnTo>
                  <a:lnTo>
                    <a:pt x="262010" y="304814"/>
                  </a:lnTo>
                  <a:lnTo>
                    <a:pt x="266324" y="301739"/>
                  </a:lnTo>
                  <a:lnTo>
                    <a:pt x="270539" y="298528"/>
                  </a:lnTo>
                  <a:lnTo>
                    <a:pt x="274650" y="295186"/>
                  </a:lnTo>
                  <a:lnTo>
                    <a:pt x="278653" y="291715"/>
                  </a:lnTo>
                  <a:lnTo>
                    <a:pt x="282544" y="288119"/>
                  </a:lnTo>
                  <a:lnTo>
                    <a:pt x="286319" y="284402"/>
                  </a:lnTo>
                  <a:lnTo>
                    <a:pt x="289974" y="280566"/>
                  </a:lnTo>
                  <a:lnTo>
                    <a:pt x="293506" y="276617"/>
                  </a:lnTo>
                  <a:lnTo>
                    <a:pt x="296912" y="272558"/>
                  </a:lnTo>
                  <a:lnTo>
                    <a:pt x="300186" y="268393"/>
                  </a:lnTo>
                  <a:lnTo>
                    <a:pt x="303327" y="264127"/>
                  </a:lnTo>
                  <a:lnTo>
                    <a:pt x="306332" y="259763"/>
                  </a:lnTo>
                  <a:lnTo>
                    <a:pt x="309196" y="255306"/>
                  </a:lnTo>
                  <a:lnTo>
                    <a:pt x="311918" y="250760"/>
                  </a:lnTo>
                  <a:lnTo>
                    <a:pt x="314494" y="246130"/>
                  </a:lnTo>
                  <a:lnTo>
                    <a:pt x="316923" y="241422"/>
                  </a:lnTo>
                  <a:lnTo>
                    <a:pt x="319201" y="236638"/>
                  </a:lnTo>
                  <a:lnTo>
                    <a:pt x="321326" y="231785"/>
                  </a:lnTo>
                  <a:lnTo>
                    <a:pt x="323296" y="226867"/>
                  </a:lnTo>
                  <a:lnTo>
                    <a:pt x="325110" y="221889"/>
                  </a:lnTo>
                  <a:lnTo>
                    <a:pt x="326765" y="216855"/>
                  </a:lnTo>
                  <a:lnTo>
                    <a:pt x="328259" y="211772"/>
                  </a:lnTo>
                  <a:lnTo>
                    <a:pt x="329592" y="206645"/>
                  </a:lnTo>
                  <a:lnTo>
                    <a:pt x="330761" y="201477"/>
                  </a:lnTo>
                  <a:lnTo>
                    <a:pt x="331767" y="196275"/>
                  </a:lnTo>
                  <a:lnTo>
                    <a:pt x="332606" y="191044"/>
                  </a:lnTo>
                  <a:lnTo>
                    <a:pt x="333280" y="185789"/>
                  </a:lnTo>
                  <a:lnTo>
                    <a:pt x="333787" y="180515"/>
                  </a:lnTo>
                  <a:lnTo>
                    <a:pt x="334126" y="175228"/>
                  </a:lnTo>
                  <a:lnTo>
                    <a:pt x="334298" y="169932"/>
                  </a:lnTo>
                  <a:lnTo>
                    <a:pt x="334302" y="164634"/>
                  </a:lnTo>
                  <a:lnTo>
                    <a:pt x="334137" y="159338"/>
                  </a:lnTo>
                  <a:lnTo>
                    <a:pt x="333806" y="154051"/>
                  </a:lnTo>
                  <a:lnTo>
                    <a:pt x="333306" y="148776"/>
                  </a:lnTo>
                  <a:lnTo>
                    <a:pt x="332640" y="143520"/>
                  </a:lnTo>
                  <a:lnTo>
                    <a:pt x="331808" y="138288"/>
                  </a:lnTo>
                  <a:lnTo>
                    <a:pt x="330810" y="133084"/>
                  </a:lnTo>
                  <a:lnTo>
                    <a:pt x="329648" y="127915"/>
                  </a:lnTo>
                  <a:lnTo>
                    <a:pt x="328322" y="122785"/>
                  </a:lnTo>
                  <a:lnTo>
                    <a:pt x="326835" y="117700"/>
                  </a:lnTo>
                  <a:lnTo>
                    <a:pt x="325187" y="112665"/>
                  </a:lnTo>
                  <a:lnTo>
                    <a:pt x="323381" y="107684"/>
                  </a:lnTo>
                  <a:lnTo>
                    <a:pt x="321417" y="102763"/>
                  </a:lnTo>
                  <a:lnTo>
                    <a:pt x="319299" y="97907"/>
                  </a:lnTo>
                  <a:lnTo>
                    <a:pt x="317028" y="93120"/>
                  </a:lnTo>
                  <a:lnTo>
                    <a:pt x="314606" y="88408"/>
                  </a:lnTo>
                  <a:lnTo>
                    <a:pt x="312036" y="83775"/>
                  </a:lnTo>
                  <a:lnTo>
                    <a:pt x="309321" y="79225"/>
                  </a:lnTo>
                  <a:lnTo>
                    <a:pt x="306463" y="74764"/>
                  </a:lnTo>
                  <a:lnTo>
                    <a:pt x="303464" y="70396"/>
                  </a:lnTo>
                  <a:lnTo>
                    <a:pt x="300329" y="66125"/>
                  </a:lnTo>
                  <a:lnTo>
                    <a:pt x="297061" y="61955"/>
                  </a:lnTo>
                  <a:lnTo>
                    <a:pt x="293661" y="57891"/>
                  </a:lnTo>
                  <a:lnTo>
                    <a:pt x="290135" y="53937"/>
                  </a:lnTo>
                  <a:lnTo>
                    <a:pt x="286485" y="50097"/>
                  </a:lnTo>
                  <a:lnTo>
                    <a:pt x="282715" y="46374"/>
                  </a:lnTo>
                  <a:lnTo>
                    <a:pt x="278829" y="42773"/>
                  </a:lnTo>
                  <a:lnTo>
                    <a:pt x="274831" y="39296"/>
                  </a:lnTo>
                  <a:lnTo>
                    <a:pt x="270725" y="35948"/>
                  </a:lnTo>
                  <a:lnTo>
                    <a:pt x="266515" y="32732"/>
                  </a:lnTo>
                  <a:lnTo>
                    <a:pt x="262205" y="29650"/>
                  </a:lnTo>
                  <a:lnTo>
                    <a:pt x="257799" y="26707"/>
                  </a:lnTo>
                  <a:lnTo>
                    <a:pt x="253302" y="23905"/>
                  </a:lnTo>
                  <a:lnTo>
                    <a:pt x="248719" y="21247"/>
                  </a:lnTo>
                  <a:lnTo>
                    <a:pt x="244054" y="18736"/>
                  </a:lnTo>
                  <a:lnTo>
                    <a:pt x="239312" y="16373"/>
                  </a:lnTo>
                  <a:lnTo>
                    <a:pt x="234497" y="14162"/>
                  </a:lnTo>
                  <a:lnTo>
                    <a:pt x="229615" y="12105"/>
                  </a:lnTo>
                  <a:lnTo>
                    <a:pt x="224669" y="10204"/>
                  </a:lnTo>
                  <a:lnTo>
                    <a:pt x="219666" y="8460"/>
                  </a:lnTo>
                  <a:lnTo>
                    <a:pt x="214611" y="6875"/>
                  </a:lnTo>
                  <a:lnTo>
                    <a:pt x="167153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9088" y="5103947"/>
              <a:ext cx="47457" cy="167167"/>
            </a:xfrm>
            <a:custGeom>
              <a:avLst/>
              <a:pathLst>
                <a:path w="47457" h="167167">
                  <a:moveTo>
                    <a:pt x="47457" y="6877"/>
                  </a:moveTo>
                  <a:lnTo>
                    <a:pt x="41660" y="5274"/>
                  </a:lnTo>
                  <a:lnTo>
                    <a:pt x="35809" y="3880"/>
                  </a:lnTo>
                  <a:lnTo>
                    <a:pt x="29912" y="2698"/>
                  </a:lnTo>
                  <a:lnTo>
                    <a:pt x="23976" y="1728"/>
                  </a:lnTo>
                  <a:lnTo>
                    <a:pt x="18009" y="972"/>
                  </a:lnTo>
                  <a:lnTo>
                    <a:pt x="12019" y="432"/>
                  </a:lnTo>
                  <a:lnTo>
                    <a:pt x="6013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3938728" y="5309273"/>
              <a:ext cx="167166" cy="230673"/>
            </a:xfrm>
            <a:custGeom>
              <a:avLst/>
              <a:pathLst>
                <a:path w="167166" h="230673">
                  <a:moveTo>
                    <a:pt x="167166" y="0"/>
                  </a:moveTo>
                  <a:lnTo>
                    <a:pt x="161794" y="86"/>
                  </a:lnTo>
                  <a:lnTo>
                    <a:pt x="156428" y="345"/>
                  </a:lnTo>
                  <a:lnTo>
                    <a:pt x="151073" y="776"/>
                  </a:lnTo>
                  <a:lnTo>
                    <a:pt x="145734" y="1379"/>
                  </a:lnTo>
                  <a:lnTo>
                    <a:pt x="140418" y="2153"/>
                  </a:lnTo>
                  <a:lnTo>
                    <a:pt x="135129" y="3098"/>
                  </a:lnTo>
                  <a:lnTo>
                    <a:pt x="129874" y="4212"/>
                  </a:lnTo>
                  <a:lnTo>
                    <a:pt x="124657" y="5495"/>
                  </a:lnTo>
                  <a:lnTo>
                    <a:pt x="119484" y="6944"/>
                  </a:lnTo>
                  <a:lnTo>
                    <a:pt x="114360" y="8559"/>
                  </a:lnTo>
                  <a:lnTo>
                    <a:pt x="109290" y="10338"/>
                  </a:lnTo>
                  <a:lnTo>
                    <a:pt x="104281" y="12278"/>
                  </a:lnTo>
                  <a:lnTo>
                    <a:pt x="99336" y="14379"/>
                  </a:lnTo>
                  <a:lnTo>
                    <a:pt x="94462" y="16638"/>
                  </a:lnTo>
                  <a:lnTo>
                    <a:pt x="89662" y="19052"/>
                  </a:lnTo>
                  <a:lnTo>
                    <a:pt x="84943" y="21618"/>
                  </a:lnTo>
                  <a:lnTo>
                    <a:pt x="80308" y="24336"/>
                  </a:lnTo>
                  <a:lnTo>
                    <a:pt x="75763" y="27201"/>
                  </a:lnTo>
                  <a:lnTo>
                    <a:pt x="71313" y="30210"/>
                  </a:lnTo>
                  <a:lnTo>
                    <a:pt x="66962" y="33361"/>
                  </a:lnTo>
                  <a:lnTo>
                    <a:pt x="62714" y="36650"/>
                  </a:lnTo>
                  <a:lnTo>
                    <a:pt x="58574" y="40073"/>
                  </a:lnTo>
                  <a:lnTo>
                    <a:pt x="54546" y="43629"/>
                  </a:lnTo>
                  <a:lnTo>
                    <a:pt x="50634" y="47311"/>
                  </a:lnTo>
                  <a:lnTo>
                    <a:pt x="46843" y="51118"/>
                  </a:lnTo>
                  <a:lnTo>
                    <a:pt x="43176" y="55044"/>
                  </a:lnTo>
                  <a:lnTo>
                    <a:pt x="39637" y="59086"/>
                  </a:lnTo>
                  <a:lnTo>
                    <a:pt x="36230" y="63240"/>
                  </a:lnTo>
                  <a:lnTo>
                    <a:pt x="32958" y="67501"/>
                  </a:lnTo>
                  <a:lnTo>
                    <a:pt x="29825" y="71865"/>
                  </a:lnTo>
                  <a:lnTo>
                    <a:pt x="26833" y="76327"/>
                  </a:lnTo>
                  <a:lnTo>
                    <a:pt x="23987" y="80884"/>
                  </a:lnTo>
                  <a:lnTo>
                    <a:pt x="21288" y="85529"/>
                  </a:lnTo>
                  <a:lnTo>
                    <a:pt x="18740" y="90259"/>
                  </a:lnTo>
                  <a:lnTo>
                    <a:pt x="16346" y="95068"/>
                  </a:lnTo>
                  <a:lnTo>
                    <a:pt x="14107" y="99951"/>
                  </a:lnTo>
                  <a:lnTo>
                    <a:pt x="12026" y="104904"/>
                  </a:lnTo>
                  <a:lnTo>
                    <a:pt x="10105" y="109922"/>
                  </a:lnTo>
                  <a:lnTo>
                    <a:pt x="8347" y="114998"/>
                  </a:lnTo>
                  <a:lnTo>
                    <a:pt x="6753" y="120129"/>
                  </a:lnTo>
                  <a:lnTo>
                    <a:pt x="5324" y="125307"/>
                  </a:lnTo>
                  <a:lnTo>
                    <a:pt x="4062" y="130530"/>
                  </a:lnTo>
                  <a:lnTo>
                    <a:pt x="2969" y="135790"/>
                  </a:lnTo>
                  <a:lnTo>
                    <a:pt x="2046" y="141082"/>
                  </a:lnTo>
                  <a:lnTo>
                    <a:pt x="1293" y="146401"/>
                  </a:lnTo>
                  <a:lnTo>
                    <a:pt x="711" y="151742"/>
                  </a:lnTo>
                  <a:lnTo>
                    <a:pt x="302" y="157099"/>
                  </a:lnTo>
                  <a:lnTo>
                    <a:pt x="64" y="162466"/>
                  </a:lnTo>
                  <a:lnTo>
                    <a:pt x="0" y="167838"/>
                  </a:lnTo>
                  <a:lnTo>
                    <a:pt x="107" y="173209"/>
                  </a:lnTo>
                  <a:lnTo>
                    <a:pt x="388" y="178574"/>
                  </a:lnTo>
                  <a:lnTo>
                    <a:pt x="840" y="183927"/>
                  </a:lnTo>
                  <a:lnTo>
                    <a:pt x="1465" y="189263"/>
                  </a:lnTo>
                  <a:lnTo>
                    <a:pt x="2261" y="194577"/>
                  </a:lnTo>
                  <a:lnTo>
                    <a:pt x="3226" y="199861"/>
                  </a:lnTo>
                  <a:lnTo>
                    <a:pt x="4362" y="205112"/>
                  </a:lnTo>
                  <a:lnTo>
                    <a:pt x="5665" y="210324"/>
                  </a:lnTo>
                  <a:lnTo>
                    <a:pt x="7135" y="215491"/>
                  </a:lnTo>
                  <a:lnTo>
                    <a:pt x="8771" y="220609"/>
                  </a:lnTo>
                  <a:lnTo>
                    <a:pt x="10570" y="225671"/>
                  </a:lnTo>
                  <a:lnTo>
                    <a:pt x="12531" y="23067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3951259" y="5309273"/>
              <a:ext cx="321787" cy="334332"/>
            </a:xfrm>
            <a:custGeom>
              <a:avLst/>
              <a:pathLst>
                <a:path w="321787" h="334332">
                  <a:moveTo>
                    <a:pt x="0" y="230673"/>
                  </a:moveTo>
                  <a:lnTo>
                    <a:pt x="2096" y="235555"/>
                  </a:lnTo>
                  <a:lnTo>
                    <a:pt x="4346" y="240368"/>
                  </a:lnTo>
                  <a:lnTo>
                    <a:pt x="6748" y="245107"/>
                  </a:lnTo>
                  <a:lnTo>
                    <a:pt x="9300" y="249767"/>
                  </a:lnTo>
                  <a:lnTo>
                    <a:pt x="11998" y="254344"/>
                  </a:lnTo>
                  <a:lnTo>
                    <a:pt x="14841" y="258833"/>
                  </a:lnTo>
                  <a:lnTo>
                    <a:pt x="17824" y="263229"/>
                  </a:lnTo>
                  <a:lnTo>
                    <a:pt x="20946" y="267529"/>
                  </a:lnTo>
                  <a:lnTo>
                    <a:pt x="24203" y="271726"/>
                  </a:lnTo>
                  <a:lnTo>
                    <a:pt x="27592" y="275819"/>
                  </a:lnTo>
                  <a:lnTo>
                    <a:pt x="31109" y="279801"/>
                  </a:lnTo>
                  <a:lnTo>
                    <a:pt x="34751" y="283670"/>
                  </a:lnTo>
                  <a:lnTo>
                    <a:pt x="38514" y="287421"/>
                  </a:lnTo>
                  <a:lnTo>
                    <a:pt x="42394" y="291050"/>
                  </a:lnTo>
                  <a:lnTo>
                    <a:pt x="46388" y="294554"/>
                  </a:lnTo>
                  <a:lnTo>
                    <a:pt x="50491" y="297930"/>
                  </a:lnTo>
                  <a:lnTo>
                    <a:pt x="54699" y="301174"/>
                  </a:lnTo>
                  <a:lnTo>
                    <a:pt x="59008" y="304282"/>
                  </a:lnTo>
                  <a:lnTo>
                    <a:pt x="63414" y="307252"/>
                  </a:lnTo>
                  <a:lnTo>
                    <a:pt x="67911" y="310080"/>
                  </a:lnTo>
                  <a:lnTo>
                    <a:pt x="72497" y="312764"/>
                  </a:lnTo>
                  <a:lnTo>
                    <a:pt x="77165" y="315300"/>
                  </a:lnTo>
                  <a:lnTo>
                    <a:pt x="81912" y="317687"/>
                  </a:lnTo>
                  <a:lnTo>
                    <a:pt x="86732" y="319922"/>
                  </a:lnTo>
                  <a:lnTo>
                    <a:pt x="91621" y="322003"/>
                  </a:lnTo>
                  <a:lnTo>
                    <a:pt x="96573" y="323927"/>
                  </a:lnTo>
                  <a:lnTo>
                    <a:pt x="101584" y="325693"/>
                  </a:lnTo>
                  <a:lnTo>
                    <a:pt x="106649" y="327299"/>
                  </a:lnTo>
                  <a:lnTo>
                    <a:pt x="111762" y="328743"/>
                  </a:lnTo>
                  <a:lnTo>
                    <a:pt x="116919" y="330024"/>
                  </a:lnTo>
                  <a:lnTo>
                    <a:pt x="122113" y="331140"/>
                  </a:lnTo>
                  <a:lnTo>
                    <a:pt x="127340" y="332091"/>
                  </a:lnTo>
                  <a:lnTo>
                    <a:pt x="132595" y="332875"/>
                  </a:lnTo>
                  <a:lnTo>
                    <a:pt x="137873" y="333492"/>
                  </a:lnTo>
                  <a:lnTo>
                    <a:pt x="143167" y="333941"/>
                  </a:lnTo>
                  <a:lnTo>
                    <a:pt x="148473" y="334221"/>
                  </a:lnTo>
                  <a:lnTo>
                    <a:pt x="153785" y="334332"/>
                  </a:lnTo>
                  <a:lnTo>
                    <a:pt x="159097" y="334275"/>
                  </a:lnTo>
                  <a:lnTo>
                    <a:pt x="164406" y="334049"/>
                  </a:lnTo>
                  <a:lnTo>
                    <a:pt x="169704" y="333654"/>
                  </a:lnTo>
                  <a:lnTo>
                    <a:pt x="174987" y="333091"/>
                  </a:lnTo>
                  <a:lnTo>
                    <a:pt x="180250" y="332360"/>
                  </a:lnTo>
                  <a:lnTo>
                    <a:pt x="185487" y="331463"/>
                  </a:lnTo>
                  <a:lnTo>
                    <a:pt x="190692" y="330399"/>
                  </a:lnTo>
                  <a:lnTo>
                    <a:pt x="195862" y="329171"/>
                  </a:lnTo>
                  <a:lnTo>
                    <a:pt x="200989" y="327779"/>
                  </a:lnTo>
                  <a:lnTo>
                    <a:pt x="206070" y="326225"/>
                  </a:lnTo>
                  <a:lnTo>
                    <a:pt x="211099" y="324510"/>
                  </a:lnTo>
                  <a:lnTo>
                    <a:pt x="216070" y="322636"/>
                  </a:lnTo>
                  <a:lnTo>
                    <a:pt x="220980" y="320605"/>
                  </a:lnTo>
                  <a:lnTo>
                    <a:pt x="225823" y="318419"/>
                  </a:lnTo>
                  <a:lnTo>
                    <a:pt x="230593" y="316080"/>
                  </a:lnTo>
                  <a:lnTo>
                    <a:pt x="235287" y="313591"/>
                  </a:lnTo>
                  <a:lnTo>
                    <a:pt x="239900" y="310954"/>
                  </a:lnTo>
                  <a:lnTo>
                    <a:pt x="244426" y="308172"/>
                  </a:lnTo>
                  <a:lnTo>
                    <a:pt x="248862" y="305247"/>
                  </a:lnTo>
                  <a:lnTo>
                    <a:pt x="253202" y="302183"/>
                  </a:lnTo>
                  <a:lnTo>
                    <a:pt x="257443" y="298982"/>
                  </a:lnTo>
                  <a:lnTo>
                    <a:pt x="261580" y="295649"/>
                  </a:lnTo>
                  <a:lnTo>
                    <a:pt x="265609" y="292185"/>
                  </a:lnTo>
                  <a:lnTo>
                    <a:pt x="269526" y="288595"/>
                  </a:lnTo>
                  <a:lnTo>
                    <a:pt x="273327" y="284883"/>
                  </a:lnTo>
                  <a:lnTo>
                    <a:pt x="277008" y="281051"/>
                  </a:lnTo>
                  <a:lnTo>
                    <a:pt x="280566" y="277105"/>
                  </a:lnTo>
                  <a:lnTo>
                    <a:pt x="283996" y="273047"/>
                  </a:lnTo>
                  <a:lnTo>
                    <a:pt x="287295" y="268883"/>
                  </a:lnTo>
                  <a:lnTo>
                    <a:pt x="290461" y="264615"/>
                  </a:lnTo>
                  <a:lnTo>
                    <a:pt x="293489" y="260250"/>
                  </a:lnTo>
                  <a:lnTo>
                    <a:pt x="296377" y="255790"/>
                  </a:lnTo>
                  <a:lnTo>
                    <a:pt x="299122" y="251241"/>
                  </a:lnTo>
                  <a:lnTo>
                    <a:pt x="301720" y="246607"/>
                  </a:lnTo>
                  <a:lnTo>
                    <a:pt x="304171" y="241892"/>
                  </a:lnTo>
                  <a:lnTo>
                    <a:pt x="306470" y="237102"/>
                  </a:lnTo>
                  <a:lnTo>
                    <a:pt x="308616" y="232242"/>
                  </a:lnTo>
                  <a:lnTo>
                    <a:pt x="310606" y="227316"/>
                  </a:lnTo>
                  <a:lnTo>
                    <a:pt x="312439" y="222329"/>
                  </a:lnTo>
                  <a:lnTo>
                    <a:pt x="314112" y="217286"/>
                  </a:lnTo>
                  <a:lnTo>
                    <a:pt x="315624" y="212192"/>
                  </a:lnTo>
                  <a:lnTo>
                    <a:pt x="316974" y="207054"/>
                  </a:lnTo>
                  <a:lnTo>
                    <a:pt x="318159" y="201874"/>
                  </a:lnTo>
                  <a:lnTo>
                    <a:pt x="319180" y="196660"/>
                  </a:lnTo>
                  <a:lnTo>
                    <a:pt x="320034" y="191416"/>
                  </a:lnTo>
                  <a:lnTo>
                    <a:pt x="320721" y="186148"/>
                  </a:lnTo>
                  <a:lnTo>
                    <a:pt x="321240" y="180860"/>
                  </a:lnTo>
                  <a:lnTo>
                    <a:pt x="321591" y="175558"/>
                  </a:lnTo>
                  <a:lnTo>
                    <a:pt x="321773" y="170248"/>
                  </a:lnTo>
                  <a:lnTo>
                    <a:pt x="321787" y="164935"/>
                  </a:lnTo>
                  <a:lnTo>
                    <a:pt x="321632" y="159624"/>
                  </a:lnTo>
                  <a:lnTo>
                    <a:pt x="321308" y="154321"/>
                  </a:lnTo>
                  <a:lnTo>
                    <a:pt x="320815" y="149031"/>
                  </a:lnTo>
                  <a:lnTo>
                    <a:pt x="320155" y="143759"/>
                  </a:lnTo>
                  <a:lnTo>
                    <a:pt x="319327" y="138511"/>
                  </a:lnTo>
                  <a:lnTo>
                    <a:pt x="318334" y="133291"/>
                  </a:lnTo>
                  <a:lnTo>
                    <a:pt x="317174" y="128106"/>
                  </a:lnTo>
                  <a:lnTo>
                    <a:pt x="315851" y="122961"/>
                  </a:lnTo>
                  <a:lnTo>
                    <a:pt x="314365" y="117860"/>
                  </a:lnTo>
                  <a:lnTo>
                    <a:pt x="312717" y="112808"/>
                  </a:lnTo>
                  <a:lnTo>
                    <a:pt x="310910" y="107812"/>
                  </a:lnTo>
                  <a:lnTo>
                    <a:pt x="308944" y="102876"/>
                  </a:lnTo>
                  <a:lnTo>
                    <a:pt x="306823" y="98004"/>
                  </a:lnTo>
                  <a:lnTo>
                    <a:pt x="304549" y="93203"/>
                  </a:lnTo>
                  <a:lnTo>
                    <a:pt x="302122" y="88476"/>
                  </a:lnTo>
                  <a:lnTo>
                    <a:pt x="299547" y="83829"/>
                  </a:lnTo>
                  <a:lnTo>
                    <a:pt x="296826" y="79266"/>
                  </a:lnTo>
                  <a:lnTo>
                    <a:pt x="293960" y="74791"/>
                  </a:lnTo>
                  <a:lnTo>
                    <a:pt x="290954" y="70410"/>
                  </a:lnTo>
                  <a:lnTo>
                    <a:pt x="287811" y="66127"/>
                  </a:lnTo>
                  <a:lnTo>
                    <a:pt x="284532" y="61946"/>
                  </a:lnTo>
                  <a:lnTo>
                    <a:pt x="281123" y="57871"/>
                  </a:lnTo>
                  <a:lnTo>
                    <a:pt x="277586" y="53906"/>
                  </a:lnTo>
                  <a:lnTo>
                    <a:pt x="273924" y="50056"/>
                  </a:lnTo>
                  <a:lnTo>
                    <a:pt x="270142" y="46324"/>
                  </a:lnTo>
                  <a:lnTo>
                    <a:pt x="266244" y="42715"/>
                  </a:lnTo>
                  <a:lnTo>
                    <a:pt x="262232" y="39231"/>
                  </a:lnTo>
                  <a:lnTo>
                    <a:pt x="258112" y="35876"/>
                  </a:lnTo>
                  <a:lnTo>
                    <a:pt x="253888" y="32654"/>
                  </a:lnTo>
                  <a:lnTo>
                    <a:pt x="249563" y="29568"/>
                  </a:lnTo>
                  <a:lnTo>
                    <a:pt x="245142" y="26620"/>
                  </a:lnTo>
                  <a:lnTo>
                    <a:pt x="240630" y="23815"/>
                  </a:lnTo>
                  <a:lnTo>
                    <a:pt x="236031" y="21155"/>
                  </a:lnTo>
                  <a:lnTo>
                    <a:pt x="231349" y="18642"/>
                  </a:lnTo>
                  <a:lnTo>
                    <a:pt x="226591" y="16279"/>
                  </a:lnTo>
                  <a:lnTo>
                    <a:pt x="221759" y="14068"/>
                  </a:lnTo>
                  <a:lnTo>
                    <a:pt x="216860" y="12012"/>
                  </a:lnTo>
                  <a:lnTo>
                    <a:pt x="211898" y="10113"/>
                  </a:lnTo>
                  <a:lnTo>
                    <a:pt x="206878" y="8373"/>
                  </a:lnTo>
                  <a:lnTo>
                    <a:pt x="201805" y="6793"/>
                  </a:lnTo>
                  <a:lnTo>
                    <a:pt x="196685" y="5375"/>
                  </a:lnTo>
                  <a:lnTo>
                    <a:pt x="191522" y="4120"/>
                  </a:lnTo>
                  <a:lnTo>
                    <a:pt x="186322" y="3030"/>
                  </a:lnTo>
                  <a:lnTo>
                    <a:pt x="181090" y="2106"/>
                  </a:lnTo>
                  <a:lnTo>
                    <a:pt x="175831" y="1349"/>
                  </a:lnTo>
                  <a:lnTo>
                    <a:pt x="170550" y="759"/>
                  </a:lnTo>
                  <a:lnTo>
                    <a:pt x="165254" y="337"/>
                  </a:lnTo>
                  <a:lnTo>
                    <a:pt x="159947" y="84"/>
                  </a:lnTo>
                  <a:lnTo>
                    <a:pt x="154634" y="0"/>
                  </a:lnTo>
                  <a:lnTo>
                    <a:pt x="1546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589265" y="5399291"/>
              <a:ext cx="28014" cy="167167"/>
            </a:xfrm>
            <a:custGeom>
              <a:avLst/>
              <a:pathLst>
                <a:path w="28014" h="167167">
                  <a:moveTo>
                    <a:pt x="28014" y="0"/>
                  </a:moveTo>
                  <a:lnTo>
                    <a:pt x="20979" y="148"/>
                  </a:lnTo>
                  <a:lnTo>
                    <a:pt x="13957" y="592"/>
                  </a:lnTo>
                  <a:lnTo>
                    <a:pt x="6960" y="1331"/>
                  </a:lnTo>
                  <a:lnTo>
                    <a:pt x="0" y="2364"/>
                  </a:lnTo>
                  <a:lnTo>
                    <a:pt x="2801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89265" y="5401655"/>
              <a:ext cx="28014" cy="164803"/>
            </a:xfrm>
            <a:custGeom>
              <a:avLst/>
              <a:pathLst>
                <a:path w="28014" h="164803">
                  <a:moveTo>
                    <a:pt x="0" y="0"/>
                  </a:moveTo>
                  <a:lnTo>
                    <a:pt x="28014" y="164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89265" y="5401655"/>
              <a:ext cx="28014" cy="164803"/>
            </a:xfrm>
            <a:custGeom>
              <a:avLst/>
              <a:pathLst>
                <a:path w="28014" h="164803">
                  <a:moveTo>
                    <a:pt x="0" y="0"/>
                  </a:moveTo>
                  <a:lnTo>
                    <a:pt x="28014" y="164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89265" y="5401655"/>
              <a:ext cx="28014" cy="164803"/>
            </a:xfrm>
            <a:custGeom>
              <a:avLst/>
              <a:pathLst>
                <a:path w="28014" h="164803">
                  <a:moveTo>
                    <a:pt x="0" y="0"/>
                  </a:moveTo>
                  <a:lnTo>
                    <a:pt x="28014" y="164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89265" y="5401655"/>
              <a:ext cx="28014" cy="164803"/>
            </a:xfrm>
            <a:custGeom>
              <a:avLst/>
              <a:pathLst>
                <a:path w="28014" h="164803">
                  <a:moveTo>
                    <a:pt x="0" y="0"/>
                  </a:moveTo>
                  <a:lnTo>
                    <a:pt x="28014" y="164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89265" y="5401655"/>
              <a:ext cx="28014" cy="164803"/>
            </a:xfrm>
            <a:custGeom>
              <a:avLst/>
              <a:pathLst>
                <a:path w="28014" h="164803">
                  <a:moveTo>
                    <a:pt x="0" y="0"/>
                  </a:moveTo>
                  <a:lnTo>
                    <a:pt x="28014" y="164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89265" y="5401655"/>
              <a:ext cx="28014" cy="164803"/>
            </a:xfrm>
            <a:custGeom>
              <a:avLst/>
              <a:pathLst>
                <a:path w="28014" h="164803">
                  <a:moveTo>
                    <a:pt x="0" y="0"/>
                  </a:moveTo>
                  <a:lnTo>
                    <a:pt x="28014" y="164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450120" y="5401655"/>
              <a:ext cx="334309" cy="331970"/>
            </a:xfrm>
            <a:custGeom>
              <a:avLst/>
              <a:pathLst>
                <a:path w="334309" h="331970">
                  <a:moveTo>
                    <a:pt x="139145" y="0"/>
                  </a:moveTo>
                  <a:lnTo>
                    <a:pt x="133943" y="969"/>
                  </a:lnTo>
                  <a:lnTo>
                    <a:pt x="128774" y="2102"/>
                  </a:lnTo>
                  <a:lnTo>
                    <a:pt x="123643" y="3399"/>
                  </a:lnTo>
                  <a:lnTo>
                    <a:pt x="118556" y="4857"/>
                  </a:lnTo>
                  <a:lnTo>
                    <a:pt x="113518" y="6475"/>
                  </a:lnTo>
                  <a:lnTo>
                    <a:pt x="108534" y="8253"/>
                  </a:lnTo>
                  <a:lnTo>
                    <a:pt x="103608" y="10187"/>
                  </a:lnTo>
                  <a:lnTo>
                    <a:pt x="98746" y="12276"/>
                  </a:lnTo>
                  <a:lnTo>
                    <a:pt x="93953" y="14517"/>
                  </a:lnTo>
                  <a:lnTo>
                    <a:pt x="89233" y="16910"/>
                  </a:lnTo>
                  <a:lnTo>
                    <a:pt x="84591" y="19450"/>
                  </a:lnTo>
                  <a:lnTo>
                    <a:pt x="80031" y="22137"/>
                  </a:lnTo>
                  <a:lnTo>
                    <a:pt x="75560" y="24966"/>
                  </a:lnTo>
                  <a:lnTo>
                    <a:pt x="71179" y="27935"/>
                  </a:lnTo>
                  <a:lnTo>
                    <a:pt x="66895" y="31042"/>
                  </a:lnTo>
                  <a:lnTo>
                    <a:pt x="62712" y="34282"/>
                  </a:lnTo>
                  <a:lnTo>
                    <a:pt x="58633" y="37653"/>
                  </a:lnTo>
                  <a:lnTo>
                    <a:pt x="54663" y="41152"/>
                  </a:lnTo>
                  <a:lnTo>
                    <a:pt x="50806" y="44775"/>
                  </a:lnTo>
                  <a:lnTo>
                    <a:pt x="47065" y="48518"/>
                  </a:lnTo>
                  <a:lnTo>
                    <a:pt x="43444" y="52377"/>
                  </a:lnTo>
                  <a:lnTo>
                    <a:pt x="39948" y="56349"/>
                  </a:lnTo>
                  <a:lnTo>
                    <a:pt x="36579" y="60430"/>
                  </a:lnTo>
                  <a:lnTo>
                    <a:pt x="33341" y="64615"/>
                  </a:lnTo>
                  <a:lnTo>
                    <a:pt x="30237" y="68901"/>
                  </a:lnTo>
                  <a:lnTo>
                    <a:pt x="27270" y="73283"/>
                  </a:lnTo>
                  <a:lnTo>
                    <a:pt x="24443" y="77756"/>
                  </a:lnTo>
                  <a:lnTo>
                    <a:pt x="21760" y="82317"/>
                  </a:lnTo>
                  <a:lnTo>
                    <a:pt x="19222" y="86961"/>
                  </a:lnTo>
                  <a:lnTo>
                    <a:pt x="16832" y="91682"/>
                  </a:lnTo>
                  <a:lnTo>
                    <a:pt x="14593" y="96477"/>
                  </a:lnTo>
                  <a:lnTo>
                    <a:pt x="12507" y="101340"/>
                  </a:lnTo>
                  <a:lnTo>
                    <a:pt x="10576" y="106267"/>
                  </a:lnTo>
                  <a:lnTo>
                    <a:pt x="8801" y="111252"/>
                  </a:lnTo>
                  <a:lnTo>
                    <a:pt x="7186" y="116291"/>
                  </a:lnTo>
                  <a:lnTo>
                    <a:pt x="5730" y="121379"/>
                  </a:lnTo>
                  <a:lnTo>
                    <a:pt x="4437" y="126510"/>
                  </a:lnTo>
                  <a:lnTo>
                    <a:pt x="3306" y="131680"/>
                  </a:lnTo>
                  <a:lnTo>
                    <a:pt x="2340" y="136883"/>
                  </a:lnTo>
                  <a:lnTo>
                    <a:pt x="1539" y="142113"/>
                  </a:lnTo>
                  <a:lnTo>
                    <a:pt x="904" y="147367"/>
                  </a:lnTo>
                  <a:lnTo>
                    <a:pt x="435" y="152638"/>
                  </a:lnTo>
                  <a:lnTo>
                    <a:pt x="134" y="157921"/>
                  </a:lnTo>
                  <a:lnTo>
                    <a:pt x="0" y="163211"/>
                  </a:lnTo>
                  <a:lnTo>
                    <a:pt x="33" y="168503"/>
                  </a:lnTo>
                  <a:lnTo>
                    <a:pt x="234" y="173791"/>
                  </a:lnTo>
                  <a:lnTo>
                    <a:pt x="602" y="179070"/>
                  </a:lnTo>
                  <a:lnTo>
                    <a:pt x="1137" y="184334"/>
                  </a:lnTo>
                  <a:lnTo>
                    <a:pt x="1838" y="189579"/>
                  </a:lnTo>
                  <a:lnTo>
                    <a:pt x="2705" y="194800"/>
                  </a:lnTo>
                  <a:lnTo>
                    <a:pt x="3737" y="199990"/>
                  </a:lnTo>
                  <a:lnTo>
                    <a:pt x="4933" y="205145"/>
                  </a:lnTo>
                  <a:lnTo>
                    <a:pt x="6291" y="210259"/>
                  </a:lnTo>
                  <a:lnTo>
                    <a:pt x="7810" y="215328"/>
                  </a:lnTo>
                  <a:lnTo>
                    <a:pt x="9489" y="220346"/>
                  </a:lnTo>
                  <a:lnTo>
                    <a:pt x="11326" y="225309"/>
                  </a:lnTo>
                  <a:lnTo>
                    <a:pt x="13319" y="230211"/>
                  </a:lnTo>
                  <a:lnTo>
                    <a:pt x="15467" y="235048"/>
                  </a:lnTo>
                  <a:lnTo>
                    <a:pt x="17766" y="239814"/>
                  </a:lnTo>
                  <a:lnTo>
                    <a:pt x="20215" y="244505"/>
                  </a:lnTo>
                  <a:lnTo>
                    <a:pt x="22812" y="249116"/>
                  </a:lnTo>
                  <a:lnTo>
                    <a:pt x="25552" y="253642"/>
                  </a:lnTo>
                  <a:lnTo>
                    <a:pt x="28435" y="258080"/>
                  </a:lnTo>
                  <a:lnTo>
                    <a:pt x="31457" y="262424"/>
                  </a:lnTo>
                  <a:lnTo>
                    <a:pt x="34615" y="266670"/>
                  </a:lnTo>
                  <a:lnTo>
                    <a:pt x="37906" y="270814"/>
                  </a:lnTo>
                  <a:lnTo>
                    <a:pt x="41326" y="274852"/>
                  </a:lnTo>
                  <a:lnTo>
                    <a:pt x="44872" y="278780"/>
                  </a:lnTo>
                  <a:lnTo>
                    <a:pt x="48541" y="282593"/>
                  </a:lnTo>
                  <a:lnTo>
                    <a:pt x="52329" y="286289"/>
                  </a:lnTo>
                  <a:lnTo>
                    <a:pt x="56231" y="289863"/>
                  </a:lnTo>
                  <a:lnTo>
                    <a:pt x="60245" y="293311"/>
                  </a:lnTo>
                  <a:lnTo>
                    <a:pt x="64366" y="296631"/>
                  </a:lnTo>
                  <a:lnTo>
                    <a:pt x="68590" y="299818"/>
                  </a:lnTo>
                  <a:lnTo>
                    <a:pt x="72913" y="302870"/>
                  </a:lnTo>
                  <a:lnTo>
                    <a:pt x="77330" y="305784"/>
                  </a:lnTo>
                  <a:lnTo>
                    <a:pt x="81838" y="308557"/>
                  </a:lnTo>
                  <a:lnTo>
                    <a:pt x="86430" y="311185"/>
                  </a:lnTo>
                  <a:lnTo>
                    <a:pt x="91104" y="313667"/>
                  </a:lnTo>
                  <a:lnTo>
                    <a:pt x="95854" y="316000"/>
                  </a:lnTo>
                  <a:lnTo>
                    <a:pt x="100675" y="318181"/>
                  </a:lnTo>
                  <a:lnTo>
                    <a:pt x="105563" y="320208"/>
                  </a:lnTo>
                  <a:lnTo>
                    <a:pt x="110513" y="322080"/>
                  </a:lnTo>
                  <a:lnTo>
                    <a:pt x="115519" y="323794"/>
                  </a:lnTo>
                  <a:lnTo>
                    <a:pt x="120578" y="325349"/>
                  </a:lnTo>
                  <a:lnTo>
                    <a:pt x="125682" y="326743"/>
                  </a:lnTo>
                  <a:lnTo>
                    <a:pt x="130829" y="327975"/>
                  </a:lnTo>
                  <a:lnTo>
                    <a:pt x="136012" y="329043"/>
                  </a:lnTo>
                  <a:lnTo>
                    <a:pt x="141226" y="329946"/>
                  </a:lnTo>
                  <a:lnTo>
                    <a:pt x="146466" y="330685"/>
                  </a:lnTo>
                  <a:lnTo>
                    <a:pt x="151727" y="331256"/>
                  </a:lnTo>
                  <a:lnTo>
                    <a:pt x="157003" y="331661"/>
                  </a:lnTo>
                  <a:lnTo>
                    <a:pt x="162289" y="331899"/>
                  </a:lnTo>
                  <a:lnTo>
                    <a:pt x="167580" y="331970"/>
                  </a:lnTo>
                  <a:lnTo>
                    <a:pt x="172871" y="331873"/>
                  </a:lnTo>
                  <a:lnTo>
                    <a:pt x="178156" y="331608"/>
                  </a:lnTo>
                  <a:lnTo>
                    <a:pt x="183431" y="331177"/>
                  </a:lnTo>
                  <a:lnTo>
                    <a:pt x="188688" y="330578"/>
                  </a:lnTo>
                  <a:lnTo>
                    <a:pt x="193925" y="329814"/>
                  </a:lnTo>
                  <a:lnTo>
                    <a:pt x="199134" y="328884"/>
                  </a:lnTo>
                  <a:lnTo>
                    <a:pt x="204311" y="327790"/>
                  </a:lnTo>
                  <a:lnTo>
                    <a:pt x="209452" y="326532"/>
                  </a:lnTo>
                  <a:lnTo>
                    <a:pt x="214549" y="325112"/>
                  </a:lnTo>
                  <a:lnTo>
                    <a:pt x="219600" y="323532"/>
                  </a:lnTo>
                  <a:lnTo>
                    <a:pt x="224597" y="321793"/>
                  </a:lnTo>
                  <a:lnTo>
                    <a:pt x="229538" y="319896"/>
                  </a:lnTo>
                  <a:lnTo>
                    <a:pt x="234415" y="317844"/>
                  </a:lnTo>
                  <a:lnTo>
                    <a:pt x="239226" y="315639"/>
                  </a:lnTo>
                  <a:lnTo>
                    <a:pt x="243964" y="313282"/>
                  </a:lnTo>
                  <a:lnTo>
                    <a:pt x="248625" y="310777"/>
                  </a:lnTo>
                  <a:lnTo>
                    <a:pt x="253204" y="308125"/>
                  </a:lnTo>
                  <a:lnTo>
                    <a:pt x="257697" y="305330"/>
                  </a:lnTo>
                  <a:lnTo>
                    <a:pt x="262100" y="302394"/>
                  </a:lnTo>
                  <a:lnTo>
                    <a:pt x="266407" y="299320"/>
                  </a:lnTo>
                  <a:lnTo>
                    <a:pt x="270615" y="296111"/>
                  </a:lnTo>
                  <a:lnTo>
                    <a:pt x="274720" y="292771"/>
                  </a:lnTo>
                  <a:lnTo>
                    <a:pt x="278716" y="289302"/>
                  </a:lnTo>
                  <a:lnTo>
                    <a:pt x="282601" y="285709"/>
                  </a:lnTo>
                  <a:lnTo>
                    <a:pt x="286370" y="281994"/>
                  </a:lnTo>
                  <a:lnTo>
                    <a:pt x="290019" y="278162"/>
                  </a:lnTo>
                  <a:lnTo>
                    <a:pt x="293546" y="274217"/>
                  </a:lnTo>
                  <a:lnTo>
                    <a:pt x="296946" y="270162"/>
                  </a:lnTo>
                  <a:lnTo>
                    <a:pt x="300215" y="266001"/>
                  </a:lnTo>
                  <a:lnTo>
                    <a:pt x="303352" y="261739"/>
                  </a:lnTo>
                  <a:lnTo>
                    <a:pt x="306352" y="257380"/>
                  </a:lnTo>
                  <a:lnTo>
                    <a:pt x="309212" y="252928"/>
                  </a:lnTo>
                  <a:lnTo>
                    <a:pt x="311930" y="248387"/>
                  </a:lnTo>
                  <a:lnTo>
                    <a:pt x="314503" y="243763"/>
                  </a:lnTo>
                  <a:lnTo>
                    <a:pt x="316929" y="239060"/>
                  </a:lnTo>
                  <a:lnTo>
                    <a:pt x="319204" y="234282"/>
                  </a:lnTo>
                  <a:lnTo>
                    <a:pt x="321327" y="229435"/>
                  </a:lnTo>
                  <a:lnTo>
                    <a:pt x="323295" y="224523"/>
                  </a:lnTo>
                  <a:lnTo>
                    <a:pt x="325107" y="219551"/>
                  </a:lnTo>
                  <a:lnTo>
                    <a:pt x="326761" y="214525"/>
                  </a:lnTo>
                  <a:lnTo>
                    <a:pt x="328255" y="209448"/>
                  </a:lnTo>
                  <a:lnTo>
                    <a:pt x="329587" y="204327"/>
                  </a:lnTo>
                  <a:lnTo>
                    <a:pt x="330757" y="199166"/>
                  </a:lnTo>
                  <a:lnTo>
                    <a:pt x="331763" y="193971"/>
                  </a:lnTo>
                  <a:lnTo>
                    <a:pt x="332603" y="188746"/>
                  </a:lnTo>
                  <a:lnTo>
                    <a:pt x="333278" y="183498"/>
                  </a:lnTo>
                  <a:lnTo>
                    <a:pt x="333787" y="178230"/>
                  </a:lnTo>
                  <a:lnTo>
                    <a:pt x="334128" y="172950"/>
                  </a:lnTo>
                  <a:lnTo>
                    <a:pt x="334302" y="167661"/>
                  </a:lnTo>
                  <a:lnTo>
                    <a:pt x="334309" y="162369"/>
                  </a:lnTo>
                  <a:lnTo>
                    <a:pt x="334148" y="157080"/>
                  </a:lnTo>
                  <a:lnTo>
                    <a:pt x="333820" y="151798"/>
                  </a:lnTo>
                  <a:lnTo>
                    <a:pt x="333325" y="146529"/>
                  </a:lnTo>
                  <a:lnTo>
                    <a:pt x="332663" y="141279"/>
                  </a:lnTo>
                  <a:lnTo>
                    <a:pt x="331836" y="136053"/>
                  </a:lnTo>
                  <a:lnTo>
                    <a:pt x="330843" y="130855"/>
                  </a:lnTo>
                  <a:lnTo>
                    <a:pt x="329687" y="125691"/>
                  </a:lnTo>
                  <a:lnTo>
                    <a:pt x="328368" y="120566"/>
                  </a:lnTo>
                  <a:lnTo>
                    <a:pt x="326887" y="115486"/>
                  </a:lnTo>
                  <a:lnTo>
                    <a:pt x="325246" y="110455"/>
                  </a:lnTo>
                  <a:lnTo>
                    <a:pt x="323446" y="105479"/>
                  </a:lnTo>
                  <a:lnTo>
                    <a:pt x="321490" y="100562"/>
                  </a:lnTo>
                  <a:lnTo>
                    <a:pt x="319380" y="95709"/>
                  </a:lnTo>
                  <a:lnTo>
                    <a:pt x="317116" y="90926"/>
                  </a:lnTo>
                  <a:lnTo>
                    <a:pt x="314703" y="86216"/>
                  </a:lnTo>
                  <a:lnTo>
                    <a:pt x="312142" y="81586"/>
                  </a:lnTo>
                  <a:lnTo>
                    <a:pt x="309435" y="77039"/>
                  </a:lnTo>
                  <a:lnTo>
                    <a:pt x="306586" y="72579"/>
                  </a:lnTo>
                  <a:lnTo>
                    <a:pt x="303597" y="68212"/>
                  </a:lnTo>
                  <a:lnTo>
                    <a:pt x="300471" y="63942"/>
                  </a:lnTo>
                  <a:lnTo>
                    <a:pt x="297212" y="59773"/>
                  </a:lnTo>
                  <a:lnTo>
                    <a:pt x="293823" y="55710"/>
                  </a:lnTo>
                  <a:lnTo>
                    <a:pt x="290306" y="51755"/>
                  </a:lnTo>
                  <a:lnTo>
                    <a:pt x="286667" y="47914"/>
                  </a:lnTo>
                  <a:lnTo>
                    <a:pt x="282907" y="44190"/>
                  </a:lnTo>
                  <a:lnTo>
                    <a:pt x="279031" y="40587"/>
                  </a:lnTo>
                  <a:lnTo>
                    <a:pt x="275044" y="37108"/>
                  </a:lnTo>
                  <a:lnTo>
                    <a:pt x="270948" y="33757"/>
                  </a:lnTo>
                  <a:lnTo>
                    <a:pt x="266748" y="30538"/>
                  </a:lnTo>
                  <a:lnTo>
                    <a:pt x="262449" y="27453"/>
                  </a:lnTo>
                  <a:lnTo>
                    <a:pt x="258054" y="24506"/>
                  </a:lnTo>
                  <a:lnTo>
                    <a:pt x="253567" y="21699"/>
                  </a:lnTo>
                  <a:lnTo>
                    <a:pt x="248995" y="19036"/>
                  </a:lnTo>
                  <a:lnTo>
                    <a:pt x="244340" y="16519"/>
                  </a:lnTo>
                  <a:lnTo>
                    <a:pt x="239608" y="14150"/>
                  </a:lnTo>
                  <a:lnTo>
                    <a:pt x="234803" y="11933"/>
                  </a:lnTo>
                  <a:lnTo>
                    <a:pt x="229931" y="9868"/>
                  </a:lnTo>
                  <a:lnTo>
                    <a:pt x="224995" y="7959"/>
                  </a:lnTo>
                  <a:lnTo>
                    <a:pt x="220002" y="6207"/>
                  </a:lnTo>
                  <a:lnTo>
                    <a:pt x="214956" y="4614"/>
                  </a:lnTo>
                  <a:lnTo>
                    <a:pt x="209862" y="3181"/>
                  </a:lnTo>
                  <a:lnTo>
                    <a:pt x="204725" y="1911"/>
                  </a:lnTo>
                  <a:lnTo>
                    <a:pt x="199550" y="803"/>
                  </a:lnTo>
                  <a:lnTo>
                    <a:pt x="167159" y="164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617280" y="5399291"/>
              <a:ext cx="32390" cy="167167"/>
            </a:xfrm>
            <a:custGeom>
              <a:avLst/>
              <a:pathLst>
                <a:path w="32390" h="167167">
                  <a:moveTo>
                    <a:pt x="32390" y="3168"/>
                  </a:moveTo>
                  <a:lnTo>
                    <a:pt x="25971" y="2029"/>
                  </a:lnTo>
                  <a:lnTo>
                    <a:pt x="19513" y="1142"/>
                  </a:lnTo>
                  <a:lnTo>
                    <a:pt x="13025" y="508"/>
                  </a:lnTo>
                  <a:lnTo>
                    <a:pt x="6517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4968516" y="5369149"/>
              <a:ext cx="167159" cy="296268"/>
            </a:xfrm>
            <a:custGeom>
              <a:avLst/>
              <a:pathLst>
                <a:path w="167159" h="296268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6" y="763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5"/>
                  </a:lnTo>
                  <a:lnTo>
                    <a:pt x="130186" y="4140"/>
                  </a:lnTo>
                  <a:lnTo>
                    <a:pt x="125011" y="5400"/>
                  </a:lnTo>
                  <a:lnTo>
                    <a:pt x="119880" y="6825"/>
                  </a:lnTo>
                  <a:lnTo>
                    <a:pt x="114796" y="8412"/>
                  </a:lnTo>
                  <a:lnTo>
                    <a:pt x="109765" y="10161"/>
                  </a:lnTo>
                  <a:lnTo>
                    <a:pt x="104793" y="12069"/>
                  </a:lnTo>
                  <a:lnTo>
                    <a:pt x="99884" y="14134"/>
                  </a:lnTo>
                  <a:lnTo>
                    <a:pt x="95044" y="16355"/>
                  </a:lnTo>
                  <a:lnTo>
                    <a:pt x="90276" y="18729"/>
                  </a:lnTo>
                  <a:lnTo>
                    <a:pt x="85587" y="21253"/>
                  </a:lnTo>
                  <a:lnTo>
                    <a:pt x="80980" y="23926"/>
                  </a:lnTo>
                  <a:lnTo>
                    <a:pt x="76461" y="26743"/>
                  </a:lnTo>
                  <a:lnTo>
                    <a:pt x="72034" y="29704"/>
                  </a:lnTo>
                  <a:lnTo>
                    <a:pt x="67703" y="32804"/>
                  </a:lnTo>
                  <a:lnTo>
                    <a:pt x="63473" y="36040"/>
                  </a:lnTo>
                  <a:lnTo>
                    <a:pt x="59349" y="39410"/>
                  </a:lnTo>
                  <a:lnTo>
                    <a:pt x="55334" y="42909"/>
                  </a:lnTo>
                  <a:lnTo>
                    <a:pt x="51433" y="46534"/>
                  </a:lnTo>
                  <a:lnTo>
                    <a:pt x="47649" y="50282"/>
                  </a:lnTo>
                  <a:lnTo>
                    <a:pt x="43986" y="54148"/>
                  </a:lnTo>
                  <a:lnTo>
                    <a:pt x="40448" y="58129"/>
                  </a:lnTo>
                  <a:lnTo>
                    <a:pt x="37039" y="62221"/>
                  </a:lnTo>
                  <a:lnTo>
                    <a:pt x="33762" y="66419"/>
                  </a:lnTo>
                  <a:lnTo>
                    <a:pt x="30621" y="70719"/>
                  </a:lnTo>
                  <a:lnTo>
                    <a:pt x="27618" y="75118"/>
                  </a:lnTo>
                  <a:lnTo>
                    <a:pt x="24756" y="79609"/>
                  </a:lnTo>
                  <a:lnTo>
                    <a:pt x="22039" y="84190"/>
                  </a:lnTo>
                  <a:lnTo>
                    <a:pt x="19470" y="88855"/>
                  </a:lnTo>
                  <a:lnTo>
                    <a:pt x="17050" y="93599"/>
                  </a:lnTo>
                  <a:lnTo>
                    <a:pt x="14783" y="98418"/>
                  </a:lnTo>
                  <a:lnTo>
                    <a:pt x="12670" y="103307"/>
                  </a:lnTo>
                  <a:lnTo>
                    <a:pt x="10714" y="108261"/>
                  </a:lnTo>
                  <a:lnTo>
                    <a:pt x="8917" y="113274"/>
                  </a:lnTo>
                  <a:lnTo>
                    <a:pt x="7281" y="118342"/>
                  </a:lnTo>
                  <a:lnTo>
                    <a:pt x="5807" y="123460"/>
                  </a:lnTo>
                  <a:lnTo>
                    <a:pt x="4496" y="128622"/>
                  </a:lnTo>
                  <a:lnTo>
                    <a:pt x="3351" y="133823"/>
                  </a:lnTo>
                  <a:lnTo>
                    <a:pt x="2372" y="139058"/>
                  </a:lnTo>
                  <a:lnTo>
                    <a:pt x="1560" y="144321"/>
                  </a:lnTo>
                  <a:lnTo>
                    <a:pt x="916" y="149608"/>
                  </a:lnTo>
                  <a:lnTo>
                    <a:pt x="441" y="154913"/>
                  </a:lnTo>
                  <a:lnTo>
                    <a:pt x="136" y="160230"/>
                  </a:lnTo>
                  <a:lnTo>
                    <a:pt x="0" y="165554"/>
                  </a:lnTo>
                  <a:lnTo>
                    <a:pt x="33" y="170879"/>
                  </a:lnTo>
                  <a:lnTo>
                    <a:pt x="236" y="176201"/>
                  </a:lnTo>
                  <a:lnTo>
                    <a:pt x="608" y="181514"/>
                  </a:lnTo>
                  <a:lnTo>
                    <a:pt x="1150" y="186812"/>
                  </a:lnTo>
                  <a:lnTo>
                    <a:pt x="1860" y="192090"/>
                  </a:lnTo>
                  <a:lnTo>
                    <a:pt x="2738" y="197343"/>
                  </a:lnTo>
                  <a:lnTo>
                    <a:pt x="3783" y="202565"/>
                  </a:lnTo>
                  <a:lnTo>
                    <a:pt x="4993" y="207752"/>
                  </a:lnTo>
                  <a:lnTo>
                    <a:pt x="6368" y="212897"/>
                  </a:lnTo>
                  <a:lnTo>
                    <a:pt x="7907" y="217996"/>
                  </a:lnTo>
                  <a:lnTo>
                    <a:pt x="9606" y="223043"/>
                  </a:lnTo>
                  <a:lnTo>
                    <a:pt x="11466" y="228033"/>
                  </a:lnTo>
                  <a:lnTo>
                    <a:pt x="13484" y="232962"/>
                  </a:lnTo>
                  <a:lnTo>
                    <a:pt x="15658" y="237824"/>
                  </a:lnTo>
                  <a:lnTo>
                    <a:pt x="17986" y="242614"/>
                  </a:lnTo>
                  <a:lnTo>
                    <a:pt x="20465" y="247327"/>
                  </a:lnTo>
                  <a:lnTo>
                    <a:pt x="23093" y="251960"/>
                  </a:lnTo>
                  <a:lnTo>
                    <a:pt x="25867" y="256506"/>
                  </a:lnTo>
                  <a:lnTo>
                    <a:pt x="28784" y="260961"/>
                  </a:lnTo>
                  <a:lnTo>
                    <a:pt x="31842" y="265322"/>
                  </a:lnTo>
                  <a:lnTo>
                    <a:pt x="35038" y="269582"/>
                  </a:lnTo>
                  <a:lnTo>
                    <a:pt x="38367" y="273739"/>
                  </a:lnTo>
                  <a:lnTo>
                    <a:pt x="41827" y="277788"/>
                  </a:lnTo>
                  <a:lnTo>
                    <a:pt x="45415" y="281724"/>
                  </a:lnTo>
                  <a:lnTo>
                    <a:pt x="49126" y="285544"/>
                  </a:lnTo>
                  <a:lnTo>
                    <a:pt x="52957" y="289244"/>
                  </a:lnTo>
                  <a:lnTo>
                    <a:pt x="56903" y="292820"/>
                  </a:lnTo>
                  <a:lnTo>
                    <a:pt x="60962" y="29626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029478" y="5536317"/>
              <a:ext cx="106197" cy="129101"/>
            </a:xfrm>
            <a:custGeom>
              <a:avLst/>
              <a:pathLst>
                <a:path w="106197" h="129101">
                  <a:moveTo>
                    <a:pt x="0" y="129101"/>
                  </a:moveTo>
                  <a:lnTo>
                    <a:pt x="1061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29478" y="5536317"/>
              <a:ext cx="106197" cy="129101"/>
            </a:xfrm>
            <a:custGeom>
              <a:avLst/>
              <a:pathLst>
                <a:path w="106197" h="129101">
                  <a:moveTo>
                    <a:pt x="0" y="129101"/>
                  </a:moveTo>
                  <a:lnTo>
                    <a:pt x="1061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29478" y="5536317"/>
              <a:ext cx="106197" cy="129101"/>
            </a:xfrm>
            <a:custGeom>
              <a:avLst/>
              <a:pathLst>
                <a:path w="106197" h="129101">
                  <a:moveTo>
                    <a:pt x="0" y="129101"/>
                  </a:moveTo>
                  <a:lnTo>
                    <a:pt x="1061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29478" y="5536317"/>
              <a:ext cx="106197" cy="129101"/>
            </a:xfrm>
            <a:custGeom>
              <a:avLst/>
              <a:pathLst>
                <a:path w="106197" h="129101">
                  <a:moveTo>
                    <a:pt x="0" y="129101"/>
                  </a:moveTo>
                  <a:lnTo>
                    <a:pt x="1061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29478" y="5536317"/>
              <a:ext cx="106197" cy="129101"/>
            </a:xfrm>
            <a:custGeom>
              <a:avLst/>
              <a:pathLst>
                <a:path w="106197" h="129101">
                  <a:moveTo>
                    <a:pt x="0" y="129101"/>
                  </a:moveTo>
                  <a:lnTo>
                    <a:pt x="1061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29478" y="5536317"/>
              <a:ext cx="158592" cy="167164"/>
            </a:xfrm>
            <a:custGeom>
              <a:avLst/>
              <a:pathLst>
                <a:path w="158592" h="167164">
                  <a:moveTo>
                    <a:pt x="0" y="129101"/>
                  </a:moveTo>
                  <a:lnTo>
                    <a:pt x="4249" y="132482"/>
                  </a:lnTo>
                  <a:lnTo>
                    <a:pt x="8607" y="135724"/>
                  </a:lnTo>
                  <a:lnTo>
                    <a:pt x="13067" y="138822"/>
                  </a:lnTo>
                  <a:lnTo>
                    <a:pt x="17625" y="141774"/>
                  </a:lnTo>
                  <a:lnTo>
                    <a:pt x="22277" y="144576"/>
                  </a:lnTo>
                  <a:lnTo>
                    <a:pt x="27018" y="147226"/>
                  </a:lnTo>
                  <a:lnTo>
                    <a:pt x="31842" y="149720"/>
                  </a:lnTo>
                  <a:lnTo>
                    <a:pt x="36745" y="152057"/>
                  </a:lnTo>
                  <a:lnTo>
                    <a:pt x="41721" y="154233"/>
                  </a:lnTo>
                  <a:lnTo>
                    <a:pt x="46765" y="156246"/>
                  </a:lnTo>
                  <a:lnTo>
                    <a:pt x="51872" y="158094"/>
                  </a:lnTo>
                  <a:lnTo>
                    <a:pt x="57036" y="159775"/>
                  </a:lnTo>
                  <a:lnTo>
                    <a:pt x="62252" y="161287"/>
                  </a:lnTo>
                  <a:lnTo>
                    <a:pt x="67514" y="162630"/>
                  </a:lnTo>
                  <a:lnTo>
                    <a:pt x="72818" y="163801"/>
                  </a:lnTo>
                  <a:lnTo>
                    <a:pt x="78156" y="164798"/>
                  </a:lnTo>
                  <a:lnTo>
                    <a:pt x="83524" y="165622"/>
                  </a:lnTo>
                  <a:lnTo>
                    <a:pt x="88916" y="166271"/>
                  </a:lnTo>
                  <a:lnTo>
                    <a:pt x="94326" y="166745"/>
                  </a:lnTo>
                  <a:lnTo>
                    <a:pt x="99749" y="167043"/>
                  </a:lnTo>
                  <a:lnTo>
                    <a:pt x="105179" y="167164"/>
                  </a:lnTo>
                  <a:lnTo>
                    <a:pt x="110609" y="167109"/>
                  </a:lnTo>
                  <a:lnTo>
                    <a:pt x="116035" y="166877"/>
                  </a:lnTo>
                  <a:lnTo>
                    <a:pt x="121451" y="166470"/>
                  </a:lnTo>
                  <a:lnTo>
                    <a:pt x="126850" y="165886"/>
                  </a:lnTo>
                  <a:lnTo>
                    <a:pt x="132228" y="165128"/>
                  </a:lnTo>
                  <a:lnTo>
                    <a:pt x="137578" y="164195"/>
                  </a:lnTo>
                  <a:lnTo>
                    <a:pt x="142895" y="163089"/>
                  </a:lnTo>
                  <a:lnTo>
                    <a:pt x="148174" y="161811"/>
                  </a:lnTo>
                  <a:lnTo>
                    <a:pt x="153408" y="160362"/>
                  </a:lnTo>
                  <a:lnTo>
                    <a:pt x="158592" y="158744"/>
                  </a:lnTo>
                  <a:lnTo>
                    <a:pt x="1061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135676" y="5369149"/>
              <a:ext cx="167167" cy="325911"/>
            </a:xfrm>
            <a:custGeom>
              <a:avLst/>
              <a:pathLst>
                <a:path w="167167" h="325911">
                  <a:moveTo>
                    <a:pt x="52395" y="325911"/>
                  </a:moveTo>
                  <a:lnTo>
                    <a:pt x="57459" y="324149"/>
                  </a:lnTo>
                  <a:lnTo>
                    <a:pt x="62464" y="322225"/>
                  </a:lnTo>
                  <a:lnTo>
                    <a:pt x="67405" y="320142"/>
                  </a:lnTo>
                  <a:lnTo>
                    <a:pt x="72276" y="317902"/>
                  </a:lnTo>
                  <a:lnTo>
                    <a:pt x="77073" y="315506"/>
                  </a:lnTo>
                  <a:lnTo>
                    <a:pt x="81791" y="312958"/>
                  </a:lnTo>
                  <a:lnTo>
                    <a:pt x="86425" y="310260"/>
                  </a:lnTo>
                  <a:lnTo>
                    <a:pt x="90970" y="307414"/>
                  </a:lnTo>
                  <a:lnTo>
                    <a:pt x="95421" y="304425"/>
                  </a:lnTo>
                  <a:lnTo>
                    <a:pt x="99774" y="301294"/>
                  </a:lnTo>
                  <a:lnTo>
                    <a:pt x="104024" y="298025"/>
                  </a:lnTo>
                  <a:lnTo>
                    <a:pt x="108168" y="294621"/>
                  </a:lnTo>
                  <a:lnTo>
                    <a:pt x="112200" y="291087"/>
                  </a:lnTo>
                  <a:lnTo>
                    <a:pt x="116116" y="287424"/>
                  </a:lnTo>
                  <a:lnTo>
                    <a:pt x="119913" y="283638"/>
                  </a:lnTo>
                  <a:lnTo>
                    <a:pt x="123587" y="279733"/>
                  </a:lnTo>
                  <a:lnTo>
                    <a:pt x="127134" y="275711"/>
                  </a:lnTo>
                  <a:lnTo>
                    <a:pt x="130550" y="271578"/>
                  </a:lnTo>
                  <a:lnTo>
                    <a:pt x="133831" y="267337"/>
                  </a:lnTo>
                  <a:lnTo>
                    <a:pt x="136975" y="262994"/>
                  </a:lnTo>
                  <a:lnTo>
                    <a:pt x="139978" y="258551"/>
                  </a:lnTo>
                  <a:lnTo>
                    <a:pt x="142836" y="254015"/>
                  </a:lnTo>
                  <a:lnTo>
                    <a:pt x="145548" y="249389"/>
                  </a:lnTo>
                  <a:lnTo>
                    <a:pt x="148110" y="244679"/>
                  </a:lnTo>
                  <a:lnTo>
                    <a:pt x="150520" y="239889"/>
                  </a:lnTo>
                  <a:lnTo>
                    <a:pt x="152775" y="235024"/>
                  </a:lnTo>
                  <a:lnTo>
                    <a:pt x="154873" y="230089"/>
                  </a:lnTo>
                  <a:lnTo>
                    <a:pt x="156811" y="225090"/>
                  </a:lnTo>
                  <a:lnTo>
                    <a:pt x="158588" y="220031"/>
                  </a:lnTo>
                  <a:lnTo>
                    <a:pt x="160202" y="214917"/>
                  </a:lnTo>
                  <a:lnTo>
                    <a:pt x="161651" y="209755"/>
                  </a:lnTo>
                  <a:lnTo>
                    <a:pt x="162934" y="204549"/>
                  </a:lnTo>
                  <a:lnTo>
                    <a:pt x="164049" y="199304"/>
                  </a:lnTo>
                  <a:lnTo>
                    <a:pt x="164995" y="194026"/>
                  </a:lnTo>
                  <a:lnTo>
                    <a:pt x="165772" y="188720"/>
                  </a:lnTo>
                  <a:lnTo>
                    <a:pt x="166378" y="183393"/>
                  </a:lnTo>
                  <a:lnTo>
                    <a:pt x="166812" y="178048"/>
                  </a:lnTo>
                  <a:lnTo>
                    <a:pt x="167076" y="172693"/>
                  </a:lnTo>
                  <a:lnTo>
                    <a:pt x="167167" y="167332"/>
                  </a:lnTo>
                  <a:lnTo>
                    <a:pt x="167086" y="161970"/>
                  </a:lnTo>
                  <a:lnTo>
                    <a:pt x="166834" y="156614"/>
                  </a:lnTo>
                  <a:lnTo>
                    <a:pt x="166409" y="151269"/>
                  </a:lnTo>
                  <a:lnTo>
                    <a:pt x="165814" y="145940"/>
                  </a:lnTo>
                  <a:lnTo>
                    <a:pt x="165048" y="140633"/>
                  </a:lnTo>
                  <a:lnTo>
                    <a:pt x="164112" y="135353"/>
                  </a:lnTo>
                  <a:lnTo>
                    <a:pt x="163007" y="130106"/>
                  </a:lnTo>
                  <a:lnTo>
                    <a:pt x="161735" y="124897"/>
                  </a:lnTo>
                  <a:lnTo>
                    <a:pt x="160296" y="119732"/>
                  </a:lnTo>
                  <a:lnTo>
                    <a:pt x="158692" y="114615"/>
                  </a:lnTo>
                  <a:lnTo>
                    <a:pt x="156925" y="109553"/>
                  </a:lnTo>
                  <a:lnTo>
                    <a:pt x="154996" y="104550"/>
                  </a:lnTo>
                  <a:lnTo>
                    <a:pt x="152908" y="99611"/>
                  </a:lnTo>
                  <a:lnTo>
                    <a:pt x="150663" y="94742"/>
                  </a:lnTo>
                  <a:lnTo>
                    <a:pt x="148263" y="89947"/>
                  </a:lnTo>
                  <a:lnTo>
                    <a:pt x="145710" y="85232"/>
                  </a:lnTo>
                  <a:lnTo>
                    <a:pt x="143007" y="80601"/>
                  </a:lnTo>
                  <a:lnTo>
                    <a:pt x="140157" y="76059"/>
                  </a:lnTo>
                  <a:lnTo>
                    <a:pt x="137163" y="71610"/>
                  </a:lnTo>
                  <a:lnTo>
                    <a:pt x="134028" y="67260"/>
                  </a:lnTo>
                  <a:lnTo>
                    <a:pt x="130755" y="63013"/>
                  </a:lnTo>
                  <a:lnTo>
                    <a:pt x="127347" y="58873"/>
                  </a:lnTo>
                  <a:lnTo>
                    <a:pt x="123809" y="54845"/>
                  </a:lnTo>
                  <a:lnTo>
                    <a:pt x="120143" y="50932"/>
                  </a:lnTo>
                  <a:lnTo>
                    <a:pt x="116353" y="47138"/>
                  </a:lnTo>
                  <a:lnTo>
                    <a:pt x="112444" y="43469"/>
                  </a:lnTo>
                  <a:lnTo>
                    <a:pt x="108418" y="39926"/>
                  </a:lnTo>
                  <a:lnTo>
                    <a:pt x="104282" y="36514"/>
                  </a:lnTo>
                  <a:lnTo>
                    <a:pt x="100038" y="33237"/>
                  </a:lnTo>
                  <a:lnTo>
                    <a:pt x="95691" y="30097"/>
                  </a:lnTo>
                  <a:lnTo>
                    <a:pt x="91246" y="27099"/>
                  </a:lnTo>
                  <a:lnTo>
                    <a:pt x="86707" y="24245"/>
                  </a:lnTo>
                  <a:lnTo>
                    <a:pt x="82078" y="21537"/>
                  </a:lnTo>
                  <a:lnTo>
                    <a:pt x="77366" y="18980"/>
                  </a:lnTo>
                  <a:lnTo>
                    <a:pt x="72573" y="16575"/>
                  </a:lnTo>
                  <a:lnTo>
                    <a:pt x="67706" y="14325"/>
                  </a:lnTo>
                  <a:lnTo>
                    <a:pt x="62769" y="12232"/>
                  </a:lnTo>
                  <a:lnTo>
                    <a:pt x="57768" y="10298"/>
                  </a:lnTo>
                  <a:lnTo>
                    <a:pt x="52707" y="8526"/>
                  </a:lnTo>
                  <a:lnTo>
                    <a:pt x="47592" y="6917"/>
                  </a:lnTo>
                  <a:lnTo>
                    <a:pt x="42428" y="5474"/>
                  </a:lnTo>
                  <a:lnTo>
                    <a:pt x="37221" y="4196"/>
                  </a:lnTo>
                  <a:lnTo>
                    <a:pt x="31975" y="3086"/>
                  </a:lnTo>
                  <a:lnTo>
                    <a:pt x="26696" y="2145"/>
                  </a:lnTo>
                  <a:lnTo>
                    <a:pt x="21390" y="1374"/>
                  </a:lnTo>
                  <a:lnTo>
                    <a:pt x="16061" y="773"/>
                  </a:lnTo>
                  <a:lnTo>
                    <a:pt x="10717" y="343"/>
                  </a:lnTo>
                  <a:lnTo>
                    <a:pt x="536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520754" y="5220472"/>
              <a:ext cx="112381" cy="167167"/>
            </a:xfrm>
            <a:custGeom>
              <a:avLst/>
              <a:pathLst>
                <a:path w="112381" h="167167">
                  <a:moveTo>
                    <a:pt x="112381" y="0"/>
                  </a:moveTo>
                  <a:lnTo>
                    <a:pt x="106780" y="93"/>
                  </a:lnTo>
                  <a:lnTo>
                    <a:pt x="101185" y="375"/>
                  </a:lnTo>
                  <a:lnTo>
                    <a:pt x="95603" y="844"/>
                  </a:lnTo>
                  <a:lnTo>
                    <a:pt x="90039" y="1499"/>
                  </a:lnTo>
                  <a:lnTo>
                    <a:pt x="84501" y="2341"/>
                  </a:lnTo>
                  <a:lnTo>
                    <a:pt x="78994" y="3367"/>
                  </a:lnTo>
                  <a:lnTo>
                    <a:pt x="73524" y="4578"/>
                  </a:lnTo>
                  <a:lnTo>
                    <a:pt x="68099" y="5971"/>
                  </a:lnTo>
                  <a:lnTo>
                    <a:pt x="62722" y="7546"/>
                  </a:lnTo>
                  <a:lnTo>
                    <a:pt x="57402" y="9299"/>
                  </a:lnTo>
                  <a:lnTo>
                    <a:pt x="52143" y="11230"/>
                  </a:lnTo>
                  <a:lnTo>
                    <a:pt x="46952" y="13336"/>
                  </a:lnTo>
                  <a:lnTo>
                    <a:pt x="41835" y="15614"/>
                  </a:lnTo>
                  <a:lnTo>
                    <a:pt x="36797" y="18063"/>
                  </a:lnTo>
                  <a:lnTo>
                    <a:pt x="31843" y="20679"/>
                  </a:lnTo>
                  <a:lnTo>
                    <a:pt x="26980" y="23460"/>
                  </a:lnTo>
                  <a:lnTo>
                    <a:pt x="22213" y="26402"/>
                  </a:lnTo>
                  <a:lnTo>
                    <a:pt x="17547" y="29502"/>
                  </a:lnTo>
                  <a:lnTo>
                    <a:pt x="12988" y="32757"/>
                  </a:lnTo>
                  <a:lnTo>
                    <a:pt x="8540" y="36163"/>
                  </a:lnTo>
                  <a:lnTo>
                    <a:pt x="4209" y="39716"/>
                  </a:lnTo>
                  <a:lnTo>
                    <a:pt x="0" y="43412"/>
                  </a:lnTo>
                  <a:lnTo>
                    <a:pt x="1123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20754" y="5263884"/>
              <a:ext cx="112381" cy="123755"/>
            </a:xfrm>
            <a:custGeom>
              <a:avLst/>
              <a:pathLst>
                <a:path w="112381" h="123755">
                  <a:moveTo>
                    <a:pt x="0" y="0"/>
                  </a:moveTo>
                  <a:lnTo>
                    <a:pt x="112381" y="123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86770" y="5263884"/>
              <a:ext cx="146365" cy="123755"/>
            </a:xfrm>
            <a:custGeom>
              <a:avLst/>
              <a:pathLst>
                <a:path w="146365" h="123755">
                  <a:moveTo>
                    <a:pt x="33983" y="0"/>
                  </a:moveTo>
                  <a:lnTo>
                    <a:pt x="29531" y="4194"/>
                  </a:lnTo>
                  <a:lnTo>
                    <a:pt x="25235" y="8548"/>
                  </a:lnTo>
                  <a:lnTo>
                    <a:pt x="21102" y="13056"/>
                  </a:lnTo>
                  <a:lnTo>
                    <a:pt x="17136" y="17713"/>
                  </a:lnTo>
                  <a:lnTo>
                    <a:pt x="13343" y="22512"/>
                  </a:lnTo>
                  <a:lnTo>
                    <a:pt x="9728" y="27446"/>
                  </a:lnTo>
                  <a:lnTo>
                    <a:pt x="6296" y="32509"/>
                  </a:lnTo>
                  <a:lnTo>
                    <a:pt x="3052" y="37694"/>
                  </a:lnTo>
                  <a:lnTo>
                    <a:pt x="0" y="42995"/>
                  </a:lnTo>
                  <a:lnTo>
                    <a:pt x="146365" y="123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65968" y="5220472"/>
              <a:ext cx="334326" cy="334323"/>
            </a:xfrm>
            <a:custGeom>
              <a:avLst/>
              <a:pathLst>
                <a:path w="334326" h="334323">
                  <a:moveTo>
                    <a:pt x="20802" y="86407"/>
                  </a:moveTo>
                  <a:lnTo>
                    <a:pt x="18322" y="91074"/>
                  </a:lnTo>
                  <a:lnTo>
                    <a:pt x="15991" y="95817"/>
                  </a:lnTo>
                  <a:lnTo>
                    <a:pt x="13811" y="100631"/>
                  </a:lnTo>
                  <a:lnTo>
                    <a:pt x="11784" y="105512"/>
                  </a:lnTo>
                  <a:lnTo>
                    <a:pt x="9913" y="110455"/>
                  </a:lnTo>
                  <a:lnTo>
                    <a:pt x="8199" y="115454"/>
                  </a:lnTo>
                  <a:lnTo>
                    <a:pt x="6644" y="120505"/>
                  </a:lnTo>
                  <a:lnTo>
                    <a:pt x="5249" y="125602"/>
                  </a:lnTo>
                  <a:lnTo>
                    <a:pt x="4016" y="130741"/>
                  </a:lnTo>
                  <a:lnTo>
                    <a:pt x="2946" y="135917"/>
                  </a:lnTo>
                  <a:lnTo>
                    <a:pt x="2040" y="141124"/>
                  </a:lnTo>
                  <a:lnTo>
                    <a:pt x="1300" y="146356"/>
                  </a:lnTo>
                  <a:lnTo>
                    <a:pt x="725" y="151610"/>
                  </a:lnTo>
                  <a:lnTo>
                    <a:pt x="316" y="156879"/>
                  </a:lnTo>
                  <a:lnTo>
                    <a:pt x="74" y="162158"/>
                  </a:lnTo>
                  <a:lnTo>
                    <a:pt x="0" y="167443"/>
                  </a:lnTo>
                  <a:lnTo>
                    <a:pt x="92" y="172727"/>
                  </a:lnTo>
                  <a:lnTo>
                    <a:pt x="351" y="178005"/>
                  </a:lnTo>
                  <a:lnTo>
                    <a:pt x="777" y="183273"/>
                  </a:lnTo>
                  <a:lnTo>
                    <a:pt x="1369" y="188525"/>
                  </a:lnTo>
                  <a:lnTo>
                    <a:pt x="2127" y="193755"/>
                  </a:lnTo>
                  <a:lnTo>
                    <a:pt x="3050" y="198958"/>
                  </a:lnTo>
                  <a:lnTo>
                    <a:pt x="4137" y="204130"/>
                  </a:lnTo>
                  <a:lnTo>
                    <a:pt x="5387" y="209265"/>
                  </a:lnTo>
                  <a:lnTo>
                    <a:pt x="6799" y="214358"/>
                  </a:lnTo>
                  <a:lnTo>
                    <a:pt x="8370" y="219404"/>
                  </a:lnTo>
                  <a:lnTo>
                    <a:pt x="10101" y="224397"/>
                  </a:lnTo>
                  <a:lnTo>
                    <a:pt x="11989" y="229334"/>
                  </a:lnTo>
                  <a:lnTo>
                    <a:pt x="14031" y="234208"/>
                  </a:lnTo>
                  <a:lnTo>
                    <a:pt x="16227" y="239015"/>
                  </a:lnTo>
                  <a:lnTo>
                    <a:pt x="18574" y="243750"/>
                  </a:lnTo>
                  <a:lnTo>
                    <a:pt x="21069" y="248409"/>
                  </a:lnTo>
                  <a:lnTo>
                    <a:pt x="23710" y="252987"/>
                  </a:lnTo>
                  <a:lnTo>
                    <a:pt x="26494" y="257479"/>
                  </a:lnTo>
                  <a:lnTo>
                    <a:pt x="29419" y="261880"/>
                  </a:lnTo>
                  <a:lnTo>
                    <a:pt x="32482" y="266187"/>
                  </a:lnTo>
                  <a:lnTo>
                    <a:pt x="35680" y="270395"/>
                  </a:lnTo>
                  <a:lnTo>
                    <a:pt x="39008" y="274500"/>
                  </a:lnTo>
                  <a:lnTo>
                    <a:pt x="42465" y="278498"/>
                  </a:lnTo>
                  <a:lnTo>
                    <a:pt x="46047" y="282384"/>
                  </a:lnTo>
                  <a:lnTo>
                    <a:pt x="49749" y="286155"/>
                  </a:lnTo>
                  <a:lnTo>
                    <a:pt x="53569" y="289807"/>
                  </a:lnTo>
                  <a:lnTo>
                    <a:pt x="57503" y="293337"/>
                  </a:lnTo>
                  <a:lnTo>
                    <a:pt x="61546" y="296740"/>
                  </a:lnTo>
                  <a:lnTo>
                    <a:pt x="65695" y="300014"/>
                  </a:lnTo>
                  <a:lnTo>
                    <a:pt x="69945" y="303155"/>
                  </a:lnTo>
                  <a:lnTo>
                    <a:pt x="74292" y="306160"/>
                  </a:lnTo>
                  <a:lnTo>
                    <a:pt x="78732" y="309027"/>
                  </a:lnTo>
                  <a:lnTo>
                    <a:pt x="83260" y="311751"/>
                  </a:lnTo>
                  <a:lnTo>
                    <a:pt x="87873" y="314331"/>
                  </a:lnTo>
                  <a:lnTo>
                    <a:pt x="92564" y="316764"/>
                  </a:lnTo>
                  <a:lnTo>
                    <a:pt x="97330" y="319048"/>
                  </a:lnTo>
                  <a:lnTo>
                    <a:pt x="102166" y="321180"/>
                  </a:lnTo>
                  <a:lnTo>
                    <a:pt x="107067" y="323157"/>
                  </a:lnTo>
                  <a:lnTo>
                    <a:pt x="112028" y="324979"/>
                  </a:lnTo>
                  <a:lnTo>
                    <a:pt x="117044" y="326643"/>
                  </a:lnTo>
                  <a:lnTo>
                    <a:pt x="122110" y="328148"/>
                  </a:lnTo>
                  <a:lnTo>
                    <a:pt x="127221" y="329492"/>
                  </a:lnTo>
                  <a:lnTo>
                    <a:pt x="132373" y="330673"/>
                  </a:lnTo>
                  <a:lnTo>
                    <a:pt x="137559" y="331691"/>
                  </a:lnTo>
                  <a:lnTo>
                    <a:pt x="142774" y="332545"/>
                  </a:lnTo>
                  <a:lnTo>
                    <a:pt x="148014" y="333234"/>
                  </a:lnTo>
                  <a:lnTo>
                    <a:pt x="153273" y="333756"/>
                  </a:lnTo>
                  <a:lnTo>
                    <a:pt x="158546" y="334112"/>
                  </a:lnTo>
                  <a:lnTo>
                    <a:pt x="163827" y="334301"/>
                  </a:lnTo>
                  <a:lnTo>
                    <a:pt x="169112" y="334323"/>
                  </a:lnTo>
                  <a:lnTo>
                    <a:pt x="174395" y="334178"/>
                  </a:lnTo>
                  <a:lnTo>
                    <a:pt x="179671" y="333866"/>
                  </a:lnTo>
                  <a:lnTo>
                    <a:pt x="184934" y="333388"/>
                  </a:lnTo>
                  <a:lnTo>
                    <a:pt x="190179" y="332743"/>
                  </a:lnTo>
                  <a:lnTo>
                    <a:pt x="195402" y="331933"/>
                  </a:lnTo>
                  <a:lnTo>
                    <a:pt x="200596" y="330958"/>
                  </a:lnTo>
                  <a:lnTo>
                    <a:pt x="205757" y="329819"/>
                  </a:lnTo>
                  <a:lnTo>
                    <a:pt x="210879" y="328518"/>
                  </a:lnTo>
                  <a:lnTo>
                    <a:pt x="215958" y="327056"/>
                  </a:lnTo>
                  <a:lnTo>
                    <a:pt x="220987" y="325433"/>
                  </a:lnTo>
                  <a:lnTo>
                    <a:pt x="225963" y="323653"/>
                  </a:lnTo>
                  <a:lnTo>
                    <a:pt x="230880" y="321716"/>
                  </a:lnTo>
                  <a:lnTo>
                    <a:pt x="235734" y="319625"/>
                  </a:lnTo>
                  <a:lnTo>
                    <a:pt x="240519" y="317381"/>
                  </a:lnTo>
                  <a:lnTo>
                    <a:pt x="245231" y="314988"/>
                  </a:lnTo>
                  <a:lnTo>
                    <a:pt x="249864" y="312446"/>
                  </a:lnTo>
                  <a:lnTo>
                    <a:pt x="254415" y="309759"/>
                  </a:lnTo>
                  <a:lnTo>
                    <a:pt x="258879" y="306930"/>
                  </a:lnTo>
                  <a:lnTo>
                    <a:pt x="263251" y="303961"/>
                  </a:lnTo>
                  <a:lnTo>
                    <a:pt x="267527" y="300856"/>
                  </a:lnTo>
                  <a:lnTo>
                    <a:pt x="271703" y="297616"/>
                  </a:lnTo>
                  <a:lnTo>
                    <a:pt x="275775" y="294247"/>
                  </a:lnTo>
                  <a:lnTo>
                    <a:pt x="279737" y="290750"/>
                  </a:lnTo>
                  <a:lnTo>
                    <a:pt x="283588" y="287130"/>
                  </a:lnTo>
                  <a:lnTo>
                    <a:pt x="287322" y="283390"/>
                  </a:lnTo>
                  <a:lnTo>
                    <a:pt x="290935" y="279534"/>
                  </a:lnTo>
                  <a:lnTo>
                    <a:pt x="294425" y="275565"/>
                  </a:lnTo>
                  <a:lnTo>
                    <a:pt x="297788" y="271488"/>
                  </a:lnTo>
                  <a:lnTo>
                    <a:pt x="301021" y="267307"/>
                  </a:lnTo>
                  <a:lnTo>
                    <a:pt x="304119" y="263026"/>
                  </a:lnTo>
                  <a:lnTo>
                    <a:pt x="307081" y="258649"/>
                  </a:lnTo>
                  <a:lnTo>
                    <a:pt x="309903" y="254180"/>
                  </a:lnTo>
                  <a:lnTo>
                    <a:pt x="312582" y="249625"/>
                  </a:lnTo>
                  <a:lnTo>
                    <a:pt x="315116" y="244987"/>
                  </a:lnTo>
                  <a:lnTo>
                    <a:pt x="317502" y="240271"/>
                  </a:lnTo>
                  <a:lnTo>
                    <a:pt x="319738" y="235483"/>
                  </a:lnTo>
                  <a:lnTo>
                    <a:pt x="321821" y="230626"/>
                  </a:lnTo>
                  <a:lnTo>
                    <a:pt x="323750" y="225705"/>
                  </a:lnTo>
                  <a:lnTo>
                    <a:pt x="325522" y="220726"/>
                  </a:lnTo>
                  <a:lnTo>
                    <a:pt x="327136" y="215694"/>
                  </a:lnTo>
                  <a:lnTo>
                    <a:pt x="328590" y="210613"/>
                  </a:lnTo>
                  <a:lnTo>
                    <a:pt x="329882" y="205489"/>
                  </a:lnTo>
                  <a:lnTo>
                    <a:pt x="331012" y="200326"/>
                  </a:lnTo>
                  <a:lnTo>
                    <a:pt x="331979" y="195130"/>
                  </a:lnTo>
                  <a:lnTo>
                    <a:pt x="332780" y="189907"/>
                  </a:lnTo>
                  <a:lnTo>
                    <a:pt x="333416" y="184660"/>
                  </a:lnTo>
                  <a:lnTo>
                    <a:pt x="333886" y="179396"/>
                  </a:lnTo>
                  <a:lnTo>
                    <a:pt x="334189" y="174120"/>
                  </a:lnTo>
                  <a:lnTo>
                    <a:pt x="334326" y="168837"/>
                  </a:lnTo>
                  <a:lnTo>
                    <a:pt x="334295" y="163552"/>
                  </a:lnTo>
                  <a:lnTo>
                    <a:pt x="334097" y="158271"/>
                  </a:lnTo>
                  <a:lnTo>
                    <a:pt x="333733" y="152998"/>
                  </a:lnTo>
                  <a:lnTo>
                    <a:pt x="333202" y="147740"/>
                  </a:lnTo>
                  <a:lnTo>
                    <a:pt x="332504" y="142502"/>
                  </a:lnTo>
                  <a:lnTo>
                    <a:pt x="331642" y="137287"/>
                  </a:lnTo>
                  <a:lnTo>
                    <a:pt x="330615" y="132103"/>
                  </a:lnTo>
                  <a:lnTo>
                    <a:pt x="329425" y="126954"/>
                  </a:lnTo>
                  <a:lnTo>
                    <a:pt x="328073" y="121845"/>
                  </a:lnTo>
                  <a:lnTo>
                    <a:pt x="326560" y="116781"/>
                  </a:lnTo>
                  <a:lnTo>
                    <a:pt x="324888" y="111768"/>
                  </a:lnTo>
                  <a:lnTo>
                    <a:pt x="323058" y="106810"/>
                  </a:lnTo>
                  <a:lnTo>
                    <a:pt x="321072" y="101913"/>
                  </a:lnTo>
                  <a:lnTo>
                    <a:pt x="318932" y="97080"/>
                  </a:lnTo>
                  <a:lnTo>
                    <a:pt x="316641" y="92318"/>
                  </a:lnTo>
                  <a:lnTo>
                    <a:pt x="314200" y="87630"/>
                  </a:lnTo>
                  <a:lnTo>
                    <a:pt x="311613" y="83022"/>
                  </a:lnTo>
                  <a:lnTo>
                    <a:pt x="308881" y="78498"/>
                  </a:lnTo>
                  <a:lnTo>
                    <a:pt x="306007" y="74063"/>
                  </a:lnTo>
                  <a:lnTo>
                    <a:pt x="302994" y="69721"/>
                  </a:lnTo>
                  <a:lnTo>
                    <a:pt x="299846" y="65476"/>
                  </a:lnTo>
                  <a:lnTo>
                    <a:pt x="296565" y="61333"/>
                  </a:lnTo>
                  <a:lnTo>
                    <a:pt x="293155" y="57295"/>
                  </a:lnTo>
                  <a:lnTo>
                    <a:pt x="289619" y="53367"/>
                  </a:lnTo>
                  <a:lnTo>
                    <a:pt x="285961" y="49554"/>
                  </a:lnTo>
                  <a:lnTo>
                    <a:pt x="282184" y="45857"/>
                  </a:lnTo>
                  <a:lnTo>
                    <a:pt x="278292" y="42282"/>
                  </a:lnTo>
                  <a:lnTo>
                    <a:pt x="274288" y="38832"/>
                  </a:lnTo>
                  <a:lnTo>
                    <a:pt x="270178" y="35510"/>
                  </a:lnTo>
                  <a:lnTo>
                    <a:pt x="265965" y="32319"/>
                  </a:lnTo>
                  <a:lnTo>
                    <a:pt x="261653" y="29264"/>
                  </a:lnTo>
                  <a:lnTo>
                    <a:pt x="257246" y="26346"/>
                  </a:lnTo>
                  <a:lnTo>
                    <a:pt x="252750" y="23569"/>
                  </a:lnTo>
                  <a:lnTo>
                    <a:pt x="248168" y="20935"/>
                  </a:lnTo>
                  <a:lnTo>
                    <a:pt x="243505" y="18448"/>
                  </a:lnTo>
                  <a:lnTo>
                    <a:pt x="238766" y="16109"/>
                  </a:lnTo>
                  <a:lnTo>
                    <a:pt x="233955" y="13921"/>
                  </a:lnTo>
                  <a:lnTo>
                    <a:pt x="229078" y="11887"/>
                  </a:lnTo>
                  <a:lnTo>
                    <a:pt x="224138" y="10007"/>
                  </a:lnTo>
                  <a:lnTo>
                    <a:pt x="219142" y="8285"/>
                  </a:lnTo>
                  <a:lnTo>
                    <a:pt x="214094" y="6721"/>
                  </a:lnTo>
                  <a:lnTo>
                    <a:pt x="208998" y="5318"/>
                  </a:lnTo>
                  <a:lnTo>
                    <a:pt x="203861" y="4077"/>
                  </a:lnTo>
                  <a:lnTo>
                    <a:pt x="198688" y="2998"/>
                  </a:lnTo>
                  <a:lnTo>
                    <a:pt x="193482" y="2084"/>
                  </a:lnTo>
                  <a:lnTo>
                    <a:pt x="188251" y="1334"/>
                  </a:lnTo>
                  <a:lnTo>
                    <a:pt x="182998" y="751"/>
                  </a:lnTo>
                  <a:lnTo>
                    <a:pt x="177730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5917522" y="4961274"/>
              <a:ext cx="165318" cy="167167"/>
            </a:xfrm>
            <a:custGeom>
              <a:avLst/>
              <a:pathLst>
                <a:path w="165318" h="167167">
                  <a:moveTo>
                    <a:pt x="165318" y="0"/>
                  </a:moveTo>
                  <a:lnTo>
                    <a:pt x="159916" y="87"/>
                  </a:lnTo>
                  <a:lnTo>
                    <a:pt x="154521" y="349"/>
                  </a:lnTo>
                  <a:lnTo>
                    <a:pt x="149136" y="784"/>
                  </a:lnTo>
                  <a:lnTo>
                    <a:pt x="143769" y="1394"/>
                  </a:lnTo>
                  <a:lnTo>
                    <a:pt x="138424" y="2177"/>
                  </a:lnTo>
                  <a:lnTo>
                    <a:pt x="133107" y="3132"/>
                  </a:lnTo>
                  <a:lnTo>
                    <a:pt x="127824" y="4259"/>
                  </a:lnTo>
                  <a:lnTo>
                    <a:pt x="122580" y="5555"/>
                  </a:lnTo>
                  <a:lnTo>
                    <a:pt x="117380" y="7020"/>
                  </a:lnTo>
                  <a:lnTo>
                    <a:pt x="112231" y="8653"/>
                  </a:lnTo>
                  <a:lnTo>
                    <a:pt x="107137" y="10451"/>
                  </a:lnTo>
                  <a:lnTo>
                    <a:pt x="102104" y="12413"/>
                  </a:lnTo>
                  <a:lnTo>
                    <a:pt x="97136" y="14536"/>
                  </a:lnTo>
                  <a:lnTo>
                    <a:pt x="92240" y="16819"/>
                  </a:lnTo>
                  <a:lnTo>
                    <a:pt x="87421" y="19258"/>
                  </a:lnTo>
                  <a:lnTo>
                    <a:pt x="82682" y="21852"/>
                  </a:lnTo>
                  <a:lnTo>
                    <a:pt x="78030" y="24598"/>
                  </a:lnTo>
                  <a:lnTo>
                    <a:pt x="73469" y="27493"/>
                  </a:lnTo>
                  <a:lnTo>
                    <a:pt x="69004" y="30534"/>
                  </a:lnTo>
                  <a:lnTo>
                    <a:pt x="64640" y="33717"/>
                  </a:lnTo>
                  <a:lnTo>
                    <a:pt x="60381" y="37040"/>
                  </a:lnTo>
                  <a:lnTo>
                    <a:pt x="56231" y="40498"/>
                  </a:lnTo>
                  <a:lnTo>
                    <a:pt x="52195" y="44089"/>
                  </a:lnTo>
                  <a:lnTo>
                    <a:pt x="48277" y="47808"/>
                  </a:lnTo>
                  <a:lnTo>
                    <a:pt x="44482" y="51652"/>
                  </a:lnTo>
                  <a:lnTo>
                    <a:pt x="40813" y="55617"/>
                  </a:lnTo>
                  <a:lnTo>
                    <a:pt x="37273" y="59698"/>
                  </a:lnTo>
                  <a:lnTo>
                    <a:pt x="33868" y="63891"/>
                  </a:lnTo>
                  <a:lnTo>
                    <a:pt x="30600" y="68192"/>
                  </a:lnTo>
                  <a:lnTo>
                    <a:pt x="27472" y="72597"/>
                  </a:lnTo>
                  <a:lnTo>
                    <a:pt x="24488" y="77100"/>
                  </a:lnTo>
                  <a:lnTo>
                    <a:pt x="21652" y="81698"/>
                  </a:lnTo>
                  <a:lnTo>
                    <a:pt x="18965" y="86384"/>
                  </a:lnTo>
                  <a:lnTo>
                    <a:pt x="16431" y="91155"/>
                  </a:lnTo>
                  <a:lnTo>
                    <a:pt x="14053" y="96005"/>
                  </a:lnTo>
                  <a:lnTo>
                    <a:pt x="11833" y="100930"/>
                  </a:lnTo>
                  <a:lnTo>
                    <a:pt x="9773" y="105924"/>
                  </a:lnTo>
                  <a:lnTo>
                    <a:pt x="7875" y="110982"/>
                  </a:lnTo>
                  <a:lnTo>
                    <a:pt x="6142" y="116098"/>
                  </a:lnTo>
                  <a:lnTo>
                    <a:pt x="4575" y="121268"/>
                  </a:lnTo>
                  <a:lnTo>
                    <a:pt x="3176" y="126485"/>
                  </a:lnTo>
                  <a:lnTo>
                    <a:pt x="1946" y="131746"/>
                  </a:lnTo>
                  <a:lnTo>
                    <a:pt x="887" y="137043"/>
                  </a:lnTo>
                  <a:lnTo>
                    <a:pt x="0" y="142371"/>
                  </a:lnTo>
                  <a:lnTo>
                    <a:pt x="16531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17522" y="5103646"/>
              <a:ext cx="165318" cy="24795"/>
            </a:xfrm>
            <a:custGeom>
              <a:avLst/>
              <a:pathLst>
                <a:path w="165318" h="24795">
                  <a:moveTo>
                    <a:pt x="0" y="0"/>
                  </a:moveTo>
                  <a:lnTo>
                    <a:pt x="165318" y="24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17522" y="5103646"/>
              <a:ext cx="165318" cy="24795"/>
            </a:xfrm>
            <a:custGeom>
              <a:avLst/>
              <a:pathLst>
                <a:path w="165318" h="24795">
                  <a:moveTo>
                    <a:pt x="0" y="0"/>
                  </a:moveTo>
                  <a:lnTo>
                    <a:pt x="165318" y="247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17522" y="5103646"/>
              <a:ext cx="165318" cy="24795"/>
            </a:xfrm>
            <a:custGeom>
              <a:avLst/>
              <a:pathLst>
                <a:path w="165318" h="24795">
                  <a:moveTo>
                    <a:pt x="0" y="0"/>
                  </a:moveTo>
                  <a:lnTo>
                    <a:pt x="165318" y="247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15679" y="5103646"/>
              <a:ext cx="167161" cy="97093"/>
            </a:xfrm>
            <a:custGeom>
              <a:avLst/>
              <a:pathLst>
                <a:path w="167161" h="97093">
                  <a:moveTo>
                    <a:pt x="1842" y="0"/>
                  </a:moveTo>
                  <a:lnTo>
                    <a:pt x="1075" y="5811"/>
                  </a:lnTo>
                  <a:lnTo>
                    <a:pt x="511" y="11645"/>
                  </a:lnTo>
                  <a:lnTo>
                    <a:pt x="153" y="17496"/>
                  </a:lnTo>
                  <a:lnTo>
                    <a:pt x="0" y="23356"/>
                  </a:lnTo>
                  <a:lnTo>
                    <a:pt x="52" y="29217"/>
                  </a:lnTo>
                  <a:lnTo>
                    <a:pt x="310" y="35073"/>
                  </a:lnTo>
                  <a:lnTo>
                    <a:pt x="772" y="40916"/>
                  </a:lnTo>
                  <a:lnTo>
                    <a:pt x="1440" y="46740"/>
                  </a:lnTo>
                  <a:lnTo>
                    <a:pt x="2311" y="52536"/>
                  </a:lnTo>
                  <a:lnTo>
                    <a:pt x="3385" y="58299"/>
                  </a:lnTo>
                  <a:lnTo>
                    <a:pt x="4660" y="64020"/>
                  </a:lnTo>
                  <a:lnTo>
                    <a:pt x="6136" y="69693"/>
                  </a:lnTo>
                  <a:lnTo>
                    <a:pt x="7809" y="75311"/>
                  </a:lnTo>
                  <a:lnTo>
                    <a:pt x="9678" y="80867"/>
                  </a:lnTo>
                  <a:lnTo>
                    <a:pt x="11740" y="86353"/>
                  </a:lnTo>
                  <a:lnTo>
                    <a:pt x="13994" y="91764"/>
                  </a:lnTo>
                  <a:lnTo>
                    <a:pt x="16436" y="97093"/>
                  </a:lnTo>
                  <a:lnTo>
                    <a:pt x="167161" y="247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32115" y="4961274"/>
              <a:ext cx="317881" cy="334327"/>
            </a:xfrm>
            <a:custGeom>
              <a:avLst/>
              <a:pathLst>
                <a:path w="317881" h="334327">
                  <a:moveTo>
                    <a:pt x="0" y="239465"/>
                  </a:moveTo>
                  <a:lnTo>
                    <a:pt x="2377" y="244225"/>
                  </a:lnTo>
                  <a:lnTo>
                    <a:pt x="4904" y="248907"/>
                  </a:lnTo>
                  <a:lnTo>
                    <a:pt x="7579" y="253506"/>
                  </a:lnTo>
                  <a:lnTo>
                    <a:pt x="10399" y="258018"/>
                  </a:lnTo>
                  <a:lnTo>
                    <a:pt x="13362" y="262438"/>
                  </a:lnTo>
                  <a:lnTo>
                    <a:pt x="16463" y="266761"/>
                  </a:lnTo>
                  <a:lnTo>
                    <a:pt x="19701" y="270983"/>
                  </a:lnTo>
                  <a:lnTo>
                    <a:pt x="23071" y="275100"/>
                  </a:lnTo>
                  <a:lnTo>
                    <a:pt x="26570" y="279108"/>
                  </a:lnTo>
                  <a:lnTo>
                    <a:pt x="30196" y="283002"/>
                  </a:lnTo>
                  <a:lnTo>
                    <a:pt x="33943" y="286779"/>
                  </a:lnTo>
                  <a:lnTo>
                    <a:pt x="37809" y="290435"/>
                  </a:lnTo>
                  <a:lnTo>
                    <a:pt x="41789" y="293966"/>
                  </a:lnTo>
                  <a:lnTo>
                    <a:pt x="45879" y="297369"/>
                  </a:lnTo>
                  <a:lnTo>
                    <a:pt x="50076" y="300639"/>
                  </a:lnTo>
                  <a:lnTo>
                    <a:pt x="54375" y="303775"/>
                  </a:lnTo>
                  <a:lnTo>
                    <a:pt x="58771" y="306772"/>
                  </a:lnTo>
                  <a:lnTo>
                    <a:pt x="63260" y="309627"/>
                  </a:lnTo>
                  <a:lnTo>
                    <a:pt x="67838" y="312339"/>
                  </a:lnTo>
                  <a:lnTo>
                    <a:pt x="72500" y="314903"/>
                  </a:lnTo>
                  <a:lnTo>
                    <a:pt x="77241" y="317318"/>
                  </a:lnTo>
                  <a:lnTo>
                    <a:pt x="82057" y="319580"/>
                  </a:lnTo>
                  <a:lnTo>
                    <a:pt x="86942" y="321688"/>
                  </a:lnTo>
                  <a:lnTo>
                    <a:pt x="91892" y="323640"/>
                  </a:lnTo>
                  <a:lnTo>
                    <a:pt x="96901" y="325433"/>
                  </a:lnTo>
                  <a:lnTo>
                    <a:pt x="101965" y="327065"/>
                  </a:lnTo>
                  <a:lnTo>
                    <a:pt x="107078" y="328536"/>
                  </a:lnTo>
                  <a:lnTo>
                    <a:pt x="112236" y="329843"/>
                  </a:lnTo>
                  <a:lnTo>
                    <a:pt x="117432" y="330986"/>
                  </a:lnTo>
                  <a:lnTo>
                    <a:pt x="122663" y="331962"/>
                  </a:lnTo>
                  <a:lnTo>
                    <a:pt x="127921" y="332772"/>
                  </a:lnTo>
                  <a:lnTo>
                    <a:pt x="133203" y="333414"/>
                  </a:lnTo>
                  <a:lnTo>
                    <a:pt x="138503" y="333887"/>
                  </a:lnTo>
                  <a:lnTo>
                    <a:pt x="143815" y="334192"/>
                  </a:lnTo>
                  <a:lnTo>
                    <a:pt x="149133" y="334327"/>
                  </a:lnTo>
                  <a:lnTo>
                    <a:pt x="154454" y="334293"/>
                  </a:lnTo>
                  <a:lnTo>
                    <a:pt x="159771" y="334089"/>
                  </a:lnTo>
                  <a:lnTo>
                    <a:pt x="165078" y="333717"/>
                  </a:lnTo>
                  <a:lnTo>
                    <a:pt x="170371" y="333176"/>
                  </a:lnTo>
                  <a:lnTo>
                    <a:pt x="175644" y="332466"/>
                  </a:lnTo>
                  <a:lnTo>
                    <a:pt x="180892" y="331590"/>
                  </a:lnTo>
                  <a:lnTo>
                    <a:pt x="186110" y="330546"/>
                  </a:lnTo>
                  <a:lnTo>
                    <a:pt x="191291" y="329338"/>
                  </a:lnTo>
                  <a:lnTo>
                    <a:pt x="196431" y="327964"/>
                  </a:lnTo>
                  <a:lnTo>
                    <a:pt x="201525" y="326428"/>
                  </a:lnTo>
                  <a:lnTo>
                    <a:pt x="206568" y="324731"/>
                  </a:lnTo>
                  <a:lnTo>
                    <a:pt x="211554" y="322874"/>
                  </a:lnTo>
                  <a:lnTo>
                    <a:pt x="216478" y="320859"/>
                  </a:lnTo>
                  <a:lnTo>
                    <a:pt x="221336" y="318689"/>
                  </a:lnTo>
                  <a:lnTo>
                    <a:pt x="226123" y="316365"/>
                  </a:lnTo>
                  <a:lnTo>
                    <a:pt x="230832" y="313890"/>
                  </a:lnTo>
                  <a:lnTo>
                    <a:pt x="235461" y="311266"/>
                  </a:lnTo>
                  <a:lnTo>
                    <a:pt x="240004" y="308497"/>
                  </a:lnTo>
                  <a:lnTo>
                    <a:pt x="244457" y="305584"/>
                  </a:lnTo>
                  <a:lnTo>
                    <a:pt x="248814" y="302531"/>
                  </a:lnTo>
                  <a:lnTo>
                    <a:pt x="253072" y="299341"/>
                  </a:lnTo>
                  <a:lnTo>
                    <a:pt x="257227" y="296016"/>
                  </a:lnTo>
                  <a:lnTo>
                    <a:pt x="261273" y="292562"/>
                  </a:lnTo>
                  <a:lnTo>
                    <a:pt x="265208" y="288980"/>
                  </a:lnTo>
                  <a:lnTo>
                    <a:pt x="269026" y="285275"/>
                  </a:lnTo>
                  <a:lnTo>
                    <a:pt x="272725" y="281451"/>
                  </a:lnTo>
                  <a:lnTo>
                    <a:pt x="276300" y="277510"/>
                  </a:lnTo>
                  <a:lnTo>
                    <a:pt x="279748" y="273458"/>
                  </a:lnTo>
                  <a:lnTo>
                    <a:pt x="283065" y="269298"/>
                  </a:lnTo>
                  <a:lnTo>
                    <a:pt x="286249" y="265035"/>
                  </a:lnTo>
                  <a:lnTo>
                    <a:pt x="289295" y="260672"/>
                  </a:lnTo>
                  <a:lnTo>
                    <a:pt x="292200" y="256215"/>
                  </a:lnTo>
                  <a:lnTo>
                    <a:pt x="294962" y="251667"/>
                  </a:lnTo>
                  <a:lnTo>
                    <a:pt x="297578" y="247034"/>
                  </a:lnTo>
                  <a:lnTo>
                    <a:pt x="300046" y="242320"/>
                  </a:lnTo>
                  <a:lnTo>
                    <a:pt x="302362" y="237530"/>
                  </a:lnTo>
                  <a:lnTo>
                    <a:pt x="304524" y="232669"/>
                  </a:lnTo>
                  <a:lnTo>
                    <a:pt x="306531" y="227741"/>
                  </a:lnTo>
                  <a:lnTo>
                    <a:pt x="308380" y="222752"/>
                  </a:lnTo>
                  <a:lnTo>
                    <a:pt x="310069" y="217707"/>
                  </a:lnTo>
                  <a:lnTo>
                    <a:pt x="311596" y="212610"/>
                  </a:lnTo>
                  <a:lnTo>
                    <a:pt x="312961" y="207468"/>
                  </a:lnTo>
                  <a:lnTo>
                    <a:pt x="314161" y="202284"/>
                  </a:lnTo>
                  <a:lnTo>
                    <a:pt x="315196" y="197065"/>
                  </a:lnTo>
                  <a:lnTo>
                    <a:pt x="316064" y="191816"/>
                  </a:lnTo>
                  <a:lnTo>
                    <a:pt x="316765" y="186542"/>
                  </a:lnTo>
                  <a:lnTo>
                    <a:pt x="317298" y="181248"/>
                  </a:lnTo>
                  <a:lnTo>
                    <a:pt x="317661" y="175940"/>
                  </a:lnTo>
                  <a:lnTo>
                    <a:pt x="317856" y="170623"/>
                  </a:lnTo>
                  <a:lnTo>
                    <a:pt x="317881" y="165302"/>
                  </a:lnTo>
                  <a:lnTo>
                    <a:pt x="317737" y="159983"/>
                  </a:lnTo>
                  <a:lnTo>
                    <a:pt x="317424" y="154672"/>
                  </a:lnTo>
                  <a:lnTo>
                    <a:pt x="316942" y="149373"/>
                  </a:lnTo>
                  <a:lnTo>
                    <a:pt x="316292" y="144093"/>
                  </a:lnTo>
                  <a:lnTo>
                    <a:pt x="315473" y="138835"/>
                  </a:lnTo>
                  <a:lnTo>
                    <a:pt x="314488" y="133607"/>
                  </a:lnTo>
                  <a:lnTo>
                    <a:pt x="313337" y="128412"/>
                  </a:lnTo>
                  <a:lnTo>
                    <a:pt x="312022" y="123257"/>
                  </a:lnTo>
                  <a:lnTo>
                    <a:pt x="310542" y="118146"/>
                  </a:lnTo>
                  <a:lnTo>
                    <a:pt x="308901" y="113084"/>
                  </a:lnTo>
                  <a:lnTo>
                    <a:pt x="307100" y="108078"/>
                  </a:lnTo>
                  <a:lnTo>
                    <a:pt x="305141" y="103131"/>
                  </a:lnTo>
                  <a:lnTo>
                    <a:pt x="303024" y="98250"/>
                  </a:lnTo>
                  <a:lnTo>
                    <a:pt x="300754" y="93438"/>
                  </a:lnTo>
                  <a:lnTo>
                    <a:pt x="298332" y="88701"/>
                  </a:lnTo>
                  <a:lnTo>
                    <a:pt x="295760" y="84043"/>
                  </a:lnTo>
                  <a:lnTo>
                    <a:pt x="293041" y="79469"/>
                  </a:lnTo>
                  <a:lnTo>
                    <a:pt x="290178" y="74985"/>
                  </a:lnTo>
                  <a:lnTo>
                    <a:pt x="287174" y="70593"/>
                  </a:lnTo>
                  <a:lnTo>
                    <a:pt x="284031" y="66300"/>
                  </a:lnTo>
                  <a:lnTo>
                    <a:pt x="280754" y="62109"/>
                  </a:lnTo>
                  <a:lnTo>
                    <a:pt x="277345" y="58024"/>
                  </a:lnTo>
                  <a:lnTo>
                    <a:pt x="273807" y="54050"/>
                  </a:lnTo>
                  <a:lnTo>
                    <a:pt x="270145" y="50190"/>
                  </a:lnTo>
                  <a:lnTo>
                    <a:pt x="266362" y="46449"/>
                  </a:lnTo>
                  <a:lnTo>
                    <a:pt x="262461" y="42830"/>
                  </a:lnTo>
                  <a:lnTo>
                    <a:pt x="258448" y="39337"/>
                  </a:lnTo>
                  <a:lnTo>
                    <a:pt x="254325" y="35973"/>
                  </a:lnTo>
                  <a:lnTo>
                    <a:pt x="250098" y="32743"/>
                  </a:lnTo>
                  <a:lnTo>
                    <a:pt x="245769" y="29648"/>
                  </a:lnTo>
                  <a:lnTo>
                    <a:pt x="241345" y="26693"/>
                  </a:lnTo>
                  <a:lnTo>
                    <a:pt x="236829" y="23881"/>
                  </a:lnTo>
                  <a:lnTo>
                    <a:pt x="232225" y="21213"/>
                  </a:lnTo>
                  <a:lnTo>
                    <a:pt x="227539" y="18693"/>
                  </a:lnTo>
                  <a:lnTo>
                    <a:pt x="222775" y="16324"/>
                  </a:lnTo>
                  <a:lnTo>
                    <a:pt x="217938" y="14107"/>
                  </a:lnTo>
                  <a:lnTo>
                    <a:pt x="213033" y="12046"/>
                  </a:lnTo>
                  <a:lnTo>
                    <a:pt x="208065" y="10141"/>
                  </a:lnTo>
                  <a:lnTo>
                    <a:pt x="203039" y="8396"/>
                  </a:lnTo>
                  <a:lnTo>
                    <a:pt x="197959" y="6812"/>
                  </a:lnTo>
                  <a:lnTo>
                    <a:pt x="192832" y="5390"/>
                  </a:lnTo>
                  <a:lnTo>
                    <a:pt x="187663" y="4132"/>
                  </a:lnTo>
                  <a:lnTo>
                    <a:pt x="182456" y="3039"/>
                  </a:lnTo>
                  <a:lnTo>
                    <a:pt x="177216" y="2112"/>
                  </a:lnTo>
                  <a:lnTo>
                    <a:pt x="171950" y="1353"/>
                  </a:lnTo>
                  <a:lnTo>
                    <a:pt x="166662" y="761"/>
                  </a:lnTo>
                  <a:lnTo>
                    <a:pt x="161359" y="338"/>
                  </a:lnTo>
                  <a:lnTo>
                    <a:pt x="156044" y="84"/>
                  </a:lnTo>
                  <a:lnTo>
                    <a:pt x="150724" y="0"/>
                  </a:lnTo>
                  <a:lnTo>
                    <a:pt x="1507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293387" y="4605529"/>
              <a:ext cx="167159" cy="324842"/>
            </a:xfrm>
            <a:custGeom>
              <a:avLst/>
              <a:pathLst>
                <a:path w="167159" h="32484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8" y="1354"/>
                  </a:lnTo>
                  <a:lnTo>
                    <a:pt x="140648" y="2115"/>
                  </a:lnTo>
                  <a:lnTo>
                    <a:pt x="135405" y="3043"/>
                  </a:lnTo>
                  <a:lnTo>
                    <a:pt x="130194" y="4138"/>
                  </a:lnTo>
                  <a:lnTo>
                    <a:pt x="125021" y="5397"/>
                  </a:lnTo>
                  <a:lnTo>
                    <a:pt x="119891" y="6821"/>
                  </a:lnTo>
                  <a:lnTo>
                    <a:pt x="114808" y="8408"/>
                  </a:lnTo>
                  <a:lnTo>
                    <a:pt x="109779" y="10156"/>
                  </a:lnTo>
                  <a:lnTo>
                    <a:pt x="104807" y="12063"/>
                  </a:lnTo>
                  <a:lnTo>
                    <a:pt x="99900" y="14127"/>
                  </a:lnTo>
                  <a:lnTo>
                    <a:pt x="95060" y="16347"/>
                  </a:lnTo>
                  <a:lnTo>
                    <a:pt x="90293" y="18719"/>
                  </a:lnTo>
                  <a:lnTo>
                    <a:pt x="85605" y="21243"/>
                  </a:lnTo>
                  <a:lnTo>
                    <a:pt x="80999" y="23914"/>
                  </a:lnTo>
                  <a:lnTo>
                    <a:pt x="76480" y="26730"/>
                  </a:lnTo>
                  <a:lnTo>
                    <a:pt x="72054" y="29689"/>
                  </a:lnTo>
                  <a:lnTo>
                    <a:pt x="67724" y="32788"/>
                  </a:lnTo>
                  <a:lnTo>
                    <a:pt x="63495" y="36023"/>
                  </a:lnTo>
                  <a:lnTo>
                    <a:pt x="59371" y="39391"/>
                  </a:lnTo>
                  <a:lnTo>
                    <a:pt x="55356" y="42888"/>
                  </a:lnTo>
                  <a:lnTo>
                    <a:pt x="51455" y="46512"/>
                  </a:lnTo>
                  <a:lnTo>
                    <a:pt x="47671" y="50258"/>
                  </a:lnTo>
                  <a:lnTo>
                    <a:pt x="44009" y="54122"/>
                  </a:lnTo>
                  <a:lnTo>
                    <a:pt x="40471" y="58101"/>
                  </a:lnTo>
                  <a:lnTo>
                    <a:pt x="37062" y="62191"/>
                  </a:lnTo>
                  <a:lnTo>
                    <a:pt x="33785" y="66388"/>
                  </a:lnTo>
                  <a:lnTo>
                    <a:pt x="30643" y="70686"/>
                  </a:lnTo>
                  <a:lnTo>
                    <a:pt x="27640" y="75083"/>
                  </a:lnTo>
                  <a:lnTo>
                    <a:pt x="24778" y="79573"/>
                  </a:lnTo>
                  <a:lnTo>
                    <a:pt x="22061" y="84151"/>
                  </a:lnTo>
                  <a:lnTo>
                    <a:pt x="19491" y="88814"/>
                  </a:lnTo>
                  <a:lnTo>
                    <a:pt x="17070" y="93557"/>
                  </a:lnTo>
                  <a:lnTo>
                    <a:pt x="14802" y="98374"/>
                  </a:lnTo>
                  <a:lnTo>
                    <a:pt x="12688" y="103261"/>
                  </a:lnTo>
                  <a:lnTo>
                    <a:pt x="10732" y="108213"/>
                  </a:lnTo>
                  <a:lnTo>
                    <a:pt x="8934" y="113224"/>
                  </a:lnTo>
                  <a:lnTo>
                    <a:pt x="7296" y="118291"/>
                  </a:lnTo>
                  <a:lnTo>
                    <a:pt x="5820" y="123407"/>
                  </a:lnTo>
                  <a:lnTo>
                    <a:pt x="4509" y="128567"/>
                  </a:lnTo>
                  <a:lnTo>
                    <a:pt x="3362" y="133766"/>
                  </a:lnTo>
                  <a:lnTo>
                    <a:pt x="2381" y="139000"/>
                  </a:lnTo>
                  <a:lnTo>
                    <a:pt x="1568" y="144261"/>
                  </a:lnTo>
                  <a:lnTo>
                    <a:pt x="922" y="149547"/>
                  </a:lnTo>
                  <a:lnTo>
                    <a:pt x="445" y="154850"/>
                  </a:lnTo>
                  <a:lnTo>
                    <a:pt x="138" y="160165"/>
                  </a:lnTo>
                  <a:lnTo>
                    <a:pt x="0" y="165488"/>
                  </a:lnTo>
                  <a:lnTo>
                    <a:pt x="31" y="170812"/>
                  </a:lnTo>
                  <a:lnTo>
                    <a:pt x="232" y="176133"/>
                  </a:lnTo>
                  <a:lnTo>
                    <a:pt x="602" y="181444"/>
                  </a:lnTo>
                  <a:lnTo>
                    <a:pt x="1141" y="186741"/>
                  </a:lnTo>
                  <a:lnTo>
                    <a:pt x="1849" y="192018"/>
                  </a:lnTo>
                  <a:lnTo>
                    <a:pt x="2724" y="197270"/>
                  </a:lnTo>
                  <a:lnTo>
                    <a:pt x="3766" y="202492"/>
                  </a:lnTo>
                  <a:lnTo>
                    <a:pt x="4974" y="207677"/>
                  </a:lnTo>
                  <a:lnTo>
                    <a:pt x="6346" y="212822"/>
                  </a:lnTo>
                  <a:lnTo>
                    <a:pt x="7882" y="217920"/>
                  </a:lnTo>
                  <a:lnTo>
                    <a:pt x="9579" y="222967"/>
                  </a:lnTo>
                  <a:lnTo>
                    <a:pt x="11436" y="227957"/>
                  </a:lnTo>
                  <a:lnTo>
                    <a:pt x="13451" y="232885"/>
                  </a:lnTo>
                  <a:lnTo>
                    <a:pt x="15622" y="237747"/>
                  </a:lnTo>
                  <a:lnTo>
                    <a:pt x="17946" y="242537"/>
                  </a:lnTo>
                  <a:lnTo>
                    <a:pt x="20422" y="247251"/>
                  </a:lnTo>
                  <a:lnTo>
                    <a:pt x="23047" y="251883"/>
                  </a:lnTo>
                  <a:lnTo>
                    <a:pt x="25818" y="256430"/>
                  </a:lnTo>
                  <a:lnTo>
                    <a:pt x="28733" y="260886"/>
                  </a:lnTo>
                  <a:lnTo>
                    <a:pt x="31787" y="265247"/>
                  </a:lnTo>
                  <a:lnTo>
                    <a:pt x="34980" y="269508"/>
                  </a:lnTo>
                  <a:lnTo>
                    <a:pt x="38306" y="273665"/>
                  </a:lnTo>
                  <a:lnTo>
                    <a:pt x="41763" y="277715"/>
                  </a:lnTo>
                  <a:lnTo>
                    <a:pt x="45347" y="281652"/>
                  </a:lnTo>
                  <a:lnTo>
                    <a:pt x="49055" y="285474"/>
                  </a:lnTo>
                  <a:lnTo>
                    <a:pt x="52882" y="289175"/>
                  </a:lnTo>
                  <a:lnTo>
                    <a:pt x="56826" y="292752"/>
                  </a:lnTo>
                  <a:lnTo>
                    <a:pt x="60881" y="296202"/>
                  </a:lnTo>
                  <a:lnTo>
                    <a:pt x="65045" y="299521"/>
                  </a:lnTo>
                  <a:lnTo>
                    <a:pt x="69311" y="302706"/>
                  </a:lnTo>
                  <a:lnTo>
                    <a:pt x="73677" y="305754"/>
                  </a:lnTo>
                  <a:lnTo>
                    <a:pt x="78138" y="308660"/>
                  </a:lnTo>
                  <a:lnTo>
                    <a:pt x="82690" y="311424"/>
                  </a:lnTo>
                  <a:lnTo>
                    <a:pt x="87327" y="314040"/>
                  </a:lnTo>
                  <a:lnTo>
                    <a:pt x="92045" y="316508"/>
                  </a:lnTo>
                  <a:lnTo>
                    <a:pt x="96839" y="318825"/>
                  </a:lnTo>
                  <a:lnTo>
                    <a:pt x="101704" y="320987"/>
                  </a:lnTo>
                  <a:lnTo>
                    <a:pt x="106636" y="322994"/>
                  </a:lnTo>
                  <a:lnTo>
                    <a:pt x="111629" y="32484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05017" y="4772696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05017" y="4772696"/>
              <a:ext cx="55529" cy="157675"/>
            </a:xfrm>
            <a:custGeom>
              <a:avLst/>
              <a:pathLst>
                <a:path w="55529" h="157675">
                  <a:moveTo>
                    <a:pt x="0" y="157675"/>
                  </a:moveTo>
                  <a:lnTo>
                    <a:pt x="555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05017" y="4772696"/>
              <a:ext cx="143567" cy="167162"/>
            </a:xfrm>
            <a:custGeom>
              <a:avLst/>
              <a:pathLst>
                <a:path w="143567" h="167162">
                  <a:moveTo>
                    <a:pt x="0" y="157675"/>
                  </a:moveTo>
                  <a:lnTo>
                    <a:pt x="5245" y="159425"/>
                  </a:lnTo>
                  <a:lnTo>
                    <a:pt x="10546" y="161001"/>
                  </a:lnTo>
                  <a:lnTo>
                    <a:pt x="15897" y="162401"/>
                  </a:lnTo>
                  <a:lnTo>
                    <a:pt x="21290" y="163623"/>
                  </a:lnTo>
                  <a:lnTo>
                    <a:pt x="26721" y="164666"/>
                  </a:lnTo>
                  <a:lnTo>
                    <a:pt x="32184" y="165529"/>
                  </a:lnTo>
                  <a:lnTo>
                    <a:pt x="37672" y="166210"/>
                  </a:lnTo>
                  <a:lnTo>
                    <a:pt x="43180" y="166710"/>
                  </a:lnTo>
                  <a:lnTo>
                    <a:pt x="48701" y="167027"/>
                  </a:lnTo>
                  <a:lnTo>
                    <a:pt x="54229" y="167162"/>
                  </a:lnTo>
                  <a:lnTo>
                    <a:pt x="59760" y="167113"/>
                  </a:lnTo>
                  <a:lnTo>
                    <a:pt x="65285" y="166882"/>
                  </a:lnTo>
                  <a:lnTo>
                    <a:pt x="70800" y="166468"/>
                  </a:lnTo>
                  <a:lnTo>
                    <a:pt x="76298" y="165872"/>
                  </a:lnTo>
                  <a:lnTo>
                    <a:pt x="81773" y="165094"/>
                  </a:lnTo>
                  <a:lnTo>
                    <a:pt x="87220" y="164136"/>
                  </a:lnTo>
                  <a:lnTo>
                    <a:pt x="92632" y="162997"/>
                  </a:lnTo>
                  <a:lnTo>
                    <a:pt x="98003" y="161681"/>
                  </a:lnTo>
                  <a:lnTo>
                    <a:pt x="103328" y="160188"/>
                  </a:lnTo>
                  <a:lnTo>
                    <a:pt x="108600" y="158519"/>
                  </a:lnTo>
                  <a:lnTo>
                    <a:pt x="113815" y="156677"/>
                  </a:lnTo>
                  <a:lnTo>
                    <a:pt x="118965" y="154663"/>
                  </a:lnTo>
                  <a:lnTo>
                    <a:pt x="124047" y="152480"/>
                  </a:lnTo>
                  <a:lnTo>
                    <a:pt x="129053" y="150130"/>
                  </a:lnTo>
                  <a:lnTo>
                    <a:pt x="133979" y="147616"/>
                  </a:lnTo>
                  <a:lnTo>
                    <a:pt x="138819" y="144940"/>
                  </a:lnTo>
                  <a:lnTo>
                    <a:pt x="143567" y="142106"/>
                  </a:lnTo>
                  <a:lnTo>
                    <a:pt x="555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05529"/>
              <a:ext cx="167164" cy="309273"/>
            </a:xfrm>
            <a:custGeom>
              <a:avLst/>
              <a:pathLst>
                <a:path w="167164" h="309273">
                  <a:moveTo>
                    <a:pt x="88038" y="309273"/>
                  </a:moveTo>
                  <a:lnTo>
                    <a:pt x="92531" y="306389"/>
                  </a:lnTo>
                  <a:lnTo>
                    <a:pt x="96929" y="303364"/>
                  </a:lnTo>
                  <a:lnTo>
                    <a:pt x="101229" y="300199"/>
                  </a:lnTo>
                  <a:lnTo>
                    <a:pt x="105425" y="296899"/>
                  </a:lnTo>
                  <a:lnTo>
                    <a:pt x="109514" y="293466"/>
                  </a:lnTo>
                  <a:lnTo>
                    <a:pt x="113491" y="289905"/>
                  </a:lnTo>
                  <a:lnTo>
                    <a:pt x="117353" y="286218"/>
                  </a:lnTo>
                  <a:lnTo>
                    <a:pt x="121094" y="282410"/>
                  </a:lnTo>
                  <a:lnTo>
                    <a:pt x="124713" y="278484"/>
                  </a:lnTo>
                  <a:lnTo>
                    <a:pt x="128204" y="274445"/>
                  </a:lnTo>
                  <a:lnTo>
                    <a:pt x="131564" y="270297"/>
                  </a:lnTo>
                  <a:lnTo>
                    <a:pt x="134790" y="266043"/>
                  </a:lnTo>
                  <a:lnTo>
                    <a:pt x="137879" y="261688"/>
                  </a:lnTo>
                  <a:lnTo>
                    <a:pt x="140826" y="257238"/>
                  </a:lnTo>
                  <a:lnTo>
                    <a:pt x="143631" y="252695"/>
                  </a:lnTo>
                  <a:lnTo>
                    <a:pt x="146289" y="248065"/>
                  </a:lnTo>
                  <a:lnTo>
                    <a:pt x="148797" y="243352"/>
                  </a:lnTo>
                  <a:lnTo>
                    <a:pt x="151154" y="238562"/>
                  </a:lnTo>
                  <a:lnTo>
                    <a:pt x="153357" y="233699"/>
                  </a:lnTo>
                  <a:lnTo>
                    <a:pt x="155403" y="228768"/>
                  </a:lnTo>
                  <a:lnTo>
                    <a:pt x="157291" y="223774"/>
                  </a:lnTo>
                  <a:lnTo>
                    <a:pt x="159018" y="218722"/>
                  </a:lnTo>
                  <a:lnTo>
                    <a:pt x="160583" y="213618"/>
                  </a:lnTo>
                  <a:lnTo>
                    <a:pt x="161985" y="208467"/>
                  </a:lnTo>
                  <a:lnTo>
                    <a:pt x="163221" y="203273"/>
                  </a:lnTo>
                  <a:lnTo>
                    <a:pt x="164291" y="198043"/>
                  </a:lnTo>
                  <a:lnTo>
                    <a:pt x="165193" y="192781"/>
                  </a:lnTo>
                  <a:lnTo>
                    <a:pt x="165927" y="187493"/>
                  </a:lnTo>
                  <a:lnTo>
                    <a:pt x="166491" y="182184"/>
                  </a:lnTo>
                  <a:lnTo>
                    <a:pt x="166886" y="176860"/>
                  </a:lnTo>
                  <a:lnTo>
                    <a:pt x="167110" y="171526"/>
                  </a:lnTo>
                  <a:lnTo>
                    <a:pt x="167164" y="166188"/>
                  </a:lnTo>
                  <a:lnTo>
                    <a:pt x="167048" y="160850"/>
                  </a:lnTo>
                  <a:lnTo>
                    <a:pt x="166761" y="155519"/>
                  </a:lnTo>
                  <a:lnTo>
                    <a:pt x="166304" y="150200"/>
                  </a:lnTo>
                  <a:lnTo>
                    <a:pt x="165677" y="144898"/>
                  </a:lnTo>
                  <a:lnTo>
                    <a:pt x="164882" y="139619"/>
                  </a:lnTo>
                  <a:lnTo>
                    <a:pt x="163918" y="134368"/>
                  </a:lnTo>
                  <a:lnTo>
                    <a:pt x="162787" y="129151"/>
                  </a:lnTo>
                  <a:lnTo>
                    <a:pt x="161490" y="123972"/>
                  </a:lnTo>
                  <a:lnTo>
                    <a:pt x="160028" y="118837"/>
                  </a:lnTo>
                  <a:lnTo>
                    <a:pt x="158403" y="113752"/>
                  </a:lnTo>
                  <a:lnTo>
                    <a:pt x="156617" y="108721"/>
                  </a:lnTo>
                  <a:lnTo>
                    <a:pt x="154671" y="103750"/>
                  </a:lnTo>
                  <a:lnTo>
                    <a:pt x="152567" y="98843"/>
                  </a:lnTo>
                  <a:lnTo>
                    <a:pt x="150307" y="94006"/>
                  </a:lnTo>
                  <a:lnTo>
                    <a:pt x="147895" y="89244"/>
                  </a:lnTo>
                  <a:lnTo>
                    <a:pt x="145331" y="84561"/>
                  </a:lnTo>
                  <a:lnTo>
                    <a:pt x="142619" y="79962"/>
                  </a:lnTo>
                  <a:lnTo>
                    <a:pt x="139762" y="75453"/>
                  </a:lnTo>
                  <a:lnTo>
                    <a:pt x="136762" y="71037"/>
                  </a:lnTo>
                  <a:lnTo>
                    <a:pt x="133622" y="66718"/>
                  </a:lnTo>
                  <a:lnTo>
                    <a:pt x="130347" y="62503"/>
                  </a:lnTo>
                  <a:lnTo>
                    <a:pt x="126938" y="58394"/>
                  </a:lnTo>
                  <a:lnTo>
                    <a:pt x="123400" y="54396"/>
                  </a:lnTo>
                  <a:lnTo>
                    <a:pt x="119736" y="50513"/>
                  </a:lnTo>
                  <a:lnTo>
                    <a:pt x="115950" y="46749"/>
                  </a:lnTo>
                  <a:lnTo>
                    <a:pt x="112046" y="43108"/>
                  </a:lnTo>
                  <a:lnTo>
                    <a:pt x="108027" y="39593"/>
                  </a:lnTo>
                  <a:lnTo>
                    <a:pt x="103898" y="36209"/>
                  </a:lnTo>
                  <a:lnTo>
                    <a:pt x="99664" y="32958"/>
                  </a:lnTo>
                  <a:lnTo>
                    <a:pt x="95327" y="29844"/>
                  </a:lnTo>
                  <a:lnTo>
                    <a:pt x="90893" y="26870"/>
                  </a:lnTo>
                  <a:lnTo>
                    <a:pt x="86367" y="24039"/>
                  </a:lnTo>
                  <a:lnTo>
                    <a:pt x="81753" y="21354"/>
                  </a:lnTo>
                  <a:lnTo>
                    <a:pt x="77055" y="18818"/>
                  </a:lnTo>
                  <a:lnTo>
                    <a:pt x="72279" y="16433"/>
                  </a:lnTo>
                  <a:lnTo>
                    <a:pt x="67428" y="14202"/>
                  </a:lnTo>
                  <a:lnTo>
                    <a:pt x="62510" y="12127"/>
                  </a:lnTo>
                  <a:lnTo>
                    <a:pt x="57527" y="10210"/>
                  </a:lnTo>
                  <a:lnTo>
                    <a:pt x="52486" y="8453"/>
                  </a:lnTo>
                  <a:lnTo>
                    <a:pt x="47391" y="6858"/>
                  </a:lnTo>
                  <a:lnTo>
                    <a:pt x="42248" y="5426"/>
                  </a:lnTo>
                  <a:lnTo>
                    <a:pt x="37061" y="4160"/>
                  </a:lnTo>
                  <a:lnTo>
                    <a:pt x="31837" y="3059"/>
                  </a:lnTo>
                  <a:lnTo>
                    <a:pt x="26581" y="2126"/>
                  </a:lnTo>
                  <a:lnTo>
                    <a:pt x="21297" y="1362"/>
                  </a:lnTo>
                  <a:lnTo>
                    <a:pt x="15992" y="766"/>
                  </a:lnTo>
                  <a:lnTo>
                    <a:pt x="10670" y="340"/>
                  </a:lnTo>
                  <a:lnTo>
                    <a:pt x="533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578727" y="4172415"/>
              <a:ext cx="212833" cy="334325"/>
            </a:xfrm>
            <a:custGeom>
              <a:avLst/>
              <a:pathLst>
                <a:path w="212833" h="334325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1" y="1363"/>
                  </a:lnTo>
                  <a:lnTo>
                    <a:pt x="140576" y="2128"/>
                  </a:lnTo>
                  <a:lnTo>
                    <a:pt x="135318" y="3061"/>
                  </a:lnTo>
                  <a:lnTo>
                    <a:pt x="130092" y="4162"/>
                  </a:lnTo>
                  <a:lnTo>
                    <a:pt x="124904" y="5429"/>
                  </a:lnTo>
                  <a:lnTo>
                    <a:pt x="119760" y="6862"/>
                  </a:lnTo>
                  <a:lnTo>
                    <a:pt x="114664" y="8458"/>
                  </a:lnTo>
                  <a:lnTo>
                    <a:pt x="109621" y="10216"/>
                  </a:lnTo>
                  <a:lnTo>
                    <a:pt x="104637" y="12134"/>
                  </a:lnTo>
                  <a:lnTo>
                    <a:pt x="99717" y="14210"/>
                  </a:lnTo>
                  <a:lnTo>
                    <a:pt x="94866" y="16442"/>
                  </a:lnTo>
                  <a:lnTo>
                    <a:pt x="90089" y="18829"/>
                  </a:lnTo>
                  <a:lnTo>
                    <a:pt x="85390" y="21366"/>
                  </a:lnTo>
                  <a:lnTo>
                    <a:pt x="80774" y="24053"/>
                  </a:lnTo>
                  <a:lnTo>
                    <a:pt x="76247" y="26885"/>
                  </a:lnTo>
                  <a:lnTo>
                    <a:pt x="71813" y="29861"/>
                  </a:lnTo>
                  <a:lnTo>
                    <a:pt x="67476" y="32976"/>
                  </a:lnTo>
                  <a:lnTo>
                    <a:pt x="63240" y="36229"/>
                  </a:lnTo>
                  <a:lnTo>
                    <a:pt x="59111" y="39615"/>
                  </a:lnTo>
                  <a:lnTo>
                    <a:pt x="55092" y="43132"/>
                  </a:lnTo>
                  <a:lnTo>
                    <a:pt x="51187" y="46775"/>
                  </a:lnTo>
                  <a:lnTo>
                    <a:pt x="47401" y="50541"/>
                  </a:lnTo>
                  <a:lnTo>
                    <a:pt x="43737" y="54426"/>
                  </a:lnTo>
                  <a:lnTo>
                    <a:pt x="40199" y="58426"/>
                  </a:lnTo>
                  <a:lnTo>
                    <a:pt x="36790" y="62536"/>
                  </a:lnTo>
                  <a:lnTo>
                    <a:pt x="33515" y="66754"/>
                  </a:lnTo>
                  <a:lnTo>
                    <a:pt x="30376" y="71074"/>
                  </a:lnTo>
                  <a:lnTo>
                    <a:pt x="27376" y="75493"/>
                  </a:lnTo>
                  <a:lnTo>
                    <a:pt x="24519" y="80004"/>
                  </a:lnTo>
                  <a:lnTo>
                    <a:pt x="21808" y="84605"/>
                  </a:lnTo>
                  <a:lnTo>
                    <a:pt x="19245" y="89290"/>
                  </a:lnTo>
                  <a:lnTo>
                    <a:pt x="16833" y="94055"/>
                  </a:lnTo>
                  <a:lnTo>
                    <a:pt x="14574" y="98894"/>
                  </a:lnTo>
                  <a:lnTo>
                    <a:pt x="12472" y="103802"/>
                  </a:lnTo>
                  <a:lnTo>
                    <a:pt x="10527" y="108776"/>
                  </a:lnTo>
                  <a:lnTo>
                    <a:pt x="8741" y="113809"/>
                  </a:lnTo>
                  <a:lnTo>
                    <a:pt x="7118" y="118896"/>
                  </a:lnTo>
                  <a:lnTo>
                    <a:pt x="5658" y="124033"/>
                  </a:lnTo>
                  <a:lnTo>
                    <a:pt x="4362" y="129214"/>
                  </a:lnTo>
                  <a:lnTo>
                    <a:pt x="3233" y="134433"/>
                  </a:lnTo>
                  <a:lnTo>
                    <a:pt x="2271" y="139686"/>
                  </a:lnTo>
                  <a:lnTo>
                    <a:pt x="1478" y="144967"/>
                  </a:lnTo>
                  <a:lnTo>
                    <a:pt x="853" y="150271"/>
                  </a:lnTo>
                  <a:lnTo>
                    <a:pt x="398" y="155592"/>
                  </a:lnTo>
                  <a:lnTo>
                    <a:pt x="114" y="160924"/>
                  </a:lnTo>
                  <a:lnTo>
                    <a:pt x="0" y="166263"/>
                  </a:lnTo>
                  <a:lnTo>
                    <a:pt x="56" y="171603"/>
                  </a:lnTo>
                  <a:lnTo>
                    <a:pt x="283" y="176938"/>
                  </a:lnTo>
                  <a:lnTo>
                    <a:pt x="680" y="182264"/>
                  </a:lnTo>
                  <a:lnTo>
                    <a:pt x="1247" y="187574"/>
                  </a:lnTo>
                  <a:lnTo>
                    <a:pt x="1984" y="192863"/>
                  </a:lnTo>
                  <a:lnTo>
                    <a:pt x="2889" y="198126"/>
                  </a:lnTo>
                  <a:lnTo>
                    <a:pt x="3962" y="203358"/>
                  </a:lnTo>
                  <a:lnTo>
                    <a:pt x="5201" y="208552"/>
                  </a:lnTo>
                  <a:lnTo>
                    <a:pt x="6605" y="213704"/>
                  </a:lnTo>
                  <a:lnTo>
                    <a:pt x="8174" y="218809"/>
                  </a:lnTo>
                  <a:lnTo>
                    <a:pt x="9904" y="223861"/>
                  </a:lnTo>
                  <a:lnTo>
                    <a:pt x="11795" y="228855"/>
                  </a:lnTo>
                  <a:lnTo>
                    <a:pt x="13845" y="233786"/>
                  </a:lnTo>
                  <a:lnTo>
                    <a:pt x="16051" y="238650"/>
                  </a:lnTo>
                  <a:lnTo>
                    <a:pt x="18412" y="243440"/>
                  </a:lnTo>
                  <a:lnTo>
                    <a:pt x="20924" y="248152"/>
                  </a:lnTo>
                  <a:lnTo>
                    <a:pt x="23585" y="252782"/>
                  </a:lnTo>
                  <a:lnTo>
                    <a:pt x="26393" y="257324"/>
                  </a:lnTo>
                  <a:lnTo>
                    <a:pt x="29345" y="261775"/>
                  </a:lnTo>
                  <a:lnTo>
                    <a:pt x="32437" y="266129"/>
                  </a:lnTo>
                  <a:lnTo>
                    <a:pt x="35667" y="270382"/>
                  </a:lnTo>
                  <a:lnTo>
                    <a:pt x="39031" y="274529"/>
                  </a:lnTo>
                  <a:lnTo>
                    <a:pt x="42525" y="278567"/>
                  </a:lnTo>
                  <a:lnTo>
                    <a:pt x="46147" y="282491"/>
                  </a:lnTo>
                  <a:lnTo>
                    <a:pt x="49892" y="286298"/>
                  </a:lnTo>
                  <a:lnTo>
                    <a:pt x="53757" y="289983"/>
                  </a:lnTo>
                  <a:lnTo>
                    <a:pt x="57738" y="293543"/>
                  </a:lnTo>
                  <a:lnTo>
                    <a:pt x="61831" y="296974"/>
                  </a:lnTo>
                  <a:lnTo>
                    <a:pt x="66031" y="300272"/>
                  </a:lnTo>
                  <a:lnTo>
                    <a:pt x="70334" y="303434"/>
                  </a:lnTo>
                  <a:lnTo>
                    <a:pt x="74736" y="306458"/>
                  </a:lnTo>
                  <a:lnTo>
                    <a:pt x="79232" y="309339"/>
                  </a:lnTo>
                  <a:lnTo>
                    <a:pt x="83818" y="312075"/>
                  </a:lnTo>
                  <a:lnTo>
                    <a:pt x="88489" y="314663"/>
                  </a:lnTo>
                  <a:lnTo>
                    <a:pt x="93241" y="317101"/>
                  </a:lnTo>
                  <a:lnTo>
                    <a:pt x="98067" y="319386"/>
                  </a:lnTo>
                  <a:lnTo>
                    <a:pt x="102965" y="321515"/>
                  </a:lnTo>
                  <a:lnTo>
                    <a:pt x="107927" y="323487"/>
                  </a:lnTo>
                  <a:lnTo>
                    <a:pt x="112951" y="325299"/>
                  </a:lnTo>
                  <a:lnTo>
                    <a:pt x="118029" y="326950"/>
                  </a:lnTo>
                  <a:lnTo>
                    <a:pt x="123158" y="328438"/>
                  </a:lnTo>
                  <a:lnTo>
                    <a:pt x="128332" y="329761"/>
                  </a:lnTo>
                  <a:lnTo>
                    <a:pt x="133545" y="330919"/>
                  </a:lnTo>
                  <a:lnTo>
                    <a:pt x="138793" y="331909"/>
                  </a:lnTo>
                  <a:lnTo>
                    <a:pt x="144069" y="332731"/>
                  </a:lnTo>
                  <a:lnTo>
                    <a:pt x="149369" y="333385"/>
                  </a:lnTo>
                  <a:lnTo>
                    <a:pt x="154688" y="333868"/>
                  </a:lnTo>
                  <a:lnTo>
                    <a:pt x="160019" y="334182"/>
                  </a:lnTo>
                  <a:lnTo>
                    <a:pt x="165357" y="334325"/>
                  </a:lnTo>
                  <a:lnTo>
                    <a:pt x="170697" y="334297"/>
                  </a:lnTo>
                  <a:lnTo>
                    <a:pt x="176034" y="334099"/>
                  </a:lnTo>
                  <a:lnTo>
                    <a:pt x="181361" y="333730"/>
                  </a:lnTo>
                  <a:lnTo>
                    <a:pt x="186674" y="333192"/>
                  </a:lnTo>
                  <a:lnTo>
                    <a:pt x="191967" y="332484"/>
                  </a:lnTo>
                  <a:lnTo>
                    <a:pt x="197235" y="331608"/>
                  </a:lnTo>
                  <a:lnTo>
                    <a:pt x="202472" y="330563"/>
                  </a:lnTo>
                  <a:lnTo>
                    <a:pt x="207673" y="329352"/>
                  </a:lnTo>
                  <a:lnTo>
                    <a:pt x="212833" y="327975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339583"/>
              <a:ext cx="45668" cy="160808"/>
            </a:xfrm>
            <a:custGeom>
              <a:avLst/>
              <a:pathLst>
                <a:path w="45668" h="160808">
                  <a:moveTo>
                    <a:pt x="45668" y="1608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339583"/>
              <a:ext cx="162999" cy="160808"/>
            </a:xfrm>
            <a:custGeom>
              <a:avLst/>
              <a:pathLst>
                <a:path w="162999" h="160808">
                  <a:moveTo>
                    <a:pt x="45668" y="160808"/>
                  </a:moveTo>
                  <a:lnTo>
                    <a:pt x="50859" y="159242"/>
                  </a:lnTo>
                  <a:lnTo>
                    <a:pt x="55996" y="157509"/>
                  </a:lnTo>
                  <a:lnTo>
                    <a:pt x="61074" y="155611"/>
                  </a:lnTo>
                  <a:lnTo>
                    <a:pt x="66088" y="153548"/>
                  </a:lnTo>
                  <a:lnTo>
                    <a:pt x="71033" y="151324"/>
                  </a:lnTo>
                  <a:lnTo>
                    <a:pt x="75902" y="148941"/>
                  </a:lnTo>
                  <a:lnTo>
                    <a:pt x="80692" y="146402"/>
                  </a:lnTo>
                  <a:lnTo>
                    <a:pt x="85397" y="143708"/>
                  </a:lnTo>
                  <a:lnTo>
                    <a:pt x="90013" y="140863"/>
                  </a:lnTo>
                  <a:lnTo>
                    <a:pt x="94533" y="137870"/>
                  </a:lnTo>
                  <a:lnTo>
                    <a:pt x="98954" y="134732"/>
                  </a:lnTo>
                  <a:lnTo>
                    <a:pt x="103271" y="131452"/>
                  </a:lnTo>
                  <a:lnTo>
                    <a:pt x="107480" y="128034"/>
                  </a:lnTo>
                  <a:lnTo>
                    <a:pt x="111575" y="124482"/>
                  </a:lnTo>
                  <a:lnTo>
                    <a:pt x="115553" y="120798"/>
                  </a:lnTo>
                  <a:lnTo>
                    <a:pt x="119410" y="116987"/>
                  </a:lnTo>
                  <a:lnTo>
                    <a:pt x="123141" y="113054"/>
                  </a:lnTo>
                  <a:lnTo>
                    <a:pt x="126742" y="109001"/>
                  </a:lnTo>
                  <a:lnTo>
                    <a:pt x="130210" y="104834"/>
                  </a:lnTo>
                  <a:lnTo>
                    <a:pt x="133541" y="100556"/>
                  </a:lnTo>
                  <a:lnTo>
                    <a:pt x="136732" y="96173"/>
                  </a:lnTo>
                  <a:lnTo>
                    <a:pt x="139778" y="91688"/>
                  </a:lnTo>
                  <a:lnTo>
                    <a:pt x="142678" y="87107"/>
                  </a:lnTo>
                  <a:lnTo>
                    <a:pt x="145428" y="82435"/>
                  </a:lnTo>
                  <a:lnTo>
                    <a:pt x="148025" y="77675"/>
                  </a:lnTo>
                  <a:lnTo>
                    <a:pt x="150466" y="72834"/>
                  </a:lnTo>
                  <a:lnTo>
                    <a:pt x="152748" y="67917"/>
                  </a:lnTo>
                  <a:lnTo>
                    <a:pt x="154870" y="62928"/>
                  </a:lnTo>
                  <a:lnTo>
                    <a:pt x="156830" y="57872"/>
                  </a:lnTo>
                  <a:lnTo>
                    <a:pt x="158624" y="52756"/>
                  </a:lnTo>
                  <a:lnTo>
                    <a:pt x="160251" y="47585"/>
                  </a:lnTo>
                  <a:lnTo>
                    <a:pt x="161710" y="42363"/>
                  </a:lnTo>
                  <a:lnTo>
                    <a:pt x="162999" y="370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167167" cy="204264"/>
            </a:xfrm>
            <a:custGeom>
              <a:avLst/>
              <a:pathLst>
                <a:path w="167167" h="204264">
                  <a:moveTo>
                    <a:pt x="162999" y="204264"/>
                  </a:moveTo>
                  <a:lnTo>
                    <a:pt x="164104" y="199023"/>
                  </a:lnTo>
                  <a:lnTo>
                    <a:pt x="165040" y="193748"/>
                  </a:lnTo>
                  <a:lnTo>
                    <a:pt x="165807" y="188447"/>
                  </a:lnTo>
                  <a:lnTo>
                    <a:pt x="166404" y="183123"/>
                  </a:lnTo>
                  <a:lnTo>
                    <a:pt x="166829" y="177783"/>
                  </a:lnTo>
                  <a:lnTo>
                    <a:pt x="167084" y="172433"/>
                  </a:lnTo>
                  <a:lnTo>
                    <a:pt x="167167" y="167076"/>
                  </a:lnTo>
                  <a:lnTo>
                    <a:pt x="167078" y="161720"/>
                  </a:lnTo>
                  <a:lnTo>
                    <a:pt x="166818" y="156370"/>
                  </a:lnTo>
                  <a:lnTo>
                    <a:pt x="166386" y="151030"/>
                  </a:lnTo>
                  <a:lnTo>
                    <a:pt x="165784" y="145708"/>
                  </a:lnTo>
                  <a:lnTo>
                    <a:pt x="165011" y="140407"/>
                  </a:lnTo>
                  <a:lnTo>
                    <a:pt x="164069" y="135133"/>
                  </a:lnTo>
                  <a:lnTo>
                    <a:pt x="162958" y="129893"/>
                  </a:lnTo>
                  <a:lnTo>
                    <a:pt x="161680" y="124691"/>
                  </a:lnTo>
                  <a:lnTo>
                    <a:pt x="160237" y="119532"/>
                  </a:lnTo>
                  <a:lnTo>
                    <a:pt x="158628" y="114423"/>
                  </a:lnTo>
                  <a:lnTo>
                    <a:pt x="156857" y="109367"/>
                  </a:lnTo>
                  <a:lnTo>
                    <a:pt x="154924" y="104371"/>
                  </a:lnTo>
                  <a:lnTo>
                    <a:pt x="152833" y="99440"/>
                  </a:lnTo>
                  <a:lnTo>
                    <a:pt x="150584" y="94577"/>
                  </a:lnTo>
                  <a:lnTo>
                    <a:pt x="148181" y="89790"/>
                  </a:lnTo>
                  <a:lnTo>
                    <a:pt x="145626" y="85082"/>
                  </a:lnTo>
                  <a:lnTo>
                    <a:pt x="142921" y="80458"/>
                  </a:lnTo>
                  <a:lnTo>
                    <a:pt x="140069" y="75923"/>
                  </a:lnTo>
                  <a:lnTo>
                    <a:pt x="137074" y="71482"/>
                  </a:lnTo>
                  <a:lnTo>
                    <a:pt x="133938" y="67139"/>
                  </a:lnTo>
                  <a:lnTo>
                    <a:pt x="130664" y="62899"/>
                  </a:lnTo>
                  <a:lnTo>
                    <a:pt x="127256" y="58766"/>
                  </a:lnTo>
                  <a:lnTo>
                    <a:pt x="123718" y="54745"/>
                  </a:lnTo>
                  <a:lnTo>
                    <a:pt x="120052" y="50838"/>
                  </a:lnTo>
                  <a:lnTo>
                    <a:pt x="116263" y="47051"/>
                  </a:lnTo>
                  <a:lnTo>
                    <a:pt x="112355" y="43388"/>
                  </a:lnTo>
                  <a:lnTo>
                    <a:pt x="108331" y="39852"/>
                  </a:lnTo>
                  <a:lnTo>
                    <a:pt x="104196" y="36446"/>
                  </a:lnTo>
                  <a:lnTo>
                    <a:pt x="99954" y="33175"/>
                  </a:lnTo>
                  <a:lnTo>
                    <a:pt x="95610" y="30041"/>
                  </a:lnTo>
                  <a:lnTo>
                    <a:pt x="91167" y="27048"/>
                  </a:lnTo>
                  <a:lnTo>
                    <a:pt x="86631" y="24199"/>
                  </a:lnTo>
                  <a:lnTo>
                    <a:pt x="82006" y="21496"/>
                  </a:lnTo>
                  <a:lnTo>
                    <a:pt x="77296" y="18944"/>
                  </a:lnTo>
                  <a:lnTo>
                    <a:pt x="72507" y="16543"/>
                  </a:lnTo>
                  <a:lnTo>
                    <a:pt x="67644" y="14297"/>
                  </a:lnTo>
                  <a:lnTo>
                    <a:pt x="62711" y="12208"/>
                  </a:lnTo>
                  <a:lnTo>
                    <a:pt x="57714" y="10279"/>
                  </a:lnTo>
                  <a:lnTo>
                    <a:pt x="52658" y="8510"/>
                  </a:lnTo>
                  <a:lnTo>
                    <a:pt x="47547" y="6904"/>
                  </a:lnTo>
                  <a:lnTo>
                    <a:pt x="42388" y="5463"/>
                  </a:lnTo>
                  <a:lnTo>
                    <a:pt x="37185" y="4188"/>
                  </a:lnTo>
                  <a:lnTo>
                    <a:pt x="31944" y="3080"/>
                  </a:lnTo>
                  <a:lnTo>
                    <a:pt x="26670" y="2141"/>
                  </a:lnTo>
                  <a:lnTo>
                    <a:pt x="21369" y="1371"/>
                  </a:lnTo>
                  <a:lnTo>
                    <a:pt x="16046" y="771"/>
                  </a:lnTo>
                  <a:lnTo>
                    <a:pt x="10706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756345" y="3685283"/>
              <a:ext cx="178214" cy="334334"/>
            </a:xfrm>
            <a:custGeom>
              <a:avLst/>
              <a:pathLst>
                <a:path w="178214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5" y="758"/>
                  </a:lnTo>
                  <a:lnTo>
                    <a:pt x="145969" y="1347"/>
                  </a:lnTo>
                  <a:lnTo>
                    <a:pt x="140714" y="2103"/>
                  </a:lnTo>
                  <a:lnTo>
                    <a:pt x="135486" y="3026"/>
                  </a:lnTo>
                  <a:lnTo>
                    <a:pt x="130289" y="4114"/>
                  </a:lnTo>
                  <a:lnTo>
                    <a:pt x="125130" y="5367"/>
                  </a:lnTo>
                  <a:lnTo>
                    <a:pt x="120013" y="6783"/>
                  </a:lnTo>
                  <a:lnTo>
                    <a:pt x="114944" y="8360"/>
                  </a:lnTo>
                  <a:lnTo>
                    <a:pt x="109927" y="10098"/>
                  </a:lnTo>
                  <a:lnTo>
                    <a:pt x="104968" y="11995"/>
                  </a:lnTo>
                  <a:lnTo>
                    <a:pt x="100072" y="14047"/>
                  </a:lnTo>
                  <a:lnTo>
                    <a:pt x="95244" y="16255"/>
                  </a:lnTo>
                  <a:lnTo>
                    <a:pt x="90488" y="18614"/>
                  </a:lnTo>
                  <a:lnTo>
                    <a:pt x="85809" y="21123"/>
                  </a:lnTo>
                  <a:lnTo>
                    <a:pt x="81212" y="23780"/>
                  </a:lnTo>
                  <a:lnTo>
                    <a:pt x="76702" y="26581"/>
                  </a:lnTo>
                  <a:lnTo>
                    <a:pt x="72284" y="29524"/>
                  </a:lnTo>
                  <a:lnTo>
                    <a:pt x="67961" y="32606"/>
                  </a:lnTo>
                  <a:lnTo>
                    <a:pt x="63738" y="35824"/>
                  </a:lnTo>
                  <a:lnTo>
                    <a:pt x="59619" y="39174"/>
                  </a:lnTo>
                  <a:lnTo>
                    <a:pt x="55609" y="42653"/>
                  </a:lnTo>
                  <a:lnTo>
                    <a:pt x="51711" y="46258"/>
                  </a:lnTo>
                  <a:lnTo>
                    <a:pt x="47930" y="49985"/>
                  </a:lnTo>
                  <a:lnTo>
                    <a:pt x="44269" y="53830"/>
                  </a:lnTo>
                  <a:lnTo>
                    <a:pt x="40732" y="57789"/>
                  </a:lnTo>
                  <a:lnTo>
                    <a:pt x="37322" y="61859"/>
                  </a:lnTo>
                  <a:lnTo>
                    <a:pt x="34043" y="66035"/>
                  </a:lnTo>
                  <a:lnTo>
                    <a:pt x="30899" y="70312"/>
                  </a:lnTo>
                  <a:lnTo>
                    <a:pt x="27892" y="74688"/>
                  </a:lnTo>
                  <a:lnTo>
                    <a:pt x="25026" y="79157"/>
                  </a:lnTo>
                  <a:lnTo>
                    <a:pt x="22302" y="83714"/>
                  </a:lnTo>
                  <a:lnTo>
                    <a:pt x="19725" y="88356"/>
                  </a:lnTo>
                  <a:lnTo>
                    <a:pt x="17297" y="93077"/>
                  </a:lnTo>
                  <a:lnTo>
                    <a:pt x="15020" y="97873"/>
                  </a:lnTo>
                  <a:lnTo>
                    <a:pt x="12896" y="102739"/>
                  </a:lnTo>
                  <a:lnTo>
                    <a:pt x="10928" y="107670"/>
                  </a:lnTo>
                  <a:lnTo>
                    <a:pt x="9118" y="112661"/>
                  </a:lnTo>
                  <a:lnTo>
                    <a:pt x="7466" y="117707"/>
                  </a:lnTo>
                  <a:lnTo>
                    <a:pt x="5976" y="122802"/>
                  </a:lnTo>
                  <a:lnTo>
                    <a:pt x="4649" y="127943"/>
                  </a:lnTo>
                  <a:lnTo>
                    <a:pt x="3485" y="133123"/>
                  </a:lnTo>
                  <a:lnTo>
                    <a:pt x="2487" y="138337"/>
                  </a:lnTo>
                  <a:lnTo>
                    <a:pt x="1654" y="143581"/>
                  </a:lnTo>
                  <a:lnTo>
                    <a:pt x="989" y="148848"/>
                  </a:lnTo>
                  <a:lnTo>
                    <a:pt x="491" y="154134"/>
                  </a:lnTo>
                  <a:lnTo>
                    <a:pt x="161" y="159433"/>
                  </a:lnTo>
                  <a:lnTo>
                    <a:pt x="0" y="164739"/>
                  </a:lnTo>
                  <a:lnTo>
                    <a:pt x="7" y="170048"/>
                  </a:lnTo>
                  <a:lnTo>
                    <a:pt x="183" y="175355"/>
                  </a:lnTo>
                  <a:lnTo>
                    <a:pt x="527" y="180653"/>
                  </a:lnTo>
                  <a:lnTo>
                    <a:pt x="1039" y="185937"/>
                  </a:lnTo>
                  <a:lnTo>
                    <a:pt x="1719" y="191202"/>
                  </a:lnTo>
                  <a:lnTo>
                    <a:pt x="2565" y="196444"/>
                  </a:lnTo>
                  <a:lnTo>
                    <a:pt x="3578" y="201655"/>
                  </a:lnTo>
                  <a:lnTo>
                    <a:pt x="4756" y="206832"/>
                  </a:lnTo>
                  <a:lnTo>
                    <a:pt x="6097" y="211969"/>
                  </a:lnTo>
                  <a:lnTo>
                    <a:pt x="7601" y="217061"/>
                  </a:lnTo>
                  <a:lnTo>
                    <a:pt x="9266" y="222102"/>
                  </a:lnTo>
                  <a:lnTo>
                    <a:pt x="11090" y="227088"/>
                  </a:lnTo>
                  <a:lnTo>
                    <a:pt x="13072" y="232013"/>
                  </a:lnTo>
                  <a:lnTo>
                    <a:pt x="15209" y="236873"/>
                  </a:lnTo>
                  <a:lnTo>
                    <a:pt x="17499" y="241663"/>
                  </a:lnTo>
                  <a:lnTo>
                    <a:pt x="19940" y="246378"/>
                  </a:lnTo>
                  <a:lnTo>
                    <a:pt x="22530" y="251013"/>
                  </a:lnTo>
                  <a:lnTo>
                    <a:pt x="25265" y="255563"/>
                  </a:lnTo>
                  <a:lnTo>
                    <a:pt x="28144" y="260024"/>
                  </a:lnTo>
                  <a:lnTo>
                    <a:pt x="31162" y="264391"/>
                  </a:lnTo>
                  <a:lnTo>
                    <a:pt x="34318" y="268660"/>
                  </a:lnTo>
                  <a:lnTo>
                    <a:pt x="37608" y="272827"/>
                  </a:lnTo>
                  <a:lnTo>
                    <a:pt x="41029" y="276888"/>
                  </a:lnTo>
                  <a:lnTo>
                    <a:pt x="44577" y="280837"/>
                  </a:lnTo>
                  <a:lnTo>
                    <a:pt x="48248" y="284672"/>
                  </a:lnTo>
                  <a:lnTo>
                    <a:pt x="52040" y="288389"/>
                  </a:lnTo>
                  <a:lnTo>
                    <a:pt x="55947" y="291983"/>
                  </a:lnTo>
                  <a:lnTo>
                    <a:pt x="59967" y="295451"/>
                  </a:lnTo>
                  <a:lnTo>
                    <a:pt x="64095" y="298790"/>
                  </a:lnTo>
                  <a:lnTo>
                    <a:pt x="68326" y="301996"/>
                  </a:lnTo>
                  <a:lnTo>
                    <a:pt x="72658" y="305067"/>
                  </a:lnTo>
                  <a:lnTo>
                    <a:pt x="77084" y="307998"/>
                  </a:lnTo>
                  <a:lnTo>
                    <a:pt x="81602" y="310787"/>
                  </a:lnTo>
                  <a:lnTo>
                    <a:pt x="86206" y="313431"/>
                  </a:lnTo>
                  <a:lnTo>
                    <a:pt x="90891" y="315927"/>
                  </a:lnTo>
                  <a:lnTo>
                    <a:pt x="95654" y="318274"/>
                  </a:lnTo>
                  <a:lnTo>
                    <a:pt x="100488" y="320468"/>
                  </a:lnTo>
                  <a:lnTo>
                    <a:pt x="105390" y="322508"/>
                  </a:lnTo>
                  <a:lnTo>
                    <a:pt x="110354" y="324390"/>
                  </a:lnTo>
                  <a:lnTo>
                    <a:pt x="115375" y="326115"/>
                  </a:lnTo>
                  <a:lnTo>
                    <a:pt x="120449" y="327679"/>
                  </a:lnTo>
                  <a:lnTo>
                    <a:pt x="125570" y="329081"/>
                  </a:lnTo>
                  <a:lnTo>
                    <a:pt x="130732" y="330319"/>
                  </a:lnTo>
                  <a:lnTo>
                    <a:pt x="135931" y="331394"/>
                  </a:lnTo>
                  <a:lnTo>
                    <a:pt x="141162" y="332302"/>
                  </a:lnTo>
                  <a:lnTo>
                    <a:pt x="146419" y="333044"/>
                  </a:lnTo>
                  <a:lnTo>
                    <a:pt x="151697" y="333619"/>
                  </a:lnTo>
                  <a:lnTo>
                    <a:pt x="156991" y="334025"/>
                  </a:lnTo>
                  <a:lnTo>
                    <a:pt x="162295" y="334264"/>
                  </a:lnTo>
                  <a:lnTo>
                    <a:pt x="167603" y="334334"/>
                  </a:lnTo>
                  <a:lnTo>
                    <a:pt x="172911" y="334235"/>
                  </a:lnTo>
                  <a:lnTo>
                    <a:pt x="178214" y="33396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453"/>
              <a:ext cx="167164" cy="333797"/>
            </a:xfrm>
            <a:custGeom>
              <a:avLst/>
              <a:pathLst>
                <a:path w="167164" h="333797">
                  <a:moveTo>
                    <a:pt x="11064" y="333797"/>
                  </a:moveTo>
                  <a:lnTo>
                    <a:pt x="16378" y="333359"/>
                  </a:lnTo>
                  <a:lnTo>
                    <a:pt x="21675" y="332753"/>
                  </a:lnTo>
                  <a:lnTo>
                    <a:pt x="26950" y="331977"/>
                  </a:lnTo>
                  <a:lnTo>
                    <a:pt x="32198" y="331034"/>
                  </a:lnTo>
                  <a:lnTo>
                    <a:pt x="37413" y="329923"/>
                  </a:lnTo>
                  <a:lnTo>
                    <a:pt x="42590" y="328647"/>
                  </a:lnTo>
                  <a:lnTo>
                    <a:pt x="47723" y="327207"/>
                  </a:lnTo>
                  <a:lnTo>
                    <a:pt x="52808" y="325603"/>
                  </a:lnTo>
                  <a:lnTo>
                    <a:pt x="57840" y="323839"/>
                  </a:lnTo>
                  <a:lnTo>
                    <a:pt x="62812" y="321914"/>
                  </a:lnTo>
                  <a:lnTo>
                    <a:pt x="67721" y="319832"/>
                  </a:lnTo>
                  <a:lnTo>
                    <a:pt x="72560" y="317595"/>
                  </a:lnTo>
                  <a:lnTo>
                    <a:pt x="77326" y="315204"/>
                  </a:lnTo>
                  <a:lnTo>
                    <a:pt x="82013" y="312663"/>
                  </a:lnTo>
                  <a:lnTo>
                    <a:pt x="86617" y="309973"/>
                  </a:lnTo>
                  <a:lnTo>
                    <a:pt x="91133" y="307138"/>
                  </a:lnTo>
                  <a:lnTo>
                    <a:pt x="95555" y="304160"/>
                  </a:lnTo>
                  <a:lnTo>
                    <a:pt x="99881" y="301043"/>
                  </a:lnTo>
                  <a:lnTo>
                    <a:pt x="104105" y="297790"/>
                  </a:lnTo>
                  <a:lnTo>
                    <a:pt x="108223" y="294403"/>
                  </a:lnTo>
                  <a:lnTo>
                    <a:pt x="112232" y="290887"/>
                  </a:lnTo>
                  <a:lnTo>
                    <a:pt x="116126" y="287245"/>
                  </a:lnTo>
                  <a:lnTo>
                    <a:pt x="119901" y="283480"/>
                  </a:lnTo>
                  <a:lnTo>
                    <a:pt x="123555" y="279597"/>
                  </a:lnTo>
                  <a:lnTo>
                    <a:pt x="127083" y="275600"/>
                  </a:lnTo>
                  <a:lnTo>
                    <a:pt x="130482" y="271492"/>
                  </a:lnTo>
                  <a:lnTo>
                    <a:pt x="133748" y="267277"/>
                  </a:lnTo>
                  <a:lnTo>
                    <a:pt x="136878" y="262961"/>
                  </a:lnTo>
                  <a:lnTo>
                    <a:pt x="139869" y="258547"/>
                  </a:lnTo>
                  <a:lnTo>
                    <a:pt x="142717" y="254040"/>
                  </a:lnTo>
                  <a:lnTo>
                    <a:pt x="145421" y="249444"/>
                  </a:lnTo>
                  <a:lnTo>
                    <a:pt x="147976" y="244764"/>
                  </a:lnTo>
                  <a:lnTo>
                    <a:pt x="150381" y="240006"/>
                  </a:lnTo>
                  <a:lnTo>
                    <a:pt x="152633" y="235173"/>
                  </a:lnTo>
                  <a:lnTo>
                    <a:pt x="154729" y="230270"/>
                  </a:lnTo>
                  <a:lnTo>
                    <a:pt x="156669" y="225304"/>
                  </a:lnTo>
                  <a:lnTo>
                    <a:pt x="158448" y="220278"/>
                  </a:lnTo>
                  <a:lnTo>
                    <a:pt x="160067" y="215197"/>
                  </a:lnTo>
                  <a:lnTo>
                    <a:pt x="161523" y="210068"/>
                  </a:lnTo>
                  <a:lnTo>
                    <a:pt x="162814" y="204895"/>
                  </a:lnTo>
                  <a:lnTo>
                    <a:pt x="163940" y="199683"/>
                  </a:lnTo>
                  <a:lnTo>
                    <a:pt x="164899" y="194439"/>
                  </a:lnTo>
                  <a:lnTo>
                    <a:pt x="165690" y="189166"/>
                  </a:lnTo>
                  <a:lnTo>
                    <a:pt x="166313" y="183870"/>
                  </a:lnTo>
                  <a:lnTo>
                    <a:pt x="166767" y="178558"/>
                  </a:lnTo>
                  <a:lnTo>
                    <a:pt x="167051" y="173234"/>
                  </a:lnTo>
                  <a:lnTo>
                    <a:pt x="167164" y="167903"/>
                  </a:lnTo>
                  <a:lnTo>
                    <a:pt x="167108" y="162572"/>
                  </a:lnTo>
                  <a:lnTo>
                    <a:pt x="166882" y="157245"/>
                  </a:lnTo>
                  <a:lnTo>
                    <a:pt x="166486" y="151927"/>
                  </a:lnTo>
                  <a:lnTo>
                    <a:pt x="165921" y="146626"/>
                  </a:lnTo>
                  <a:lnTo>
                    <a:pt x="165187" y="141345"/>
                  </a:lnTo>
                  <a:lnTo>
                    <a:pt x="164285" y="136090"/>
                  </a:lnTo>
                  <a:lnTo>
                    <a:pt x="163216" y="130866"/>
                  </a:lnTo>
                  <a:lnTo>
                    <a:pt x="161981" y="125679"/>
                  </a:lnTo>
                  <a:lnTo>
                    <a:pt x="160581" y="120535"/>
                  </a:lnTo>
                  <a:lnTo>
                    <a:pt x="159017" y="115437"/>
                  </a:lnTo>
                  <a:lnTo>
                    <a:pt x="157292" y="110392"/>
                  </a:lnTo>
                  <a:lnTo>
                    <a:pt x="155407" y="105405"/>
                  </a:lnTo>
                  <a:lnTo>
                    <a:pt x="153364" y="100480"/>
                  </a:lnTo>
                  <a:lnTo>
                    <a:pt x="151164" y="95623"/>
                  </a:lnTo>
                  <a:lnTo>
                    <a:pt x="148811" y="90838"/>
                  </a:lnTo>
                  <a:lnTo>
                    <a:pt x="146307" y="86131"/>
                  </a:lnTo>
                  <a:lnTo>
                    <a:pt x="143653" y="81506"/>
                  </a:lnTo>
                  <a:lnTo>
                    <a:pt x="140854" y="76969"/>
                  </a:lnTo>
                  <a:lnTo>
                    <a:pt x="137911" y="72522"/>
                  </a:lnTo>
                  <a:lnTo>
                    <a:pt x="134828" y="68172"/>
                  </a:lnTo>
                  <a:lnTo>
                    <a:pt x="131608" y="63923"/>
                  </a:lnTo>
                  <a:lnTo>
                    <a:pt x="128254" y="59778"/>
                  </a:lnTo>
                  <a:lnTo>
                    <a:pt x="124769" y="55742"/>
                  </a:lnTo>
                  <a:lnTo>
                    <a:pt x="121158" y="51820"/>
                  </a:lnTo>
                  <a:lnTo>
                    <a:pt x="117423" y="48015"/>
                  </a:lnTo>
                  <a:lnTo>
                    <a:pt x="113569" y="44330"/>
                  </a:lnTo>
                  <a:lnTo>
                    <a:pt x="109599" y="40771"/>
                  </a:lnTo>
                  <a:lnTo>
                    <a:pt x="105518" y="37340"/>
                  </a:lnTo>
                  <a:lnTo>
                    <a:pt x="101330" y="34041"/>
                  </a:lnTo>
                  <a:lnTo>
                    <a:pt x="97038" y="30877"/>
                  </a:lnTo>
                  <a:lnTo>
                    <a:pt x="92648" y="27851"/>
                  </a:lnTo>
                  <a:lnTo>
                    <a:pt x="88163" y="24968"/>
                  </a:lnTo>
                  <a:lnTo>
                    <a:pt x="83589" y="22228"/>
                  </a:lnTo>
                  <a:lnTo>
                    <a:pt x="78929" y="19636"/>
                  </a:lnTo>
                  <a:lnTo>
                    <a:pt x="74190" y="17194"/>
                  </a:lnTo>
                  <a:lnTo>
                    <a:pt x="69375" y="14904"/>
                  </a:lnTo>
                  <a:lnTo>
                    <a:pt x="64489" y="12769"/>
                  </a:lnTo>
                  <a:lnTo>
                    <a:pt x="59538" y="10791"/>
                  </a:lnTo>
                  <a:lnTo>
                    <a:pt x="54526" y="8972"/>
                  </a:lnTo>
                  <a:lnTo>
                    <a:pt x="49459" y="7313"/>
                  </a:lnTo>
                  <a:lnTo>
                    <a:pt x="44341" y="5817"/>
                  </a:lnTo>
                  <a:lnTo>
                    <a:pt x="39178" y="4485"/>
                  </a:lnTo>
                  <a:lnTo>
                    <a:pt x="33976" y="3318"/>
                  </a:lnTo>
                  <a:lnTo>
                    <a:pt x="28738" y="2318"/>
                  </a:lnTo>
                  <a:lnTo>
                    <a:pt x="23472" y="1485"/>
                  </a:lnTo>
                  <a:lnTo>
                    <a:pt x="18182" y="821"/>
                  </a:lnTo>
                  <a:lnTo>
                    <a:pt x="12873" y="325"/>
                  </a:lnTo>
                  <a:lnTo>
                    <a:pt x="7551" y="0"/>
                  </a:lnTo>
                  <a:lnTo>
                    <a:pt x="0" y="166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7551" cy="167167"/>
            </a:xfrm>
            <a:custGeom>
              <a:avLst/>
              <a:pathLst>
                <a:path w="7551" h="167167">
                  <a:moveTo>
                    <a:pt x="7551" y="17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tx95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2025-06-26T11:45:39Z</dcterms:modified>
  <cp:category/>
</cp:coreProperties>
</file>