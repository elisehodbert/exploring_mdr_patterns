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8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4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3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5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4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5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4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34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61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4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5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9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3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109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56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1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5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115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6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115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6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115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6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61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8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86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1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6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6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6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1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80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9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50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22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50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0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3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17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3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180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48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3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1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5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22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52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3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50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3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50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24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34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17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44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250727" y="1282156"/>
              <a:ext cx="2527935" cy="1457034"/>
            </a:xfrm>
            <a:custGeom>
              <a:avLst/>
              <a:pathLst>
                <a:path w="2527935" h="1457034">
                  <a:moveTo>
                    <a:pt x="2527935" y="1457034"/>
                  </a:moveTo>
                  <a:lnTo>
                    <a:pt x="0" y="0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80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53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5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21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5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2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6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5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6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5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20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6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24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3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4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44508" y="1361326"/>
              <a:ext cx="952554" cy="4012344"/>
            </a:xfrm>
            <a:custGeom>
              <a:avLst/>
              <a:pathLst>
                <a:path w="952554" h="4012344">
                  <a:moveTo>
                    <a:pt x="0" y="0"/>
                  </a:moveTo>
                  <a:lnTo>
                    <a:pt x="952554" y="4012344"/>
                  </a:lnTo>
                </a:path>
              </a:pathLst>
            </a:custGeom>
            <a:ln w="172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7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4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29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251180" y="1361326"/>
              <a:ext cx="816101" cy="3437577"/>
            </a:xfrm>
            <a:custGeom>
              <a:avLst/>
              <a:pathLst>
                <a:path w="816101" h="3437577">
                  <a:moveTo>
                    <a:pt x="816101" y="0"/>
                  </a:moveTo>
                  <a:lnTo>
                    <a:pt x="0" y="3437577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63155" y="1355734"/>
              <a:ext cx="1412720" cy="3874850"/>
            </a:xfrm>
            <a:custGeom>
              <a:avLst/>
              <a:pathLst>
                <a:path w="1412720" h="3874850">
                  <a:moveTo>
                    <a:pt x="0" y="0"/>
                  </a:moveTo>
                  <a:lnTo>
                    <a:pt x="1412720" y="3874850"/>
                  </a:lnTo>
                </a:path>
              </a:pathLst>
            </a:custGeom>
            <a:ln w="28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301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81020" y="1348014"/>
              <a:ext cx="1826693" cy="3631091"/>
            </a:xfrm>
            <a:custGeom>
              <a:avLst/>
              <a:pathLst>
                <a:path w="1826693" h="3631091">
                  <a:moveTo>
                    <a:pt x="0" y="0"/>
                  </a:moveTo>
                  <a:lnTo>
                    <a:pt x="1826693" y="3631091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7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0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86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65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119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85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37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71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235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9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10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71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0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40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9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789255" y="1451875"/>
              <a:ext cx="2796470" cy="835791"/>
            </a:xfrm>
            <a:custGeom>
              <a:avLst/>
              <a:pathLst>
                <a:path w="2796470" h="835791">
                  <a:moveTo>
                    <a:pt x="2796470" y="835791"/>
                  </a:moveTo>
                  <a:lnTo>
                    <a:pt x="0" y="0"/>
                  </a:lnTo>
                </a:path>
              </a:pathLst>
            </a:custGeom>
            <a:ln w="8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86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8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4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86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4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74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19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4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97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3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8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8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07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58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74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36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0904" y="3170392"/>
              <a:ext cx="42874" cy="167167"/>
            </a:xfrm>
            <a:custGeom>
              <a:avLst/>
              <a:pathLst>
                <a:path w="42874" h="167167">
                  <a:moveTo>
                    <a:pt x="42874" y="0"/>
                  </a:moveTo>
                  <a:lnTo>
                    <a:pt x="36681" y="114"/>
                  </a:lnTo>
                  <a:lnTo>
                    <a:pt x="30497" y="458"/>
                  </a:lnTo>
                  <a:lnTo>
                    <a:pt x="24330" y="1031"/>
                  </a:lnTo>
                  <a:lnTo>
                    <a:pt x="18188" y="1832"/>
                  </a:lnTo>
                  <a:lnTo>
                    <a:pt x="12080" y="2860"/>
                  </a:lnTo>
                  <a:lnTo>
                    <a:pt x="6015" y="4114"/>
                  </a:lnTo>
                  <a:lnTo>
                    <a:pt x="0" y="5591"/>
                  </a:lnTo>
                  <a:lnTo>
                    <a:pt x="428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40904" y="3175984"/>
              <a:ext cx="42874" cy="161575"/>
            </a:xfrm>
            <a:custGeom>
              <a:avLst/>
              <a:pathLst>
                <a:path w="42874" h="161575">
                  <a:moveTo>
                    <a:pt x="0" y="0"/>
                  </a:moveTo>
                  <a:lnTo>
                    <a:pt x="42874" y="161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21" y="3170454"/>
              <a:ext cx="334315" cy="334270"/>
            </a:xfrm>
            <a:custGeom>
              <a:avLst/>
              <a:pathLst>
                <a:path w="334315" h="334270">
                  <a:moveTo>
                    <a:pt x="124283" y="5529"/>
                  </a:moveTo>
                  <a:lnTo>
                    <a:pt x="119179" y="6971"/>
                  </a:lnTo>
                  <a:lnTo>
                    <a:pt x="114123" y="8573"/>
                  </a:lnTo>
                  <a:lnTo>
                    <a:pt x="109121" y="10335"/>
                  </a:lnTo>
                  <a:lnTo>
                    <a:pt x="104177" y="12255"/>
                  </a:lnTo>
                  <a:lnTo>
                    <a:pt x="99297" y="14331"/>
                  </a:lnTo>
                  <a:lnTo>
                    <a:pt x="94484" y="16561"/>
                  </a:lnTo>
                  <a:lnTo>
                    <a:pt x="89745" y="18942"/>
                  </a:lnTo>
                  <a:lnTo>
                    <a:pt x="85084" y="21472"/>
                  </a:lnTo>
                  <a:lnTo>
                    <a:pt x="80506" y="24149"/>
                  </a:lnTo>
                  <a:lnTo>
                    <a:pt x="76014" y="26970"/>
                  </a:lnTo>
                  <a:lnTo>
                    <a:pt x="71615" y="29932"/>
                  </a:lnTo>
                  <a:lnTo>
                    <a:pt x="67311" y="33032"/>
                  </a:lnTo>
                  <a:lnTo>
                    <a:pt x="63108" y="36266"/>
                  </a:lnTo>
                  <a:lnTo>
                    <a:pt x="59010" y="39633"/>
                  </a:lnTo>
                  <a:lnTo>
                    <a:pt x="55021" y="43128"/>
                  </a:lnTo>
                  <a:lnTo>
                    <a:pt x="51144" y="46748"/>
                  </a:lnTo>
                  <a:lnTo>
                    <a:pt x="47385" y="50488"/>
                  </a:lnTo>
                  <a:lnTo>
                    <a:pt x="43746" y="54347"/>
                  </a:lnTo>
                  <a:lnTo>
                    <a:pt x="40231" y="58318"/>
                  </a:lnTo>
                  <a:lnTo>
                    <a:pt x="36844" y="62399"/>
                  </a:lnTo>
                  <a:lnTo>
                    <a:pt x="33588" y="66586"/>
                  </a:lnTo>
                  <a:lnTo>
                    <a:pt x="30466" y="70874"/>
                  </a:lnTo>
                  <a:lnTo>
                    <a:pt x="27482" y="75258"/>
                  </a:lnTo>
                  <a:lnTo>
                    <a:pt x="24639" y="79736"/>
                  </a:lnTo>
                  <a:lnTo>
                    <a:pt x="21939" y="84301"/>
                  </a:lnTo>
                  <a:lnTo>
                    <a:pt x="19386" y="88949"/>
                  </a:lnTo>
                  <a:lnTo>
                    <a:pt x="16981" y="93676"/>
                  </a:lnTo>
                  <a:lnTo>
                    <a:pt x="14727" y="98477"/>
                  </a:lnTo>
                  <a:lnTo>
                    <a:pt x="12626" y="103347"/>
                  </a:lnTo>
                  <a:lnTo>
                    <a:pt x="10682" y="108281"/>
                  </a:lnTo>
                  <a:lnTo>
                    <a:pt x="8894" y="113275"/>
                  </a:lnTo>
                  <a:lnTo>
                    <a:pt x="7266" y="118322"/>
                  </a:lnTo>
                  <a:lnTo>
                    <a:pt x="5799" y="123419"/>
                  </a:lnTo>
                  <a:lnTo>
                    <a:pt x="4495" y="128560"/>
                  </a:lnTo>
                  <a:lnTo>
                    <a:pt x="3354" y="133739"/>
                  </a:lnTo>
                  <a:lnTo>
                    <a:pt x="2378" y="138952"/>
                  </a:lnTo>
                  <a:lnTo>
                    <a:pt x="1568" y="144194"/>
                  </a:lnTo>
                  <a:lnTo>
                    <a:pt x="924" y="149458"/>
                  </a:lnTo>
                  <a:lnTo>
                    <a:pt x="448" y="154740"/>
                  </a:lnTo>
                  <a:lnTo>
                    <a:pt x="140" y="160035"/>
                  </a:lnTo>
                  <a:lnTo>
                    <a:pt x="0" y="165337"/>
                  </a:lnTo>
                  <a:lnTo>
                    <a:pt x="28" y="170640"/>
                  </a:lnTo>
                  <a:lnTo>
                    <a:pt x="224" y="175940"/>
                  </a:lnTo>
                  <a:lnTo>
                    <a:pt x="588" y="181231"/>
                  </a:lnTo>
                  <a:lnTo>
                    <a:pt x="1120" y="186508"/>
                  </a:lnTo>
                  <a:lnTo>
                    <a:pt x="1819" y="191766"/>
                  </a:lnTo>
                  <a:lnTo>
                    <a:pt x="2685" y="196998"/>
                  </a:lnTo>
                  <a:lnTo>
                    <a:pt x="3716" y="202201"/>
                  </a:lnTo>
                  <a:lnTo>
                    <a:pt x="4911" y="207368"/>
                  </a:lnTo>
                  <a:lnTo>
                    <a:pt x="6270" y="212494"/>
                  </a:lnTo>
                  <a:lnTo>
                    <a:pt x="7791" y="217575"/>
                  </a:lnTo>
                  <a:lnTo>
                    <a:pt x="9472" y="222606"/>
                  </a:lnTo>
                  <a:lnTo>
                    <a:pt x="11312" y="227580"/>
                  </a:lnTo>
                  <a:lnTo>
                    <a:pt x="13309" y="232493"/>
                  </a:lnTo>
                  <a:lnTo>
                    <a:pt x="15461" y="237341"/>
                  </a:lnTo>
                  <a:lnTo>
                    <a:pt x="17765" y="242118"/>
                  </a:lnTo>
                  <a:lnTo>
                    <a:pt x="20220" y="246819"/>
                  </a:lnTo>
                  <a:lnTo>
                    <a:pt x="22823" y="251440"/>
                  </a:lnTo>
                  <a:lnTo>
                    <a:pt x="25571" y="255976"/>
                  </a:lnTo>
                  <a:lnTo>
                    <a:pt x="28461" y="260423"/>
                  </a:lnTo>
                  <a:lnTo>
                    <a:pt x="31491" y="264776"/>
                  </a:lnTo>
                  <a:lnTo>
                    <a:pt x="34658" y="269030"/>
                  </a:lnTo>
                  <a:lnTo>
                    <a:pt x="37958" y="273182"/>
                  </a:lnTo>
                  <a:lnTo>
                    <a:pt x="41388" y="277227"/>
                  </a:lnTo>
                  <a:lnTo>
                    <a:pt x="44945" y="281162"/>
                  </a:lnTo>
                  <a:lnTo>
                    <a:pt x="48624" y="284981"/>
                  </a:lnTo>
                  <a:lnTo>
                    <a:pt x="52423" y="288682"/>
                  </a:lnTo>
                  <a:lnTo>
                    <a:pt x="56338" y="292261"/>
                  </a:lnTo>
                  <a:lnTo>
                    <a:pt x="60364" y="295713"/>
                  </a:lnTo>
                  <a:lnTo>
                    <a:pt x="64497" y="299036"/>
                  </a:lnTo>
                  <a:lnTo>
                    <a:pt x="68734" y="302226"/>
                  </a:lnTo>
                  <a:lnTo>
                    <a:pt x="73070" y="305281"/>
                  </a:lnTo>
                  <a:lnTo>
                    <a:pt x="77501" y="308196"/>
                  </a:lnTo>
                  <a:lnTo>
                    <a:pt x="82022" y="310969"/>
                  </a:lnTo>
                  <a:lnTo>
                    <a:pt x="86628" y="313597"/>
                  </a:lnTo>
                  <a:lnTo>
                    <a:pt x="91316" y="316078"/>
                  </a:lnTo>
                  <a:lnTo>
                    <a:pt x="96080" y="318409"/>
                  </a:lnTo>
                  <a:lnTo>
                    <a:pt x="100916" y="320588"/>
                  </a:lnTo>
                  <a:lnTo>
                    <a:pt x="105818" y="322612"/>
                  </a:lnTo>
                  <a:lnTo>
                    <a:pt x="110782" y="324479"/>
                  </a:lnTo>
                  <a:lnTo>
                    <a:pt x="115802" y="326189"/>
                  </a:lnTo>
                  <a:lnTo>
                    <a:pt x="120875" y="327738"/>
                  </a:lnTo>
                  <a:lnTo>
                    <a:pt x="125994" y="329125"/>
                  </a:lnTo>
                  <a:lnTo>
                    <a:pt x="131154" y="330349"/>
                  </a:lnTo>
                  <a:lnTo>
                    <a:pt x="136351" y="331409"/>
                  </a:lnTo>
                  <a:lnTo>
                    <a:pt x="141578" y="332304"/>
                  </a:lnTo>
                  <a:lnTo>
                    <a:pt x="146832" y="333032"/>
                  </a:lnTo>
                  <a:lnTo>
                    <a:pt x="152106" y="333593"/>
                  </a:lnTo>
                  <a:lnTo>
                    <a:pt x="157395" y="333987"/>
                  </a:lnTo>
                  <a:lnTo>
                    <a:pt x="162694" y="334213"/>
                  </a:lnTo>
                  <a:lnTo>
                    <a:pt x="167997" y="334270"/>
                  </a:lnTo>
                  <a:lnTo>
                    <a:pt x="173299" y="334160"/>
                  </a:lnTo>
                  <a:lnTo>
                    <a:pt x="178596" y="333881"/>
                  </a:lnTo>
                  <a:lnTo>
                    <a:pt x="183881" y="333434"/>
                  </a:lnTo>
                  <a:lnTo>
                    <a:pt x="189149" y="332820"/>
                  </a:lnTo>
                  <a:lnTo>
                    <a:pt x="194394" y="332039"/>
                  </a:lnTo>
                  <a:lnTo>
                    <a:pt x="199613" y="331092"/>
                  </a:lnTo>
                  <a:lnTo>
                    <a:pt x="204798" y="329979"/>
                  </a:lnTo>
                  <a:lnTo>
                    <a:pt x="209946" y="328703"/>
                  </a:lnTo>
                  <a:lnTo>
                    <a:pt x="215051" y="327265"/>
                  </a:lnTo>
                  <a:lnTo>
                    <a:pt x="220108" y="325665"/>
                  </a:lnTo>
                  <a:lnTo>
                    <a:pt x="225111" y="323905"/>
                  </a:lnTo>
                  <a:lnTo>
                    <a:pt x="230056" y="321988"/>
                  </a:lnTo>
                  <a:lnTo>
                    <a:pt x="234938" y="319915"/>
                  </a:lnTo>
                  <a:lnTo>
                    <a:pt x="239751" y="317688"/>
                  </a:lnTo>
                  <a:lnTo>
                    <a:pt x="244491" y="315309"/>
                  </a:lnTo>
                  <a:lnTo>
                    <a:pt x="249154" y="312781"/>
                  </a:lnTo>
                  <a:lnTo>
                    <a:pt x="253734" y="310107"/>
                  </a:lnTo>
                  <a:lnTo>
                    <a:pt x="258227" y="307288"/>
                  </a:lnTo>
                  <a:lnTo>
                    <a:pt x="262628" y="304329"/>
                  </a:lnTo>
                  <a:lnTo>
                    <a:pt x="266933" y="301231"/>
                  </a:lnTo>
                  <a:lnTo>
                    <a:pt x="271137" y="297999"/>
                  </a:lnTo>
                  <a:lnTo>
                    <a:pt x="275237" y="294634"/>
                  </a:lnTo>
                  <a:lnTo>
                    <a:pt x="279229" y="291141"/>
                  </a:lnTo>
                  <a:lnTo>
                    <a:pt x="283107" y="287524"/>
                  </a:lnTo>
                  <a:lnTo>
                    <a:pt x="286869" y="283785"/>
                  </a:lnTo>
                  <a:lnTo>
                    <a:pt x="290510" y="279929"/>
                  </a:lnTo>
                  <a:lnTo>
                    <a:pt x="294027" y="275959"/>
                  </a:lnTo>
                  <a:lnTo>
                    <a:pt x="297416" y="271880"/>
                  </a:lnTo>
                  <a:lnTo>
                    <a:pt x="300674" y="267695"/>
                  </a:lnTo>
                  <a:lnTo>
                    <a:pt x="303798" y="263409"/>
                  </a:lnTo>
                  <a:lnTo>
                    <a:pt x="306784" y="259026"/>
                  </a:lnTo>
                  <a:lnTo>
                    <a:pt x="309630" y="254550"/>
                  </a:lnTo>
                  <a:lnTo>
                    <a:pt x="312332" y="249986"/>
                  </a:lnTo>
                  <a:lnTo>
                    <a:pt x="314888" y="245339"/>
                  </a:lnTo>
                  <a:lnTo>
                    <a:pt x="317296" y="240614"/>
                  </a:lnTo>
                  <a:lnTo>
                    <a:pt x="319552" y="235814"/>
                  </a:lnTo>
                  <a:lnTo>
                    <a:pt x="321655" y="230945"/>
                  </a:lnTo>
                  <a:lnTo>
                    <a:pt x="323602" y="226012"/>
                  </a:lnTo>
                  <a:lnTo>
                    <a:pt x="325392" y="221019"/>
                  </a:lnTo>
                  <a:lnTo>
                    <a:pt x="327023" y="215973"/>
                  </a:lnTo>
                  <a:lnTo>
                    <a:pt x="328493" y="210877"/>
                  </a:lnTo>
                  <a:lnTo>
                    <a:pt x="329800" y="205737"/>
                  </a:lnTo>
                  <a:lnTo>
                    <a:pt x="330944" y="200558"/>
                  </a:lnTo>
                  <a:lnTo>
                    <a:pt x="331922" y="195345"/>
                  </a:lnTo>
                  <a:lnTo>
                    <a:pt x="332735" y="190104"/>
                  </a:lnTo>
                  <a:lnTo>
                    <a:pt x="333382" y="184840"/>
                  </a:lnTo>
                  <a:lnTo>
                    <a:pt x="333861" y="179558"/>
                  </a:lnTo>
                  <a:lnTo>
                    <a:pt x="334172" y="174264"/>
                  </a:lnTo>
                  <a:lnTo>
                    <a:pt x="334315" y="168962"/>
                  </a:lnTo>
                  <a:lnTo>
                    <a:pt x="334289" y="163658"/>
                  </a:lnTo>
                  <a:lnTo>
                    <a:pt x="334096" y="158358"/>
                  </a:lnTo>
                  <a:lnTo>
                    <a:pt x="333735" y="153067"/>
                  </a:lnTo>
                  <a:lnTo>
                    <a:pt x="333205" y="147790"/>
                  </a:lnTo>
                  <a:lnTo>
                    <a:pt x="332509" y="142532"/>
                  </a:lnTo>
                  <a:lnTo>
                    <a:pt x="331646" y="137299"/>
                  </a:lnTo>
                  <a:lnTo>
                    <a:pt x="330618" y="132096"/>
                  </a:lnTo>
                  <a:lnTo>
                    <a:pt x="329425" y="126928"/>
                  </a:lnTo>
                  <a:lnTo>
                    <a:pt x="328069" y="121801"/>
                  </a:lnTo>
                  <a:lnTo>
                    <a:pt x="326551" y="116719"/>
                  </a:lnTo>
                  <a:lnTo>
                    <a:pt x="324872" y="111688"/>
                  </a:lnTo>
                  <a:lnTo>
                    <a:pt x="323035" y="106713"/>
                  </a:lnTo>
                  <a:lnTo>
                    <a:pt x="321041" y="101798"/>
                  </a:lnTo>
                  <a:lnTo>
                    <a:pt x="318892" y="96950"/>
                  </a:lnTo>
                  <a:lnTo>
                    <a:pt x="316590" y="92172"/>
                  </a:lnTo>
                  <a:lnTo>
                    <a:pt x="314137" y="87469"/>
                  </a:lnTo>
                  <a:lnTo>
                    <a:pt x="311537" y="82846"/>
                  </a:lnTo>
                  <a:lnTo>
                    <a:pt x="308792" y="78309"/>
                  </a:lnTo>
                  <a:lnTo>
                    <a:pt x="305903" y="73860"/>
                  </a:lnTo>
                  <a:lnTo>
                    <a:pt x="302876" y="69506"/>
                  </a:lnTo>
                  <a:lnTo>
                    <a:pt x="299711" y="65250"/>
                  </a:lnTo>
                  <a:lnTo>
                    <a:pt x="296413" y="61096"/>
                  </a:lnTo>
                  <a:lnTo>
                    <a:pt x="292986" y="57049"/>
                  </a:lnTo>
                  <a:lnTo>
                    <a:pt x="289431" y="53113"/>
                  </a:lnTo>
                  <a:lnTo>
                    <a:pt x="285753" y="49291"/>
                  </a:lnTo>
                  <a:lnTo>
                    <a:pt x="281956" y="45589"/>
                  </a:lnTo>
                  <a:lnTo>
                    <a:pt x="278044" y="42008"/>
                  </a:lnTo>
                  <a:lnTo>
                    <a:pt x="274019" y="38553"/>
                  </a:lnTo>
                  <a:lnTo>
                    <a:pt x="269888" y="35228"/>
                  </a:lnTo>
                  <a:lnTo>
                    <a:pt x="265653" y="32036"/>
                  </a:lnTo>
                  <a:lnTo>
                    <a:pt x="261318" y="28979"/>
                  </a:lnTo>
                  <a:lnTo>
                    <a:pt x="256889" y="26062"/>
                  </a:lnTo>
                  <a:lnTo>
                    <a:pt x="252370" y="23286"/>
                  </a:lnTo>
                  <a:lnTo>
                    <a:pt x="247765" y="20655"/>
                  </a:lnTo>
                  <a:lnTo>
                    <a:pt x="243078" y="18172"/>
                  </a:lnTo>
                  <a:lnTo>
                    <a:pt x="238315" y="15839"/>
                  </a:lnTo>
                  <a:lnTo>
                    <a:pt x="233481" y="13657"/>
                  </a:lnTo>
                  <a:lnTo>
                    <a:pt x="228580" y="11631"/>
                  </a:lnTo>
                  <a:lnTo>
                    <a:pt x="223617" y="9760"/>
                  </a:lnTo>
                  <a:lnTo>
                    <a:pt x="218597" y="8049"/>
                  </a:lnTo>
                  <a:lnTo>
                    <a:pt x="213526" y="6497"/>
                  </a:lnTo>
                  <a:lnTo>
                    <a:pt x="208407" y="5107"/>
                  </a:lnTo>
                  <a:lnTo>
                    <a:pt x="203248" y="3880"/>
                  </a:lnTo>
                  <a:lnTo>
                    <a:pt x="198052" y="2817"/>
                  </a:lnTo>
                  <a:lnTo>
                    <a:pt x="192824" y="1920"/>
                  </a:lnTo>
                  <a:lnTo>
                    <a:pt x="187571" y="1189"/>
                  </a:lnTo>
                  <a:lnTo>
                    <a:pt x="182298" y="625"/>
                  </a:lnTo>
                  <a:lnTo>
                    <a:pt x="177009" y="228"/>
                  </a:lnTo>
                  <a:lnTo>
                    <a:pt x="171710" y="0"/>
                  </a:lnTo>
                  <a:lnTo>
                    <a:pt x="167158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7613" y="2655501"/>
              <a:ext cx="165881" cy="167167"/>
            </a:xfrm>
            <a:custGeom>
              <a:avLst/>
              <a:pathLst>
                <a:path w="165881" h="167167">
                  <a:moveTo>
                    <a:pt x="165881" y="0"/>
                  </a:moveTo>
                  <a:lnTo>
                    <a:pt x="160508" y="86"/>
                  </a:lnTo>
                  <a:lnTo>
                    <a:pt x="155140" y="345"/>
                  </a:lnTo>
                  <a:lnTo>
                    <a:pt x="149783" y="776"/>
                  </a:lnTo>
                  <a:lnTo>
                    <a:pt x="144444" y="1380"/>
                  </a:lnTo>
                  <a:lnTo>
                    <a:pt x="139126" y="2154"/>
                  </a:lnTo>
                  <a:lnTo>
                    <a:pt x="133836" y="3100"/>
                  </a:lnTo>
                  <a:lnTo>
                    <a:pt x="128579" y="4215"/>
                  </a:lnTo>
                  <a:lnTo>
                    <a:pt x="123360" y="5498"/>
                  </a:lnTo>
                  <a:lnTo>
                    <a:pt x="118185" y="6948"/>
                  </a:lnTo>
                  <a:lnTo>
                    <a:pt x="113060" y="8564"/>
                  </a:lnTo>
                  <a:lnTo>
                    <a:pt x="107990" y="10344"/>
                  </a:lnTo>
                  <a:lnTo>
                    <a:pt x="102979" y="12286"/>
                  </a:lnTo>
                  <a:lnTo>
                    <a:pt x="98033" y="14387"/>
                  </a:lnTo>
                  <a:lnTo>
                    <a:pt x="93157" y="16647"/>
                  </a:lnTo>
                  <a:lnTo>
                    <a:pt x="88357" y="19063"/>
                  </a:lnTo>
                  <a:lnTo>
                    <a:pt x="83636" y="21631"/>
                  </a:lnTo>
                  <a:lnTo>
                    <a:pt x="79001" y="24350"/>
                  </a:lnTo>
                  <a:lnTo>
                    <a:pt x="74455" y="27216"/>
                  </a:lnTo>
                  <a:lnTo>
                    <a:pt x="70004" y="30227"/>
                  </a:lnTo>
                  <a:lnTo>
                    <a:pt x="65652" y="33380"/>
                  </a:lnTo>
                  <a:lnTo>
                    <a:pt x="61403" y="36670"/>
                  </a:lnTo>
                  <a:lnTo>
                    <a:pt x="57263" y="40096"/>
                  </a:lnTo>
                  <a:lnTo>
                    <a:pt x="53234" y="43653"/>
                  </a:lnTo>
                  <a:lnTo>
                    <a:pt x="49322" y="47338"/>
                  </a:lnTo>
                  <a:lnTo>
                    <a:pt x="45531" y="51146"/>
                  </a:lnTo>
                  <a:lnTo>
                    <a:pt x="41864" y="55074"/>
                  </a:lnTo>
                  <a:lnTo>
                    <a:pt x="38325" y="59119"/>
                  </a:lnTo>
                  <a:lnTo>
                    <a:pt x="34918" y="63274"/>
                  </a:lnTo>
                  <a:lnTo>
                    <a:pt x="31646" y="67538"/>
                  </a:lnTo>
                  <a:lnTo>
                    <a:pt x="28513" y="71904"/>
                  </a:lnTo>
                  <a:lnTo>
                    <a:pt x="25522" y="76369"/>
                  </a:lnTo>
                  <a:lnTo>
                    <a:pt x="22676" y="80927"/>
                  </a:lnTo>
                  <a:lnTo>
                    <a:pt x="19978" y="85575"/>
                  </a:lnTo>
                  <a:lnTo>
                    <a:pt x="17431" y="90306"/>
                  </a:lnTo>
                  <a:lnTo>
                    <a:pt x="15037" y="95118"/>
                  </a:lnTo>
                  <a:lnTo>
                    <a:pt x="12799" y="100004"/>
                  </a:lnTo>
                  <a:lnTo>
                    <a:pt x="10719" y="104959"/>
                  </a:lnTo>
                  <a:lnTo>
                    <a:pt x="8800" y="109978"/>
                  </a:lnTo>
                  <a:lnTo>
                    <a:pt x="7043" y="115057"/>
                  </a:lnTo>
                  <a:lnTo>
                    <a:pt x="5450" y="120189"/>
                  </a:lnTo>
                  <a:lnTo>
                    <a:pt x="4023" y="125370"/>
                  </a:lnTo>
                  <a:lnTo>
                    <a:pt x="2763" y="130594"/>
                  </a:lnTo>
                  <a:lnTo>
                    <a:pt x="1672" y="135856"/>
                  </a:lnTo>
                  <a:lnTo>
                    <a:pt x="750" y="141151"/>
                  </a:lnTo>
                  <a:lnTo>
                    <a:pt x="0" y="146472"/>
                  </a:lnTo>
                  <a:lnTo>
                    <a:pt x="1658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6328" y="2665411"/>
              <a:ext cx="334316" cy="324421"/>
            </a:xfrm>
            <a:custGeom>
              <a:avLst/>
              <a:pathLst>
                <a:path w="334316" h="324421">
                  <a:moveTo>
                    <a:pt x="1285" y="136563"/>
                  </a:moveTo>
                  <a:lnTo>
                    <a:pt x="710" y="141855"/>
                  </a:lnTo>
                  <a:lnTo>
                    <a:pt x="304" y="147163"/>
                  </a:lnTo>
                  <a:lnTo>
                    <a:pt x="67" y="152482"/>
                  </a:lnTo>
                  <a:lnTo>
                    <a:pt x="0" y="157805"/>
                  </a:lnTo>
                  <a:lnTo>
                    <a:pt x="102" y="163128"/>
                  </a:lnTo>
                  <a:lnTo>
                    <a:pt x="373" y="168444"/>
                  </a:lnTo>
                  <a:lnTo>
                    <a:pt x="814" y="173750"/>
                  </a:lnTo>
                  <a:lnTo>
                    <a:pt x="1424" y="179038"/>
                  </a:lnTo>
                  <a:lnTo>
                    <a:pt x="2201" y="184305"/>
                  </a:lnTo>
                  <a:lnTo>
                    <a:pt x="3146" y="189544"/>
                  </a:lnTo>
                  <a:lnTo>
                    <a:pt x="4257" y="194750"/>
                  </a:lnTo>
                  <a:lnTo>
                    <a:pt x="5534" y="199918"/>
                  </a:lnTo>
                  <a:lnTo>
                    <a:pt x="6974" y="205043"/>
                  </a:lnTo>
                  <a:lnTo>
                    <a:pt x="8577" y="210120"/>
                  </a:lnTo>
                  <a:lnTo>
                    <a:pt x="10340" y="215143"/>
                  </a:lnTo>
                  <a:lnTo>
                    <a:pt x="12263" y="220107"/>
                  </a:lnTo>
                  <a:lnTo>
                    <a:pt x="14343" y="225008"/>
                  </a:lnTo>
                  <a:lnTo>
                    <a:pt x="16578" y="229840"/>
                  </a:lnTo>
                  <a:lnTo>
                    <a:pt x="18965" y="234598"/>
                  </a:lnTo>
                  <a:lnTo>
                    <a:pt x="21503" y="239278"/>
                  </a:lnTo>
                  <a:lnTo>
                    <a:pt x="24189" y="243874"/>
                  </a:lnTo>
                  <a:lnTo>
                    <a:pt x="27019" y="248383"/>
                  </a:lnTo>
                  <a:lnTo>
                    <a:pt x="29992" y="252799"/>
                  </a:lnTo>
                  <a:lnTo>
                    <a:pt x="33104" y="257119"/>
                  </a:lnTo>
                  <a:lnTo>
                    <a:pt x="36351" y="261337"/>
                  </a:lnTo>
                  <a:lnTo>
                    <a:pt x="39732" y="265450"/>
                  </a:lnTo>
                  <a:lnTo>
                    <a:pt x="43241" y="269452"/>
                  </a:lnTo>
                  <a:lnTo>
                    <a:pt x="46877" y="273342"/>
                  </a:lnTo>
                  <a:lnTo>
                    <a:pt x="50634" y="277113"/>
                  </a:lnTo>
                  <a:lnTo>
                    <a:pt x="54510" y="280763"/>
                  </a:lnTo>
                  <a:lnTo>
                    <a:pt x="58499" y="284287"/>
                  </a:lnTo>
                  <a:lnTo>
                    <a:pt x="62599" y="287683"/>
                  </a:lnTo>
                  <a:lnTo>
                    <a:pt x="66805" y="290946"/>
                  </a:lnTo>
                  <a:lnTo>
                    <a:pt x="71113" y="294074"/>
                  </a:lnTo>
                  <a:lnTo>
                    <a:pt x="75518" y="297064"/>
                  </a:lnTo>
                  <a:lnTo>
                    <a:pt x="80016" y="299911"/>
                  </a:lnTo>
                  <a:lnTo>
                    <a:pt x="84603" y="302614"/>
                  </a:lnTo>
                  <a:lnTo>
                    <a:pt x="89273" y="305169"/>
                  </a:lnTo>
                  <a:lnTo>
                    <a:pt x="94022" y="307574"/>
                  </a:lnTo>
                  <a:lnTo>
                    <a:pt x="98846" y="309827"/>
                  </a:lnTo>
                  <a:lnTo>
                    <a:pt x="103739" y="311925"/>
                  </a:lnTo>
                  <a:lnTo>
                    <a:pt x="108696" y="313866"/>
                  </a:lnTo>
                  <a:lnTo>
                    <a:pt x="113712" y="315649"/>
                  </a:lnTo>
                  <a:lnTo>
                    <a:pt x="118783" y="317270"/>
                  </a:lnTo>
                  <a:lnTo>
                    <a:pt x="123902" y="318730"/>
                  </a:lnTo>
                  <a:lnTo>
                    <a:pt x="129066" y="320026"/>
                  </a:lnTo>
                  <a:lnTo>
                    <a:pt x="134268" y="321156"/>
                  </a:lnTo>
                  <a:lnTo>
                    <a:pt x="139503" y="322121"/>
                  </a:lnTo>
                  <a:lnTo>
                    <a:pt x="144767" y="322918"/>
                  </a:lnTo>
                  <a:lnTo>
                    <a:pt x="150053" y="323547"/>
                  </a:lnTo>
                  <a:lnTo>
                    <a:pt x="155357" y="324008"/>
                  </a:lnTo>
                  <a:lnTo>
                    <a:pt x="160673" y="324299"/>
                  </a:lnTo>
                  <a:lnTo>
                    <a:pt x="165995" y="324421"/>
                  </a:lnTo>
                  <a:lnTo>
                    <a:pt x="171318" y="324374"/>
                  </a:lnTo>
                  <a:lnTo>
                    <a:pt x="176637" y="324157"/>
                  </a:lnTo>
                  <a:lnTo>
                    <a:pt x="181947" y="323771"/>
                  </a:lnTo>
                  <a:lnTo>
                    <a:pt x="187241" y="323215"/>
                  </a:lnTo>
                  <a:lnTo>
                    <a:pt x="192516" y="322492"/>
                  </a:lnTo>
                  <a:lnTo>
                    <a:pt x="197764" y="321601"/>
                  </a:lnTo>
                  <a:lnTo>
                    <a:pt x="202982" y="320543"/>
                  </a:lnTo>
                  <a:lnTo>
                    <a:pt x="208163" y="319320"/>
                  </a:lnTo>
                  <a:lnTo>
                    <a:pt x="213302" y="317933"/>
                  </a:lnTo>
                  <a:lnTo>
                    <a:pt x="218395" y="316382"/>
                  </a:lnTo>
                  <a:lnTo>
                    <a:pt x="223436" y="314670"/>
                  </a:lnTo>
                  <a:lnTo>
                    <a:pt x="228420" y="312799"/>
                  </a:lnTo>
                  <a:lnTo>
                    <a:pt x="233341" y="310769"/>
                  </a:lnTo>
                  <a:lnTo>
                    <a:pt x="238196" y="308584"/>
                  </a:lnTo>
                  <a:lnTo>
                    <a:pt x="242979" y="306246"/>
                  </a:lnTo>
                  <a:lnTo>
                    <a:pt x="247684" y="303756"/>
                  </a:lnTo>
                  <a:lnTo>
                    <a:pt x="252308" y="301118"/>
                  </a:lnTo>
                  <a:lnTo>
                    <a:pt x="256846" y="298334"/>
                  </a:lnTo>
                  <a:lnTo>
                    <a:pt x="261292" y="295407"/>
                  </a:lnTo>
                  <a:lnTo>
                    <a:pt x="265644" y="292340"/>
                  </a:lnTo>
                  <a:lnTo>
                    <a:pt x="269895" y="289136"/>
                  </a:lnTo>
                  <a:lnTo>
                    <a:pt x="274042" y="285798"/>
                  </a:lnTo>
                  <a:lnTo>
                    <a:pt x="278081" y="282329"/>
                  </a:lnTo>
                  <a:lnTo>
                    <a:pt x="282007" y="278734"/>
                  </a:lnTo>
                  <a:lnTo>
                    <a:pt x="285817" y="275016"/>
                  </a:lnTo>
                  <a:lnTo>
                    <a:pt x="289506" y="271178"/>
                  </a:lnTo>
                  <a:lnTo>
                    <a:pt x="293072" y="267225"/>
                  </a:lnTo>
                  <a:lnTo>
                    <a:pt x="296509" y="263160"/>
                  </a:lnTo>
                  <a:lnTo>
                    <a:pt x="299816" y="258988"/>
                  </a:lnTo>
                  <a:lnTo>
                    <a:pt x="302988" y="254712"/>
                  </a:lnTo>
                  <a:lnTo>
                    <a:pt x="306022" y="250338"/>
                  </a:lnTo>
                  <a:lnTo>
                    <a:pt x="308916" y="245869"/>
                  </a:lnTo>
                  <a:lnTo>
                    <a:pt x="311665" y="241311"/>
                  </a:lnTo>
                  <a:lnTo>
                    <a:pt x="314268" y="236667"/>
                  </a:lnTo>
                  <a:lnTo>
                    <a:pt x="316722" y="231943"/>
                  </a:lnTo>
                  <a:lnTo>
                    <a:pt x="319025" y="227143"/>
                  </a:lnTo>
                  <a:lnTo>
                    <a:pt x="321173" y="222272"/>
                  </a:lnTo>
                  <a:lnTo>
                    <a:pt x="323165" y="217335"/>
                  </a:lnTo>
                  <a:lnTo>
                    <a:pt x="324999" y="212337"/>
                  </a:lnTo>
                  <a:lnTo>
                    <a:pt x="326673" y="207284"/>
                  </a:lnTo>
                  <a:lnTo>
                    <a:pt x="328185" y="202179"/>
                  </a:lnTo>
                  <a:lnTo>
                    <a:pt x="329533" y="197029"/>
                  </a:lnTo>
                  <a:lnTo>
                    <a:pt x="330718" y="191839"/>
                  </a:lnTo>
                  <a:lnTo>
                    <a:pt x="331736" y="186614"/>
                  </a:lnTo>
                  <a:lnTo>
                    <a:pt x="332587" y="181359"/>
                  </a:lnTo>
                  <a:lnTo>
                    <a:pt x="333271" y="176079"/>
                  </a:lnTo>
                  <a:lnTo>
                    <a:pt x="333786" y="170780"/>
                  </a:lnTo>
                  <a:lnTo>
                    <a:pt x="334132" y="165468"/>
                  </a:lnTo>
                  <a:lnTo>
                    <a:pt x="334309" y="160147"/>
                  </a:lnTo>
                  <a:lnTo>
                    <a:pt x="334316" y="154824"/>
                  </a:lnTo>
                  <a:lnTo>
                    <a:pt x="334154" y="149503"/>
                  </a:lnTo>
                  <a:lnTo>
                    <a:pt x="333822" y="144189"/>
                  </a:lnTo>
                  <a:lnTo>
                    <a:pt x="333321" y="138889"/>
                  </a:lnTo>
                  <a:lnTo>
                    <a:pt x="332652" y="133608"/>
                  </a:lnTo>
                  <a:lnTo>
                    <a:pt x="331815" y="128351"/>
                  </a:lnTo>
                  <a:lnTo>
                    <a:pt x="330811" y="123123"/>
                  </a:lnTo>
                  <a:lnTo>
                    <a:pt x="329641" y="117929"/>
                  </a:lnTo>
                  <a:lnTo>
                    <a:pt x="328307" y="112776"/>
                  </a:lnTo>
                  <a:lnTo>
                    <a:pt x="326809" y="107667"/>
                  </a:lnTo>
                  <a:lnTo>
                    <a:pt x="325148" y="102609"/>
                  </a:lnTo>
                  <a:lnTo>
                    <a:pt x="323328" y="97606"/>
                  </a:lnTo>
                  <a:lnTo>
                    <a:pt x="321350" y="92664"/>
                  </a:lnTo>
                  <a:lnTo>
                    <a:pt x="319215" y="87787"/>
                  </a:lnTo>
                  <a:lnTo>
                    <a:pt x="316925" y="82981"/>
                  </a:lnTo>
                  <a:lnTo>
                    <a:pt x="314484" y="78250"/>
                  </a:lnTo>
                  <a:lnTo>
                    <a:pt x="311894" y="73599"/>
                  </a:lnTo>
                  <a:lnTo>
                    <a:pt x="309157" y="69033"/>
                  </a:lnTo>
                  <a:lnTo>
                    <a:pt x="306275" y="64557"/>
                  </a:lnTo>
                  <a:lnTo>
                    <a:pt x="303253" y="60174"/>
                  </a:lnTo>
                  <a:lnTo>
                    <a:pt x="300093" y="55890"/>
                  </a:lnTo>
                  <a:lnTo>
                    <a:pt x="296798" y="51709"/>
                  </a:lnTo>
                  <a:lnTo>
                    <a:pt x="293371" y="47635"/>
                  </a:lnTo>
                  <a:lnTo>
                    <a:pt x="289816" y="43672"/>
                  </a:lnTo>
                  <a:lnTo>
                    <a:pt x="286137" y="39824"/>
                  </a:lnTo>
                  <a:lnTo>
                    <a:pt x="282338" y="36095"/>
                  </a:lnTo>
                  <a:lnTo>
                    <a:pt x="278421" y="32489"/>
                  </a:lnTo>
                  <a:lnTo>
                    <a:pt x="274392" y="29010"/>
                  </a:lnTo>
                  <a:lnTo>
                    <a:pt x="270254" y="25661"/>
                  </a:lnTo>
                  <a:lnTo>
                    <a:pt x="266011" y="22445"/>
                  </a:lnTo>
                  <a:lnTo>
                    <a:pt x="261669" y="19366"/>
                  </a:lnTo>
                  <a:lnTo>
                    <a:pt x="257230" y="16427"/>
                  </a:lnTo>
                  <a:lnTo>
                    <a:pt x="252700" y="13630"/>
                  </a:lnTo>
                  <a:lnTo>
                    <a:pt x="248083" y="10979"/>
                  </a:lnTo>
                  <a:lnTo>
                    <a:pt x="243384" y="8477"/>
                  </a:lnTo>
                  <a:lnTo>
                    <a:pt x="238608" y="6126"/>
                  </a:lnTo>
                  <a:lnTo>
                    <a:pt x="233760" y="3927"/>
                  </a:lnTo>
                  <a:lnTo>
                    <a:pt x="228844" y="1885"/>
                  </a:lnTo>
                  <a:lnTo>
                    <a:pt x="223865" y="0"/>
                  </a:lnTo>
                  <a:lnTo>
                    <a:pt x="167166" y="1572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923495" y="2655501"/>
              <a:ext cx="56698" cy="167167"/>
            </a:xfrm>
            <a:custGeom>
              <a:avLst/>
              <a:pathLst>
                <a:path w="56698" h="167167">
                  <a:moveTo>
                    <a:pt x="56698" y="9909"/>
                  </a:moveTo>
                  <a:lnTo>
                    <a:pt x="51224" y="8041"/>
                  </a:lnTo>
                  <a:lnTo>
                    <a:pt x="45688" y="6364"/>
                  </a:lnTo>
                  <a:lnTo>
                    <a:pt x="40097" y="4880"/>
                  </a:lnTo>
                  <a:lnTo>
                    <a:pt x="34459" y="3590"/>
                  </a:lnTo>
                  <a:lnTo>
                    <a:pt x="28779" y="2495"/>
                  </a:lnTo>
                  <a:lnTo>
                    <a:pt x="23064" y="1598"/>
                  </a:lnTo>
                  <a:lnTo>
                    <a:pt x="17322" y="899"/>
                  </a:lnTo>
                  <a:lnTo>
                    <a:pt x="11560" y="400"/>
                  </a:lnTo>
                  <a:lnTo>
                    <a:pt x="578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5510" y="2168369"/>
              <a:ext cx="60382" cy="167167"/>
            </a:xfrm>
            <a:custGeom>
              <a:avLst/>
              <a:pathLst>
                <a:path w="60382" h="167167">
                  <a:moveTo>
                    <a:pt x="60382" y="0"/>
                  </a:moveTo>
                  <a:lnTo>
                    <a:pt x="54205" y="114"/>
                  </a:lnTo>
                  <a:lnTo>
                    <a:pt x="48037" y="456"/>
                  </a:lnTo>
                  <a:lnTo>
                    <a:pt x="41886" y="1026"/>
                  </a:lnTo>
                  <a:lnTo>
                    <a:pt x="35760" y="1823"/>
                  </a:lnTo>
                  <a:lnTo>
                    <a:pt x="29668" y="2845"/>
                  </a:lnTo>
                  <a:lnTo>
                    <a:pt x="23617" y="4092"/>
                  </a:lnTo>
                  <a:lnTo>
                    <a:pt x="17617" y="5562"/>
                  </a:lnTo>
                  <a:lnTo>
                    <a:pt x="11675" y="7252"/>
                  </a:lnTo>
                  <a:lnTo>
                    <a:pt x="5800" y="9161"/>
                  </a:lnTo>
                  <a:lnTo>
                    <a:pt x="0" y="11286"/>
                  </a:lnTo>
                  <a:lnTo>
                    <a:pt x="6038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85510" y="2179655"/>
              <a:ext cx="60382" cy="155881"/>
            </a:xfrm>
            <a:custGeom>
              <a:avLst/>
              <a:pathLst>
                <a:path w="60382" h="155881">
                  <a:moveTo>
                    <a:pt x="0" y="0"/>
                  </a:moveTo>
                  <a:lnTo>
                    <a:pt x="60382" y="155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578744" y="2179655"/>
              <a:ext cx="167148" cy="307728"/>
            </a:xfrm>
            <a:custGeom>
              <a:avLst/>
              <a:pathLst>
                <a:path w="167148" h="307728">
                  <a:moveTo>
                    <a:pt x="106766" y="0"/>
                  </a:moveTo>
                  <a:lnTo>
                    <a:pt x="101800" y="2015"/>
                  </a:lnTo>
                  <a:lnTo>
                    <a:pt x="96901" y="4189"/>
                  </a:lnTo>
                  <a:lnTo>
                    <a:pt x="92075" y="6519"/>
                  </a:lnTo>
                  <a:lnTo>
                    <a:pt x="87325" y="9003"/>
                  </a:lnTo>
                  <a:lnTo>
                    <a:pt x="82658" y="11637"/>
                  </a:lnTo>
                  <a:lnTo>
                    <a:pt x="78077" y="14420"/>
                  </a:lnTo>
                  <a:lnTo>
                    <a:pt x="73588" y="17348"/>
                  </a:lnTo>
                  <a:lnTo>
                    <a:pt x="69195" y="20418"/>
                  </a:lnTo>
                  <a:lnTo>
                    <a:pt x="64903" y="23628"/>
                  </a:lnTo>
                  <a:lnTo>
                    <a:pt x="60716" y="26973"/>
                  </a:lnTo>
                  <a:lnTo>
                    <a:pt x="56638" y="30452"/>
                  </a:lnTo>
                  <a:lnTo>
                    <a:pt x="52674" y="34059"/>
                  </a:lnTo>
                  <a:lnTo>
                    <a:pt x="48828" y="37791"/>
                  </a:lnTo>
                  <a:lnTo>
                    <a:pt x="45103" y="41645"/>
                  </a:lnTo>
                  <a:lnTo>
                    <a:pt x="41504" y="45616"/>
                  </a:lnTo>
                  <a:lnTo>
                    <a:pt x="38033" y="49700"/>
                  </a:lnTo>
                  <a:lnTo>
                    <a:pt x="34696" y="53894"/>
                  </a:lnTo>
                  <a:lnTo>
                    <a:pt x="31495" y="58192"/>
                  </a:lnTo>
                  <a:lnTo>
                    <a:pt x="28433" y="62591"/>
                  </a:lnTo>
                  <a:lnTo>
                    <a:pt x="25513" y="67086"/>
                  </a:lnTo>
                  <a:lnTo>
                    <a:pt x="22740" y="71672"/>
                  </a:lnTo>
                  <a:lnTo>
                    <a:pt x="20114" y="76345"/>
                  </a:lnTo>
                  <a:lnTo>
                    <a:pt x="17640" y="81099"/>
                  </a:lnTo>
                  <a:lnTo>
                    <a:pt x="15320" y="85930"/>
                  </a:lnTo>
                  <a:lnTo>
                    <a:pt x="13155" y="90833"/>
                  </a:lnTo>
                  <a:lnTo>
                    <a:pt x="11149" y="95803"/>
                  </a:lnTo>
                  <a:lnTo>
                    <a:pt x="9304" y="100835"/>
                  </a:lnTo>
                  <a:lnTo>
                    <a:pt x="7620" y="105923"/>
                  </a:lnTo>
                  <a:lnTo>
                    <a:pt x="6101" y="111063"/>
                  </a:lnTo>
                  <a:lnTo>
                    <a:pt x="4747" y="116249"/>
                  </a:lnTo>
                  <a:lnTo>
                    <a:pt x="3560" y="121475"/>
                  </a:lnTo>
                  <a:lnTo>
                    <a:pt x="2541" y="126737"/>
                  </a:lnTo>
                  <a:lnTo>
                    <a:pt x="1691" y="132029"/>
                  </a:lnTo>
                  <a:lnTo>
                    <a:pt x="1012" y="137345"/>
                  </a:lnTo>
                  <a:lnTo>
                    <a:pt x="503" y="142681"/>
                  </a:lnTo>
                  <a:lnTo>
                    <a:pt x="165" y="148030"/>
                  </a:lnTo>
                  <a:lnTo>
                    <a:pt x="0" y="153387"/>
                  </a:lnTo>
                  <a:lnTo>
                    <a:pt x="5" y="158746"/>
                  </a:lnTo>
                  <a:lnTo>
                    <a:pt x="183" y="164103"/>
                  </a:lnTo>
                  <a:lnTo>
                    <a:pt x="533" y="169451"/>
                  </a:lnTo>
                  <a:lnTo>
                    <a:pt x="1053" y="174785"/>
                  </a:lnTo>
                  <a:lnTo>
                    <a:pt x="1745" y="180100"/>
                  </a:lnTo>
                  <a:lnTo>
                    <a:pt x="2606" y="185390"/>
                  </a:lnTo>
                  <a:lnTo>
                    <a:pt x="3637" y="190649"/>
                  </a:lnTo>
                  <a:lnTo>
                    <a:pt x="4835" y="195873"/>
                  </a:lnTo>
                  <a:lnTo>
                    <a:pt x="6201" y="201056"/>
                  </a:lnTo>
                  <a:lnTo>
                    <a:pt x="7732" y="206192"/>
                  </a:lnTo>
                  <a:lnTo>
                    <a:pt x="9426" y="211277"/>
                  </a:lnTo>
                  <a:lnTo>
                    <a:pt x="11283" y="216305"/>
                  </a:lnTo>
                  <a:lnTo>
                    <a:pt x="13300" y="221270"/>
                  </a:lnTo>
                  <a:lnTo>
                    <a:pt x="15476" y="226168"/>
                  </a:lnTo>
                  <a:lnTo>
                    <a:pt x="17807" y="230994"/>
                  </a:lnTo>
                  <a:lnTo>
                    <a:pt x="20291" y="235743"/>
                  </a:lnTo>
                  <a:lnTo>
                    <a:pt x="22927" y="240410"/>
                  </a:lnTo>
                  <a:lnTo>
                    <a:pt x="25711" y="244990"/>
                  </a:lnTo>
                  <a:lnTo>
                    <a:pt x="28640" y="249478"/>
                  </a:lnTo>
                  <a:lnTo>
                    <a:pt x="31712" y="253870"/>
                  </a:lnTo>
                  <a:lnTo>
                    <a:pt x="34923" y="258161"/>
                  </a:lnTo>
                  <a:lnTo>
                    <a:pt x="38270" y="262348"/>
                  </a:lnTo>
                  <a:lnTo>
                    <a:pt x="41749" y="266424"/>
                  </a:lnTo>
                  <a:lnTo>
                    <a:pt x="45357" y="270388"/>
                  </a:lnTo>
                  <a:lnTo>
                    <a:pt x="49090" y="274233"/>
                  </a:lnTo>
                  <a:lnTo>
                    <a:pt x="52945" y="277957"/>
                  </a:lnTo>
                  <a:lnTo>
                    <a:pt x="56917" y="281555"/>
                  </a:lnTo>
                  <a:lnTo>
                    <a:pt x="61002" y="285024"/>
                  </a:lnTo>
                  <a:lnTo>
                    <a:pt x="65197" y="288360"/>
                  </a:lnTo>
                  <a:lnTo>
                    <a:pt x="69496" y="291561"/>
                  </a:lnTo>
                  <a:lnTo>
                    <a:pt x="73896" y="294621"/>
                  </a:lnTo>
                  <a:lnTo>
                    <a:pt x="78392" y="297539"/>
                  </a:lnTo>
                  <a:lnTo>
                    <a:pt x="82978" y="300312"/>
                  </a:lnTo>
                  <a:lnTo>
                    <a:pt x="87652" y="302936"/>
                  </a:lnTo>
                  <a:lnTo>
                    <a:pt x="92407" y="305409"/>
                  </a:lnTo>
                  <a:lnTo>
                    <a:pt x="97238" y="307728"/>
                  </a:lnTo>
                  <a:lnTo>
                    <a:pt x="167148" y="155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75982" y="2168369"/>
              <a:ext cx="237072" cy="334315"/>
            </a:xfrm>
            <a:custGeom>
              <a:avLst/>
              <a:pathLst>
                <a:path w="237072" h="334315">
                  <a:moveTo>
                    <a:pt x="0" y="319014"/>
                  </a:moveTo>
                  <a:lnTo>
                    <a:pt x="4879" y="321167"/>
                  </a:lnTo>
                  <a:lnTo>
                    <a:pt x="9824" y="323163"/>
                  </a:lnTo>
                  <a:lnTo>
                    <a:pt x="14830" y="325000"/>
                  </a:lnTo>
                  <a:lnTo>
                    <a:pt x="19892" y="326676"/>
                  </a:lnTo>
                  <a:lnTo>
                    <a:pt x="25006" y="328191"/>
                  </a:lnTo>
                  <a:lnTo>
                    <a:pt x="30165" y="329541"/>
                  </a:lnTo>
                  <a:lnTo>
                    <a:pt x="35364" y="330726"/>
                  </a:lnTo>
                  <a:lnTo>
                    <a:pt x="40599" y="331745"/>
                  </a:lnTo>
                  <a:lnTo>
                    <a:pt x="45863" y="332596"/>
                  </a:lnTo>
                  <a:lnTo>
                    <a:pt x="51152" y="333279"/>
                  </a:lnTo>
                  <a:lnTo>
                    <a:pt x="56460" y="333792"/>
                  </a:lnTo>
                  <a:lnTo>
                    <a:pt x="61782" y="334137"/>
                  </a:lnTo>
                  <a:lnTo>
                    <a:pt x="67112" y="334311"/>
                  </a:lnTo>
                  <a:lnTo>
                    <a:pt x="72445" y="334315"/>
                  </a:lnTo>
                  <a:lnTo>
                    <a:pt x="77775" y="334149"/>
                  </a:lnTo>
                  <a:lnTo>
                    <a:pt x="83097" y="333813"/>
                  </a:lnTo>
                  <a:lnTo>
                    <a:pt x="88406" y="333308"/>
                  </a:lnTo>
                  <a:lnTo>
                    <a:pt x="93696" y="332633"/>
                  </a:lnTo>
                  <a:lnTo>
                    <a:pt x="98962" y="331791"/>
                  </a:lnTo>
                  <a:lnTo>
                    <a:pt x="104198" y="330780"/>
                  </a:lnTo>
                  <a:lnTo>
                    <a:pt x="109399" y="329603"/>
                  </a:lnTo>
                  <a:lnTo>
                    <a:pt x="114560" y="328261"/>
                  </a:lnTo>
                  <a:lnTo>
                    <a:pt x="119676" y="326755"/>
                  </a:lnTo>
                  <a:lnTo>
                    <a:pt x="124741" y="325086"/>
                  </a:lnTo>
                  <a:lnTo>
                    <a:pt x="129750" y="323257"/>
                  </a:lnTo>
                  <a:lnTo>
                    <a:pt x="134698" y="321269"/>
                  </a:lnTo>
                  <a:lnTo>
                    <a:pt x="139581" y="319124"/>
                  </a:lnTo>
                  <a:lnTo>
                    <a:pt x="144392" y="316824"/>
                  </a:lnTo>
                  <a:lnTo>
                    <a:pt x="149128" y="314372"/>
                  </a:lnTo>
                  <a:lnTo>
                    <a:pt x="153783" y="311770"/>
                  </a:lnTo>
                  <a:lnTo>
                    <a:pt x="158353" y="309021"/>
                  </a:lnTo>
                  <a:lnTo>
                    <a:pt x="162833" y="306128"/>
                  </a:lnTo>
                  <a:lnTo>
                    <a:pt x="167218" y="303094"/>
                  </a:lnTo>
                  <a:lnTo>
                    <a:pt x="171504" y="299921"/>
                  </a:lnTo>
                  <a:lnTo>
                    <a:pt x="175687" y="296612"/>
                  </a:lnTo>
                  <a:lnTo>
                    <a:pt x="179762" y="293173"/>
                  </a:lnTo>
                  <a:lnTo>
                    <a:pt x="183725" y="289605"/>
                  </a:lnTo>
                  <a:lnTo>
                    <a:pt x="187572" y="285912"/>
                  </a:lnTo>
                  <a:lnTo>
                    <a:pt x="191300" y="282098"/>
                  </a:lnTo>
                  <a:lnTo>
                    <a:pt x="194904" y="278168"/>
                  </a:lnTo>
                  <a:lnTo>
                    <a:pt x="198381" y="274124"/>
                  </a:lnTo>
                  <a:lnTo>
                    <a:pt x="201728" y="269972"/>
                  </a:lnTo>
                  <a:lnTo>
                    <a:pt x="204940" y="265715"/>
                  </a:lnTo>
                  <a:lnTo>
                    <a:pt x="208014" y="261358"/>
                  </a:lnTo>
                  <a:lnTo>
                    <a:pt x="210948" y="256905"/>
                  </a:lnTo>
                  <a:lnTo>
                    <a:pt x="213739" y="252361"/>
                  </a:lnTo>
                  <a:lnTo>
                    <a:pt x="216383" y="247730"/>
                  </a:lnTo>
                  <a:lnTo>
                    <a:pt x="218878" y="243017"/>
                  </a:lnTo>
                  <a:lnTo>
                    <a:pt x="221222" y="238226"/>
                  </a:lnTo>
                  <a:lnTo>
                    <a:pt x="223412" y="233364"/>
                  </a:lnTo>
                  <a:lnTo>
                    <a:pt x="225445" y="228434"/>
                  </a:lnTo>
                  <a:lnTo>
                    <a:pt x="227320" y="223442"/>
                  </a:lnTo>
                  <a:lnTo>
                    <a:pt x="229035" y="218392"/>
                  </a:lnTo>
                  <a:lnTo>
                    <a:pt x="230588" y="213290"/>
                  </a:lnTo>
                  <a:lnTo>
                    <a:pt x="231977" y="208142"/>
                  </a:lnTo>
                  <a:lnTo>
                    <a:pt x="233202" y="202951"/>
                  </a:lnTo>
                  <a:lnTo>
                    <a:pt x="234260" y="197725"/>
                  </a:lnTo>
                  <a:lnTo>
                    <a:pt x="235151" y="192467"/>
                  </a:lnTo>
                  <a:lnTo>
                    <a:pt x="235874" y="187183"/>
                  </a:lnTo>
                  <a:lnTo>
                    <a:pt x="236428" y="181879"/>
                  </a:lnTo>
                  <a:lnTo>
                    <a:pt x="236813" y="176560"/>
                  </a:lnTo>
                  <a:lnTo>
                    <a:pt x="237027" y="171232"/>
                  </a:lnTo>
                  <a:lnTo>
                    <a:pt x="237072" y="165899"/>
                  </a:lnTo>
                  <a:lnTo>
                    <a:pt x="236947" y="160568"/>
                  </a:lnTo>
                  <a:lnTo>
                    <a:pt x="236651" y="155243"/>
                  </a:lnTo>
                  <a:lnTo>
                    <a:pt x="236186" y="149931"/>
                  </a:lnTo>
                  <a:lnTo>
                    <a:pt x="235552" y="144636"/>
                  </a:lnTo>
                  <a:lnTo>
                    <a:pt x="234749" y="139364"/>
                  </a:lnTo>
                  <a:lnTo>
                    <a:pt x="233778" y="134120"/>
                  </a:lnTo>
                  <a:lnTo>
                    <a:pt x="232640" y="128910"/>
                  </a:lnTo>
                  <a:lnTo>
                    <a:pt x="231337" y="123739"/>
                  </a:lnTo>
                  <a:lnTo>
                    <a:pt x="229870" y="118612"/>
                  </a:lnTo>
                  <a:lnTo>
                    <a:pt x="228240" y="113535"/>
                  </a:lnTo>
                  <a:lnTo>
                    <a:pt x="226449" y="108512"/>
                  </a:lnTo>
                  <a:lnTo>
                    <a:pt x="224498" y="103548"/>
                  </a:lnTo>
                  <a:lnTo>
                    <a:pt x="222390" y="98650"/>
                  </a:lnTo>
                  <a:lnTo>
                    <a:pt x="220127" y="93821"/>
                  </a:lnTo>
                  <a:lnTo>
                    <a:pt x="217711" y="89067"/>
                  </a:lnTo>
                  <a:lnTo>
                    <a:pt x="215145" y="84392"/>
                  </a:lnTo>
                  <a:lnTo>
                    <a:pt x="212431" y="79802"/>
                  </a:lnTo>
                  <a:lnTo>
                    <a:pt x="209571" y="75300"/>
                  </a:lnTo>
                  <a:lnTo>
                    <a:pt x="206570" y="70892"/>
                  </a:lnTo>
                  <a:lnTo>
                    <a:pt x="203430" y="66582"/>
                  </a:lnTo>
                  <a:lnTo>
                    <a:pt x="200153" y="62374"/>
                  </a:lnTo>
                  <a:lnTo>
                    <a:pt x="196744" y="58273"/>
                  </a:lnTo>
                  <a:lnTo>
                    <a:pt x="193207" y="54283"/>
                  </a:lnTo>
                  <a:lnTo>
                    <a:pt x="189543" y="50408"/>
                  </a:lnTo>
                  <a:lnTo>
                    <a:pt x="185758" y="46651"/>
                  </a:lnTo>
                  <a:lnTo>
                    <a:pt x="181855" y="43017"/>
                  </a:lnTo>
                  <a:lnTo>
                    <a:pt x="177838" y="39510"/>
                  </a:lnTo>
                  <a:lnTo>
                    <a:pt x="173711" y="36132"/>
                  </a:lnTo>
                  <a:lnTo>
                    <a:pt x="169479" y="32888"/>
                  </a:lnTo>
                  <a:lnTo>
                    <a:pt x="165145" y="29780"/>
                  </a:lnTo>
                  <a:lnTo>
                    <a:pt x="160714" y="26812"/>
                  </a:lnTo>
                  <a:lnTo>
                    <a:pt x="156191" y="23987"/>
                  </a:lnTo>
                  <a:lnTo>
                    <a:pt x="151580" y="21308"/>
                  </a:lnTo>
                  <a:lnTo>
                    <a:pt x="146886" y="18777"/>
                  </a:lnTo>
                  <a:lnTo>
                    <a:pt x="142114" y="16397"/>
                  </a:lnTo>
                  <a:lnTo>
                    <a:pt x="137268" y="14171"/>
                  </a:lnTo>
                  <a:lnTo>
                    <a:pt x="132354" y="12100"/>
                  </a:lnTo>
                  <a:lnTo>
                    <a:pt x="127376" y="10188"/>
                  </a:lnTo>
                  <a:lnTo>
                    <a:pt x="122340" y="8434"/>
                  </a:lnTo>
                  <a:lnTo>
                    <a:pt x="117250" y="6843"/>
                  </a:lnTo>
                  <a:lnTo>
                    <a:pt x="112112" y="5414"/>
                  </a:lnTo>
                  <a:lnTo>
                    <a:pt x="106931" y="4151"/>
                  </a:lnTo>
                  <a:lnTo>
                    <a:pt x="101713" y="3053"/>
                  </a:lnTo>
                  <a:lnTo>
                    <a:pt x="96462" y="2122"/>
                  </a:lnTo>
                  <a:lnTo>
                    <a:pt x="91184" y="1359"/>
                  </a:lnTo>
                  <a:lnTo>
                    <a:pt x="85884" y="765"/>
                  </a:lnTo>
                  <a:lnTo>
                    <a:pt x="80568" y="340"/>
                  </a:lnTo>
                  <a:lnTo>
                    <a:pt x="75242" y="85"/>
                  </a:lnTo>
                  <a:lnTo>
                    <a:pt x="69909" y="0"/>
                  </a:lnTo>
                  <a:lnTo>
                    <a:pt x="699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4679" y="1735255"/>
              <a:ext cx="45867" cy="167167"/>
            </a:xfrm>
            <a:custGeom>
              <a:avLst/>
              <a:pathLst>
                <a:path w="45867" h="167167">
                  <a:moveTo>
                    <a:pt x="45867" y="0"/>
                  </a:moveTo>
                  <a:lnTo>
                    <a:pt x="39231" y="131"/>
                  </a:lnTo>
                  <a:lnTo>
                    <a:pt x="32606" y="526"/>
                  </a:lnTo>
                  <a:lnTo>
                    <a:pt x="26001" y="1184"/>
                  </a:lnTo>
                  <a:lnTo>
                    <a:pt x="19428" y="2104"/>
                  </a:lnTo>
                  <a:lnTo>
                    <a:pt x="12896" y="3283"/>
                  </a:lnTo>
                  <a:lnTo>
                    <a:pt x="6417" y="4721"/>
                  </a:lnTo>
                  <a:lnTo>
                    <a:pt x="0" y="6415"/>
                  </a:lnTo>
                  <a:lnTo>
                    <a:pt x="4586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4679" y="1741671"/>
              <a:ext cx="45867" cy="160751"/>
            </a:xfrm>
            <a:custGeom>
              <a:avLst/>
              <a:pathLst>
                <a:path w="45867" h="160751">
                  <a:moveTo>
                    <a:pt x="0" y="0"/>
                  </a:moveTo>
                  <a:lnTo>
                    <a:pt x="45867" y="160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293387" y="1741671"/>
              <a:ext cx="334313" cy="327917"/>
            </a:xfrm>
            <a:custGeom>
              <a:avLst/>
              <a:pathLst>
                <a:path w="334313" h="327917">
                  <a:moveTo>
                    <a:pt x="121292" y="0"/>
                  </a:moveTo>
                  <a:lnTo>
                    <a:pt x="116209" y="1537"/>
                  </a:lnTo>
                  <a:lnTo>
                    <a:pt x="111178" y="3236"/>
                  </a:lnTo>
                  <a:lnTo>
                    <a:pt x="106203" y="5094"/>
                  </a:lnTo>
                  <a:lnTo>
                    <a:pt x="101290" y="7108"/>
                  </a:lnTo>
                  <a:lnTo>
                    <a:pt x="96443" y="9278"/>
                  </a:lnTo>
                  <a:lnTo>
                    <a:pt x="91667" y="11600"/>
                  </a:lnTo>
                  <a:lnTo>
                    <a:pt x="86968" y="14074"/>
                  </a:lnTo>
                  <a:lnTo>
                    <a:pt x="82350" y="16695"/>
                  </a:lnTo>
                  <a:lnTo>
                    <a:pt x="77817" y="19461"/>
                  </a:lnTo>
                  <a:lnTo>
                    <a:pt x="73374" y="22370"/>
                  </a:lnTo>
                  <a:lnTo>
                    <a:pt x="69027" y="25419"/>
                  </a:lnTo>
                  <a:lnTo>
                    <a:pt x="64778" y="28604"/>
                  </a:lnTo>
                  <a:lnTo>
                    <a:pt x="60632" y="31922"/>
                  </a:lnTo>
                  <a:lnTo>
                    <a:pt x="56594" y="35371"/>
                  </a:lnTo>
                  <a:lnTo>
                    <a:pt x="52667" y="38946"/>
                  </a:lnTo>
                  <a:lnTo>
                    <a:pt x="48856" y="42644"/>
                  </a:lnTo>
                  <a:lnTo>
                    <a:pt x="45165" y="46461"/>
                  </a:lnTo>
                  <a:lnTo>
                    <a:pt x="41596" y="50393"/>
                  </a:lnTo>
                  <a:lnTo>
                    <a:pt x="38154" y="54437"/>
                  </a:lnTo>
                  <a:lnTo>
                    <a:pt x="34842" y="58588"/>
                  </a:lnTo>
                  <a:lnTo>
                    <a:pt x="31664" y="62843"/>
                  </a:lnTo>
                  <a:lnTo>
                    <a:pt x="28623" y="67196"/>
                  </a:lnTo>
                  <a:lnTo>
                    <a:pt x="25721" y="71643"/>
                  </a:lnTo>
                  <a:lnTo>
                    <a:pt x="22962" y="76180"/>
                  </a:lnTo>
                  <a:lnTo>
                    <a:pt x="20349" y="80803"/>
                  </a:lnTo>
                  <a:lnTo>
                    <a:pt x="17884" y="85506"/>
                  </a:lnTo>
                  <a:lnTo>
                    <a:pt x="15569" y="90286"/>
                  </a:lnTo>
                  <a:lnTo>
                    <a:pt x="13407" y="95136"/>
                  </a:lnTo>
                  <a:lnTo>
                    <a:pt x="11401" y="100053"/>
                  </a:lnTo>
                  <a:lnTo>
                    <a:pt x="9552" y="105030"/>
                  </a:lnTo>
                  <a:lnTo>
                    <a:pt x="7861" y="110065"/>
                  </a:lnTo>
                  <a:lnTo>
                    <a:pt x="6332" y="115150"/>
                  </a:lnTo>
                  <a:lnTo>
                    <a:pt x="4965" y="120281"/>
                  </a:lnTo>
                  <a:lnTo>
                    <a:pt x="3761" y="125453"/>
                  </a:lnTo>
                  <a:lnTo>
                    <a:pt x="2722" y="130661"/>
                  </a:lnTo>
                  <a:lnTo>
                    <a:pt x="1849" y="135899"/>
                  </a:lnTo>
                  <a:lnTo>
                    <a:pt x="1144" y="141162"/>
                  </a:lnTo>
                  <a:lnTo>
                    <a:pt x="605" y="146445"/>
                  </a:lnTo>
                  <a:lnTo>
                    <a:pt x="235" y="151742"/>
                  </a:lnTo>
                  <a:lnTo>
                    <a:pt x="33" y="157049"/>
                  </a:lnTo>
                  <a:lnTo>
                    <a:pt x="0" y="162359"/>
                  </a:lnTo>
                  <a:lnTo>
                    <a:pt x="135" y="167667"/>
                  </a:lnTo>
                  <a:lnTo>
                    <a:pt x="439" y="172969"/>
                  </a:lnTo>
                  <a:lnTo>
                    <a:pt x="911" y="178258"/>
                  </a:lnTo>
                  <a:lnTo>
                    <a:pt x="1551" y="183530"/>
                  </a:lnTo>
                  <a:lnTo>
                    <a:pt x="2358" y="188778"/>
                  </a:lnTo>
                  <a:lnTo>
                    <a:pt x="3331" y="193999"/>
                  </a:lnTo>
                  <a:lnTo>
                    <a:pt x="4470" y="199185"/>
                  </a:lnTo>
                  <a:lnTo>
                    <a:pt x="5773" y="204333"/>
                  </a:lnTo>
                  <a:lnTo>
                    <a:pt x="7239" y="209437"/>
                  </a:lnTo>
                  <a:lnTo>
                    <a:pt x="8866" y="214492"/>
                  </a:lnTo>
                  <a:lnTo>
                    <a:pt x="10652" y="219493"/>
                  </a:lnTo>
                  <a:lnTo>
                    <a:pt x="12597" y="224434"/>
                  </a:lnTo>
                  <a:lnTo>
                    <a:pt x="14698" y="229311"/>
                  </a:lnTo>
                  <a:lnTo>
                    <a:pt x="16952" y="234119"/>
                  </a:lnTo>
                  <a:lnTo>
                    <a:pt x="19358" y="238853"/>
                  </a:lnTo>
                  <a:lnTo>
                    <a:pt x="21914" y="243508"/>
                  </a:lnTo>
                  <a:lnTo>
                    <a:pt x="24615" y="248080"/>
                  </a:lnTo>
                  <a:lnTo>
                    <a:pt x="27461" y="252563"/>
                  </a:lnTo>
                  <a:lnTo>
                    <a:pt x="30448" y="256954"/>
                  </a:lnTo>
                  <a:lnTo>
                    <a:pt x="33572" y="261248"/>
                  </a:lnTo>
                  <a:lnTo>
                    <a:pt x="36832" y="265440"/>
                  </a:lnTo>
                  <a:lnTo>
                    <a:pt x="40223" y="269526"/>
                  </a:lnTo>
                  <a:lnTo>
                    <a:pt x="43742" y="273503"/>
                  </a:lnTo>
                  <a:lnTo>
                    <a:pt x="47385" y="277367"/>
                  </a:lnTo>
                  <a:lnTo>
                    <a:pt x="51150" y="281112"/>
                  </a:lnTo>
                  <a:lnTo>
                    <a:pt x="55031" y="284736"/>
                  </a:lnTo>
                  <a:lnTo>
                    <a:pt x="59026" y="288235"/>
                  </a:lnTo>
                  <a:lnTo>
                    <a:pt x="63129" y="291605"/>
                  </a:lnTo>
                  <a:lnTo>
                    <a:pt x="67338" y="294843"/>
                  </a:lnTo>
                  <a:lnTo>
                    <a:pt x="71647" y="297946"/>
                  </a:lnTo>
                  <a:lnTo>
                    <a:pt x="76053" y="300911"/>
                  </a:lnTo>
                  <a:lnTo>
                    <a:pt x="80551" y="303734"/>
                  </a:lnTo>
                  <a:lnTo>
                    <a:pt x="85136" y="306412"/>
                  </a:lnTo>
                  <a:lnTo>
                    <a:pt x="89804" y="308944"/>
                  </a:lnTo>
                  <a:lnTo>
                    <a:pt x="94550" y="311326"/>
                  </a:lnTo>
                  <a:lnTo>
                    <a:pt x="99369" y="313557"/>
                  </a:lnTo>
                  <a:lnTo>
                    <a:pt x="104257" y="315633"/>
                  </a:lnTo>
                  <a:lnTo>
                    <a:pt x="109208" y="317552"/>
                  </a:lnTo>
                  <a:lnTo>
                    <a:pt x="114217" y="319314"/>
                  </a:lnTo>
                  <a:lnTo>
                    <a:pt x="119280" y="320915"/>
                  </a:lnTo>
                  <a:lnTo>
                    <a:pt x="124392" y="322355"/>
                  </a:lnTo>
                  <a:lnTo>
                    <a:pt x="129546" y="323632"/>
                  </a:lnTo>
                  <a:lnTo>
                    <a:pt x="134739" y="324745"/>
                  </a:lnTo>
                  <a:lnTo>
                    <a:pt x="139964" y="325692"/>
                  </a:lnTo>
                  <a:lnTo>
                    <a:pt x="145216" y="326472"/>
                  </a:lnTo>
                  <a:lnTo>
                    <a:pt x="150491" y="327086"/>
                  </a:lnTo>
                  <a:lnTo>
                    <a:pt x="155783" y="327531"/>
                  </a:lnTo>
                  <a:lnTo>
                    <a:pt x="161086" y="327808"/>
                  </a:lnTo>
                  <a:lnTo>
                    <a:pt x="166395" y="327917"/>
                  </a:lnTo>
                  <a:lnTo>
                    <a:pt x="171705" y="327857"/>
                  </a:lnTo>
                  <a:lnTo>
                    <a:pt x="177010" y="327628"/>
                  </a:lnTo>
                  <a:lnTo>
                    <a:pt x="182305" y="327231"/>
                  </a:lnTo>
                  <a:lnTo>
                    <a:pt x="187586" y="326666"/>
                  </a:lnTo>
                  <a:lnTo>
                    <a:pt x="192845" y="325934"/>
                  </a:lnTo>
                  <a:lnTo>
                    <a:pt x="198079" y="325034"/>
                  </a:lnTo>
                  <a:lnTo>
                    <a:pt x="203281" y="323969"/>
                  </a:lnTo>
                  <a:lnTo>
                    <a:pt x="208447" y="322740"/>
                  </a:lnTo>
                  <a:lnTo>
                    <a:pt x="213571" y="321347"/>
                  </a:lnTo>
                  <a:lnTo>
                    <a:pt x="218649" y="319791"/>
                  </a:lnTo>
                  <a:lnTo>
                    <a:pt x="223674" y="318076"/>
                  </a:lnTo>
                  <a:lnTo>
                    <a:pt x="228643" y="316201"/>
                  </a:lnTo>
                  <a:lnTo>
                    <a:pt x="233549" y="314170"/>
                  </a:lnTo>
                  <a:lnTo>
                    <a:pt x="238388" y="311984"/>
                  </a:lnTo>
                  <a:lnTo>
                    <a:pt x="243156" y="309645"/>
                  </a:lnTo>
                  <a:lnTo>
                    <a:pt x="247847" y="307156"/>
                  </a:lnTo>
                  <a:lnTo>
                    <a:pt x="252456" y="304520"/>
                  </a:lnTo>
                  <a:lnTo>
                    <a:pt x="256980" y="301738"/>
                  </a:lnTo>
                  <a:lnTo>
                    <a:pt x="261412" y="298814"/>
                  </a:lnTo>
                  <a:lnTo>
                    <a:pt x="265750" y="295751"/>
                  </a:lnTo>
                  <a:lnTo>
                    <a:pt x="269988" y="292551"/>
                  </a:lnTo>
                  <a:lnTo>
                    <a:pt x="274122" y="289218"/>
                  </a:lnTo>
                  <a:lnTo>
                    <a:pt x="278149" y="285756"/>
                  </a:lnTo>
                  <a:lnTo>
                    <a:pt x="282063" y="282168"/>
                  </a:lnTo>
                  <a:lnTo>
                    <a:pt x="285862" y="278457"/>
                  </a:lnTo>
                  <a:lnTo>
                    <a:pt x="289540" y="274627"/>
                  </a:lnTo>
                  <a:lnTo>
                    <a:pt x="293096" y="270683"/>
                  </a:lnTo>
                  <a:lnTo>
                    <a:pt x="296524" y="266627"/>
                  </a:lnTo>
                  <a:lnTo>
                    <a:pt x="299821" y="262465"/>
                  </a:lnTo>
                  <a:lnTo>
                    <a:pt x="302985" y="258200"/>
                  </a:lnTo>
                  <a:lnTo>
                    <a:pt x="306012" y="253837"/>
                  </a:lnTo>
                  <a:lnTo>
                    <a:pt x="308898" y="249380"/>
                  </a:lnTo>
                  <a:lnTo>
                    <a:pt x="311642" y="244833"/>
                  </a:lnTo>
                  <a:lnTo>
                    <a:pt x="314240" y="240201"/>
                  </a:lnTo>
                  <a:lnTo>
                    <a:pt x="316689" y="235490"/>
                  </a:lnTo>
                  <a:lnTo>
                    <a:pt x="318987" y="230703"/>
                  </a:lnTo>
                  <a:lnTo>
                    <a:pt x="321132" y="225845"/>
                  </a:lnTo>
                  <a:lnTo>
                    <a:pt x="323122" y="220922"/>
                  </a:lnTo>
                  <a:lnTo>
                    <a:pt x="324955" y="215938"/>
                  </a:lnTo>
                  <a:lnTo>
                    <a:pt x="326628" y="210898"/>
                  </a:lnTo>
                  <a:lnTo>
                    <a:pt x="328140" y="205807"/>
                  </a:lnTo>
                  <a:lnTo>
                    <a:pt x="329490" y="200672"/>
                  </a:lnTo>
                  <a:lnTo>
                    <a:pt x="330676" y="195496"/>
                  </a:lnTo>
                  <a:lnTo>
                    <a:pt x="331697" y="190284"/>
                  </a:lnTo>
                  <a:lnTo>
                    <a:pt x="332552" y="185043"/>
                  </a:lnTo>
                  <a:lnTo>
                    <a:pt x="333240" y="179778"/>
                  </a:lnTo>
                  <a:lnTo>
                    <a:pt x="333761" y="174493"/>
                  </a:lnTo>
                  <a:lnTo>
                    <a:pt x="334113" y="169195"/>
                  </a:lnTo>
                  <a:lnTo>
                    <a:pt x="334297" y="163888"/>
                  </a:lnTo>
                  <a:lnTo>
                    <a:pt x="334313" y="158577"/>
                  </a:lnTo>
                  <a:lnTo>
                    <a:pt x="334159" y="153269"/>
                  </a:lnTo>
                  <a:lnTo>
                    <a:pt x="333837" y="147969"/>
                  </a:lnTo>
                  <a:lnTo>
                    <a:pt x="333347" y="142681"/>
                  </a:lnTo>
                  <a:lnTo>
                    <a:pt x="332689" y="137412"/>
                  </a:lnTo>
                  <a:lnTo>
                    <a:pt x="331865" y="132166"/>
                  </a:lnTo>
                  <a:lnTo>
                    <a:pt x="330873" y="126949"/>
                  </a:lnTo>
                  <a:lnTo>
                    <a:pt x="329717" y="121766"/>
                  </a:lnTo>
                  <a:lnTo>
                    <a:pt x="328397" y="116623"/>
                  </a:lnTo>
                  <a:lnTo>
                    <a:pt x="326914" y="111524"/>
                  </a:lnTo>
                  <a:lnTo>
                    <a:pt x="325270" y="106474"/>
                  </a:lnTo>
                  <a:lnTo>
                    <a:pt x="323466" y="101480"/>
                  </a:lnTo>
                  <a:lnTo>
                    <a:pt x="321505" y="96545"/>
                  </a:lnTo>
                  <a:lnTo>
                    <a:pt x="319387" y="91675"/>
                  </a:lnTo>
                  <a:lnTo>
                    <a:pt x="317117" y="86875"/>
                  </a:lnTo>
                  <a:lnTo>
                    <a:pt x="314694" y="82149"/>
                  </a:lnTo>
                  <a:lnTo>
                    <a:pt x="312123" y="77503"/>
                  </a:lnTo>
                  <a:lnTo>
                    <a:pt x="309406" y="72940"/>
                  </a:lnTo>
                  <a:lnTo>
                    <a:pt x="306545" y="68467"/>
                  </a:lnTo>
                  <a:lnTo>
                    <a:pt x="303544" y="64086"/>
                  </a:lnTo>
                  <a:lnTo>
                    <a:pt x="300405" y="59803"/>
                  </a:lnTo>
                  <a:lnTo>
                    <a:pt x="297131" y="55622"/>
                  </a:lnTo>
                  <a:lnTo>
                    <a:pt x="293726" y="51546"/>
                  </a:lnTo>
                  <a:lnTo>
                    <a:pt x="290194" y="47582"/>
                  </a:lnTo>
                  <a:lnTo>
                    <a:pt x="286537" y="43731"/>
                  </a:lnTo>
                  <a:lnTo>
                    <a:pt x="282760" y="39998"/>
                  </a:lnTo>
                  <a:lnTo>
                    <a:pt x="278867" y="36387"/>
                  </a:lnTo>
                  <a:lnTo>
                    <a:pt x="274860" y="32902"/>
                  </a:lnTo>
                  <a:lnTo>
                    <a:pt x="270745" y="29546"/>
                  </a:lnTo>
                  <a:lnTo>
                    <a:pt x="266526" y="26322"/>
                  </a:lnTo>
                  <a:lnTo>
                    <a:pt x="262206" y="23233"/>
                  </a:lnTo>
                  <a:lnTo>
                    <a:pt x="257790" y="20284"/>
                  </a:lnTo>
                  <a:lnTo>
                    <a:pt x="253283" y="17476"/>
                  </a:lnTo>
                  <a:lnTo>
                    <a:pt x="248688" y="14813"/>
                  </a:lnTo>
                  <a:lnTo>
                    <a:pt x="167159" y="160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460546" y="1735255"/>
              <a:ext cx="81529" cy="167167"/>
            </a:xfrm>
            <a:custGeom>
              <a:avLst/>
              <a:pathLst>
                <a:path w="81529" h="167167">
                  <a:moveTo>
                    <a:pt x="81529" y="21229"/>
                  </a:moveTo>
                  <a:lnTo>
                    <a:pt x="76526" y="18544"/>
                  </a:lnTo>
                  <a:lnTo>
                    <a:pt x="71435" y="16031"/>
                  </a:lnTo>
                  <a:lnTo>
                    <a:pt x="66261" y="13693"/>
                  </a:lnTo>
                  <a:lnTo>
                    <a:pt x="61012" y="11531"/>
                  </a:lnTo>
                  <a:lnTo>
                    <a:pt x="55691" y="9549"/>
                  </a:lnTo>
                  <a:lnTo>
                    <a:pt x="50307" y="7749"/>
                  </a:lnTo>
                  <a:lnTo>
                    <a:pt x="44864" y="6132"/>
                  </a:lnTo>
                  <a:lnTo>
                    <a:pt x="39370" y="4702"/>
                  </a:lnTo>
                  <a:lnTo>
                    <a:pt x="33831" y="3459"/>
                  </a:lnTo>
                  <a:lnTo>
                    <a:pt x="28252" y="2404"/>
                  </a:lnTo>
                  <a:lnTo>
                    <a:pt x="22641" y="1540"/>
                  </a:lnTo>
                  <a:lnTo>
                    <a:pt x="17003" y="867"/>
                  </a:lnTo>
                  <a:lnTo>
                    <a:pt x="11346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915683" y="137951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6" y="2088"/>
                  </a:lnTo>
                  <a:lnTo>
                    <a:pt x="135607" y="3004"/>
                  </a:lnTo>
                  <a:lnTo>
                    <a:pt x="130428" y="4084"/>
                  </a:lnTo>
                  <a:lnTo>
                    <a:pt x="125287" y="5328"/>
                  </a:lnTo>
                  <a:lnTo>
                    <a:pt x="120187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1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3" y="18481"/>
                  </a:lnTo>
                  <a:lnTo>
                    <a:pt x="86087" y="20973"/>
                  </a:lnTo>
                  <a:lnTo>
                    <a:pt x="81502" y="23611"/>
                  </a:lnTo>
                  <a:lnTo>
                    <a:pt x="77003" y="26393"/>
                  </a:lnTo>
                  <a:lnTo>
                    <a:pt x="72594" y="29316"/>
                  </a:lnTo>
                  <a:lnTo>
                    <a:pt x="68280" y="32377"/>
                  </a:lnTo>
                  <a:lnTo>
                    <a:pt x="64065" y="35572"/>
                  </a:lnTo>
                  <a:lnTo>
                    <a:pt x="59953" y="38900"/>
                  </a:lnTo>
                  <a:lnTo>
                    <a:pt x="55948" y="42356"/>
                  </a:lnTo>
                  <a:lnTo>
                    <a:pt x="52055" y="45937"/>
                  </a:lnTo>
                  <a:lnTo>
                    <a:pt x="48277" y="49640"/>
                  </a:lnTo>
                  <a:lnTo>
                    <a:pt x="44618" y="53460"/>
                  </a:lnTo>
                  <a:lnTo>
                    <a:pt x="41082" y="57394"/>
                  </a:lnTo>
                  <a:lnTo>
                    <a:pt x="37671" y="61438"/>
                  </a:lnTo>
                  <a:lnTo>
                    <a:pt x="34391" y="65587"/>
                  </a:lnTo>
                  <a:lnTo>
                    <a:pt x="31244" y="69839"/>
                  </a:lnTo>
                  <a:lnTo>
                    <a:pt x="28232" y="74188"/>
                  </a:lnTo>
                  <a:lnTo>
                    <a:pt x="25360" y="78630"/>
                  </a:lnTo>
                  <a:lnTo>
                    <a:pt x="22630" y="83160"/>
                  </a:lnTo>
                  <a:lnTo>
                    <a:pt x="20044" y="87775"/>
                  </a:lnTo>
                  <a:lnTo>
                    <a:pt x="17606" y="92469"/>
                  </a:lnTo>
                  <a:lnTo>
                    <a:pt x="15317" y="97238"/>
                  </a:lnTo>
                  <a:lnTo>
                    <a:pt x="13181" y="102077"/>
                  </a:lnTo>
                  <a:lnTo>
                    <a:pt x="11199" y="106982"/>
                  </a:lnTo>
                  <a:lnTo>
                    <a:pt x="9373" y="111946"/>
                  </a:lnTo>
                  <a:lnTo>
                    <a:pt x="7704" y="116966"/>
                  </a:lnTo>
                  <a:lnTo>
                    <a:pt x="6196" y="122036"/>
                  </a:lnTo>
                  <a:lnTo>
                    <a:pt x="4849" y="127151"/>
                  </a:lnTo>
                  <a:lnTo>
                    <a:pt x="3664" y="132307"/>
                  </a:lnTo>
                  <a:lnTo>
                    <a:pt x="2643" y="137497"/>
                  </a:lnTo>
                  <a:lnTo>
                    <a:pt x="1786" y="142717"/>
                  </a:lnTo>
                  <a:lnTo>
                    <a:pt x="1095" y="147961"/>
                  </a:lnTo>
                  <a:lnTo>
                    <a:pt x="571" y="153225"/>
                  </a:lnTo>
                  <a:lnTo>
                    <a:pt x="213" y="158503"/>
                  </a:lnTo>
                  <a:lnTo>
                    <a:pt x="23" y="163789"/>
                  </a:lnTo>
                  <a:lnTo>
                    <a:pt x="0" y="169079"/>
                  </a:lnTo>
                  <a:lnTo>
                    <a:pt x="144" y="174366"/>
                  </a:lnTo>
                  <a:lnTo>
                    <a:pt x="455" y="179647"/>
                  </a:lnTo>
                  <a:lnTo>
                    <a:pt x="933" y="184915"/>
                  </a:lnTo>
                  <a:lnTo>
                    <a:pt x="1578" y="190165"/>
                  </a:lnTo>
                  <a:lnTo>
                    <a:pt x="2389" y="195393"/>
                  </a:lnTo>
                  <a:lnTo>
                    <a:pt x="3364" y="200592"/>
                  </a:lnTo>
                  <a:lnTo>
                    <a:pt x="4504" y="205757"/>
                  </a:lnTo>
                  <a:lnTo>
                    <a:pt x="5806" y="210884"/>
                  </a:lnTo>
                  <a:lnTo>
                    <a:pt x="7270" y="215967"/>
                  </a:lnTo>
                  <a:lnTo>
                    <a:pt x="8894" y="221001"/>
                  </a:lnTo>
                  <a:lnTo>
                    <a:pt x="10677" y="225982"/>
                  </a:lnTo>
                  <a:lnTo>
                    <a:pt x="12616" y="230903"/>
                  </a:lnTo>
                  <a:lnTo>
                    <a:pt x="14710" y="235761"/>
                  </a:lnTo>
                  <a:lnTo>
                    <a:pt x="16956" y="240550"/>
                  </a:lnTo>
                  <a:lnTo>
                    <a:pt x="19353" y="245265"/>
                  </a:lnTo>
                  <a:lnTo>
                    <a:pt x="21898" y="249903"/>
                  </a:lnTo>
                  <a:lnTo>
                    <a:pt x="24589" y="254457"/>
                  </a:lnTo>
                  <a:lnTo>
                    <a:pt x="27422" y="258924"/>
                  </a:lnTo>
                  <a:lnTo>
                    <a:pt x="30395" y="263299"/>
                  </a:lnTo>
                  <a:lnTo>
                    <a:pt x="33505" y="267578"/>
                  </a:lnTo>
                  <a:lnTo>
                    <a:pt x="36749" y="271757"/>
                  </a:lnTo>
                  <a:lnTo>
                    <a:pt x="40124" y="275830"/>
                  </a:lnTo>
                  <a:lnTo>
                    <a:pt x="43625" y="279795"/>
                  </a:lnTo>
                  <a:lnTo>
                    <a:pt x="47250" y="283647"/>
                  </a:lnTo>
                  <a:lnTo>
                    <a:pt x="50996" y="287382"/>
                  </a:lnTo>
                  <a:lnTo>
                    <a:pt x="54858" y="290998"/>
                  </a:lnTo>
                  <a:lnTo>
                    <a:pt x="58832" y="294489"/>
                  </a:lnTo>
                  <a:lnTo>
                    <a:pt x="62914" y="297852"/>
                  </a:lnTo>
                  <a:lnTo>
                    <a:pt x="67101" y="301085"/>
                  </a:lnTo>
                  <a:lnTo>
                    <a:pt x="71388" y="304183"/>
                  </a:lnTo>
                  <a:lnTo>
                    <a:pt x="75772" y="307145"/>
                  </a:lnTo>
                  <a:lnTo>
                    <a:pt x="80246" y="309966"/>
                  </a:lnTo>
                  <a:lnTo>
                    <a:pt x="84808" y="312644"/>
                  </a:lnTo>
                  <a:lnTo>
                    <a:pt x="89452" y="315177"/>
                  </a:lnTo>
                  <a:lnTo>
                    <a:pt x="94174" y="317561"/>
                  </a:lnTo>
                  <a:lnTo>
                    <a:pt x="98969" y="319795"/>
                  </a:lnTo>
                  <a:lnTo>
                    <a:pt x="103832" y="321876"/>
                  </a:lnTo>
                  <a:lnTo>
                    <a:pt x="108758" y="323802"/>
                  </a:lnTo>
                  <a:lnTo>
                    <a:pt x="113743" y="325572"/>
                  </a:lnTo>
                  <a:lnTo>
                    <a:pt x="118782" y="327182"/>
                  </a:lnTo>
                  <a:lnTo>
                    <a:pt x="123869" y="328633"/>
                  </a:lnTo>
                  <a:lnTo>
                    <a:pt x="128999" y="329921"/>
                  </a:lnTo>
                  <a:lnTo>
                    <a:pt x="134168" y="331047"/>
                  </a:lnTo>
                  <a:lnTo>
                    <a:pt x="139369" y="332009"/>
                  </a:lnTo>
                  <a:lnTo>
                    <a:pt x="144599" y="332805"/>
                  </a:lnTo>
                  <a:lnTo>
                    <a:pt x="149851" y="333436"/>
                  </a:lnTo>
                  <a:lnTo>
                    <a:pt x="155120" y="333901"/>
                  </a:lnTo>
                  <a:lnTo>
                    <a:pt x="160402" y="334198"/>
                  </a:lnTo>
                  <a:lnTo>
                    <a:pt x="165690" y="334328"/>
                  </a:lnTo>
                  <a:lnTo>
                    <a:pt x="170979" y="334291"/>
                  </a:lnTo>
                  <a:lnTo>
                    <a:pt x="176265" y="334086"/>
                  </a:lnTo>
                  <a:lnTo>
                    <a:pt x="181542" y="333714"/>
                  </a:lnTo>
                  <a:lnTo>
                    <a:pt x="186804" y="333176"/>
                  </a:lnTo>
                  <a:lnTo>
                    <a:pt x="192047" y="332471"/>
                  </a:lnTo>
                  <a:lnTo>
                    <a:pt x="197264" y="331601"/>
                  </a:lnTo>
                  <a:lnTo>
                    <a:pt x="202452" y="330566"/>
                  </a:lnTo>
                  <a:lnTo>
                    <a:pt x="207604" y="329367"/>
                  </a:lnTo>
                  <a:lnTo>
                    <a:pt x="212716" y="328006"/>
                  </a:lnTo>
                  <a:lnTo>
                    <a:pt x="217782" y="326484"/>
                  </a:lnTo>
                  <a:lnTo>
                    <a:pt x="222797" y="324803"/>
                  </a:lnTo>
                  <a:lnTo>
                    <a:pt x="227757" y="322963"/>
                  </a:lnTo>
                  <a:lnTo>
                    <a:pt x="232656" y="320968"/>
                  </a:lnTo>
                  <a:lnTo>
                    <a:pt x="237489" y="318819"/>
                  </a:lnTo>
                  <a:lnTo>
                    <a:pt x="242252" y="316517"/>
                  </a:lnTo>
                  <a:lnTo>
                    <a:pt x="246940" y="314067"/>
                  </a:lnTo>
                  <a:lnTo>
                    <a:pt x="251548" y="311469"/>
                  </a:lnTo>
                  <a:lnTo>
                    <a:pt x="256071" y="308726"/>
                  </a:lnTo>
                  <a:lnTo>
                    <a:pt x="260505" y="305842"/>
                  </a:lnTo>
                  <a:lnTo>
                    <a:pt x="264846" y="302819"/>
                  </a:lnTo>
                  <a:lnTo>
                    <a:pt x="269089" y="299661"/>
                  </a:lnTo>
                  <a:lnTo>
                    <a:pt x="273230" y="296369"/>
                  </a:lnTo>
                  <a:lnTo>
                    <a:pt x="277265" y="292948"/>
                  </a:lnTo>
                  <a:lnTo>
                    <a:pt x="281189" y="289402"/>
                  </a:lnTo>
                  <a:lnTo>
                    <a:pt x="285000" y="285733"/>
                  </a:lnTo>
                  <a:lnTo>
                    <a:pt x="288692" y="281945"/>
                  </a:lnTo>
                  <a:lnTo>
                    <a:pt x="292263" y="278042"/>
                  </a:lnTo>
                  <a:lnTo>
                    <a:pt x="295708" y="274028"/>
                  </a:lnTo>
                  <a:lnTo>
                    <a:pt x="299025" y="269907"/>
                  </a:lnTo>
                  <a:lnTo>
                    <a:pt x="302209" y="265684"/>
                  </a:lnTo>
                  <a:lnTo>
                    <a:pt x="305259" y="261361"/>
                  </a:lnTo>
                  <a:lnTo>
                    <a:pt x="308170" y="256945"/>
                  </a:lnTo>
                  <a:lnTo>
                    <a:pt x="310940" y="252438"/>
                  </a:lnTo>
                  <a:lnTo>
                    <a:pt x="313566" y="247846"/>
                  </a:lnTo>
                  <a:lnTo>
                    <a:pt x="316045" y="243173"/>
                  </a:lnTo>
                  <a:lnTo>
                    <a:pt x="318375" y="238425"/>
                  </a:lnTo>
                  <a:lnTo>
                    <a:pt x="320554" y="233604"/>
                  </a:lnTo>
                  <a:lnTo>
                    <a:pt x="322579" y="228718"/>
                  </a:lnTo>
                  <a:lnTo>
                    <a:pt x="324449" y="223769"/>
                  </a:lnTo>
                  <a:lnTo>
                    <a:pt x="326161" y="218764"/>
                  </a:lnTo>
                  <a:lnTo>
                    <a:pt x="327714" y="213708"/>
                  </a:lnTo>
                  <a:lnTo>
                    <a:pt x="329106" y="208605"/>
                  </a:lnTo>
                  <a:lnTo>
                    <a:pt x="330336" y="203460"/>
                  </a:lnTo>
                  <a:lnTo>
                    <a:pt x="331403" y="198279"/>
                  </a:lnTo>
                  <a:lnTo>
                    <a:pt x="332305" y="193066"/>
                  </a:lnTo>
                  <a:lnTo>
                    <a:pt x="333042" y="187828"/>
                  </a:lnTo>
                  <a:lnTo>
                    <a:pt x="333612" y="182569"/>
                  </a:lnTo>
                  <a:lnTo>
                    <a:pt x="334016" y="177295"/>
                  </a:lnTo>
                  <a:lnTo>
                    <a:pt x="334253" y="172011"/>
                  </a:lnTo>
                  <a:lnTo>
                    <a:pt x="334323" y="166721"/>
                  </a:lnTo>
                  <a:lnTo>
                    <a:pt x="334225" y="161433"/>
                  </a:lnTo>
                  <a:lnTo>
                    <a:pt x="333960" y="156150"/>
                  </a:lnTo>
                  <a:lnTo>
                    <a:pt x="333528" y="150877"/>
                  </a:lnTo>
                  <a:lnTo>
                    <a:pt x="332929" y="145622"/>
                  </a:lnTo>
                  <a:lnTo>
                    <a:pt x="332165" y="140388"/>
                  </a:lnTo>
                  <a:lnTo>
                    <a:pt x="331235" y="135180"/>
                  </a:lnTo>
                  <a:lnTo>
                    <a:pt x="330140" y="130005"/>
                  </a:lnTo>
                  <a:lnTo>
                    <a:pt x="328883" y="124867"/>
                  </a:lnTo>
                  <a:lnTo>
                    <a:pt x="327464" y="119771"/>
                  </a:lnTo>
                  <a:lnTo>
                    <a:pt x="325884" y="11472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494234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379510"/>
              <a:ext cx="158727" cy="167167"/>
            </a:xfrm>
            <a:custGeom>
              <a:avLst/>
              <a:pathLst>
                <a:path w="158727" h="167167">
                  <a:moveTo>
                    <a:pt x="158727" y="114723"/>
                  </a:moveTo>
                  <a:lnTo>
                    <a:pt x="156914" y="109524"/>
                  </a:lnTo>
                  <a:lnTo>
                    <a:pt x="154931" y="104387"/>
                  </a:lnTo>
                  <a:lnTo>
                    <a:pt x="152779" y="99319"/>
                  </a:lnTo>
                  <a:lnTo>
                    <a:pt x="150462" y="94324"/>
                  </a:lnTo>
                  <a:lnTo>
                    <a:pt x="147981" y="89409"/>
                  </a:lnTo>
                  <a:lnTo>
                    <a:pt x="145340" y="84577"/>
                  </a:lnTo>
                  <a:lnTo>
                    <a:pt x="142541" y="79836"/>
                  </a:lnTo>
                  <a:lnTo>
                    <a:pt x="139588" y="75189"/>
                  </a:lnTo>
                  <a:lnTo>
                    <a:pt x="136483" y="70641"/>
                  </a:lnTo>
                  <a:lnTo>
                    <a:pt x="133230" y="66199"/>
                  </a:lnTo>
                  <a:lnTo>
                    <a:pt x="129833" y="61866"/>
                  </a:lnTo>
                  <a:lnTo>
                    <a:pt x="126294" y="57647"/>
                  </a:lnTo>
                  <a:lnTo>
                    <a:pt x="122619" y="53547"/>
                  </a:lnTo>
                  <a:lnTo>
                    <a:pt x="118811" y="49571"/>
                  </a:lnTo>
                  <a:lnTo>
                    <a:pt x="114873" y="45722"/>
                  </a:lnTo>
                  <a:lnTo>
                    <a:pt x="110812" y="42004"/>
                  </a:lnTo>
                  <a:lnTo>
                    <a:pt x="106629" y="38423"/>
                  </a:lnTo>
                  <a:lnTo>
                    <a:pt x="102332" y="34981"/>
                  </a:lnTo>
                  <a:lnTo>
                    <a:pt x="97923" y="31683"/>
                  </a:lnTo>
                  <a:lnTo>
                    <a:pt x="93408" y="28531"/>
                  </a:lnTo>
                  <a:lnTo>
                    <a:pt x="88791" y="25530"/>
                  </a:lnTo>
                  <a:lnTo>
                    <a:pt x="84079" y="22683"/>
                  </a:lnTo>
                  <a:lnTo>
                    <a:pt x="79275" y="19992"/>
                  </a:lnTo>
                  <a:lnTo>
                    <a:pt x="74385" y="17461"/>
                  </a:lnTo>
                  <a:lnTo>
                    <a:pt x="69414" y="15093"/>
                  </a:lnTo>
                  <a:lnTo>
                    <a:pt x="64368" y="12889"/>
                  </a:lnTo>
                  <a:lnTo>
                    <a:pt x="59253" y="10853"/>
                  </a:lnTo>
                  <a:lnTo>
                    <a:pt x="54073" y="8986"/>
                  </a:lnTo>
                  <a:lnTo>
                    <a:pt x="48834" y="7291"/>
                  </a:lnTo>
                  <a:lnTo>
                    <a:pt x="43542" y="5770"/>
                  </a:lnTo>
                  <a:lnTo>
                    <a:pt x="38203" y="4424"/>
                  </a:lnTo>
                  <a:lnTo>
                    <a:pt x="32823" y="3254"/>
                  </a:lnTo>
                  <a:lnTo>
                    <a:pt x="27407" y="2262"/>
                  </a:lnTo>
                  <a:lnTo>
                    <a:pt x="21961" y="1448"/>
                  </a:lnTo>
                  <a:lnTo>
                    <a:pt x="16492" y="815"/>
                  </a:lnTo>
                  <a:lnTo>
                    <a:pt x="11004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465982" y="1120312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2"/>
                  </a:lnTo>
                  <a:lnTo>
                    <a:pt x="135574" y="3009"/>
                  </a:lnTo>
                  <a:lnTo>
                    <a:pt x="130391" y="4092"/>
                  </a:lnTo>
                  <a:lnTo>
                    <a:pt x="125245" y="5338"/>
                  </a:lnTo>
                  <a:lnTo>
                    <a:pt x="120141" y="6746"/>
                  </a:lnTo>
                  <a:lnTo>
                    <a:pt x="115085" y="8315"/>
                  </a:lnTo>
                  <a:lnTo>
                    <a:pt x="110080" y="10044"/>
                  </a:lnTo>
                  <a:lnTo>
                    <a:pt x="105133" y="11930"/>
                  </a:lnTo>
                  <a:lnTo>
                    <a:pt x="100248" y="13972"/>
                  </a:lnTo>
                  <a:lnTo>
                    <a:pt x="95430" y="16168"/>
                  </a:lnTo>
                  <a:lnTo>
                    <a:pt x="90684" y="18515"/>
                  </a:lnTo>
                  <a:lnTo>
                    <a:pt x="86014" y="21011"/>
                  </a:lnTo>
                  <a:lnTo>
                    <a:pt x="81426" y="23654"/>
                  </a:lnTo>
                  <a:lnTo>
                    <a:pt x="76925" y="26441"/>
                  </a:lnTo>
                  <a:lnTo>
                    <a:pt x="72513" y="29369"/>
                  </a:lnTo>
                  <a:lnTo>
                    <a:pt x="68197" y="32435"/>
                  </a:lnTo>
                  <a:lnTo>
                    <a:pt x="63979" y="35637"/>
                  </a:lnTo>
                  <a:lnTo>
                    <a:pt x="59866" y="38970"/>
                  </a:lnTo>
                  <a:lnTo>
                    <a:pt x="55860" y="42432"/>
                  </a:lnTo>
                  <a:lnTo>
                    <a:pt x="51965" y="46019"/>
                  </a:lnTo>
                  <a:lnTo>
                    <a:pt x="48186" y="49728"/>
                  </a:lnTo>
                  <a:lnTo>
                    <a:pt x="44527" y="53554"/>
                  </a:lnTo>
                  <a:lnTo>
                    <a:pt x="40990" y="57495"/>
                  </a:lnTo>
                  <a:lnTo>
                    <a:pt x="37581" y="61545"/>
                  </a:lnTo>
                  <a:lnTo>
                    <a:pt x="34301" y="65702"/>
                  </a:lnTo>
                  <a:lnTo>
                    <a:pt x="31154" y="69960"/>
                  </a:lnTo>
                  <a:lnTo>
                    <a:pt x="28144" y="74316"/>
                  </a:lnTo>
                  <a:lnTo>
                    <a:pt x="25273" y="78765"/>
                  </a:lnTo>
                  <a:lnTo>
                    <a:pt x="22544" y="83302"/>
                  </a:lnTo>
                  <a:lnTo>
                    <a:pt x="19961" y="87924"/>
                  </a:lnTo>
                  <a:lnTo>
                    <a:pt x="17525" y="92625"/>
                  </a:lnTo>
                  <a:lnTo>
                    <a:pt x="15240" y="97401"/>
                  </a:lnTo>
                  <a:lnTo>
                    <a:pt x="13106" y="102247"/>
                  </a:lnTo>
                  <a:lnTo>
                    <a:pt x="11128" y="107158"/>
                  </a:lnTo>
                  <a:lnTo>
                    <a:pt x="9306" y="112129"/>
                  </a:lnTo>
                  <a:lnTo>
                    <a:pt x="7642" y="117156"/>
                  </a:lnTo>
                  <a:lnTo>
                    <a:pt x="6138" y="122232"/>
                  </a:lnTo>
                  <a:lnTo>
                    <a:pt x="4796" y="127354"/>
                  </a:lnTo>
                  <a:lnTo>
                    <a:pt x="3616" y="132516"/>
                  </a:lnTo>
                  <a:lnTo>
                    <a:pt x="2601" y="137712"/>
                  </a:lnTo>
                  <a:lnTo>
                    <a:pt x="1751" y="142938"/>
                  </a:lnTo>
                  <a:lnTo>
                    <a:pt x="1066" y="148189"/>
                  </a:lnTo>
                  <a:lnTo>
                    <a:pt x="549" y="153458"/>
                  </a:lnTo>
                  <a:lnTo>
                    <a:pt x="198" y="158741"/>
                  </a:lnTo>
                  <a:lnTo>
                    <a:pt x="15" y="164032"/>
                  </a:lnTo>
                  <a:lnTo>
                    <a:pt x="0" y="169327"/>
                  </a:lnTo>
                  <a:lnTo>
                    <a:pt x="152" y="174620"/>
                  </a:lnTo>
                  <a:lnTo>
                    <a:pt x="472" y="179905"/>
                  </a:lnTo>
                  <a:lnTo>
                    <a:pt x="959" y="185177"/>
                  </a:lnTo>
                  <a:lnTo>
                    <a:pt x="1612" y="190431"/>
                  </a:lnTo>
                  <a:lnTo>
                    <a:pt x="2432" y="195662"/>
                  </a:lnTo>
                  <a:lnTo>
                    <a:pt x="3417" y="200864"/>
                  </a:lnTo>
                  <a:lnTo>
                    <a:pt x="4566" y="206033"/>
                  </a:lnTo>
                  <a:lnTo>
                    <a:pt x="5879" y="211162"/>
                  </a:lnTo>
                  <a:lnTo>
                    <a:pt x="7353" y="216248"/>
                  </a:lnTo>
                  <a:lnTo>
                    <a:pt x="8987" y="221284"/>
                  </a:lnTo>
                  <a:lnTo>
                    <a:pt x="10781" y="226265"/>
                  </a:lnTo>
                  <a:lnTo>
                    <a:pt x="12731" y="231188"/>
                  </a:lnTo>
                  <a:lnTo>
                    <a:pt x="14836" y="236046"/>
                  </a:lnTo>
                  <a:lnTo>
                    <a:pt x="17093" y="240835"/>
                  </a:lnTo>
                  <a:lnTo>
                    <a:pt x="19502" y="245551"/>
                  </a:lnTo>
                  <a:lnTo>
                    <a:pt x="22058" y="250187"/>
                  </a:lnTo>
                  <a:lnTo>
                    <a:pt x="24760" y="254741"/>
                  </a:lnTo>
                  <a:lnTo>
                    <a:pt x="27605" y="259206"/>
                  </a:lnTo>
                  <a:lnTo>
                    <a:pt x="30590" y="263580"/>
                  </a:lnTo>
                  <a:lnTo>
                    <a:pt x="33711" y="267856"/>
                  </a:lnTo>
                  <a:lnTo>
                    <a:pt x="36967" y="272032"/>
                  </a:lnTo>
                  <a:lnTo>
                    <a:pt x="40353" y="276102"/>
                  </a:lnTo>
                  <a:lnTo>
                    <a:pt x="43867" y="280063"/>
                  </a:lnTo>
                  <a:lnTo>
                    <a:pt x="47504" y="283911"/>
                  </a:lnTo>
                  <a:lnTo>
                    <a:pt x="51261" y="287641"/>
                  </a:lnTo>
                  <a:lnTo>
                    <a:pt x="55135" y="291251"/>
                  </a:lnTo>
                  <a:lnTo>
                    <a:pt x="59120" y="294736"/>
                  </a:lnTo>
                  <a:lnTo>
                    <a:pt x="63215" y="298093"/>
                  </a:lnTo>
                  <a:lnTo>
                    <a:pt x="67413" y="301319"/>
                  </a:lnTo>
                  <a:lnTo>
                    <a:pt x="71712" y="304411"/>
                  </a:lnTo>
                  <a:lnTo>
                    <a:pt x="76106" y="307365"/>
                  </a:lnTo>
                  <a:lnTo>
                    <a:pt x="80591" y="310178"/>
                  </a:lnTo>
                  <a:lnTo>
                    <a:pt x="85164" y="312847"/>
                  </a:lnTo>
                  <a:lnTo>
                    <a:pt x="89819" y="315371"/>
                  </a:lnTo>
                  <a:lnTo>
                    <a:pt x="94551" y="317745"/>
                  </a:lnTo>
                  <a:lnTo>
                    <a:pt x="99356" y="319969"/>
                  </a:lnTo>
                  <a:lnTo>
                    <a:pt x="104229" y="322040"/>
                  </a:lnTo>
                  <a:lnTo>
                    <a:pt x="109165" y="323955"/>
                  </a:lnTo>
                  <a:lnTo>
                    <a:pt x="114160" y="325712"/>
                  </a:lnTo>
                  <a:lnTo>
                    <a:pt x="119207" y="327311"/>
                  </a:lnTo>
                  <a:lnTo>
                    <a:pt x="124303" y="328749"/>
                  </a:lnTo>
                  <a:lnTo>
                    <a:pt x="129442" y="330025"/>
                  </a:lnTo>
                  <a:lnTo>
                    <a:pt x="134618" y="331138"/>
                  </a:lnTo>
                  <a:lnTo>
                    <a:pt x="139827" y="332086"/>
                  </a:lnTo>
                  <a:lnTo>
                    <a:pt x="145064" y="332869"/>
                  </a:lnTo>
                  <a:lnTo>
                    <a:pt x="150322" y="333485"/>
                  </a:lnTo>
                  <a:lnTo>
                    <a:pt x="155598" y="333935"/>
                  </a:lnTo>
                  <a:lnTo>
                    <a:pt x="160885" y="334217"/>
                  </a:lnTo>
                  <a:lnTo>
                    <a:pt x="166179" y="334332"/>
                  </a:lnTo>
                  <a:lnTo>
                    <a:pt x="171473" y="334279"/>
                  </a:lnTo>
                  <a:lnTo>
                    <a:pt x="176763" y="334058"/>
                  </a:lnTo>
                  <a:lnTo>
                    <a:pt x="182044" y="333670"/>
                  </a:lnTo>
                  <a:lnTo>
                    <a:pt x="187309" y="333115"/>
                  </a:lnTo>
                  <a:lnTo>
                    <a:pt x="192554" y="332393"/>
                  </a:lnTo>
                  <a:lnTo>
                    <a:pt x="197774" y="331506"/>
                  </a:lnTo>
                  <a:lnTo>
                    <a:pt x="202963" y="330454"/>
                  </a:lnTo>
                  <a:lnTo>
                    <a:pt x="208117" y="329238"/>
                  </a:lnTo>
                  <a:lnTo>
                    <a:pt x="213229" y="327859"/>
                  </a:lnTo>
                  <a:lnTo>
                    <a:pt x="218294" y="326319"/>
                  </a:lnTo>
                  <a:lnTo>
                    <a:pt x="223309" y="324620"/>
                  </a:lnTo>
                  <a:lnTo>
                    <a:pt x="228267" y="322763"/>
                  </a:lnTo>
                  <a:lnTo>
                    <a:pt x="233164" y="320749"/>
                  </a:lnTo>
                  <a:lnTo>
                    <a:pt x="237995" y="318582"/>
                  </a:lnTo>
                  <a:lnTo>
                    <a:pt x="242755" y="316262"/>
                  </a:lnTo>
                  <a:lnTo>
                    <a:pt x="247438" y="313793"/>
                  </a:lnTo>
                  <a:lnTo>
                    <a:pt x="252042" y="311177"/>
                  </a:lnTo>
                  <a:lnTo>
                    <a:pt x="256560" y="308416"/>
                  </a:lnTo>
                  <a:lnTo>
                    <a:pt x="260988" y="305514"/>
                  </a:lnTo>
                  <a:lnTo>
                    <a:pt x="265322" y="302473"/>
                  </a:lnTo>
                  <a:lnTo>
                    <a:pt x="269558" y="299296"/>
                  </a:lnTo>
                  <a:lnTo>
                    <a:pt x="273691" y="295987"/>
                  </a:lnTo>
                  <a:lnTo>
                    <a:pt x="277717" y="292548"/>
                  </a:lnTo>
                  <a:lnTo>
                    <a:pt x="281633" y="288984"/>
                  </a:lnTo>
                  <a:lnTo>
                    <a:pt x="285433" y="285297"/>
                  </a:lnTo>
                  <a:lnTo>
                    <a:pt x="289115" y="281492"/>
                  </a:lnTo>
                  <a:lnTo>
                    <a:pt x="292674" y="277573"/>
                  </a:lnTo>
                  <a:lnTo>
                    <a:pt x="296108" y="273542"/>
                  </a:lnTo>
                  <a:lnTo>
                    <a:pt x="299412" y="269405"/>
                  </a:lnTo>
                  <a:lnTo>
                    <a:pt x="302583" y="265165"/>
                  </a:lnTo>
                  <a:lnTo>
                    <a:pt x="305619" y="260827"/>
                  </a:lnTo>
                  <a:lnTo>
                    <a:pt x="308515" y="256395"/>
                  </a:lnTo>
                  <a:lnTo>
                    <a:pt x="311270" y="251873"/>
                  </a:lnTo>
                  <a:lnTo>
                    <a:pt x="313881" y="247267"/>
                  </a:lnTo>
                  <a:lnTo>
                    <a:pt x="316344" y="242580"/>
                  </a:lnTo>
                  <a:lnTo>
                    <a:pt x="318657" y="237817"/>
                  </a:lnTo>
                  <a:lnTo>
                    <a:pt x="320818" y="232984"/>
                  </a:lnTo>
                  <a:lnTo>
                    <a:pt x="322826" y="228084"/>
                  </a:lnTo>
                  <a:lnTo>
                    <a:pt x="324677" y="223124"/>
                  </a:lnTo>
                  <a:lnTo>
                    <a:pt x="326370" y="218107"/>
                  </a:lnTo>
                  <a:lnTo>
                    <a:pt x="327903" y="213039"/>
                  </a:lnTo>
                  <a:lnTo>
                    <a:pt x="329275" y="207925"/>
                  </a:lnTo>
                  <a:lnTo>
                    <a:pt x="330485" y="202771"/>
                  </a:lnTo>
                  <a:lnTo>
                    <a:pt x="331531" y="197580"/>
                  </a:lnTo>
                  <a:lnTo>
                    <a:pt x="332411" y="192359"/>
                  </a:lnTo>
                  <a:lnTo>
                    <a:pt x="333126" y="187113"/>
                  </a:lnTo>
                  <a:lnTo>
                    <a:pt x="333675" y="181847"/>
                  </a:lnTo>
                  <a:lnTo>
                    <a:pt x="334056" y="176566"/>
                  </a:lnTo>
                  <a:lnTo>
                    <a:pt x="334270" y="171276"/>
                  </a:lnTo>
                  <a:lnTo>
                    <a:pt x="334316" y="165981"/>
                  </a:lnTo>
                  <a:lnTo>
                    <a:pt x="334195" y="160688"/>
                  </a:lnTo>
                  <a:lnTo>
                    <a:pt x="333906" y="155401"/>
                  </a:lnTo>
                  <a:lnTo>
                    <a:pt x="333450" y="150126"/>
                  </a:lnTo>
                  <a:lnTo>
                    <a:pt x="332826" y="144868"/>
                  </a:lnTo>
                  <a:lnTo>
                    <a:pt x="332037" y="139633"/>
                  </a:lnTo>
                  <a:lnTo>
                    <a:pt x="331083" y="134425"/>
                  </a:lnTo>
                  <a:lnTo>
                    <a:pt x="329963" y="129250"/>
                  </a:lnTo>
                  <a:lnTo>
                    <a:pt x="328681" y="124112"/>
                  </a:lnTo>
                  <a:lnTo>
                    <a:pt x="327236" y="119019"/>
                  </a:lnTo>
                  <a:lnTo>
                    <a:pt x="325631" y="113973"/>
                  </a:lnTo>
                  <a:lnTo>
                    <a:pt x="323867" y="108981"/>
                  </a:lnTo>
                  <a:lnTo>
                    <a:pt x="321946" y="104047"/>
                  </a:lnTo>
                  <a:lnTo>
                    <a:pt x="319869" y="99177"/>
                  </a:lnTo>
                  <a:lnTo>
                    <a:pt x="317639" y="94374"/>
                  </a:lnTo>
                  <a:lnTo>
                    <a:pt x="315259" y="89645"/>
                  </a:lnTo>
                  <a:lnTo>
                    <a:pt x="312729" y="84994"/>
                  </a:lnTo>
                  <a:lnTo>
                    <a:pt x="310054" y="80425"/>
                  </a:lnTo>
                  <a:lnTo>
                    <a:pt x="307235" y="75942"/>
                  </a:lnTo>
                  <a:lnTo>
                    <a:pt x="304276" y="71552"/>
                  </a:lnTo>
                  <a:lnTo>
                    <a:pt x="301179" y="67257"/>
                  </a:lnTo>
                  <a:lnTo>
                    <a:pt x="297948" y="63063"/>
                  </a:lnTo>
                  <a:lnTo>
                    <a:pt x="294585" y="58973"/>
                  </a:lnTo>
                  <a:lnTo>
                    <a:pt x="291095" y="54992"/>
                  </a:lnTo>
                  <a:lnTo>
                    <a:pt x="287480" y="51123"/>
                  </a:lnTo>
                  <a:lnTo>
                    <a:pt x="283745" y="47370"/>
                  </a:lnTo>
                  <a:lnTo>
                    <a:pt x="279893" y="43738"/>
                  </a:lnTo>
                  <a:lnTo>
                    <a:pt x="275927" y="40230"/>
                  </a:lnTo>
                  <a:lnTo>
                    <a:pt x="271853" y="36848"/>
                  </a:lnTo>
                  <a:lnTo>
                    <a:pt x="267673" y="33598"/>
                  </a:lnTo>
                  <a:lnTo>
                    <a:pt x="263393" y="30482"/>
                  </a:lnTo>
                  <a:lnTo>
                    <a:pt x="259016" y="27502"/>
                  </a:lnTo>
                  <a:lnTo>
                    <a:pt x="254547" y="24663"/>
                  </a:lnTo>
                  <a:lnTo>
                    <a:pt x="249990" y="21967"/>
                  </a:lnTo>
                  <a:lnTo>
                    <a:pt x="245350" y="19417"/>
                  </a:lnTo>
                  <a:lnTo>
                    <a:pt x="240632" y="17014"/>
                  </a:lnTo>
                  <a:lnTo>
                    <a:pt x="235840" y="14763"/>
                  </a:lnTo>
                  <a:lnTo>
                    <a:pt x="230979" y="12664"/>
                  </a:lnTo>
                  <a:lnTo>
                    <a:pt x="226054" y="10720"/>
                  </a:lnTo>
                  <a:lnTo>
                    <a:pt x="221070" y="8933"/>
                  </a:lnTo>
                  <a:lnTo>
                    <a:pt x="216031" y="7305"/>
                  </a:lnTo>
                  <a:lnTo>
                    <a:pt x="210944" y="5837"/>
                  </a:lnTo>
                  <a:lnTo>
                    <a:pt x="205813" y="4531"/>
                  </a:lnTo>
                  <a:lnTo>
                    <a:pt x="200643" y="3389"/>
                  </a:lnTo>
                  <a:lnTo>
                    <a:pt x="195440" y="2410"/>
                  </a:lnTo>
                  <a:lnTo>
                    <a:pt x="190208" y="1597"/>
                  </a:lnTo>
                  <a:lnTo>
                    <a:pt x="184953" y="950"/>
                  </a:lnTo>
                  <a:lnTo>
                    <a:pt x="179680" y="470"/>
                  </a:lnTo>
                  <a:lnTo>
                    <a:pt x="174394" y="15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20469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20312"/>
              <a:ext cx="7241" cy="167167"/>
            </a:xfrm>
            <a:custGeom>
              <a:avLst/>
              <a:pathLst>
                <a:path w="7241" h="167167">
                  <a:moveTo>
                    <a:pt x="7241" y="1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68522" y="971635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0" y="5337"/>
                  </a:lnTo>
                  <a:lnTo>
                    <a:pt x="120147" y="6745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8"/>
                  </a:lnTo>
                  <a:lnTo>
                    <a:pt x="100255" y="13969"/>
                  </a:lnTo>
                  <a:lnTo>
                    <a:pt x="95437" y="16164"/>
                  </a:lnTo>
                  <a:lnTo>
                    <a:pt x="90692" y="18511"/>
                  </a:lnTo>
                  <a:lnTo>
                    <a:pt x="86023" y="21007"/>
                  </a:lnTo>
                  <a:lnTo>
                    <a:pt x="81435" y="23649"/>
                  </a:lnTo>
                  <a:lnTo>
                    <a:pt x="76934" y="26435"/>
                  </a:lnTo>
                  <a:lnTo>
                    <a:pt x="72523" y="29363"/>
                  </a:lnTo>
                  <a:lnTo>
                    <a:pt x="68206" y="32428"/>
                  </a:lnTo>
                  <a:lnTo>
                    <a:pt x="63990" y="35629"/>
                  </a:lnTo>
                  <a:lnTo>
                    <a:pt x="59876" y="38962"/>
                  </a:lnTo>
                  <a:lnTo>
                    <a:pt x="55870" y="42423"/>
                  </a:lnTo>
                  <a:lnTo>
                    <a:pt x="51976" y="46010"/>
                  </a:lnTo>
                  <a:lnTo>
                    <a:pt x="48197" y="49718"/>
                  </a:lnTo>
                  <a:lnTo>
                    <a:pt x="44538" y="53543"/>
                  </a:lnTo>
                  <a:lnTo>
                    <a:pt x="41001" y="57483"/>
                  </a:lnTo>
                  <a:lnTo>
                    <a:pt x="37591" y="61533"/>
                  </a:lnTo>
                  <a:lnTo>
                    <a:pt x="34311" y="65688"/>
                  </a:lnTo>
                  <a:lnTo>
                    <a:pt x="31164" y="69946"/>
                  </a:lnTo>
                  <a:lnTo>
                    <a:pt x="28154" y="74301"/>
                  </a:lnTo>
                  <a:lnTo>
                    <a:pt x="25283" y="78749"/>
                  </a:lnTo>
                  <a:lnTo>
                    <a:pt x="22554" y="83285"/>
                  </a:lnTo>
                  <a:lnTo>
                    <a:pt x="19971" y="87906"/>
                  </a:lnTo>
                  <a:lnTo>
                    <a:pt x="17535" y="92607"/>
                  </a:lnTo>
                  <a:lnTo>
                    <a:pt x="15249" y="97382"/>
                  </a:lnTo>
                  <a:lnTo>
                    <a:pt x="13115" y="102227"/>
                  </a:lnTo>
                  <a:lnTo>
                    <a:pt x="11136" y="107137"/>
                  </a:lnTo>
                  <a:lnTo>
                    <a:pt x="9313" y="112108"/>
                  </a:lnTo>
                  <a:lnTo>
                    <a:pt x="7649" y="117133"/>
                  </a:lnTo>
                  <a:lnTo>
                    <a:pt x="6145" y="122209"/>
                  </a:lnTo>
                  <a:lnTo>
                    <a:pt x="4802" y="127330"/>
                  </a:lnTo>
                  <a:lnTo>
                    <a:pt x="3622" y="132491"/>
                  </a:lnTo>
                  <a:lnTo>
                    <a:pt x="2606" y="137687"/>
                  </a:lnTo>
                  <a:lnTo>
                    <a:pt x="1755" y="142912"/>
                  </a:lnTo>
                  <a:lnTo>
                    <a:pt x="1070" y="148162"/>
                  </a:lnTo>
                  <a:lnTo>
                    <a:pt x="551" y="153430"/>
                  </a:lnTo>
                  <a:lnTo>
                    <a:pt x="200" y="158713"/>
                  </a:lnTo>
                  <a:lnTo>
                    <a:pt x="16" y="164004"/>
                  </a:lnTo>
                  <a:lnTo>
                    <a:pt x="0" y="169298"/>
                  </a:lnTo>
                  <a:lnTo>
                    <a:pt x="151" y="174590"/>
                  </a:lnTo>
                  <a:lnTo>
                    <a:pt x="470" y="179874"/>
                  </a:lnTo>
                  <a:lnTo>
                    <a:pt x="956" y="185146"/>
                  </a:lnTo>
                  <a:lnTo>
                    <a:pt x="1608" y="190400"/>
                  </a:lnTo>
                  <a:lnTo>
                    <a:pt x="2427" y="195630"/>
                  </a:lnTo>
                  <a:lnTo>
                    <a:pt x="3411" y="200832"/>
                  </a:lnTo>
                  <a:lnTo>
                    <a:pt x="4559" y="206000"/>
                  </a:lnTo>
                  <a:lnTo>
                    <a:pt x="5870" y="211129"/>
                  </a:lnTo>
                  <a:lnTo>
                    <a:pt x="7343" y="216214"/>
                  </a:lnTo>
                  <a:lnTo>
                    <a:pt x="8976" y="221250"/>
                  </a:lnTo>
                  <a:lnTo>
                    <a:pt x="10768" y="226232"/>
                  </a:lnTo>
                  <a:lnTo>
                    <a:pt x="12717" y="231154"/>
                  </a:lnTo>
                  <a:lnTo>
                    <a:pt x="14821" y="236013"/>
                  </a:lnTo>
                  <a:lnTo>
                    <a:pt x="17077" y="240802"/>
                  </a:lnTo>
                  <a:lnTo>
                    <a:pt x="19484" y="245517"/>
                  </a:lnTo>
                  <a:lnTo>
                    <a:pt x="22039" y="250154"/>
                  </a:lnTo>
                  <a:lnTo>
                    <a:pt x="24740" y="254707"/>
                  </a:lnTo>
                  <a:lnTo>
                    <a:pt x="27583" y="259173"/>
                  </a:lnTo>
                  <a:lnTo>
                    <a:pt x="30567" y="263547"/>
                  </a:lnTo>
                  <a:lnTo>
                    <a:pt x="33687" y="267823"/>
                  </a:lnTo>
                  <a:lnTo>
                    <a:pt x="36941" y="271999"/>
                  </a:lnTo>
                  <a:lnTo>
                    <a:pt x="40326" y="276070"/>
                  </a:lnTo>
                  <a:lnTo>
                    <a:pt x="43838" y="280031"/>
                  </a:lnTo>
                  <a:lnTo>
                    <a:pt x="47474" y="283879"/>
                  </a:lnTo>
                  <a:lnTo>
                    <a:pt x="51230" y="287611"/>
                  </a:lnTo>
                  <a:lnTo>
                    <a:pt x="55102" y="291221"/>
                  </a:lnTo>
                  <a:lnTo>
                    <a:pt x="59086" y="294707"/>
                  </a:lnTo>
                  <a:lnTo>
                    <a:pt x="63179" y="298065"/>
                  </a:lnTo>
                  <a:lnTo>
                    <a:pt x="67376" y="301292"/>
                  </a:lnTo>
                  <a:lnTo>
                    <a:pt x="71673" y="304384"/>
                  </a:lnTo>
                  <a:lnTo>
                    <a:pt x="76066" y="307339"/>
                  </a:lnTo>
                  <a:lnTo>
                    <a:pt x="80551" y="310153"/>
                  </a:lnTo>
                  <a:lnTo>
                    <a:pt x="85122" y="312823"/>
                  </a:lnTo>
                  <a:lnTo>
                    <a:pt x="89775" y="315348"/>
                  </a:lnTo>
                  <a:lnTo>
                    <a:pt x="94506" y="317724"/>
                  </a:lnTo>
                  <a:lnTo>
                    <a:pt x="99310" y="319949"/>
                  </a:lnTo>
                  <a:lnTo>
                    <a:pt x="104182" y="322020"/>
                  </a:lnTo>
                  <a:lnTo>
                    <a:pt x="109117" y="323937"/>
                  </a:lnTo>
                  <a:lnTo>
                    <a:pt x="114111" y="325696"/>
                  </a:lnTo>
                  <a:lnTo>
                    <a:pt x="119157" y="327296"/>
                  </a:lnTo>
                  <a:lnTo>
                    <a:pt x="124252" y="328736"/>
                  </a:lnTo>
                  <a:lnTo>
                    <a:pt x="129389" y="330013"/>
                  </a:lnTo>
                  <a:lnTo>
                    <a:pt x="134565" y="331127"/>
                  </a:lnTo>
                  <a:lnTo>
                    <a:pt x="139773" y="332077"/>
                  </a:lnTo>
                  <a:lnTo>
                    <a:pt x="145009" y="332861"/>
                  </a:lnTo>
                  <a:lnTo>
                    <a:pt x="150267" y="333479"/>
                  </a:lnTo>
                  <a:lnTo>
                    <a:pt x="155542" y="333931"/>
                  </a:lnTo>
                  <a:lnTo>
                    <a:pt x="160828" y="334215"/>
                  </a:lnTo>
                  <a:lnTo>
                    <a:pt x="166121" y="334331"/>
                  </a:lnTo>
                  <a:lnTo>
                    <a:pt x="171415" y="334280"/>
                  </a:lnTo>
                  <a:lnTo>
                    <a:pt x="176704" y="334061"/>
                  </a:lnTo>
                  <a:lnTo>
                    <a:pt x="181984" y="333675"/>
                  </a:lnTo>
                  <a:lnTo>
                    <a:pt x="187250" y="333122"/>
                  </a:lnTo>
                  <a:lnTo>
                    <a:pt x="192495" y="332402"/>
                  </a:lnTo>
                  <a:lnTo>
                    <a:pt x="197714" y="331517"/>
                  </a:lnTo>
                  <a:lnTo>
                    <a:pt x="202903" y="330467"/>
                  </a:lnTo>
                  <a:lnTo>
                    <a:pt x="208056" y="329253"/>
                  </a:lnTo>
                  <a:lnTo>
                    <a:pt x="213168" y="327877"/>
                  </a:lnTo>
                  <a:lnTo>
                    <a:pt x="218234" y="326339"/>
                  </a:lnTo>
                  <a:lnTo>
                    <a:pt x="223249" y="324642"/>
                  </a:lnTo>
                  <a:lnTo>
                    <a:pt x="228207" y="322786"/>
                  </a:lnTo>
                  <a:lnTo>
                    <a:pt x="233104" y="320775"/>
                  </a:lnTo>
                  <a:lnTo>
                    <a:pt x="237935" y="318610"/>
                  </a:lnTo>
                  <a:lnTo>
                    <a:pt x="242695" y="316292"/>
                  </a:lnTo>
                  <a:lnTo>
                    <a:pt x="247380" y="313825"/>
                  </a:lnTo>
                  <a:lnTo>
                    <a:pt x="251983" y="311211"/>
                  </a:lnTo>
                  <a:lnTo>
                    <a:pt x="256502" y="308453"/>
                  </a:lnTo>
                  <a:lnTo>
                    <a:pt x="260931" y="305553"/>
                  </a:lnTo>
                  <a:lnTo>
                    <a:pt x="265266" y="302514"/>
                  </a:lnTo>
                  <a:lnTo>
                    <a:pt x="269503" y="299339"/>
                  </a:lnTo>
                  <a:lnTo>
                    <a:pt x="273637" y="296032"/>
                  </a:lnTo>
                  <a:lnTo>
                    <a:pt x="277664" y="292596"/>
                  </a:lnTo>
                  <a:lnTo>
                    <a:pt x="281580" y="289033"/>
                  </a:lnTo>
                  <a:lnTo>
                    <a:pt x="285382" y="285349"/>
                  </a:lnTo>
                  <a:lnTo>
                    <a:pt x="289065" y="281546"/>
                  </a:lnTo>
                  <a:lnTo>
                    <a:pt x="292626" y="277628"/>
                  </a:lnTo>
                  <a:lnTo>
                    <a:pt x="296061" y="273599"/>
                  </a:lnTo>
                  <a:lnTo>
                    <a:pt x="299366" y="269464"/>
                  </a:lnTo>
                  <a:lnTo>
                    <a:pt x="302539" y="265226"/>
                  </a:lnTo>
                  <a:lnTo>
                    <a:pt x="305576" y="260890"/>
                  </a:lnTo>
                  <a:lnTo>
                    <a:pt x="308475" y="256460"/>
                  </a:lnTo>
                  <a:lnTo>
                    <a:pt x="311231" y="251940"/>
                  </a:lnTo>
                  <a:lnTo>
                    <a:pt x="313844" y="247335"/>
                  </a:lnTo>
                  <a:lnTo>
                    <a:pt x="316309" y="242650"/>
                  </a:lnTo>
                  <a:lnTo>
                    <a:pt x="318624" y="237889"/>
                  </a:lnTo>
                  <a:lnTo>
                    <a:pt x="320787" y="233057"/>
                  </a:lnTo>
                  <a:lnTo>
                    <a:pt x="322797" y="228159"/>
                  </a:lnTo>
                  <a:lnTo>
                    <a:pt x="324650" y="223200"/>
                  </a:lnTo>
                  <a:lnTo>
                    <a:pt x="326346" y="218185"/>
                  </a:lnTo>
                  <a:lnTo>
                    <a:pt x="327881" y="213118"/>
                  </a:lnTo>
                  <a:lnTo>
                    <a:pt x="329256" y="208006"/>
                  </a:lnTo>
                  <a:lnTo>
                    <a:pt x="330468" y="202852"/>
                  </a:lnTo>
                  <a:lnTo>
                    <a:pt x="331516" y="197663"/>
                  </a:lnTo>
                  <a:lnTo>
                    <a:pt x="332399" y="192443"/>
                  </a:lnTo>
                  <a:lnTo>
                    <a:pt x="333116" y="187198"/>
                  </a:lnTo>
                  <a:lnTo>
                    <a:pt x="333667" y="181932"/>
                  </a:lnTo>
                  <a:lnTo>
                    <a:pt x="334051" y="176652"/>
                  </a:lnTo>
                  <a:lnTo>
                    <a:pt x="334268" y="171362"/>
                  </a:lnTo>
                  <a:lnTo>
                    <a:pt x="334317" y="166068"/>
                  </a:lnTo>
                  <a:lnTo>
                    <a:pt x="334199" y="160776"/>
                  </a:lnTo>
                  <a:lnTo>
                    <a:pt x="333912" y="155489"/>
                  </a:lnTo>
                  <a:lnTo>
                    <a:pt x="333459" y="150215"/>
                  </a:lnTo>
                  <a:lnTo>
                    <a:pt x="332839" y="144957"/>
                  </a:lnTo>
                  <a:lnTo>
                    <a:pt x="332052" y="139722"/>
                  </a:lnTo>
                  <a:lnTo>
                    <a:pt x="331101" y="134514"/>
                  </a:lnTo>
                  <a:lnTo>
                    <a:pt x="329984" y="129339"/>
                  </a:lnTo>
                  <a:lnTo>
                    <a:pt x="328705" y="124201"/>
                  </a:lnTo>
                  <a:lnTo>
                    <a:pt x="327263" y="119107"/>
                  </a:lnTo>
                  <a:lnTo>
                    <a:pt x="325661" y="114061"/>
                  </a:lnTo>
                  <a:lnTo>
                    <a:pt x="323900" y="109069"/>
                  </a:lnTo>
                  <a:lnTo>
                    <a:pt x="321982" y="104134"/>
                  </a:lnTo>
                  <a:lnTo>
                    <a:pt x="319908" y="99263"/>
                  </a:lnTo>
                  <a:lnTo>
                    <a:pt x="317681" y="94460"/>
                  </a:lnTo>
                  <a:lnTo>
                    <a:pt x="315304" y="89730"/>
                  </a:lnTo>
                  <a:lnTo>
                    <a:pt x="312777" y="85078"/>
                  </a:lnTo>
                  <a:lnTo>
                    <a:pt x="310105" y="80508"/>
                  </a:lnTo>
                  <a:lnTo>
                    <a:pt x="307289" y="76025"/>
                  </a:lnTo>
                  <a:lnTo>
                    <a:pt x="304333" y="71633"/>
                  </a:lnTo>
                  <a:lnTo>
                    <a:pt x="301239" y="67337"/>
                  </a:lnTo>
                  <a:lnTo>
                    <a:pt x="298010" y="63141"/>
                  </a:lnTo>
                  <a:lnTo>
                    <a:pt x="294651" y="59049"/>
                  </a:lnTo>
                  <a:lnTo>
                    <a:pt x="291163" y="55066"/>
                  </a:lnTo>
                  <a:lnTo>
                    <a:pt x="287551" y="5119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022831"/>
              <a:ext cx="120397" cy="115971"/>
            </a:xfrm>
            <a:custGeom>
              <a:avLst/>
              <a:pathLst>
                <a:path w="120397" h="115971">
                  <a:moveTo>
                    <a:pt x="120397" y="0"/>
                  </a:moveTo>
                  <a:lnTo>
                    <a:pt x="0" y="115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019595"/>
              <a:ext cx="120397" cy="119207"/>
            </a:xfrm>
            <a:custGeom>
              <a:avLst/>
              <a:pathLst>
                <a:path w="120397" h="119207">
                  <a:moveTo>
                    <a:pt x="120397" y="3235"/>
                  </a:moveTo>
                  <a:lnTo>
                    <a:pt x="117194" y="0"/>
                  </a:lnTo>
                  <a:lnTo>
                    <a:pt x="0" y="119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971635"/>
              <a:ext cx="117194" cy="167167"/>
            </a:xfrm>
            <a:custGeom>
              <a:avLst/>
              <a:pathLst>
                <a:path w="117194" h="167167">
                  <a:moveTo>
                    <a:pt x="117194" y="47960"/>
                  </a:moveTo>
                  <a:lnTo>
                    <a:pt x="113102" y="44070"/>
                  </a:lnTo>
                  <a:lnTo>
                    <a:pt x="108880" y="40321"/>
                  </a:lnTo>
                  <a:lnTo>
                    <a:pt x="104534" y="36716"/>
                  </a:lnTo>
                  <a:lnTo>
                    <a:pt x="100069" y="33260"/>
                  </a:lnTo>
                  <a:lnTo>
                    <a:pt x="95490" y="29957"/>
                  </a:lnTo>
                  <a:lnTo>
                    <a:pt x="90802" y="26810"/>
                  </a:lnTo>
                  <a:lnTo>
                    <a:pt x="86010" y="23824"/>
                  </a:lnTo>
                  <a:lnTo>
                    <a:pt x="81120" y="21001"/>
                  </a:lnTo>
                  <a:lnTo>
                    <a:pt x="76137" y="18345"/>
                  </a:lnTo>
                  <a:lnTo>
                    <a:pt x="71068" y="15859"/>
                  </a:lnTo>
                  <a:lnTo>
                    <a:pt x="65918" y="13545"/>
                  </a:lnTo>
                  <a:lnTo>
                    <a:pt x="60692" y="11406"/>
                  </a:lnTo>
                  <a:lnTo>
                    <a:pt x="55397" y="9446"/>
                  </a:lnTo>
                  <a:lnTo>
                    <a:pt x="50039" y="7665"/>
                  </a:lnTo>
                  <a:lnTo>
                    <a:pt x="44624" y="6066"/>
                  </a:lnTo>
                  <a:lnTo>
                    <a:pt x="39158" y="4651"/>
                  </a:lnTo>
                  <a:lnTo>
                    <a:pt x="33647" y="3421"/>
                  </a:lnTo>
                  <a:lnTo>
                    <a:pt x="28098" y="2378"/>
                  </a:lnTo>
                  <a:lnTo>
                    <a:pt x="22517" y="1523"/>
                  </a:lnTo>
                  <a:lnTo>
                    <a:pt x="16910" y="857"/>
                  </a:lnTo>
                  <a:lnTo>
                    <a:pt x="11284" y="381"/>
                  </a:lnTo>
                  <a:lnTo>
                    <a:pt x="564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22144" y="941493"/>
              <a:ext cx="95135" cy="167167"/>
            </a:xfrm>
            <a:custGeom>
              <a:avLst/>
              <a:pathLst>
                <a:path w="95135" h="167167">
                  <a:moveTo>
                    <a:pt x="95135" y="0"/>
                  </a:moveTo>
                  <a:lnTo>
                    <a:pt x="89513" y="94"/>
                  </a:lnTo>
                  <a:lnTo>
                    <a:pt x="83898" y="378"/>
                  </a:lnTo>
                  <a:lnTo>
                    <a:pt x="78296" y="850"/>
                  </a:lnTo>
                  <a:lnTo>
                    <a:pt x="72713" y="1510"/>
                  </a:lnTo>
                  <a:lnTo>
                    <a:pt x="67155" y="2358"/>
                  </a:lnTo>
                  <a:lnTo>
                    <a:pt x="61628" y="3392"/>
                  </a:lnTo>
                  <a:lnTo>
                    <a:pt x="56140" y="4611"/>
                  </a:lnTo>
                  <a:lnTo>
                    <a:pt x="50696" y="6015"/>
                  </a:lnTo>
                  <a:lnTo>
                    <a:pt x="45301" y="7600"/>
                  </a:lnTo>
                  <a:lnTo>
                    <a:pt x="39964" y="9366"/>
                  </a:lnTo>
                  <a:lnTo>
                    <a:pt x="34688" y="11311"/>
                  </a:lnTo>
                  <a:lnTo>
                    <a:pt x="29482" y="13432"/>
                  </a:lnTo>
                  <a:lnTo>
                    <a:pt x="24349" y="15726"/>
                  </a:lnTo>
                  <a:lnTo>
                    <a:pt x="19296" y="18192"/>
                  </a:lnTo>
                  <a:lnTo>
                    <a:pt x="14330" y="20827"/>
                  </a:lnTo>
                  <a:lnTo>
                    <a:pt x="9454" y="23627"/>
                  </a:lnTo>
                  <a:lnTo>
                    <a:pt x="4676" y="26589"/>
                  </a:lnTo>
                  <a:lnTo>
                    <a:pt x="0" y="29711"/>
                  </a:lnTo>
                  <a:lnTo>
                    <a:pt x="951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22144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50129" y="971204"/>
              <a:ext cx="334298" cy="304623"/>
            </a:xfrm>
            <a:custGeom>
              <a:avLst/>
              <a:pathLst>
                <a:path w="334298" h="304623">
                  <a:moveTo>
                    <a:pt x="72015" y="0"/>
                  </a:moveTo>
                  <a:lnTo>
                    <a:pt x="67705" y="3085"/>
                  </a:lnTo>
                  <a:lnTo>
                    <a:pt x="63494" y="6306"/>
                  </a:lnTo>
                  <a:lnTo>
                    <a:pt x="59388" y="9658"/>
                  </a:lnTo>
                  <a:lnTo>
                    <a:pt x="55390" y="13139"/>
                  </a:lnTo>
                  <a:lnTo>
                    <a:pt x="51505" y="16745"/>
                  </a:lnTo>
                  <a:lnTo>
                    <a:pt x="47736" y="20473"/>
                  </a:lnTo>
                  <a:lnTo>
                    <a:pt x="44087" y="24318"/>
                  </a:lnTo>
                  <a:lnTo>
                    <a:pt x="40561" y="28276"/>
                  </a:lnTo>
                  <a:lnTo>
                    <a:pt x="37163" y="32345"/>
                  </a:lnTo>
                  <a:lnTo>
                    <a:pt x="33896" y="36519"/>
                  </a:lnTo>
                  <a:lnTo>
                    <a:pt x="30763" y="40795"/>
                  </a:lnTo>
                  <a:lnTo>
                    <a:pt x="27766" y="45168"/>
                  </a:lnTo>
                  <a:lnTo>
                    <a:pt x="24910" y="49634"/>
                  </a:lnTo>
                  <a:lnTo>
                    <a:pt x="22197" y="54188"/>
                  </a:lnTo>
                  <a:lnTo>
                    <a:pt x="19630" y="58826"/>
                  </a:lnTo>
                  <a:lnTo>
                    <a:pt x="17211" y="63543"/>
                  </a:lnTo>
                  <a:lnTo>
                    <a:pt x="14943" y="68334"/>
                  </a:lnTo>
                  <a:lnTo>
                    <a:pt x="12828" y="73194"/>
                  </a:lnTo>
                  <a:lnTo>
                    <a:pt x="10868" y="78120"/>
                  </a:lnTo>
                  <a:lnTo>
                    <a:pt x="9065" y="83105"/>
                  </a:lnTo>
                  <a:lnTo>
                    <a:pt x="7421" y="88144"/>
                  </a:lnTo>
                  <a:lnTo>
                    <a:pt x="5938" y="93234"/>
                  </a:lnTo>
                  <a:lnTo>
                    <a:pt x="4617" y="98367"/>
                  </a:lnTo>
                  <a:lnTo>
                    <a:pt x="3460" y="103540"/>
                  </a:lnTo>
                  <a:lnTo>
                    <a:pt x="2467" y="108747"/>
                  </a:lnTo>
                  <a:lnTo>
                    <a:pt x="1639" y="113983"/>
                  </a:lnTo>
                  <a:lnTo>
                    <a:pt x="978" y="119243"/>
                  </a:lnTo>
                  <a:lnTo>
                    <a:pt x="484" y="124521"/>
                  </a:lnTo>
                  <a:lnTo>
                    <a:pt x="158" y="129812"/>
                  </a:lnTo>
                  <a:lnTo>
                    <a:pt x="0" y="135110"/>
                  </a:lnTo>
                  <a:lnTo>
                    <a:pt x="9" y="140411"/>
                  </a:lnTo>
                  <a:lnTo>
                    <a:pt x="187" y="145709"/>
                  </a:lnTo>
                  <a:lnTo>
                    <a:pt x="533" y="150999"/>
                  </a:lnTo>
                  <a:lnTo>
                    <a:pt x="1046" y="156275"/>
                  </a:lnTo>
                  <a:lnTo>
                    <a:pt x="1726" y="161532"/>
                  </a:lnTo>
                  <a:lnTo>
                    <a:pt x="2572" y="166765"/>
                  </a:lnTo>
                  <a:lnTo>
                    <a:pt x="3585" y="171968"/>
                  </a:lnTo>
                  <a:lnTo>
                    <a:pt x="4761" y="177137"/>
                  </a:lnTo>
                  <a:lnTo>
                    <a:pt x="6101" y="182266"/>
                  </a:lnTo>
                  <a:lnTo>
                    <a:pt x="7603" y="187350"/>
                  </a:lnTo>
                  <a:lnTo>
                    <a:pt x="9265" y="192383"/>
                  </a:lnTo>
                  <a:lnTo>
                    <a:pt x="11086" y="197362"/>
                  </a:lnTo>
                  <a:lnTo>
                    <a:pt x="13064" y="202280"/>
                  </a:lnTo>
                  <a:lnTo>
                    <a:pt x="15196" y="207133"/>
                  </a:lnTo>
                  <a:lnTo>
                    <a:pt x="17482" y="211916"/>
                  </a:lnTo>
                  <a:lnTo>
                    <a:pt x="19918" y="216624"/>
                  </a:lnTo>
                  <a:lnTo>
                    <a:pt x="22502" y="221252"/>
                  </a:lnTo>
                  <a:lnTo>
                    <a:pt x="25232" y="225796"/>
                  </a:lnTo>
                  <a:lnTo>
                    <a:pt x="28104" y="230252"/>
                  </a:lnTo>
                  <a:lnTo>
                    <a:pt x="31116" y="234614"/>
                  </a:lnTo>
                  <a:lnTo>
                    <a:pt x="34265" y="238878"/>
                  </a:lnTo>
                  <a:lnTo>
                    <a:pt x="37548" y="243040"/>
                  </a:lnTo>
                  <a:lnTo>
                    <a:pt x="40961" y="247096"/>
                  </a:lnTo>
                  <a:lnTo>
                    <a:pt x="44500" y="251042"/>
                  </a:lnTo>
                  <a:lnTo>
                    <a:pt x="48164" y="254874"/>
                  </a:lnTo>
                  <a:lnTo>
                    <a:pt x="51946" y="258588"/>
                  </a:lnTo>
                  <a:lnTo>
                    <a:pt x="55845" y="262179"/>
                  </a:lnTo>
                  <a:lnTo>
                    <a:pt x="59855" y="265646"/>
                  </a:lnTo>
                  <a:lnTo>
                    <a:pt x="63974" y="268983"/>
                  </a:lnTo>
                  <a:lnTo>
                    <a:pt x="68196" y="272189"/>
                  </a:lnTo>
                  <a:lnTo>
                    <a:pt x="72518" y="275258"/>
                  </a:lnTo>
                  <a:lnTo>
                    <a:pt x="76934" y="278189"/>
                  </a:lnTo>
                  <a:lnTo>
                    <a:pt x="81442" y="280979"/>
                  </a:lnTo>
                  <a:lnTo>
                    <a:pt x="86036" y="283625"/>
                  </a:lnTo>
                  <a:lnTo>
                    <a:pt x="90711" y="286123"/>
                  </a:lnTo>
                  <a:lnTo>
                    <a:pt x="95463" y="288472"/>
                  </a:lnTo>
                  <a:lnTo>
                    <a:pt x="100287" y="290669"/>
                  </a:lnTo>
                  <a:lnTo>
                    <a:pt x="105179" y="292712"/>
                  </a:lnTo>
                  <a:lnTo>
                    <a:pt x="110132" y="294599"/>
                  </a:lnTo>
                  <a:lnTo>
                    <a:pt x="115144" y="296327"/>
                  </a:lnTo>
                  <a:lnTo>
                    <a:pt x="120207" y="297897"/>
                  </a:lnTo>
                  <a:lnTo>
                    <a:pt x="125318" y="299304"/>
                  </a:lnTo>
                  <a:lnTo>
                    <a:pt x="130470" y="300549"/>
                  </a:lnTo>
                  <a:lnTo>
                    <a:pt x="135660" y="301630"/>
                  </a:lnTo>
                  <a:lnTo>
                    <a:pt x="140881" y="302546"/>
                  </a:lnTo>
                  <a:lnTo>
                    <a:pt x="146129" y="303296"/>
                  </a:lnTo>
                  <a:lnTo>
                    <a:pt x="151397" y="303879"/>
                  </a:lnTo>
                  <a:lnTo>
                    <a:pt x="156682" y="304295"/>
                  </a:lnTo>
                  <a:lnTo>
                    <a:pt x="161977" y="304543"/>
                  </a:lnTo>
                  <a:lnTo>
                    <a:pt x="167278" y="304623"/>
                  </a:lnTo>
                  <a:lnTo>
                    <a:pt x="172578" y="304535"/>
                  </a:lnTo>
                  <a:lnTo>
                    <a:pt x="177873" y="304279"/>
                  </a:lnTo>
                  <a:lnTo>
                    <a:pt x="183156" y="303855"/>
                  </a:lnTo>
                  <a:lnTo>
                    <a:pt x="188424" y="303264"/>
                  </a:lnTo>
                  <a:lnTo>
                    <a:pt x="193671" y="302506"/>
                  </a:lnTo>
                  <a:lnTo>
                    <a:pt x="198891" y="301582"/>
                  </a:lnTo>
                  <a:lnTo>
                    <a:pt x="204079" y="300493"/>
                  </a:lnTo>
                  <a:lnTo>
                    <a:pt x="209229" y="299240"/>
                  </a:lnTo>
                  <a:lnTo>
                    <a:pt x="214338" y="297825"/>
                  </a:lnTo>
                  <a:lnTo>
                    <a:pt x="219399" y="296248"/>
                  </a:lnTo>
                  <a:lnTo>
                    <a:pt x="224407" y="294512"/>
                  </a:lnTo>
                  <a:lnTo>
                    <a:pt x="229358" y="292617"/>
                  </a:lnTo>
                  <a:lnTo>
                    <a:pt x="234247" y="290567"/>
                  </a:lnTo>
                  <a:lnTo>
                    <a:pt x="239067" y="288363"/>
                  </a:lnTo>
                  <a:lnTo>
                    <a:pt x="243816" y="286007"/>
                  </a:lnTo>
                  <a:lnTo>
                    <a:pt x="248487" y="283501"/>
                  </a:lnTo>
                  <a:lnTo>
                    <a:pt x="253077" y="280849"/>
                  </a:lnTo>
                  <a:lnTo>
                    <a:pt x="257580" y="278052"/>
                  </a:lnTo>
                  <a:lnTo>
                    <a:pt x="261993" y="275114"/>
                  </a:lnTo>
                  <a:lnTo>
                    <a:pt x="266310" y="272038"/>
                  </a:lnTo>
                  <a:lnTo>
                    <a:pt x="270527" y="268826"/>
                  </a:lnTo>
                  <a:lnTo>
                    <a:pt x="274640" y="265483"/>
                  </a:lnTo>
                  <a:lnTo>
                    <a:pt x="278646" y="262010"/>
                  </a:lnTo>
                  <a:lnTo>
                    <a:pt x="282539" y="258412"/>
                  </a:lnTo>
                  <a:lnTo>
                    <a:pt x="286316" y="254693"/>
                  </a:lnTo>
                  <a:lnTo>
                    <a:pt x="289973" y="250856"/>
                  </a:lnTo>
                  <a:lnTo>
                    <a:pt x="293507" y="246904"/>
                  </a:lnTo>
                  <a:lnTo>
                    <a:pt x="296913" y="242843"/>
                  </a:lnTo>
                  <a:lnTo>
                    <a:pt x="300190" y="238676"/>
                  </a:lnTo>
                  <a:lnTo>
                    <a:pt x="303332" y="234407"/>
                  </a:lnTo>
                  <a:lnTo>
                    <a:pt x="306338" y="230040"/>
                  </a:lnTo>
                  <a:lnTo>
                    <a:pt x="309203" y="225580"/>
                  </a:lnTo>
                  <a:lnTo>
                    <a:pt x="311926" y="221032"/>
                  </a:lnTo>
                  <a:lnTo>
                    <a:pt x="314503" y="216400"/>
                  </a:lnTo>
                  <a:lnTo>
                    <a:pt x="316932" y="211688"/>
                  </a:lnTo>
                  <a:lnTo>
                    <a:pt x="319210" y="206902"/>
                  </a:lnTo>
                  <a:lnTo>
                    <a:pt x="321336" y="202046"/>
                  </a:lnTo>
                  <a:lnTo>
                    <a:pt x="323306" y="197124"/>
                  </a:lnTo>
                  <a:lnTo>
                    <a:pt x="325120" y="192143"/>
                  </a:lnTo>
                  <a:lnTo>
                    <a:pt x="326774" y="187107"/>
                  </a:lnTo>
                  <a:lnTo>
                    <a:pt x="328268" y="182021"/>
                  </a:lnTo>
                  <a:lnTo>
                    <a:pt x="329600" y="176890"/>
                  </a:lnTo>
                  <a:lnTo>
                    <a:pt x="330769" y="171720"/>
                  </a:lnTo>
                  <a:lnTo>
                    <a:pt x="331773" y="166515"/>
                  </a:lnTo>
                  <a:lnTo>
                    <a:pt x="332611" y="161281"/>
                  </a:lnTo>
                  <a:lnTo>
                    <a:pt x="333284" y="156022"/>
                  </a:lnTo>
                  <a:lnTo>
                    <a:pt x="333789" y="150746"/>
                  </a:lnTo>
                  <a:lnTo>
                    <a:pt x="334126" y="145455"/>
                  </a:lnTo>
                  <a:lnTo>
                    <a:pt x="334296" y="140157"/>
                  </a:lnTo>
                  <a:lnTo>
                    <a:pt x="334298" y="134856"/>
                  </a:lnTo>
                  <a:lnTo>
                    <a:pt x="334131" y="129558"/>
                  </a:lnTo>
                  <a:lnTo>
                    <a:pt x="333797" y="124268"/>
                  </a:lnTo>
                  <a:lnTo>
                    <a:pt x="333295" y="118990"/>
                  </a:lnTo>
                  <a:lnTo>
                    <a:pt x="332626" y="113732"/>
                  </a:lnTo>
                  <a:lnTo>
                    <a:pt x="331791" y="108497"/>
                  </a:lnTo>
                  <a:lnTo>
                    <a:pt x="330790" y="103292"/>
                  </a:lnTo>
                  <a:lnTo>
                    <a:pt x="329624" y="98120"/>
                  </a:lnTo>
                  <a:lnTo>
                    <a:pt x="328295" y="92989"/>
                  </a:lnTo>
                  <a:lnTo>
                    <a:pt x="326804" y="87902"/>
                  </a:lnTo>
                  <a:lnTo>
                    <a:pt x="325153" y="82865"/>
                  </a:lnTo>
                  <a:lnTo>
                    <a:pt x="323343" y="77882"/>
                  </a:lnTo>
                  <a:lnTo>
                    <a:pt x="321375" y="72960"/>
                  </a:lnTo>
                  <a:lnTo>
                    <a:pt x="319253" y="68102"/>
                  </a:lnTo>
                  <a:lnTo>
                    <a:pt x="316977" y="63315"/>
                  </a:lnTo>
                  <a:lnTo>
                    <a:pt x="314551" y="58602"/>
                  </a:lnTo>
                  <a:lnTo>
                    <a:pt x="311977" y="53968"/>
                  </a:lnTo>
                  <a:lnTo>
                    <a:pt x="309257" y="49418"/>
                  </a:lnTo>
                  <a:lnTo>
                    <a:pt x="306394" y="44956"/>
                  </a:lnTo>
                  <a:lnTo>
                    <a:pt x="303391" y="40588"/>
                  </a:lnTo>
                  <a:lnTo>
                    <a:pt x="300252" y="36317"/>
                  </a:lnTo>
                  <a:lnTo>
                    <a:pt x="296978" y="32148"/>
                  </a:lnTo>
                  <a:lnTo>
                    <a:pt x="293574" y="28084"/>
                  </a:lnTo>
                  <a:lnTo>
                    <a:pt x="290042" y="24131"/>
                  </a:lnTo>
                  <a:lnTo>
                    <a:pt x="286387" y="20291"/>
                  </a:lnTo>
                  <a:lnTo>
                    <a:pt x="282613" y="16570"/>
                  </a:lnTo>
                  <a:lnTo>
                    <a:pt x="278722" y="12969"/>
                  </a:lnTo>
                  <a:lnTo>
                    <a:pt x="274719" y="9494"/>
                  </a:lnTo>
                  <a:lnTo>
                    <a:pt x="270607" y="6148"/>
                  </a:lnTo>
                  <a:lnTo>
                    <a:pt x="167150" y="1374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617280" y="941493"/>
              <a:ext cx="103456" cy="167167"/>
            </a:xfrm>
            <a:custGeom>
              <a:avLst/>
              <a:pathLst>
                <a:path w="103456" h="167167">
                  <a:moveTo>
                    <a:pt x="103456" y="35859"/>
                  </a:moveTo>
                  <a:lnTo>
                    <a:pt x="99018" y="32481"/>
                  </a:lnTo>
                  <a:lnTo>
                    <a:pt x="94470" y="29253"/>
                  </a:lnTo>
                  <a:lnTo>
                    <a:pt x="89817" y="26178"/>
                  </a:lnTo>
                  <a:lnTo>
                    <a:pt x="85063" y="23260"/>
                  </a:lnTo>
                  <a:lnTo>
                    <a:pt x="80215" y="20503"/>
                  </a:lnTo>
                  <a:lnTo>
                    <a:pt x="75278" y="17909"/>
                  </a:lnTo>
                  <a:lnTo>
                    <a:pt x="70257" y="15480"/>
                  </a:lnTo>
                  <a:lnTo>
                    <a:pt x="65158" y="13221"/>
                  </a:lnTo>
                  <a:lnTo>
                    <a:pt x="59986" y="11133"/>
                  </a:lnTo>
                  <a:lnTo>
                    <a:pt x="54747" y="9219"/>
                  </a:lnTo>
                  <a:lnTo>
                    <a:pt x="49448" y="7480"/>
                  </a:lnTo>
                  <a:lnTo>
                    <a:pt x="44093" y="5920"/>
                  </a:lnTo>
                  <a:lnTo>
                    <a:pt x="38689" y="4538"/>
                  </a:lnTo>
                  <a:lnTo>
                    <a:pt x="33243" y="3338"/>
                  </a:lnTo>
                  <a:lnTo>
                    <a:pt x="27759" y="2320"/>
                  </a:lnTo>
                  <a:lnTo>
                    <a:pt x="22244" y="1486"/>
                  </a:lnTo>
                  <a:lnTo>
                    <a:pt x="16705" y="836"/>
                  </a:lnTo>
                  <a:lnTo>
                    <a:pt x="11147" y="372"/>
                  </a:lnTo>
                  <a:lnTo>
                    <a:pt x="557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8728" y="1031511"/>
              <a:ext cx="167165" cy="194620"/>
            </a:xfrm>
            <a:custGeom>
              <a:avLst/>
              <a:pathLst>
                <a:path w="167165" h="194620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1" y="1379"/>
                  </a:lnTo>
                  <a:lnTo>
                    <a:pt x="140414" y="2154"/>
                  </a:lnTo>
                  <a:lnTo>
                    <a:pt x="135124" y="3099"/>
                  </a:lnTo>
                  <a:lnTo>
                    <a:pt x="129868" y="4213"/>
                  </a:lnTo>
                  <a:lnTo>
                    <a:pt x="124650" y="5496"/>
                  </a:lnTo>
                  <a:lnTo>
                    <a:pt x="119477" y="6946"/>
                  </a:lnTo>
                  <a:lnTo>
                    <a:pt x="114352" y="8562"/>
                  </a:lnTo>
                  <a:lnTo>
                    <a:pt x="109282" y="10341"/>
                  </a:lnTo>
                  <a:lnTo>
                    <a:pt x="104272" y="12282"/>
                  </a:lnTo>
                  <a:lnTo>
                    <a:pt x="99326" y="14383"/>
                  </a:lnTo>
                  <a:lnTo>
                    <a:pt x="94451" y="16643"/>
                  </a:lnTo>
                  <a:lnTo>
                    <a:pt x="89651" y="19057"/>
                  </a:lnTo>
                  <a:lnTo>
                    <a:pt x="84931" y="21625"/>
                  </a:lnTo>
                  <a:lnTo>
                    <a:pt x="80296" y="24343"/>
                  </a:lnTo>
                  <a:lnTo>
                    <a:pt x="75751" y="27209"/>
                  </a:lnTo>
                  <a:lnTo>
                    <a:pt x="71300" y="30219"/>
                  </a:lnTo>
                  <a:lnTo>
                    <a:pt x="66948" y="33370"/>
                  </a:lnTo>
                  <a:lnTo>
                    <a:pt x="62700" y="36660"/>
                  </a:lnTo>
                  <a:lnTo>
                    <a:pt x="58560" y="40085"/>
                  </a:lnTo>
                  <a:lnTo>
                    <a:pt x="54532" y="43641"/>
                  </a:lnTo>
                  <a:lnTo>
                    <a:pt x="50620" y="47325"/>
                  </a:lnTo>
                  <a:lnTo>
                    <a:pt x="46829" y="51132"/>
                  </a:lnTo>
                  <a:lnTo>
                    <a:pt x="43162" y="55060"/>
                  </a:lnTo>
                  <a:lnTo>
                    <a:pt x="39623" y="59103"/>
                  </a:lnTo>
                  <a:lnTo>
                    <a:pt x="36216" y="63258"/>
                  </a:lnTo>
                  <a:lnTo>
                    <a:pt x="32944" y="67520"/>
                  </a:lnTo>
                  <a:lnTo>
                    <a:pt x="29811" y="71885"/>
                  </a:lnTo>
                  <a:lnTo>
                    <a:pt x="26820" y="76349"/>
                  </a:lnTo>
                  <a:lnTo>
                    <a:pt x="23973" y="80906"/>
                  </a:lnTo>
                  <a:lnTo>
                    <a:pt x="21275" y="85552"/>
                  </a:lnTo>
                  <a:lnTo>
                    <a:pt x="18727" y="90283"/>
                  </a:lnTo>
                  <a:lnTo>
                    <a:pt x="16333" y="95094"/>
                  </a:lnTo>
                  <a:lnTo>
                    <a:pt x="14095" y="99978"/>
                  </a:lnTo>
                  <a:lnTo>
                    <a:pt x="12014" y="104932"/>
                  </a:lnTo>
                  <a:lnTo>
                    <a:pt x="10094" y="109951"/>
                  </a:lnTo>
                  <a:lnTo>
                    <a:pt x="8337" y="115028"/>
                  </a:lnTo>
                  <a:lnTo>
                    <a:pt x="6743" y="120160"/>
                  </a:lnTo>
                  <a:lnTo>
                    <a:pt x="5315" y="125340"/>
                  </a:lnTo>
                  <a:lnTo>
                    <a:pt x="4055" y="130563"/>
                  </a:lnTo>
                  <a:lnTo>
                    <a:pt x="2963" y="135824"/>
                  </a:lnTo>
                  <a:lnTo>
                    <a:pt x="2040" y="141117"/>
                  </a:lnTo>
                  <a:lnTo>
                    <a:pt x="1288" y="146438"/>
                  </a:lnTo>
                  <a:lnTo>
                    <a:pt x="708" y="151779"/>
                  </a:lnTo>
                  <a:lnTo>
                    <a:pt x="299" y="157137"/>
                  </a:lnTo>
                  <a:lnTo>
                    <a:pt x="63" y="162505"/>
                  </a:lnTo>
                  <a:lnTo>
                    <a:pt x="0" y="167878"/>
                  </a:lnTo>
                  <a:lnTo>
                    <a:pt x="109" y="173250"/>
                  </a:lnTo>
                  <a:lnTo>
                    <a:pt x="390" y="178616"/>
                  </a:lnTo>
                  <a:lnTo>
                    <a:pt x="845" y="183970"/>
                  </a:lnTo>
                  <a:lnTo>
                    <a:pt x="1471" y="189306"/>
                  </a:lnTo>
                  <a:lnTo>
                    <a:pt x="2268" y="19462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40997" y="1198679"/>
              <a:ext cx="164897" cy="27453"/>
            </a:xfrm>
            <a:custGeom>
              <a:avLst/>
              <a:pathLst>
                <a:path w="164897" h="27453">
                  <a:moveTo>
                    <a:pt x="0" y="27453"/>
                  </a:moveTo>
                  <a:lnTo>
                    <a:pt x="1648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40997" y="1198679"/>
              <a:ext cx="164897" cy="165633"/>
            </a:xfrm>
            <a:custGeom>
              <a:avLst/>
              <a:pathLst>
                <a:path w="164897" h="165633">
                  <a:moveTo>
                    <a:pt x="0" y="27453"/>
                  </a:moveTo>
                  <a:lnTo>
                    <a:pt x="981" y="32808"/>
                  </a:lnTo>
                  <a:lnTo>
                    <a:pt x="2136" y="38128"/>
                  </a:lnTo>
                  <a:lnTo>
                    <a:pt x="3464" y="43408"/>
                  </a:lnTo>
                  <a:lnTo>
                    <a:pt x="4964" y="48643"/>
                  </a:lnTo>
                  <a:lnTo>
                    <a:pt x="6632" y="53825"/>
                  </a:lnTo>
                  <a:lnTo>
                    <a:pt x="8469" y="58950"/>
                  </a:lnTo>
                  <a:lnTo>
                    <a:pt x="10472" y="64013"/>
                  </a:lnTo>
                  <a:lnTo>
                    <a:pt x="12638" y="69008"/>
                  </a:lnTo>
                  <a:lnTo>
                    <a:pt x="14966" y="73930"/>
                  </a:lnTo>
                  <a:lnTo>
                    <a:pt x="17453" y="78773"/>
                  </a:lnTo>
                  <a:lnTo>
                    <a:pt x="20097" y="83533"/>
                  </a:lnTo>
                  <a:lnTo>
                    <a:pt x="22894" y="88204"/>
                  </a:lnTo>
                  <a:lnTo>
                    <a:pt x="25842" y="92781"/>
                  </a:lnTo>
                  <a:lnTo>
                    <a:pt x="28937" y="97260"/>
                  </a:lnTo>
                  <a:lnTo>
                    <a:pt x="32176" y="101636"/>
                  </a:lnTo>
                  <a:lnTo>
                    <a:pt x="35556" y="105905"/>
                  </a:lnTo>
                  <a:lnTo>
                    <a:pt x="39074" y="110060"/>
                  </a:lnTo>
                  <a:lnTo>
                    <a:pt x="42725" y="114099"/>
                  </a:lnTo>
                  <a:lnTo>
                    <a:pt x="46505" y="118017"/>
                  </a:lnTo>
                  <a:lnTo>
                    <a:pt x="50411" y="121810"/>
                  </a:lnTo>
                  <a:lnTo>
                    <a:pt x="54439" y="125474"/>
                  </a:lnTo>
                  <a:lnTo>
                    <a:pt x="58583" y="129004"/>
                  </a:lnTo>
                  <a:lnTo>
                    <a:pt x="62841" y="132398"/>
                  </a:lnTo>
                  <a:lnTo>
                    <a:pt x="67206" y="135651"/>
                  </a:lnTo>
                  <a:lnTo>
                    <a:pt x="71676" y="138761"/>
                  </a:lnTo>
                  <a:lnTo>
                    <a:pt x="76244" y="141723"/>
                  </a:lnTo>
                  <a:lnTo>
                    <a:pt x="80906" y="144535"/>
                  </a:lnTo>
                  <a:lnTo>
                    <a:pt x="85657" y="147193"/>
                  </a:lnTo>
                  <a:lnTo>
                    <a:pt x="90493" y="149696"/>
                  </a:lnTo>
                  <a:lnTo>
                    <a:pt x="95407" y="152039"/>
                  </a:lnTo>
                  <a:lnTo>
                    <a:pt x="100395" y="154221"/>
                  </a:lnTo>
                  <a:lnTo>
                    <a:pt x="105451" y="156240"/>
                  </a:lnTo>
                  <a:lnTo>
                    <a:pt x="110571" y="158093"/>
                  </a:lnTo>
                  <a:lnTo>
                    <a:pt x="115748" y="159778"/>
                  </a:lnTo>
                  <a:lnTo>
                    <a:pt x="120977" y="161294"/>
                  </a:lnTo>
                  <a:lnTo>
                    <a:pt x="126253" y="162639"/>
                  </a:lnTo>
                  <a:lnTo>
                    <a:pt x="131570" y="163811"/>
                  </a:lnTo>
                  <a:lnTo>
                    <a:pt x="136922" y="164810"/>
                  </a:lnTo>
                  <a:lnTo>
                    <a:pt x="142304" y="165633"/>
                  </a:lnTo>
                  <a:lnTo>
                    <a:pt x="1648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4083301" y="1031511"/>
              <a:ext cx="189749" cy="334329"/>
            </a:xfrm>
            <a:custGeom>
              <a:avLst/>
              <a:pathLst>
                <a:path w="189749" h="334329">
                  <a:moveTo>
                    <a:pt x="0" y="332801"/>
                  </a:moveTo>
                  <a:lnTo>
                    <a:pt x="5280" y="333435"/>
                  </a:lnTo>
                  <a:lnTo>
                    <a:pt x="10578" y="333902"/>
                  </a:lnTo>
                  <a:lnTo>
                    <a:pt x="15888" y="334200"/>
                  </a:lnTo>
                  <a:lnTo>
                    <a:pt x="21205" y="334329"/>
                  </a:lnTo>
                  <a:lnTo>
                    <a:pt x="26524" y="334288"/>
                  </a:lnTo>
                  <a:lnTo>
                    <a:pt x="31838" y="334079"/>
                  </a:lnTo>
                  <a:lnTo>
                    <a:pt x="37143" y="333700"/>
                  </a:lnTo>
                  <a:lnTo>
                    <a:pt x="42434" y="333153"/>
                  </a:lnTo>
                  <a:lnTo>
                    <a:pt x="47704" y="332438"/>
                  </a:lnTo>
                  <a:lnTo>
                    <a:pt x="52949" y="331555"/>
                  </a:lnTo>
                  <a:lnTo>
                    <a:pt x="58163" y="330506"/>
                  </a:lnTo>
                  <a:lnTo>
                    <a:pt x="63341" y="329292"/>
                  </a:lnTo>
                  <a:lnTo>
                    <a:pt x="68478" y="327914"/>
                  </a:lnTo>
                  <a:lnTo>
                    <a:pt x="73568" y="326373"/>
                  </a:lnTo>
                  <a:lnTo>
                    <a:pt x="78607" y="324670"/>
                  </a:lnTo>
                  <a:lnTo>
                    <a:pt x="83589" y="322809"/>
                  </a:lnTo>
                  <a:lnTo>
                    <a:pt x="88509" y="320790"/>
                  </a:lnTo>
                  <a:lnTo>
                    <a:pt x="93363" y="318615"/>
                  </a:lnTo>
                  <a:lnTo>
                    <a:pt x="98145" y="316287"/>
                  </a:lnTo>
                  <a:lnTo>
                    <a:pt x="102851" y="313808"/>
                  </a:lnTo>
                  <a:lnTo>
                    <a:pt x="107475" y="311181"/>
                  </a:lnTo>
                  <a:lnTo>
                    <a:pt x="112013" y="308408"/>
                  </a:lnTo>
                  <a:lnTo>
                    <a:pt x="116461" y="305492"/>
                  </a:lnTo>
                  <a:lnTo>
                    <a:pt x="120814" y="302435"/>
                  </a:lnTo>
                  <a:lnTo>
                    <a:pt x="125067" y="299242"/>
                  </a:lnTo>
                  <a:lnTo>
                    <a:pt x="129217" y="295916"/>
                  </a:lnTo>
                  <a:lnTo>
                    <a:pt x="133259" y="292459"/>
                  </a:lnTo>
                  <a:lnTo>
                    <a:pt x="137188" y="288875"/>
                  </a:lnTo>
                  <a:lnTo>
                    <a:pt x="141002" y="285168"/>
                  </a:lnTo>
                  <a:lnTo>
                    <a:pt x="144696" y="281341"/>
                  </a:lnTo>
                  <a:lnTo>
                    <a:pt x="148266" y="277399"/>
                  </a:lnTo>
                  <a:lnTo>
                    <a:pt x="151709" y="273345"/>
                  </a:lnTo>
                  <a:lnTo>
                    <a:pt x="155022" y="269184"/>
                  </a:lnTo>
                  <a:lnTo>
                    <a:pt x="158200" y="264920"/>
                  </a:lnTo>
                  <a:lnTo>
                    <a:pt x="161241" y="260556"/>
                  </a:lnTo>
                  <a:lnTo>
                    <a:pt x="164142" y="256098"/>
                  </a:lnTo>
                  <a:lnTo>
                    <a:pt x="166899" y="251550"/>
                  </a:lnTo>
                  <a:lnTo>
                    <a:pt x="169511" y="246917"/>
                  </a:lnTo>
                  <a:lnTo>
                    <a:pt x="171973" y="242203"/>
                  </a:lnTo>
                  <a:lnTo>
                    <a:pt x="174285" y="237413"/>
                  </a:lnTo>
                  <a:lnTo>
                    <a:pt x="176443" y="232552"/>
                  </a:lnTo>
                  <a:lnTo>
                    <a:pt x="178445" y="227625"/>
                  </a:lnTo>
                  <a:lnTo>
                    <a:pt x="180289" y="222636"/>
                  </a:lnTo>
                  <a:lnTo>
                    <a:pt x="181974" y="217591"/>
                  </a:lnTo>
                  <a:lnTo>
                    <a:pt x="183497" y="212496"/>
                  </a:lnTo>
                  <a:lnTo>
                    <a:pt x="184858" y="207354"/>
                  </a:lnTo>
                  <a:lnTo>
                    <a:pt x="186054" y="202172"/>
                  </a:lnTo>
                  <a:lnTo>
                    <a:pt x="187085" y="196954"/>
                  </a:lnTo>
                  <a:lnTo>
                    <a:pt x="187949" y="191706"/>
                  </a:lnTo>
                  <a:lnTo>
                    <a:pt x="188646" y="186434"/>
                  </a:lnTo>
                  <a:lnTo>
                    <a:pt x="189175" y="181141"/>
                  </a:lnTo>
                  <a:lnTo>
                    <a:pt x="189535" y="175835"/>
                  </a:lnTo>
                  <a:lnTo>
                    <a:pt x="189727" y="170520"/>
                  </a:lnTo>
                  <a:lnTo>
                    <a:pt x="189749" y="165201"/>
                  </a:lnTo>
                  <a:lnTo>
                    <a:pt x="189601" y="159885"/>
                  </a:lnTo>
                  <a:lnTo>
                    <a:pt x="189285" y="154576"/>
                  </a:lnTo>
                  <a:lnTo>
                    <a:pt x="188800" y="149279"/>
                  </a:lnTo>
                  <a:lnTo>
                    <a:pt x="188147" y="144001"/>
                  </a:lnTo>
                  <a:lnTo>
                    <a:pt x="187326" y="138746"/>
                  </a:lnTo>
                  <a:lnTo>
                    <a:pt x="186339" y="133520"/>
                  </a:lnTo>
                  <a:lnTo>
                    <a:pt x="185186" y="128328"/>
                  </a:lnTo>
                  <a:lnTo>
                    <a:pt x="183868" y="123175"/>
                  </a:lnTo>
                  <a:lnTo>
                    <a:pt x="182387" y="118067"/>
                  </a:lnTo>
                  <a:lnTo>
                    <a:pt x="180744" y="113009"/>
                  </a:lnTo>
                  <a:lnTo>
                    <a:pt x="178941" y="108005"/>
                  </a:lnTo>
                  <a:lnTo>
                    <a:pt x="176980" y="103061"/>
                  </a:lnTo>
                  <a:lnTo>
                    <a:pt x="174862" y="98182"/>
                  </a:lnTo>
                  <a:lnTo>
                    <a:pt x="172591" y="93373"/>
                  </a:lnTo>
                  <a:lnTo>
                    <a:pt x="170167" y="88639"/>
                  </a:lnTo>
                  <a:lnTo>
                    <a:pt x="167595" y="83984"/>
                  </a:lnTo>
                  <a:lnTo>
                    <a:pt x="164875" y="79413"/>
                  </a:lnTo>
                  <a:lnTo>
                    <a:pt x="162011" y="74932"/>
                  </a:lnTo>
                  <a:lnTo>
                    <a:pt x="159007" y="70543"/>
                  </a:lnTo>
                  <a:lnTo>
                    <a:pt x="155864" y="66252"/>
                  </a:lnTo>
                  <a:lnTo>
                    <a:pt x="152586" y="62064"/>
                  </a:lnTo>
                  <a:lnTo>
                    <a:pt x="149177" y="57982"/>
                  </a:lnTo>
                  <a:lnTo>
                    <a:pt x="145640" y="54010"/>
                  </a:lnTo>
                  <a:lnTo>
                    <a:pt x="141978" y="50153"/>
                  </a:lnTo>
                  <a:lnTo>
                    <a:pt x="138195" y="46415"/>
                  </a:lnTo>
                  <a:lnTo>
                    <a:pt x="134295" y="42798"/>
                  </a:lnTo>
                  <a:lnTo>
                    <a:pt x="130282" y="39308"/>
                  </a:lnTo>
                  <a:lnTo>
                    <a:pt x="126160" y="35947"/>
                  </a:lnTo>
                  <a:lnTo>
                    <a:pt x="121933" y="32718"/>
                  </a:lnTo>
                  <a:lnTo>
                    <a:pt x="117606" y="29626"/>
                  </a:lnTo>
                  <a:lnTo>
                    <a:pt x="113182" y="26673"/>
                  </a:lnTo>
                  <a:lnTo>
                    <a:pt x="108667" y="23863"/>
                  </a:lnTo>
                  <a:lnTo>
                    <a:pt x="104065" y="21197"/>
                  </a:lnTo>
                  <a:lnTo>
                    <a:pt x="99380" y="18679"/>
                  </a:lnTo>
                  <a:lnTo>
                    <a:pt x="94618" y="16311"/>
                  </a:lnTo>
                  <a:lnTo>
                    <a:pt x="89782" y="14097"/>
                  </a:lnTo>
                  <a:lnTo>
                    <a:pt x="84879" y="12037"/>
                  </a:lnTo>
                  <a:lnTo>
                    <a:pt x="79912" y="10134"/>
                  </a:lnTo>
                  <a:lnTo>
                    <a:pt x="74888" y="8390"/>
                  </a:lnTo>
                  <a:lnTo>
                    <a:pt x="69810" y="6807"/>
                  </a:lnTo>
                  <a:lnTo>
                    <a:pt x="64685" y="5386"/>
                  </a:lnTo>
                  <a:lnTo>
                    <a:pt x="59517" y="4128"/>
                  </a:lnTo>
                  <a:lnTo>
                    <a:pt x="54312" y="3036"/>
                  </a:lnTo>
                  <a:lnTo>
                    <a:pt x="49075" y="2110"/>
                  </a:lnTo>
                  <a:lnTo>
                    <a:pt x="43810" y="1351"/>
                  </a:lnTo>
                  <a:lnTo>
                    <a:pt x="38525" y="760"/>
                  </a:lnTo>
                  <a:lnTo>
                    <a:pt x="33223" y="338"/>
                  </a:lnTo>
                  <a:lnTo>
                    <a:pt x="27911" y="84"/>
                  </a:lnTo>
                  <a:lnTo>
                    <a:pt x="22593" y="0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461938" y="1236837"/>
              <a:ext cx="167150" cy="329108"/>
            </a:xfrm>
            <a:custGeom>
              <a:avLst/>
              <a:pathLst>
                <a:path w="167150" h="329108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3" y="758"/>
                  </a:lnTo>
                  <a:lnTo>
                    <a:pt x="145965" y="1347"/>
                  </a:lnTo>
                  <a:lnTo>
                    <a:pt x="140709" y="2104"/>
                  </a:lnTo>
                  <a:lnTo>
                    <a:pt x="135479" y="3027"/>
                  </a:lnTo>
                  <a:lnTo>
                    <a:pt x="130282" y="4116"/>
                  </a:lnTo>
                  <a:lnTo>
                    <a:pt x="125121" y="5369"/>
                  </a:lnTo>
                  <a:lnTo>
                    <a:pt x="120004" y="6786"/>
                  </a:lnTo>
                  <a:lnTo>
                    <a:pt x="114933" y="8364"/>
                  </a:lnTo>
                  <a:lnTo>
                    <a:pt x="109916" y="10103"/>
                  </a:lnTo>
                  <a:lnTo>
                    <a:pt x="104956" y="12000"/>
                  </a:lnTo>
                  <a:lnTo>
                    <a:pt x="100059" y="14054"/>
                  </a:lnTo>
                  <a:lnTo>
                    <a:pt x="95229" y="16262"/>
                  </a:lnTo>
                  <a:lnTo>
                    <a:pt x="90472" y="18622"/>
                  </a:lnTo>
                  <a:lnTo>
                    <a:pt x="85793" y="21133"/>
                  </a:lnTo>
                  <a:lnTo>
                    <a:pt x="81195" y="23791"/>
                  </a:lnTo>
                  <a:lnTo>
                    <a:pt x="76685" y="26593"/>
                  </a:lnTo>
                  <a:lnTo>
                    <a:pt x="72265" y="29538"/>
                  </a:lnTo>
                  <a:lnTo>
                    <a:pt x="67942" y="32621"/>
                  </a:lnTo>
                  <a:lnTo>
                    <a:pt x="63718" y="35840"/>
                  </a:lnTo>
                  <a:lnTo>
                    <a:pt x="59599" y="39191"/>
                  </a:lnTo>
                  <a:lnTo>
                    <a:pt x="55589" y="42672"/>
                  </a:lnTo>
                  <a:lnTo>
                    <a:pt x="51691" y="46278"/>
                  </a:lnTo>
                  <a:lnTo>
                    <a:pt x="47909" y="50007"/>
                  </a:lnTo>
                  <a:lnTo>
                    <a:pt x="44248" y="53853"/>
                  </a:lnTo>
                  <a:lnTo>
                    <a:pt x="40711" y="57814"/>
                  </a:lnTo>
                  <a:lnTo>
                    <a:pt x="37301" y="61885"/>
                  </a:lnTo>
                  <a:lnTo>
                    <a:pt x="34023" y="66063"/>
                  </a:lnTo>
                  <a:lnTo>
                    <a:pt x="30879" y="70342"/>
                  </a:lnTo>
                  <a:lnTo>
                    <a:pt x="27872" y="74719"/>
                  </a:lnTo>
                  <a:lnTo>
                    <a:pt x="25006" y="79190"/>
                  </a:lnTo>
                  <a:lnTo>
                    <a:pt x="22283" y="83749"/>
                  </a:lnTo>
                  <a:lnTo>
                    <a:pt x="19707" y="88392"/>
                  </a:lnTo>
                  <a:lnTo>
                    <a:pt x="17279" y="93115"/>
                  </a:lnTo>
                  <a:lnTo>
                    <a:pt x="15003" y="97913"/>
                  </a:lnTo>
                  <a:lnTo>
                    <a:pt x="12880" y="102781"/>
                  </a:lnTo>
                  <a:lnTo>
                    <a:pt x="10913" y="107713"/>
                  </a:lnTo>
                  <a:lnTo>
                    <a:pt x="9103" y="112706"/>
                  </a:lnTo>
                  <a:lnTo>
                    <a:pt x="7453" y="117753"/>
                  </a:lnTo>
                  <a:lnTo>
                    <a:pt x="5964" y="122850"/>
                  </a:lnTo>
                  <a:lnTo>
                    <a:pt x="4638" y="127993"/>
                  </a:lnTo>
                  <a:lnTo>
                    <a:pt x="3475" y="133174"/>
                  </a:lnTo>
                  <a:lnTo>
                    <a:pt x="2478" y="138390"/>
                  </a:lnTo>
                  <a:lnTo>
                    <a:pt x="1647" y="143635"/>
                  </a:lnTo>
                  <a:lnTo>
                    <a:pt x="983" y="148904"/>
                  </a:lnTo>
                  <a:lnTo>
                    <a:pt x="487" y="154191"/>
                  </a:lnTo>
                  <a:lnTo>
                    <a:pt x="159" y="159491"/>
                  </a:lnTo>
                  <a:lnTo>
                    <a:pt x="0" y="164799"/>
                  </a:lnTo>
                  <a:lnTo>
                    <a:pt x="9" y="170109"/>
                  </a:lnTo>
                  <a:lnTo>
                    <a:pt x="186" y="175417"/>
                  </a:lnTo>
                  <a:lnTo>
                    <a:pt x="533" y="180716"/>
                  </a:lnTo>
                  <a:lnTo>
                    <a:pt x="1047" y="186001"/>
                  </a:lnTo>
                  <a:lnTo>
                    <a:pt x="1729" y="191267"/>
                  </a:lnTo>
                  <a:lnTo>
                    <a:pt x="2578" y="196509"/>
                  </a:lnTo>
                  <a:lnTo>
                    <a:pt x="3593" y="201722"/>
                  </a:lnTo>
                  <a:lnTo>
                    <a:pt x="4773" y="206899"/>
                  </a:lnTo>
                  <a:lnTo>
                    <a:pt x="6117" y="212037"/>
                  </a:lnTo>
                  <a:lnTo>
                    <a:pt x="7624" y="217129"/>
                  </a:lnTo>
                  <a:lnTo>
                    <a:pt x="9291" y="222171"/>
                  </a:lnTo>
                  <a:lnTo>
                    <a:pt x="11118" y="227157"/>
                  </a:lnTo>
                  <a:lnTo>
                    <a:pt x="13102" y="232083"/>
                  </a:lnTo>
                  <a:lnTo>
                    <a:pt x="15241" y="236943"/>
                  </a:lnTo>
                  <a:lnTo>
                    <a:pt x="17534" y="241733"/>
                  </a:lnTo>
                  <a:lnTo>
                    <a:pt x="19978" y="246447"/>
                  </a:lnTo>
                  <a:lnTo>
                    <a:pt x="22571" y="251082"/>
                  </a:lnTo>
                  <a:lnTo>
                    <a:pt x="25309" y="255632"/>
                  </a:lnTo>
                  <a:lnTo>
                    <a:pt x="28190" y="260092"/>
                  </a:lnTo>
                  <a:lnTo>
                    <a:pt x="31212" y="264459"/>
                  </a:lnTo>
                  <a:lnTo>
                    <a:pt x="34371" y="268728"/>
                  </a:lnTo>
                  <a:lnTo>
                    <a:pt x="37664" y="272894"/>
                  </a:lnTo>
                  <a:lnTo>
                    <a:pt x="41087" y="276954"/>
                  </a:lnTo>
                  <a:lnTo>
                    <a:pt x="44638" y="280902"/>
                  </a:lnTo>
                  <a:lnTo>
                    <a:pt x="48312" y="284736"/>
                  </a:lnTo>
                  <a:lnTo>
                    <a:pt x="52107" y="288452"/>
                  </a:lnTo>
                  <a:lnTo>
                    <a:pt x="56017" y="292044"/>
                  </a:lnTo>
                  <a:lnTo>
                    <a:pt x="60040" y="295511"/>
                  </a:lnTo>
                  <a:lnTo>
                    <a:pt x="64170" y="298849"/>
                  </a:lnTo>
                  <a:lnTo>
                    <a:pt x="68405" y="302053"/>
                  </a:lnTo>
                  <a:lnTo>
                    <a:pt x="72739" y="305121"/>
                  </a:lnTo>
                  <a:lnTo>
                    <a:pt x="77168" y="308051"/>
                  </a:lnTo>
                  <a:lnTo>
                    <a:pt x="81688" y="310838"/>
                  </a:lnTo>
                  <a:lnTo>
                    <a:pt x="86295" y="313480"/>
                  </a:lnTo>
                  <a:lnTo>
                    <a:pt x="90983" y="315974"/>
                  </a:lnTo>
                  <a:lnTo>
                    <a:pt x="95748" y="318318"/>
                  </a:lnTo>
                  <a:lnTo>
                    <a:pt x="100585" y="320510"/>
                  </a:lnTo>
                  <a:lnTo>
                    <a:pt x="105489" y="322547"/>
                  </a:lnTo>
                  <a:lnTo>
                    <a:pt x="110455" y="324427"/>
                  </a:lnTo>
                  <a:lnTo>
                    <a:pt x="115479" y="326148"/>
                  </a:lnTo>
                  <a:lnTo>
                    <a:pt x="120555" y="327709"/>
                  </a:lnTo>
                  <a:lnTo>
                    <a:pt x="125678" y="32910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87616" y="1404005"/>
              <a:ext cx="41472" cy="161941"/>
            </a:xfrm>
            <a:custGeom>
              <a:avLst/>
              <a:pathLst>
                <a:path w="41472" h="161941">
                  <a:moveTo>
                    <a:pt x="0" y="161941"/>
                  </a:moveTo>
                  <a:lnTo>
                    <a:pt x="414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87616" y="1237730"/>
              <a:ext cx="208639" cy="333440"/>
            </a:xfrm>
            <a:custGeom>
              <a:avLst/>
              <a:pathLst>
                <a:path w="208639" h="333440">
                  <a:moveTo>
                    <a:pt x="0" y="328216"/>
                  </a:moveTo>
                  <a:lnTo>
                    <a:pt x="5191" y="329457"/>
                  </a:lnTo>
                  <a:lnTo>
                    <a:pt x="10419" y="330532"/>
                  </a:lnTo>
                  <a:lnTo>
                    <a:pt x="15679" y="331440"/>
                  </a:lnTo>
                  <a:lnTo>
                    <a:pt x="20965" y="332179"/>
                  </a:lnTo>
                  <a:lnTo>
                    <a:pt x="26272" y="332749"/>
                  </a:lnTo>
                  <a:lnTo>
                    <a:pt x="31595" y="333150"/>
                  </a:lnTo>
                  <a:lnTo>
                    <a:pt x="36927" y="333380"/>
                  </a:lnTo>
                  <a:lnTo>
                    <a:pt x="42265" y="333440"/>
                  </a:lnTo>
                  <a:lnTo>
                    <a:pt x="47601" y="333330"/>
                  </a:lnTo>
                  <a:lnTo>
                    <a:pt x="52932" y="333049"/>
                  </a:lnTo>
                  <a:lnTo>
                    <a:pt x="58250" y="332598"/>
                  </a:lnTo>
                  <a:lnTo>
                    <a:pt x="63552" y="331977"/>
                  </a:lnTo>
                  <a:lnTo>
                    <a:pt x="68831" y="331188"/>
                  </a:lnTo>
                  <a:lnTo>
                    <a:pt x="74082" y="330230"/>
                  </a:lnTo>
                  <a:lnTo>
                    <a:pt x="79299" y="329106"/>
                  </a:lnTo>
                  <a:lnTo>
                    <a:pt x="84479" y="327815"/>
                  </a:lnTo>
                  <a:lnTo>
                    <a:pt x="89614" y="326360"/>
                  </a:lnTo>
                  <a:lnTo>
                    <a:pt x="94700" y="324741"/>
                  </a:lnTo>
                  <a:lnTo>
                    <a:pt x="99732" y="322961"/>
                  </a:lnTo>
                  <a:lnTo>
                    <a:pt x="104705" y="321021"/>
                  </a:lnTo>
                  <a:lnTo>
                    <a:pt x="109613" y="318924"/>
                  </a:lnTo>
                  <a:lnTo>
                    <a:pt x="114452" y="316670"/>
                  </a:lnTo>
                  <a:lnTo>
                    <a:pt x="119216" y="314264"/>
                  </a:lnTo>
                  <a:lnTo>
                    <a:pt x="123901" y="311706"/>
                  </a:lnTo>
                  <a:lnTo>
                    <a:pt x="128502" y="309000"/>
                  </a:lnTo>
                  <a:lnTo>
                    <a:pt x="133015" y="306149"/>
                  </a:lnTo>
                  <a:lnTo>
                    <a:pt x="137434" y="303155"/>
                  </a:lnTo>
                  <a:lnTo>
                    <a:pt x="141755" y="300022"/>
                  </a:lnTo>
                  <a:lnTo>
                    <a:pt x="145974" y="296752"/>
                  </a:lnTo>
                  <a:lnTo>
                    <a:pt x="150086" y="293349"/>
                  </a:lnTo>
                  <a:lnTo>
                    <a:pt x="154088" y="289817"/>
                  </a:lnTo>
                  <a:lnTo>
                    <a:pt x="157974" y="286159"/>
                  </a:lnTo>
                  <a:lnTo>
                    <a:pt x="161742" y="282378"/>
                  </a:lnTo>
                  <a:lnTo>
                    <a:pt x="165388" y="278479"/>
                  </a:lnTo>
                  <a:lnTo>
                    <a:pt x="168907" y="274466"/>
                  </a:lnTo>
                  <a:lnTo>
                    <a:pt x="172296" y="270342"/>
                  </a:lnTo>
                  <a:lnTo>
                    <a:pt x="175552" y="266112"/>
                  </a:lnTo>
                  <a:lnTo>
                    <a:pt x="178671" y="261781"/>
                  </a:lnTo>
                  <a:lnTo>
                    <a:pt x="181650" y="257352"/>
                  </a:lnTo>
                  <a:lnTo>
                    <a:pt x="184486" y="252830"/>
                  </a:lnTo>
                  <a:lnTo>
                    <a:pt x="187177" y="248220"/>
                  </a:lnTo>
                  <a:lnTo>
                    <a:pt x="189719" y="243527"/>
                  </a:lnTo>
                  <a:lnTo>
                    <a:pt x="192109" y="238755"/>
                  </a:lnTo>
                  <a:lnTo>
                    <a:pt x="194347" y="233908"/>
                  </a:lnTo>
                  <a:lnTo>
                    <a:pt x="196428" y="228993"/>
                  </a:lnTo>
                  <a:lnTo>
                    <a:pt x="198351" y="224014"/>
                  </a:lnTo>
                  <a:lnTo>
                    <a:pt x="200115" y="218976"/>
                  </a:lnTo>
                  <a:lnTo>
                    <a:pt x="201716" y="213885"/>
                  </a:lnTo>
                  <a:lnTo>
                    <a:pt x="203155" y="208744"/>
                  </a:lnTo>
                  <a:lnTo>
                    <a:pt x="204428" y="203561"/>
                  </a:lnTo>
                  <a:lnTo>
                    <a:pt x="205536" y="198339"/>
                  </a:lnTo>
                  <a:lnTo>
                    <a:pt x="206476" y="193085"/>
                  </a:lnTo>
                  <a:lnTo>
                    <a:pt x="207247" y="187804"/>
                  </a:lnTo>
                  <a:lnTo>
                    <a:pt x="207850" y="182500"/>
                  </a:lnTo>
                  <a:lnTo>
                    <a:pt x="208283" y="177180"/>
                  </a:lnTo>
                  <a:lnTo>
                    <a:pt x="208547" y="171849"/>
                  </a:lnTo>
                  <a:lnTo>
                    <a:pt x="208639" y="166512"/>
                  </a:lnTo>
                  <a:lnTo>
                    <a:pt x="208562" y="161175"/>
                  </a:lnTo>
                  <a:lnTo>
                    <a:pt x="208314" y="155843"/>
                  </a:lnTo>
                  <a:lnTo>
                    <a:pt x="207896" y="150522"/>
                  </a:lnTo>
                  <a:lnTo>
                    <a:pt x="207308" y="145217"/>
                  </a:lnTo>
                  <a:lnTo>
                    <a:pt x="206551" y="139933"/>
                  </a:lnTo>
                  <a:lnTo>
                    <a:pt x="205626" y="134676"/>
                  </a:lnTo>
                  <a:lnTo>
                    <a:pt x="204534" y="129451"/>
                  </a:lnTo>
                  <a:lnTo>
                    <a:pt x="203275" y="124264"/>
                  </a:lnTo>
                  <a:lnTo>
                    <a:pt x="201851" y="119120"/>
                  </a:lnTo>
                  <a:lnTo>
                    <a:pt x="200264" y="114024"/>
                  </a:lnTo>
                  <a:lnTo>
                    <a:pt x="198515" y="108981"/>
                  </a:lnTo>
                  <a:lnTo>
                    <a:pt x="196606" y="103996"/>
                  </a:lnTo>
                  <a:lnTo>
                    <a:pt x="194538" y="99075"/>
                  </a:lnTo>
                  <a:lnTo>
                    <a:pt x="192315" y="94223"/>
                  </a:lnTo>
                  <a:lnTo>
                    <a:pt x="189938" y="89444"/>
                  </a:lnTo>
                  <a:lnTo>
                    <a:pt x="187409" y="84743"/>
                  </a:lnTo>
                  <a:lnTo>
                    <a:pt x="184732" y="80126"/>
                  </a:lnTo>
                  <a:lnTo>
                    <a:pt x="181908" y="75596"/>
                  </a:lnTo>
                  <a:lnTo>
                    <a:pt x="178942" y="71158"/>
                  </a:lnTo>
                  <a:lnTo>
                    <a:pt x="175835" y="66818"/>
                  </a:lnTo>
                  <a:lnTo>
                    <a:pt x="172591" y="62579"/>
                  </a:lnTo>
                  <a:lnTo>
                    <a:pt x="169214" y="58446"/>
                  </a:lnTo>
                  <a:lnTo>
                    <a:pt x="165706" y="54423"/>
                  </a:lnTo>
                  <a:lnTo>
                    <a:pt x="162072" y="50513"/>
                  </a:lnTo>
                  <a:lnTo>
                    <a:pt x="158315" y="46722"/>
                  </a:lnTo>
                  <a:lnTo>
                    <a:pt x="154438" y="43053"/>
                  </a:lnTo>
                  <a:lnTo>
                    <a:pt x="150447" y="39509"/>
                  </a:lnTo>
                  <a:lnTo>
                    <a:pt x="146344" y="36095"/>
                  </a:lnTo>
                  <a:lnTo>
                    <a:pt x="142135" y="32813"/>
                  </a:lnTo>
                  <a:lnTo>
                    <a:pt x="137822" y="29667"/>
                  </a:lnTo>
                  <a:lnTo>
                    <a:pt x="133412" y="26661"/>
                  </a:lnTo>
                  <a:lnTo>
                    <a:pt x="128908" y="23797"/>
                  </a:lnTo>
                  <a:lnTo>
                    <a:pt x="124314" y="21078"/>
                  </a:lnTo>
                  <a:lnTo>
                    <a:pt x="119637" y="18507"/>
                  </a:lnTo>
                  <a:lnTo>
                    <a:pt x="114879" y="16087"/>
                  </a:lnTo>
                  <a:lnTo>
                    <a:pt x="110047" y="13820"/>
                  </a:lnTo>
                  <a:lnTo>
                    <a:pt x="105145" y="11708"/>
                  </a:lnTo>
                  <a:lnTo>
                    <a:pt x="100178" y="9754"/>
                  </a:lnTo>
                  <a:lnTo>
                    <a:pt x="95151" y="7960"/>
                  </a:lnTo>
                  <a:lnTo>
                    <a:pt x="90069" y="6327"/>
                  </a:lnTo>
                  <a:lnTo>
                    <a:pt x="84938" y="4857"/>
                  </a:lnTo>
                  <a:lnTo>
                    <a:pt x="79762" y="3551"/>
                  </a:lnTo>
                  <a:lnTo>
                    <a:pt x="74548" y="2412"/>
                  </a:lnTo>
                  <a:lnTo>
                    <a:pt x="69299" y="1439"/>
                  </a:lnTo>
                  <a:lnTo>
                    <a:pt x="64023" y="635"/>
                  </a:lnTo>
                  <a:lnTo>
                    <a:pt x="58723" y="0"/>
                  </a:lnTo>
                  <a:lnTo>
                    <a:pt x="41472" y="166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629088" y="1236837"/>
              <a:ext cx="17250" cy="167167"/>
            </a:xfrm>
            <a:custGeom>
              <a:avLst/>
              <a:pathLst>
                <a:path w="17250" h="167167">
                  <a:moveTo>
                    <a:pt x="17250" y="892"/>
                  </a:moveTo>
                  <a:lnTo>
                    <a:pt x="8636" y="2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9193" y="1546402"/>
              <a:ext cx="113373" cy="167167"/>
            </a:xfrm>
            <a:custGeom>
              <a:avLst/>
              <a:pathLst>
                <a:path w="113373" h="167167">
                  <a:moveTo>
                    <a:pt x="113373" y="0"/>
                  </a:moveTo>
                  <a:lnTo>
                    <a:pt x="107711" y="95"/>
                  </a:lnTo>
                  <a:lnTo>
                    <a:pt x="102055" y="383"/>
                  </a:lnTo>
                  <a:lnTo>
                    <a:pt x="96412" y="862"/>
                  </a:lnTo>
                  <a:lnTo>
                    <a:pt x="90789" y="1532"/>
                  </a:lnTo>
                  <a:lnTo>
                    <a:pt x="85192" y="2392"/>
                  </a:lnTo>
                  <a:lnTo>
                    <a:pt x="79627" y="3441"/>
                  </a:lnTo>
                  <a:lnTo>
                    <a:pt x="74101" y="4678"/>
                  </a:lnTo>
                  <a:lnTo>
                    <a:pt x="68619" y="6102"/>
                  </a:lnTo>
                  <a:lnTo>
                    <a:pt x="63190" y="7710"/>
                  </a:lnTo>
                  <a:lnTo>
                    <a:pt x="57817" y="9501"/>
                  </a:lnTo>
                  <a:lnTo>
                    <a:pt x="52509" y="11473"/>
                  </a:lnTo>
                  <a:lnTo>
                    <a:pt x="47270" y="13624"/>
                  </a:lnTo>
                  <a:lnTo>
                    <a:pt x="42107" y="15951"/>
                  </a:lnTo>
                  <a:lnTo>
                    <a:pt x="37026" y="18452"/>
                  </a:lnTo>
                  <a:lnTo>
                    <a:pt x="32033" y="21123"/>
                  </a:lnTo>
                  <a:lnTo>
                    <a:pt x="27133" y="23962"/>
                  </a:lnTo>
                  <a:lnTo>
                    <a:pt x="22332" y="26966"/>
                  </a:lnTo>
                  <a:lnTo>
                    <a:pt x="17635" y="30130"/>
                  </a:lnTo>
                  <a:lnTo>
                    <a:pt x="13048" y="33451"/>
                  </a:lnTo>
                  <a:lnTo>
                    <a:pt x="8577" y="36926"/>
                  </a:lnTo>
                  <a:lnTo>
                    <a:pt x="4226" y="40550"/>
                  </a:lnTo>
                  <a:lnTo>
                    <a:pt x="0" y="44320"/>
                  </a:lnTo>
                  <a:lnTo>
                    <a:pt x="1133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99193" y="159072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45400" y="1578939"/>
              <a:ext cx="334320" cy="301792"/>
            </a:xfrm>
            <a:custGeom>
              <a:avLst/>
              <a:pathLst>
                <a:path w="334320" h="301792">
                  <a:moveTo>
                    <a:pt x="53793" y="11783"/>
                  </a:moveTo>
                  <a:lnTo>
                    <a:pt x="49964" y="15430"/>
                  </a:lnTo>
                  <a:lnTo>
                    <a:pt x="46252" y="19197"/>
                  </a:lnTo>
                  <a:lnTo>
                    <a:pt x="42662" y="23079"/>
                  </a:lnTo>
                  <a:lnTo>
                    <a:pt x="39196" y="27073"/>
                  </a:lnTo>
                  <a:lnTo>
                    <a:pt x="35858" y="31174"/>
                  </a:lnTo>
                  <a:lnTo>
                    <a:pt x="32651" y="35379"/>
                  </a:lnTo>
                  <a:lnTo>
                    <a:pt x="29579" y="39684"/>
                  </a:lnTo>
                  <a:lnTo>
                    <a:pt x="26645" y="44083"/>
                  </a:lnTo>
                  <a:lnTo>
                    <a:pt x="23851" y="48573"/>
                  </a:lnTo>
                  <a:lnTo>
                    <a:pt x="21201" y="53149"/>
                  </a:lnTo>
                  <a:lnTo>
                    <a:pt x="18697" y="57806"/>
                  </a:lnTo>
                  <a:lnTo>
                    <a:pt x="16341" y="62541"/>
                  </a:lnTo>
                  <a:lnTo>
                    <a:pt x="14137" y="67347"/>
                  </a:lnTo>
                  <a:lnTo>
                    <a:pt x="12085" y="72221"/>
                  </a:lnTo>
                  <a:lnTo>
                    <a:pt x="10189" y="77158"/>
                  </a:lnTo>
                  <a:lnTo>
                    <a:pt x="8450" y="82151"/>
                  </a:lnTo>
                  <a:lnTo>
                    <a:pt x="6869" y="87198"/>
                  </a:lnTo>
                  <a:lnTo>
                    <a:pt x="5449" y="92292"/>
                  </a:lnTo>
                  <a:lnTo>
                    <a:pt x="4191" y="97428"/>
                  </a:lnTo>
                  <a:lnTo>
                    <a:pt x="3096" y="102601"/>
                  </a:lnTo>
                  <a:lnTo>
                    <a:pt x="2165" y="107807"/>
                  </a:lnTo>
                  <a:lnTo>
                    <a:pt x="1399" y="113039"/>
                  </a:lnTo>
                  <a:lnTo>
                    <a:pt x="799" y="118293"/>
                  </a:lnTo>
                  <a:lnTo>
                    <a:pt x="365" y="123563"/>
                  </a:lnTo>
                  <a:lnTo>
                    <a:pt x="99" y="128844"/>
                  </a:lnTo>
                  <a:lnTo>
                    <a:pt x="0" y="134132"/>
                  </a:lnTo>
                  <a:lnTo>
                    <a:pt x="67" y="139419"/>
                  </a:lnTo>
                  <a:lnTo>
                    <a:pt x="302" y="144702"/>
                  </a:lnTo>
                  <a:lnTo>
                    <a:pt x="705" y="149975"/>
                  </a:lnTo>
                  <a:lnTo>
                    <a:pt x="1273" y="155232"/>
                  </a:lnTo>
                  <a:lnTo>
                    <a:pt x="2008" y="160469"/>
                  </a:lnTo>
                  <a:lnTo>
                    <a:pt x="2908" y="165680"/>
                  </a:lnTo>
                  <a:lnTo>
                    <a:pt x="3972" y="170860"/>
                  </a:lnTo>
                  <a:lnTo>
                    <a:pt x="5200" y="176003"/>
                  </a:lnTo>
                  <a:lnTo>
                    <a:pt x="6589" y="181105"/>
                  </a:lnTo>
                  <a:lnTo>
                    <a:pt x="8140" y="186161"/>
                  </a:lnTo>
                  <a:lnTo>
                    <a:pt x="9849" y="191165"/>
                  </a:lnTo>
                  <a:lnTo>
                    <a:pt x="11716" y="196113"/>
                  </a:lnTo>
                  <a:lnTo>
                    <a:pt x="13738" y="200999"/>
                  </a:lnTo>
                  <a:lnTo>
                    <a:pt x="15914" y="205818"/>
                  </a:lnTo>
                  <a:lnTo>
                    <a:pt x="18242" y="210567"/>
                  </a:lnTo>
                  <a:lnTo>
                    <a:pt x="20718" y="215239"/>
                  </a:lnTo>
                  <a:lnTo>
                    <a:pt x="23341" y="219831"/>
                  </a:lnTo>
                  <a:lnTo>
                    <a:pt x="26108" y="224337"/>
                  </a:lnTo>
                  <a:lnTo>
                    <a:pt x="29016" y="228754"/>
                  </a:lnTo>
                  <a:lnTo>
                    <a:pt x="32062" y="233077"/>
                  </a:lnTo>
                  <a:lnTo>
                    <a:pt x="35243" y="237301"/>
                  </a:lnTo>
                  <a:lnTo>
                    <a:pt x="38557" y="241422"/>
                  </a:lnTo>
                  <a:lnTo>
                    <a:pt x="41999" y="245436"/>
                  </a:lnTo>
                  <a:lnTo>
                    <a:pt x="45566" y="249340"/>
                  </a:lnTo>
                  <a:lnTo>
                    <a:pt x="49255" y="253129"/>
                  </a:lnTo>
                  <a:lnTo>
                    <a:pt x="53062" y="256799"/>
                  </a:lnTo>
                  <a:lnTo>
                    <a:pt x="56983" y="260347"/>
                  </a:lnTo>
                  <a:lnTo>
                    <a:pt x="61015" y="263769"/>
                  </a:lnTo>
                  <a:lnTo>
                    <a:pt x="65152" y="267062"/>
                  </a:lnTo>
                  <a:lnTo>
                    <a:pt x="69392" y="270222"/>
                  </a:lnTo>
                  <a:lnTo>
                    <a:pt x="73730" y="273247"/>
                  </a:lnTo>
                  <a:lnTo>
                    <a:pt x="78161" y="276133"/>
                  </a:lnTo>
                  <a:lnTo>
                    <a:pt x="82681" y="278877"/>
                  </a:lnTo>
                  <a:lnTo>
                    <a:pt x="87286" y="281477"/>
                  </a:lnTo>
                  <a:lnTo>
                    <a:pt x="91970" y="283930"/>
                  </a:lnTo>
                  <a:lnTo>
                    <a:pt x="96730" y="286234"/>
                  </a:lnTo>
                  <a:lnTo>
                    <a:pt x="101561" y="288386"/>
                  </a:lnTo>
                  <a:lnTo>
                    <a:pt x="106457" y="290384"/>
                  </a:lnTo>
                  <a:lnTo>
                    <a:pt x="111413" y="292226"/>
                  </a:lnTo>
                  <a:lnTo>
                    <a:pt x="116426" y="293911"/>
                  </a:lnTo>
                  <a:lnTo>
                    <a:pt x="121489" y="295436"/>
                  </a:lnTo>
                  <a:lnTo>
                    <a:pt x="126598" y="296800"/>
                  </a:lnTo>
                  <a:lnTo>
                    <a:pt x="131748" y="298002"/>
                  </a:lnTo>
                  <a:lnTo>
                    <a:pt x="136933" y="299041"/>
                  </a:lnTo>
                  <a:lnTo>
                    <a:pt x="142148" y="299915"/>
                  </a:lnTo>
                  <a:lnTo>
                    <a:pt x="147389" y="300623"/>
                  </a:lnTo>
                  <a:lnTo>
                    <a:pt x="152649" y="301166"/>
                  </a:lnTo>
                  <a:lnTo>
                    <a:pt x="157924" y="301542"/>
                  </a:lnTo>
                  <a:lnTo>
                    <a:pt x="163208" y="301751"/>
                  </a:lnTo>
                  <a:lnTo>
                    <a:pt x="168495" y="301792"/>
                  </a:lnTo>
                  <a:lnTo>
                    <a:pt x="173782" y="301666"/>
                  </a:lnTo>
                  <a:lnTo>
                    <a:pt x="179062" y="301374"/>
                  </a:lnTo>
                  <a:lnTo>
                    <a:pt x="184330" y="300914"/>
                  </a:lnTo>
                  <a:lnTo>
                    <a:pt x="189581" y="300288"/>
                  </a:lnTo>
                  <a:lnTo>
                    <a:pt x="194809" y="299496"/>
                  </a:lnTo>
                  <a:lnTo>
                    <a:pt x="200010" y="298539"/>
                  </a:lnTo>
                  <a:lnTo>
                    <a:pt x="205178" y="297418"/>
                  </a:lnTo>
                  <a:lnTo>
                    <a:pt x="210308" y="296135"/>
                  </a:lnTo>
                  <a:lnTo>
                    <a:pt x="215394" y="294689"/>
                  </a:lnTo>
                  <a:lnTo>
                    <a:pt x="220433" y="293084"/>
                  </a:lnTo>
                  <a:lnTo>
                    <a:pt x="225418" y="291320"/>
                  </a:lnTo>
                  <a:lnTo>
                    <a:pt x="230345" y="289399"/>
                  </a:lnTo>
                  <a:lnTo>
                    <a:pt x="235209" y="287323"/>
                  </a:lnTo>
                  <a:lnTo>
                    <a:pt x="240004" y="285095"/>
                  </a:lnTo>
                  <a:lnTo>
                    <a:pt x="244727" y="282715"/>
                  </a:lnTo>
                  <a:lnTo>
                    <a:pt x="249372" y="280188"/>
                  </a:lnTo>
                  <a:lnTo>
                    <a:pt x="253935" y="277515"/>
                  </a:lnTo>
                  <a:lnTo>
                    <a:pt x="258410" y="274699"/>
                  </a:lnTo>
                  <a:lnTo>
                    <a:pt x="262795" y="271743"/>
                  </a:lnTo>
                  <a:lnTo>
                    <a:pt x="267084" y="268650"/>
                  </a:lnTo>
                  <a:lnTo>
                    <a:pt x="271273" y="265423"/>
                  </a:lnTo>
                  <a:lnTo>
                    <a:pt x="275358" y="262064"/>
                  </a:lnTo>
                  <a:lnTo>
                    <a:pt x="279334" y="258579"/>
                  </a:lnTo>
                  <a:lnTo>
                    <a:pt x="283199" y="254969"/>
                  </a:lnTo>
                  <a:lnTo>
                    <a:pt x="286947" y="251239"/>
                  </a:lnTo>
                  <a:lnTo>
                    <a:pt x="290575" y="247392"/>
                  </a:lnTo>
                  <a:lnTo>
                    <a:pt x="294080" y="243432"/>
                  </a:lnTo>
                  <a:lnTo>
                    <a:pt x="297458" y="239363"/>
                  </a:lnTo>
                  <a:lnTo>
                    <a:pt x="300705" y="235190"/>
                  </a:lnTo>
                  <a:lnTo>
                    <a:pt x="303819" y="230916"/>
                  </a:lnTo>
                  <a:lnTo>
                    <a:pt x="306796" y="226545"/>
                  </a:lnTo>
                  <a:lnTo>
                    <a:pt x="309634" y="222083"/>
                  </a:lnTo>
                  <a:lnTo>
                    <a:pt x="312328" y="217533"/>
                  </a:lnTo>
                  <a:lnTo>
                    <a:pt x="314878" y="212900"/>
                  </a:lnTo>
                  <a:lnTo>
                    <a:pt x="317280" y="208189"/>
                  </a:lnTo>
                  <a:lnTo>
                    <a:pt x="319531" y="203404"/>
                  </a:lnTo>
                  <a:lnTo>
                    <a:pt x="321630" y="198551"/>
                  </a:lnTo>
                  <a:lnTo>
                    <a:pt x="323575" y="193633"/>
                  </a:lnTo>
                  <a:lnTo>
                    <a:pt x="325363" y="188656"/>
                  </a:lnTo>
                  <a:lnTo>
                    <a:pt x="326992" y="183626"/>
                  </a:lnTo>
                  <a:lnTo>
                    <a:pt x="328462" y="178546"/>
                  </a:lnTo>
                  <a:lnTo>
                    <a:pt x="329770" y="173422"/>
                  </a:lnTo>
                  <a:lnTo>
                    <a:pt x="330916" y="168260"/>
                  </a:lnTo>
                  <a:lnTo>
                    <a:pt x="331898" y="163064"/>
                  </a:lnTo>
                  <a:lnTo>
                    <a:pt x="332715" y="157839"/>
                  </a:lnTo>
                  <a:lnTo>
                    <a:pt x="333366" y="152591"/>
                  </a:lnTo>
                  <a:lnTo>
                    <a:pt x="333851" y="147326"/>
                  </a:lnTo>
                  <a:lnTo>
                    <a:pt x="334169" y="142047"/>
                  </a:lnTo>
                  <a:lnTo>
                    <a:pt x="334320" y="136761"/>
                  </a:lnTo>
                  <a:lnTo>
                    <a:pt x="334304" y="131473"/>
                  </a:lnTo>
                  <a:lnTo>
                    <a:pt x="334120" y="126188"/>
                  </a:lnTo>
                  <a:lnTo>
                    <a:pt x="333770" y="120912"/>
                  </a:lnTo>
                  <a:lnTo>
                    <a:pt x="333253" y="115649"/>
                  </a:lnTo>
                  <a:lnTo>
                    <a:pt x="332569" y="110406"/>
                  </a:lnTo>
                  <a:lnTo>
                    <a:pt x="331720" y="105186"/>
                  </a:lnTo>
                  <a:lnTo>
                    <a:pt x="330707" y="99996"/>
                  </a:lnTo>
                  <a:lnTo>
                    <a:pt x="329529" y="94841"/>
                  </a:lnTo>
                  <a:lnTo>
                    <a:pt x="328190" y="89725"/>
                  </a:lnTo>
                  <a:lnTo>
                    <a:pt x="326689" y="84655"/>
                  </a:lnTo>
                  <a:lnTo>
                    <a:pt x="325028" y="79634"/>
                  </a:lnTo>
                  <a:lnTo>
                    <a:pt x="323210" y="74669"/>
                  </a:lnTo>
                  <a:lnTo>
                    <a:pt x="321235" y="69763"/>
                  </a:lnTo>
                  <a:lnTo>
                    <a:pt x="319106" y="64922"/>
                  </a:lnTo>
                  <a:lnTo>
                    <a:pt x="316826" y="60151"/>
                  </a:lnTo>
                  <a:lnTo>
                    <a:pt x="314395" y="55455"/>
                  </a:lnTo>
                  <a:lnTo>
                    <a:pt x="311817" y="50838"/>
                  </a:lnTo>
                  <a:lnTo>
                    <a:pt x="309094" y="46305"/>
                  </a:lnTo>
                  <a:lnTo>
                    <a:pt x="306230" y="41860"/>
                  </a:lnTo>
                  <a:lnTo>
                    <a:pt x="303226" y="37508"/>
                  </a:lnTo>
                  <a:lnTo>
                    <a:pt x="300086" y="33253"/>
                  </a:lnTo>
                  <a:lnTo>
                    <a:pt x="296813" y="29099"/>
                  </a:lnTo>
                  <a:lnTo>
                    <a:pt x="293410" y="25052"/>
                  </a:lnTo>
                  <a:lnTo>
                    <a:pt x="289881" y="21113"/>
                  </a:lnTo>
                  <a:lnTo>
                    <a:pt x="286229" y="17289"/>
                  </a:lnTo>
                  <a:lnTo>
                    <a:pt x="282458" y="13582"/>
                  </a:lnTo>
                  <a:lnTo>
                    <a:pt x="278572" y="9996"/>
                  </a:lnTo>
                  <a:lnTo>
                    <a:pt x="274574" y="6534"/>
                  </a:lnTo>
                  <a:lnTo>
                    <a:pt x="270469" y="3201"/>
                  </a:lnTo>
                  <a:lnTo>
                    <a:pt x="266260" y="0"/>
                  </a:lnTo>
                  <a:lnTo>
                    <a:pt x="167166" y="1346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212566" y="1546402"/>
              <a:ext cx="99093" cy="167167"/>
            </a:xfrm>
            <a:custGeom>
              <a:avLst/>
              <a:pathLst>
                <a:path w="99093" h="167167">
                  <a:moveTo>
                    <a:pt x="99093" y="32536"/>
                  </a:moveTo>
                  <a:lnTo>
                    <a:pt x="94543" y="29303"/>
                  </a:lnTo>
                  <a:lnTo>
                    <a:pt x="89887" y="26223"/>
                  </a:lnTo>
                  <a:lnTo>
                    <a:pt x="85131" y="23300"/>
                  </a:lnTo>
                  <a:lnTo>
                    <a:pt x="80280" y="20538"/>
                  </a:lnTo>
                  <a:lnTo>
                    <a:pt x="75339" y="17939"/>
                  </a:lnTo>
                  <a:lnTo>
                    <a:pt x="70315" y="15507"/>
                  </a:lnTo>
                  <a:lnTo>
                    <a:pt x="65212" y="13244"/>
                  </a:lnTo>
                  <a:lnTo>
                    <a:pt x="60036" y="11152"/>
                  </a:lnTo>
                  <a:lnTo>
                    <a:pt x="54794" y="9235"/>
                  </a:lnTo>
                  <a:lnTo>
                    <a:pt x="49490" y="7493"/>
                  </a:lnTo>
                  <a:lnTo>
                    <a:pt x="44131" y="5930"/>
                  </a:lnTo>
                  <a:lnTo>
                    <a:pt x="38723" y="4546"/>
                  </a:lnTo>
                  <a:lnTo>
                    <a:pt x="33271" y="3344"/>
                  </a:lnTo>
                  <a:lnTo>
                    <a:pt x="27783" y="2324"/>
                  </a:lnTo>
                  <a:lnTo>
                    <a:pt x="22264" y="1489"/>
                  </a:lnTo>
                  <a:lnTo>
                    <a:pt x="16719" y="838"/>
                  </a:lnTo>
                  <a:lnTo>
                    <a:pt x="11156" y="372"/>
                  </a:lnTo>
                  <a:lnTo>
                    <a:pt x="558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5453" y="1943516"/>
              <a:ext cx="83329" cy="167167"/>
            </a:xfrm>
            <a:custGeom>
              <a:avLst/>
              <a:pathLst>
                <a:path w="83329" h="167167">
                  <a:moveTo>
                    <a:pt x="83329" y="0"/>
                  </a:moveTo>
                  <a:lnTo>
                    <a:pt x="77515" y="101"/>
                  </a:lnTo>
                  <a:lnTo>
                    <a:pt x="71707" y="404"/>
                  </a:lnTo>
                  <a:lnTo>
                    <a:pt x="65914" y="909"/>
                  </a:lnTo>
                  <a:lnTo>
                    <a:pt x="60141" y="1615"/>
                  </a:lnTo>
                  <a:lnTo>
                    <a:pt x="54397" y="2522"/>
                  </a:lnTo>
                  <a:lnTo>
                    <a:pt x="48688" y="3628"/>
                  </a:lnTo>
                  <a:lnTo>
                    <a:pt x="43020" y="4932"/>
                  </a:lnTo>
                  <a:lnTo>
                    <a:pt x="37402" y="6432"/>
                  </a:lnTo>
                  <a:lnTo>
                    <a:pt x="31839" y="8127"/>
                  </a:lnTo>
                  <a:lnTo>
                    <a:pt x="26338" y="10014"/>
                  </a:lnTo>
                  <a:lnTo>
                    <a:pt x="20907" y="12092"/>
                  </a:lnTo>
                  <a:lnTo>
                    <a:pt x="15550" y="14357"/>
                  </a:lnTo>
                  <a:lnTo>
                    <a:pt x="10276" y="16807"/>
                  </a:lnTo>
                  <a:lnTo>
                    <a:pt x="5091" y="19439"/>
                  </a:lnTo>
                  <a:lnTo>
                    <a:pt x="0" y="22249"/>
                  </a:lnTo>
                  <a:lnTo>
                    <a:pt x="8332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95453" y="1965766"/>
              <a:ext cx="83329" cy="144917"/>
            </a:xfrm>
            <a:custGeom>
              <a:avLst/>
              <a:pathLst>
                <a:path w="83329" h="144917">
                  <a:moveTo>
                    <a:pt x="0" y="0"/>
                  </a:moveTo>
                  <a:lnTo>
                    <a:pt x="83329" y="144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11617" y="1943516"/>
              <a:ext cx="334321" cy="334329"/>
            </a:xfrm>
            <a:custGeom>
              <a:avLst/>
              <a:pathLst>
                <a:path w="334321" h="334329">
                  <a:moveTo>
                    <a:pt x="83836" y="22249"/>
                  </a:moveTo>
                  <a:lnTo>
                    <a:pt x="79291" y="24959"/>
                  </a:lnTo>
                  <a:lnTo>
                    <a:pt x="74834" y="27812"/>
                  </a:lnTo>
                  <a:lnTo>
                    <a:pt x="70469" y="30804"/>
                  </a:lnTo>
                  <a:lnTo>
                    <a:pt x="66202" y="33933"/>
                  </a:lnTo>
                  <a:lnTo>
                    <a:pt x="62036" y="37195"/>
                  </a:lnTo>
                  <a:lnTo>
                    <a:pt x="57975" y="40588"/>
                  </a:lnTo>
                  <a:lnTo>
                    <a:pt x="54023" y="44107"/>
                  </a:lnTo>
                  <a:lnTo>
                    <a:pt x="50185" y="47750"/>
                  </a:lnTo>
                  <a:lnTo>
                    <a:pt x="46464" y="51512"/>
                  </a:lnTo>
                  <a:lnTo>
                    <a:pt x="42864" y="55390"/>
                  </a:lnTo>
                  <a:lnTo>
                    <a:pt x="39388" y="59380"/>
                  </a:lnTo>
                  <a:lnTo>
                    <a:pt x="36041" y="63479"/>
                  </a:lnTo>
                  <a:lnTo>
                    <a:pt x="32825" y="67681"/>
                  </a:lnTo>
                  <a:lnTo>
                    <a:pt x="29743" y="71982"/>
                  </a:lnTo>
                  <a:lnTo>
                    <a:pt x="26799" y="76380"/>
                  </a:lnTo>
                  <a:lnTo>
                    <a:pt x="23996" y="80868"/>
                  </a:lnTo>
                  <a:lnTo>
                    <a:pt x="21337" y="85442"/>
                  </a:lnTo>
                  <a:lnTo>
                    <a:pt x="18823" y="90099"/>
                  </a:lnTo>
                  <a:lnTo>
                    <a:pt x="16458" y="94832"/>
                  </a:lnTo>
                  <a:lnTo>
                    <a:pt x="14244" y="99639"/>
                  </a:lnTo>
                  <a:lnTo>
                    <a:pt x="12184" y="104513"/>
                  </a:lnTo>
                  <a:lnTo>
                    <a:pt x="10278" y="109449"/>
                  </a:lnTo>
                  <a:lnTo>
                    <a:pt x="8530" y="114444"/>
                  </a:lnTo>
                  <a:lnTo>
                    <a:pt x="6941" y="119491"/>
                  </a:lnTo>
                  <a:lnTo>
                    <a:pt x="5512" y="124586"/>
                  </a:lnTo>
                  <a:lnTo>
                    <a:pt x="4245" y="129724"/>
                  </a:lnTo>
                  <a:lnTo>
                    <a:pt x="3142" y="134899"/>
                  </a:lnTo>
                  <a:lnTo>
                    <a:pt x="2203" y="140107"/>
                  </a:lnTo>
                  <a:lnTo>
                    <a:pt x="1429" y="145341"/>
                  </a:lnTo>
                  <a:lnTo>
                    <a:pt x="821" y="150598"/>
                  </a:lnTo>
                  <a:lnTo>
                    <a:pt x="380" y="155871"/>
                  </a:lnTo>
                  <a:lnTo>
                    <a:pt x="106" y="161155"/>
                  </a:lnTo>
                  <a:lnTo>
                    <a:pt x="0" y="166446"/>
                  </a:lnTo>
                  <a:lnTo>
                    <a:pt x="60" y="171737"/>
                  </a:lnTo>
                  <a:lnTo>
                    <a:pt x="289" y="177024"/>
                  </a:lnTo>
                  <a:lnTo>
                    <a:pt x="684" y="182301"/>
                  </a:lnTo>
                  <a:lnTo>
                    <a:pt x="1247" y="187562"/>
                  </a:lnTo>
                  <a:lnTo>
                    <a:pt x="1975" y="192803"/>
                  </a:lnTo>
                  <a:lnTo>
                    <a:pt x="2870" y="198019"/>
                  </a:lnTo>
                  <a:lnTo>
                    <a:pt x="3928" y="203204"/>
                  </a:lnTo>
                  <a:lnTo>
                    <a:pt x="5151" y="208352"/>
                  </a:lnTo>
                  <a:lnTo>
                    <a:pt x="6535" y="213459"/>
                  </a:lnTo>
                  <a:lnTo>
                    <a:pt x="8081" y="218520"/>
                  </a:lnTo>
                  <a:lnTo>
                    <a:pt x="9786" y="223529"/>
                  </a:lnTo>
                  <a:lnTo>
                    <a:pt x="11649" y="228482"/>
                  </a:lnTo>
                  <a:lnTo>
                    <a:pt x="13667" y="233374"/>
                  </a:lnTo>
                  <a:lnTo>
                    <a:pt x="15840" y="238199"/>
                  </a:lnTo>
                  <a:lnTo>
                    <a:pt x="18164" y="242953"/>
                  </a:lnTo>
                  <a:lnTo>
                    <a:pt x="20637" y="247631"/>
                  </a:lnTo>
                  <a:lnTo>
                    <a:pt x="23257" y="252228"/>
                  </a:lnTo>
                  <a:lnTo>
                    <a:pt x="26022" y="256740"/>
                  </a:lnTo>
                  <a:lnTo>
                    <a:pt x="28927" y="261163"/>
                  </a:lnTo>
                  <a:lnTo>
                    <a:pt x="31972" y="265491"/>
                  </a:lnTo>
                  <a:lnTo>
                    <a:pt x="35151" y="269720"/>
                  </a:lnTo>
                  <a:lnTo>
                    <a:pt x="38463" y="273847"/>
                  </a:lnTo>
                  <a:lnTo>
                    <a:pt x="41904" y="277867"/>
                  </a:lnTo>
                  <a:lnTo>
                    <a:pt x="45471" y="281777"/>
                  </a:lnTo>
                  <a:lnTo>
                    <a:pt x="49159" y="285571"/>
                  </a:lnTo>
                  <a:lnTo>
                    <a:pt x="52966" y="289246"/>
                  </a:lnTo>
                  <a:lnTo>
                    <a:pt x="56887" y="292800"/>
                  </a:lnTo>
                  <a:lnTo>
                    <a:pt x="60918" y="296227"/>
                  </a:lnTo>
                  <a:lnTo>
                    <a:pt x="65056" y="299525"/>
                  </a:lnTo>
                  <a:lnTo>
                    <a:pt x="69297" y="302691"/>
                  </a:lnTo>
                  <a:lnTo>
                    <a:pt x="73635" y="305720"/>
                  </a:lnTo>
                  <a:lnTo>
                    <a:pt x="78067" y="308611"/>
                  </a:lnTo>
                  <a:lnTo>
                    <a:pt x="82589" y="311360"/>
                  </a:lnTo>
                  <a:lnTo>
                    <a:pt x="87195" y="313965"/>
                  </a:lnTo>
                  <a:lnTo>
                    <a:pt x="91881" y="316423"/>
                  </a:lnTo>
                  <a:lnTo>
                    <a:pt x="96643" y="318731"/>
                  </a:lnTo>
                  <a:lnTo>
                    <a:pt x="101475" y="320887"/>
                  </a:lnTo>
                  <a:lnTo>
                    <a:pt x="106374" y="322889"/>
                  </a:lnTo>
                  <a:lnTo>
                    <a:pt x="111333" y="324735"/>
                  </a:lnTo>
                  <a:lnTo>
                    <a:pt x="116348" y="326423"/>
                  </a:lnTo>
                  <a:lnTo>
                    <a:pt x="121414" y="327952"/>
                  </a:lnTo>
                  <a:lnTo>
                    <a:pt x="126526" y="329319"/>
                  </a:lnTo>
                  <a:lnTo>
                    <a:pt x="131678" y="330524"/>
                  </a:lnTo>
                  <a:lnTo>
                    <a:pt x="136866" y="331566"/>
                  </a:lnTo>
                  <a:lnTo>
                    <a:pt x="142085" y="332442"/>
                  </a:lnTo>
                  <a:lnTo>
                    <a:pt x="147328" y="333153"/>
                  </a:lnTo>
                  <a:lnTo>
                    <a:pt x="152592" y="333698"/>
                  </a:lnTo>
                  <a:lnTo>
                    <a:pt x="157870" y="334076"/>
                  </a:lnTo>
                  <a:lnTo>
                    <a:pt x="163157" y="334286"/>
                  </a:lnTo>
                  <a:lnTo>
                    <a:pt x="168449" y="334329"/>
                  </a:lnTo>
                  <a:lnTo>
                    <a:pt x="173739" y="334205"/>
                  </a:lnTo>
                  <a:lnTo>
                    <a:pt x="179022" y="333913"/>
                  </a:lnTo>
                  <a:lnTo>
                    <a:pt x="184294" y="333455"/>
                  </a:lnTo>
                  <a:lnTo>
                    <a:pt x="189548" y="332829"/>
                  </a:lnTo>
                  <a:lnTo>
                    <a:pt x="194781" y="332038"/>
                  </a:lnTo>
                  <a:lnTo>
                    <a:pt x="199985" y="331081"/>
                  </a:lnTo>
                  <a:lnTo>
                    <a:pt x="205156" y="329960"/>
                  </a:lnTo>
                  <a:lnTo>
                    <a:pt x="210290" y="328676"/>
                  </a:lnTo>
                  <a:lnTo>
                    <a:pt x="215380" y="327230"/>
                  </a:lnTo>
                  <a:lnTo>
                    <a:pt x="220422" y="325624"/>
                  </a:lnTo>
                  <a:lnTo>
                    <a:pt x="225411" y="323859"/>
                  </a:lnTo>
                  <a:lnTo>
                    <a:pt x="230341" y="321937"/>
                  </a:lnTo>
                  <a:lnTo>
                    <a:pt x="235208" y="319860"/>
                  </a:lnTo>
                  <a:lnTo>
                    <a:pt x="240006" y="317630"/>
                  </a:lnTo>
                  <a:lnTo>
                    <a:pt x="244732" y="315249"/>
                  </a:lnTo>
                  <a:lnTo>
                    <a:pt x="249380" y="312720"/>
                  </a:lnTo>
                  <a:lnTo>
                    <a:pt x="253946" y="310045"/>
                  </a:lnTo>
                  <a:lnTo>
                    <a:pt x="258424" y="307227"/>
                  </a:lnTo>
                  <a:lnTo>
                    <a:pt x="262812" y="304268"/>
                  </a:lnTo>
                  <a:lnTo>
                    <a:pt x="267103" y="301172"/>
                  </a:lnTo>
                  <a:lnTo>
                    <a:pt x="271294" y="297942"/>
                  </a:lnTo>
                  <a:lnTo>
                    <a:pt x="275381" y="294581"/>
                  </a:lnTo>
                  <a:lnTo>
                    <a:pt x="279360" y="291092"/>
                  </a:lnTo>
                  <a:lnTo>
                    <a:pt x="283226" y="287479"/>
                  </a:lnTo>
                  <a:lnTo>
                    <a:pt x="286976" y="283745"/>
                  </a:lnTo>
                  <a:lnTo>
                    <a:pt x="290605" y="279895"/>
                  </a:lnTo>
                  <a:lnTo>
                    <a:pt x="294111" y="275931"/>
                  </a:lnTo>
                  <a:lnTo>
                    <a:pt x="297490" y="271859"/>
                  </a:lnTo>
                  <a:lnTo>
                    <a:pt x="300738" y="267682"/>
                  </a:lnTo>
                  <a:lnTo>
                    <a:pt x="303853" y="263404"/>
                  </a:lnTo>
                  <a:lnTo>
                    <a:pt x="306830" y="259029"/>
                  </a:lnTo>
                  <a:lnTo>
                    <a:pt x="309668" y="254563"/>
                  </a:lnTo>
                  <a:lnTo>
                    <a:pt x="312363" y="250009"/>
                  </a:lnTo>
                  <a:lnTo>
                    <a:pt x="314912" y="245372"/>
                  </a:lnTo>
                  <a:lnTo>
                    <a:pt x="317313" y="240656"/>
                  </a:lnTo>
                  <a:lnTo>
                    <a:pt x="319564" y="235867"/>
                  </a:lnTo>
                  <a:lnTo>
                    <a:pt x="321662" y="231009"/>
                  </a:lnTo>
                  <a:lnTo>
                    <a:pt x="323605" y="226087"/>
                  </a:lnTo>
                  <a:lnTo>
                    <a:pt x="325391" y="221106"/>
                  </a:lnTo>
                  <a:lnTo>
                    <a:pt x="327019" y="216072"/>
                  </a:lnTo>
                  <a:lnTo>
                    <a:pt x="328487" y="210988"/>
                  </a:lnTo>
                  <a:lnTo>
                    <a:pt x="329793" y="205860"/>
                  </a:lnTo>
                  <a:lnTo>
                    <a:pt x="330936" y="200693"/>
                  </a:lnTo>
                  <a:lnTo>
                    <a:pt x="331915" y="195493"/>
                  </a:lnTo>
                  <a:lnTo>
                    <a:pt x="332729" y="190264"/>
                  </a:lnTo>
                  <a:lnTo>
                    <a:pt x="333378" y="185013"/>
                  </a:lnTo>
                  <a:lnTo>
                    <a:pt x="333859" y="179743"/>
                  </a:lnTo>
                  <a:lnTo>
                    <a:pt x="334174" y="174461"/>
                  </a:lnTo>
                  <a:lnTo>
                    <a:pt x="334321" y="169171"/>
                  </a:lnTo>
                  <a:lnTo>
                    <a:pt x="334301" y="163880"/>
                  </a:lnTo>
                  <a:lnTo>
                    <a:pt x="334113" y="158591"/>
                  </a:lnTo>
                  <a:lnTo>
                    <a:pt x="333758" y="153312"/>
                  </a:lnTo>
                  <a:lnTo>
                    <a:pt x="333236" y="148046"/>
                  </a:lnTo>
                  <a:lnTo>
                    <a:pt x="332547" y="142799"/>
                  </a:lnTo>
                  <a:lnTo>
                    <a:pt x="331693" y="137577"/>
                  </a:lnTo>
                  <a:lnTo>
                    <a:pt x="330674" y="132385"/>
                  </a:lnTo>
                  <a:lnTo>
                    <a:pt x="329491" y="127227"/>
                  </a:lnTo>
                  <a:lnTo>
                    <a:pt x="328146" y="122109"/>
                  </a:lnTo>
                  <a:lnTo>
                    <a:pt x="326639" y="117037"/>
                  </a:lnTo>
                  <a:lnTo>
                    <a:pt x="324973" y="112014"/>
                  </a:lnTo>
                  <a:lnTo>
                    <a:pt x="323148" y="107047"/>
                  </a:lnTo>
                  <a:lnTo>
                    <a:pt x="321167" y="102141"/>
                  </a:lnTo>
                  <a:lnTo>
                    <a:pt x="319032" y="97299"/>
                  </a:lnTo>
                  <a:lnTo>
                    <a:pt x="316744" y="92527"/>
                  </a:lnTo>
                  <a:lnTo>
                    <a:pt x="314307" y="87830"/>
                  </a:lnTo>
                  <a:lnTo>
                    <a:pt x="311722" y="83213"/>
                  </a:lnTo>
                  <a:lnTo>
                    <a:pt x="308993" y="78680"/>
                  </a:lnTo>
                  <a:lnTo>
                    <a:pt x="306121" y="74235"/>
                  </a:lnTo>
                  <a:lnTo>
                    <a:pt x="303110" y="69884"/>
                  </a:lnTo>
                  <a:lnTo>
                    <a:pt x="299963" y="65630"/>
                  </a:lnTo>
                  <a:lnTo>
                    <a:pt x="296683" y="61478"/>
                  </a:lnTo>
                  <a:lnTo>
                    <a:pt x="293273" y="57431"/>
                  </a:lnTo>
                  <a:lnTo>
                    <a:pt x="289736" y="53495"/>
                  </a:lnTo>
                  <a:lnTo>
                    <a:pt x="286077" y="49672"/>
                  </a:lnTo>
                  <a:lnTo>
                    <a:pt x="282299" y="45968"/>
                  </a:lnTo>
                  <a:lnTo>
                    <a:pt x="278405" y="42384"/>
                  </a:lnTo>
                  <a:lnTo>
                    <a:pt x="274400" y="38926"/>
                  </a:lnTo>
                  <a:lnTo>
                    <a:pt x="270287" y="35596"/>
                  </a:lnTo>
                  <a:lnTo>
                    <a:pt x="266071" y="32398"/>
                  </a:lnTo>
                  <a:lnTo>
                    <a:pt x="261756" y="29336"/>
                  </a:lnTo>
                  <a:lnTo>
                    <a:pt x="257347" y="26411"/>
                  </a:lnTo>
                  <a:lnTo>
                    <a:pt x="252846" y="23627"/>
                  </a:lnTo>
                  <a:lnTo>
                    <a:pt x="248260" y="20987"/>
                  </a:lnTo>
                  <a:lnTo>
                    <a:pt x="243593" y="18494"/>
                  </a:lnTo>
                  <a:lnTo>
                    <a:pt x="238849" y="16149"/>
                  </a:lnTo>
                  <a:lnTo>
                    <a:pt x="234034" y="13956"/>
                  </a:lnTo>
                  <a:lnTo>
                    <a:pt x="229151" y="11916"/>
                  </a:lnTo>
                  <a:lnTo>
                    <a:pt x="224206" y="10032"/>
                  </a:lnTo>
                  <a:lnTo>
                    <a:pt x="219204" y="8306"/>
                  </a:lnTo>
                  <a:lnTo>
                    <a:pt x="214150" y="6738"/>
                  </a:lnTo>
                  <a:lnTo>
                    <a:pt x="209049" y="5331"/>
                  </a:lnTo>
                  <a:lnTo>
                    <a:pt x="203906" y="4087"/>
                  </a:lnTo>
                  <a:lnTo>
                    <a:pt x="198726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39696" y="2406772"/>
              <a:ext cx="106037" cy="167167"/>
            </a:xfrm>
            <a:custGeom>
              <a:avLst/>
              <a:pathLst>
                <a:path w="106037" h="167167">
                  <a:moveTo>
                    <a:pt x="106037" y="0"/>
                  </a:moveTo>
                  <a:lnTo>
                    <a:pt x="100295" y="98"/>
                  </a:lnTo>
                  <a:lnTo>
                    <a:pt x="94559" y="394"/>
                  </a:lnTo>
                  <a:lnTo>
                    <a:pt x="88838" y="887"/>
                  </a:lnTo>
                  <a:lnTo>
                    <a:pt x="83136" y="1576"/>
                  </a:lnTo>
                  <a:lnTo>
                    <a:pt x="77462" y="2460"/>
                  </a:lnTo>
                  <a:lnTo>
                    <a:pt x="71821" y="3539"/>
                  </a:lnTo>
                  <a:lnTo>
                    <a:pt x="66220" y="4811"/>
                  </a:lnTo>
                  <a:lnTo>
                    <a:pt x="60667" y="6274"/>
                  </a:lnTo>
                  <a:lnTo>
                    <a:pt x="55167" y="7927"/>
                  </a:lnTo>
                  <a:lnTo>
                    <a:pt x="49728" y="9769"/>
                  </a:lnTo>
                  <a:lnTo>
                    <a:pt x="44354" y="11796"/>
                  </a:lnTo>
                  <a:lnTo>
                    <a:pt x="39054" y="14006"/>
                  </a:lnTo>
                  <a:lnTo>
                    <a:pt x="33832" y="16397"/>
                  </a:lnTo>
                  <a:lnTo>
                    <a:pt x="28696" y="18967"/>
                  </a:lnTo>
                  <a:lnTo>
                    <a:pt x="23651" y="21711"/>
                  </a:lnTo>
                  <a:lnTo>
                    <a:pt x="18703" y="24627"/>
                  </a:lnTo>
                  <a:lnTo>
                    <a:pt x="13859" y="27711"/>
                  </a:lnTo>
                  <a:lnTo>
                    <a:pt x="9123" y="30959"/>
                  </a:lnTo>
                  <a:lnTo>
                    <a:pt x="4501" y="34368"/>
                  </a:lnTo>
                  <a:lnTo>
                    <a:pt x="0" y="37935"/>
                  </a:lnTo>
                  <a:lnTo>
                    <a:pt x="10603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39696" y="2444707"/>
              <a:ext cx="106037" cy="129232"/>
            </a:xfrm>
            <a:custGeom>
              <a:avLst/>
              <a:pathLst>
                <a:path w="106037" h="129232">
                  <a:moveTo>
                    <a:pt x="0" y="0"/>
                  </a:moveTo>
                  <a:lnTo>
                    <a:pt x="106037" y="129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478566" y="2407511"/>
              <a:ext cx="334327" cy="333583"/>
            </a:xfrm>
            <a:custGeom>
              <a:avLst/>
              <a:pathLst>
                <a:path w="334327" h="333583">
                  <a:moveTo>
                    <a:pt x="61129" y="37195"/>
                  </a:moveTo>
                  <a:lnTo>
                    <a:pt x="57097" y="40612"/>
                  </a:lnTo>
                  <a:lnTo>
                    <a:pt x="53174" y="44155"/>
                  </a:lnTo>
                  <a:lnTo>
                    <a:pt x="49365" y="47820"/>
                  </a:lnTo>
                  <a:lnTo>
                    <a:pt x="45674" y="51603"/>
                  </a:lnTo>
                  <a:lnTo>
                    <a:pt x="42105" y="55502"/>
                  </a:lnTo>
                  <a:lnTo>
                    <a:pt x="38660" y="59511"/>
                  </a:lnTo>
                  <a:lnTo>
                    <a:pt x="35344" y="63627"/>
                  </a:lnTo>
                  <a:lnTo>
                    <a:pt x="32160" y="67846"/>
                  </a:lnTo>
                  <a:lnTo>
                    <a:pt x="29111" y="72164"/>
                  </a:lnTo>
                  <a:lnTo>
                    <a:pt x="26200" y="76576"/>
                  </a:lnTo>
                  <a:lnTo>
                    <a:pt x="23430" y="81077"/>
                  </a:lnTo>
                  <a:lnTo>
                    <a:pt x="20803" y="85664"/>
                  </a:lnTo>
                  <a:lnTo>
                    <a:pt x="18323" y="90332"/>
                  </a:lnTo>
                  <a:lnTo>
                    <a:pt x="15992" y="95076"/>
                  </a:lnTo>
                  <a:lnTo>
                    <a:pt x="13811" y="99891"/>
                  </a:lnTo>
                  <a:lnTo>
                    <a:pt x="11785" y="104772"/>
                  </a:lnTo>
                  <a:lnTo>
                    <a:pt x="9913" y="109716"/>
                  </a:lnTo>
                  <a:lnTo>
                    <a:pt x="8199" y="114716"/>
                  </a:lnTo>
                  <a:lnTo>
                    <a:pt x="6643" y="119767"/>
                  </a:lnTo>
                  <a:lnTo>
                    <a:pt x="5248" y="124866"/>
                  </a:lnTo>
                  <a:lnTo>
                    <a:pt x="4015" y="130005"/>
                  </a:lnTo>
                  <a:lnTo>
                    <a:pt x="2945" y="135182"/>
                  </a:lnTo>
                  <a:lnTo>
                    <a:pt x="2040" y="140389"/>
                  </a:lnTo>
                  <a:lnTo>
                    <a:pt x="1299" y="145623"/>
                  </a:lnTo>
                  <a:lnTo>
                    <a:pt x="724" y="150877"/>
                  </a:lnTo>
                  <a:lnTo>
                    <a:pt x="316" y="156147"/>
                  </a:lnTo>
                  <a:lnTo>
                    <a:pt x="74" y="161427"/>
                  </a:lnTo>
                  <a:lnTo>
                    <a:pt x="0" y="166712"/>
                  </a:lnTo>
                  <a:lnTo>
                    <a:pt x="92" y="171997"/>
                  </a:lnTo>
                  <a:lnTo>
                    <a:pt x="352" y="177277"/>
                  </a:lnTo>
                  <a:lnTo>
                    <a:pt x="778" y="182545"/>
                  </a:lnTo>
                  <a:lnTo>
                    <a:pt x="1371" y="187797"/>
                  </a:lnTo>
                  <a:lnTo>
                    <a:pt x="2129" y="193028"/>
                  </a:lnTo>
                  <a:lnTo>
                    <a:pt x="3053" y="198233"/>
                  </a:lnTo>
                  <a:lnTo>
                    <a:pt x="4140" y="203405"/>
                  </a:lnTo>
                  <a:lnTo>
                    <a:pt x="5391" y="208541"/>
                  </a:lnTo>
                  <a:lnTo>
                    <a:pt x="6803" y="213635"/>
                  </a:lnTo>
                  <a:lnTo>
                    <a:pt x="8376" y="218681"/>
                  </a:lnTo>
                  <a:lnTo>
                    <a:pt x="10107" y="223675"/>
                  </a:lnTo>
                  <a:lnTo>
                    <a:pt x="11996" y="228612"/>
                  </a:lnTo>
                  <a:lnTo>
                    <a:pt x="14039" y="233486"/>
                  </a:lnTo>
                  <a:lnTo>
                    <a:pt x="16236" y="238294"/>
                  </a:lnTo>
                  <a:lnTo>
                    <a:pt x="18583" y="243030"/>
                  </a:lnTo>
                  <a:lnTo>
                    <a:pt x="21079" y="247689"/>
                  </a:lnTo>
                  <a:lnTo>
                    <a:pt x="23722" y="252267"/>
                  </a:lnTo>
                  <a:lnTo>
                    <a:pt x="26507" y="256759"/>
                  </a:lnTo>
                  <a:lnTo>
                    <a:pt x="29433" y="261161"/>
                  </a:lnTo>
                  <a:lnTo>
                    <a:pt x="32497" y="265468"/>
                  </a:lnTo>
                  <a:lnTo>
                    <a:pt x="35696" y="269676"/>
                  </a:lnTo>
                  <a:lnTo>
                    <a:pt x="39026" y="273781"/>
                  </a:lnTo>
                  <a:lnTo>
                    <a:pt x="42484" y="277779"/>
                  </a:lnTo>
                  <a:lnTo>
                    <a:pt x="46066" y="281665"/>
                  </a:lnTo>
                  <a:lnTo>
                    <a:pt x="49770" y="285436"/>
                  </a:lnTo>
                  <a:lnTo>
                    <a:pt x="53591" y="289088"/>
                  </a:lnTo>
                  <a:lnTo>
                    <a:pt x="57526" y="292617"/>
                  </a:lnTo>
                  <a:lnTo>
                    <a:pt x="61570" y="296021"/>
                  </a:lnTo>
                  <a:lnTo>
                    <a:pt x="65720" y="299294"/>
                  </a:lnTo>
                  <a:lnTo>
                    <a:pt x="69972" y="302435"/>
                  </a:lnTo>
                  <a:lnTo>
                    <a:pt x="74320" y="305440"/>
                  </a:lnTo>
                  <a:lnTo>
                    <a:pt x="78761" y="308306"/>
                  </a:lnTo>
                  <a:lnTo>
                    <a:pt x="83291" y="311030"/>
                  </a:lnTo>
                  <a:lnTo>
                    <a:pt x="87905" y="313609"/>
                  </a:lnTo>
                  <a:lnTo>
                    <a:pt x="92597" y="316042"/>
                  </a:lnTo>
                  <a:lnTo>
                    <a:pt x="97365" y="318324"/>
                  </a:lnTo>
                  <a:lnTo>
                    <a:pt x="102202" y="320455"/>
                  </a:lnTo>
                  <a:lnTo>
                    <a:pt x="107104" y="322432"/>
                  </a:lnTo>
                  <a:lnTo>
                    <a:pt x="112066" y="324253"/>
                  </a:lnTo>
                  <a:lnTo>
                    <a:pt x="117083" y="325916"/>
                  </a:lnTo>
                  <a:lnTo>
                    <a:pt x="122151" y="327420"/>
                  </a:lnTo>
                  <a:lnTo>
                    <a:pt x="127263" y="328762"/>
                  </a:lnTo>
                  <a:lnTo>
                    <a:pt x="132415" y="329943"/>
                  </a:lnTo>
                  <a:lnTo>
                    <a:pt x="137602" y="330960"/>
                  </a:lnTo>
                  <a:lnTo>
                    <a:pt x="142819" y="331812"/>
                  </a:lnTo>
                  <a:lnTo>
                    <a:pt x="148060" y="332499"/>
                  </a:lnTo>
                  <a:lnTo>
                    <a:pt x="153320" y="333020"/>
                  </a:lnTo>
                  <a:lnTo>
                    <a:pt x="158593" y="333375"/>
                  </a:lnTo>
                  <a:lnTo>
                    <a:pt x="163876" y="333563"/>
                  </a:lnTo>
                  <a:lnTo>
                    <a:pt x="169161" y="333583"/>
                  </a:lnTo>
                  <a:lnTo>
                    <a:pt x="174445" y="333436"/>
                  </a:lnTo>
                  <a:lnTo>
                    <a:pt x="179721" y="333123"/>
                  </a:lnTo>
                  <a:lnTo>
                    <a:pt x="184985" y="332643"/>
                  </a:lnTo>
                  <a:lnTo>
                    <a:pt x="190231" y="331996"/>
                  </a:lnTo>
                  <a:lnTo>
                    <a:pt x="195454" y="331184"/>
                  </a:lnTo>
                  <a:lnTo>
                    <a:pt x="200649" y="330208"/>
                  </a:lnTo>
                  <a:lnTo>
                    <a:pt x="205810" y="329067"/>
                  </a:lnTo>
                  <a:lnTo>
                    <a:pt x="210933" y="327764"/>
                  </a:lnTo>
                  <a:lnTo>
                    <a:pt x="216011" y="326300"/>
                  </a:lnTo>
                  <a:lnTo>
                    <a:pt x="221041" y="324676"/>
                  </a:lnTo>
                  <a:lnTo>
                    <a:pt x="226018" y="322893"/>
                  </a:lnTo>
                  <a:lnTo>
                    <a:pt x="230935" y="320954"/>
                  </a:lnTo>
                  <a:lnTo>
                    <a:pt x="235788" y="318861"/>
                  </a:lnTo>
                  <a:lnTo>
                    <a:pt x="240573" y="316615"/>
                  </a:lnTo>
                  <a:lnTo>
                    <a:pt x="245285" y="314220"/>
                  </a:lnTo>
                  <a:lnTo>
                    <a:pt x="249918" y="311676"/>
                  </a:lnTo>
                  <a:lnTo>
                    <a:pt x="254469" y="308987"/>
                  </a:lnTo>
                  <a:lnTo>
                    <a:pt x="258932" y="306156"/>
                  </a:lnTo>
                  <a:lnTo>
                    <a:pt x="263304" y="303185"/>
                  </a:lnTo>
                  <a:lnTo>
                    <a:pt x="267580" y="300077"/>
                  </a:lnTo>
                  <a:lnTo>
                    <a:pt x="271755" y="296836"/>
                  </a:lnTo>
                  <a:lnTo>
                    <a:pt x="275825" y="293464"/>
                  </a:lnTo>
                  <a:lnTo>
                    <a:pt x="279787" y="289965"/>
                  </a:lnTo>
                  <a:lnTo>
                    <a:pt x="283637" y="286343"/>
                  </a:lnTo>
                  <a:lnTo>
                    <a:pt x="287370" y="282601"/>
                  </a:lnTo>
                  <a:lnTo>
                    <a:pt x="290982" y="278742"/>
                  </a:lnTo>
                  <a:lnTo>
                    <a:pt x="294471" y="274772"/>
                  </a:lnTo>
                  <a:lnTo>
                    <a:pt x="297833" y="270693"/>
                  </a:lnTo>
                  <a:lnTo>
                    <a:pt x="301064" y="266510"/>
                  </a:lnTo>
                  <a:lnTo>
                    <a:pt x="304161" y="262226"/>
                  </a:lnTo>
                  <a:lnTo>
                    <a:pt x="307122" y="257847"/>
                  </a:lnTo>
                  <a:lnTo>
                    <a:pt x="309942" y="253377"/>
                  </a:lnTo>
                  <a:lnTo>
                    <a:pt x="312619" y="248820"/>
                  </a:lnTo>
                  <a:lnTo>
                    <a:pt x="315152" y="244180"/>
                  </a:lnTo>
                  <a:lnTo>
                    <a:pt x="317536" y="239463"/>
                  </a:lnTo>
                  <a:lnTo>
                    <a:pt x="319770" y="234672"/>
                  </a:lnTo>
                  <a:lnTo>
                    <a:pt x="321851" y="229813"/>
                  </a:lnTo>
                  <a:lnTo>
                    <a:pt x="323777" y="224891"/>
                  </a:lnTo>
                  <a:lnTo>
                    <a:pt x="325548" y="219911"/>
                  </a:lnTo>
                  <a:lnTo>
                    <a:pt x="327159" y="214877"/>
                  </a:lnTo>
                  <a:lnTo>
                    <a:pt x="328611" y="209794"/>
                  </a:lnTo>
                  <a:lnTo>
                    <a:pt x="329901" y="204669"/>
                  </a:lnTo>
                  <a:lnTo>
                    <a:pt x="331029" y="199505"/>
                  </a:lnTo>
                  <a:lnTo>
                    <a:pt x="331993" y="194308"/>
                  </a:lnTo>
                  <a:lnTo>
                    <a:pt x="332792" y="189083"/>
                  </a:lnTo>
                  <a:lnTo>
                    <a:pt x="333425" y="183835"/>
                  </a:lnTo>
                  <a:lnTo>
                    <a:pt x="333893" y="178570"/>
                  </a:lnTo>
                  <a:lnTo>
                    <a:pt x="334193" y="173293"/>
                  </a:lnTo>
                  <a:lnTo>
                    <a:pt x="334327" y="168009"/>
                  </a:lnTo>
                  <a:lnTo>
                    <a:pt x="334293" y="162723"/>
                  </a:lnTo>
                  <a:lnTo>
                    <a:pt x="334092" y="157441"/>
                  </a:lnTo>
                  <a:lnTo>
                    <a:pt x="333725" y="152168"/>
                  </a:lnTo>
                  <a:lnTo>
                    <a:pt x="333191" y="146910"/>
                  </a:lnTo>
                  <a:lnTo>
                    <a:pt x="332491" y="141671"/>
                  </a:lnTo>
                  <a:lnTo>
                    <a:pt x="331625" y="136456"/>
                  </a:lnTo>
                  <a:lnTo>
                    <a:pt x="330596" y="131272"/>
                  </a:lnTo>
                  <a:lnTo>
                    <a:pt x="329403" y="126123"/>
                  </a:lnTo>
                  <a:lnTo>
                    <a:pt x="328047" y="121014"/>
                  </a:lnTo>
                  <a:lnTo>
                    <a:pt x="326531" y="115950"/>
                  </a:lnTo>
                  <a:lnTo>
                    <a:pt x="324855" y="110937"/>
                  </a:lnTo>
                  <a:lnTo>
                    <a:pt x="323022" y="105979"/>
                  </a:lnTo>
                  <a:lnTo>
                    <a:pt x="321033" y="101082"/>
                  </a:lnTo>
                  <a:lnTo>
                    <a:pt x="318891" y="96250"/>
                  </a:lnTo>
                  <a:lnTo>
                    <a:pt x="316596" y="91489"/>
                  </a:lnTo>
                  <a:lnTo>
                    <a:pt x="314152" y="86802"/>
                  </a:lnTo>
                  <a:lnTo>
                    <a:pt x="311561" y="82195"/>
                  </a:lnTo>
                  <a:lnTo>
                    <a:pt x="308826" y="77672"/>
                  </a:lnTo>
                  <a:lnTo>
                    <a:pt x="305949" y="73237"/>
                  </a:lnTo>
                  <a:lnTo>
                    <a:pt x="302934" y="68896"/>
                  </a:lnTo>
                  <a:lnTo>
                    <a:pt x="299782" y="64653"/>
                  </a:lnTo>
                  <a:lnTo>
                    <a:pt x="296498" y="60511"/>
                  </a:lnTo>
                  <a:lnTo>
                    <a:pt x="293085" y="56475"/>
                  </a:lnTo>
                  <a:lnTo>
                    <a:pt x="289546" y="52549"/>
                  </a:lnTo>
                  <a:lnTo>
                    <a:pt x="285884" y="48737"/>
                  </a:lnTo>
                  <a:lnTo>
                    <a:pt x="282104" y="45043"/>
                  </a:lnTo>
                  <a:lnTo>
                    <a:pt x="278209" y="41469"/>
                  </a:lnTo>
                  <a:lnTo>
                    <a:pt x="274203" y="38021"/>
                  </a:lnTo>
                  <a:lnTo>
                    <a:pt x="270090" y="34702"/>
                  </a:lnTo>
                  <a:lnTo>
                    <a:pt x="265874" y="31513"/>
                  </a:lnTo>
                  <a:lnTo>
                    <a:pt x="261559" y="28460"/>
                  </a:lnTo>
                  <a:lnTo>
                    <a:pt x="257150" y="25545"/>
                  </a:lnTo>
                  <a:lnTo>
                    <a:pt x="252651" y="22771"/>
                  </a:lnTo>
                  <a:lnTo>
                    <a:pt x="248067" y="20140"/>
                  </a:lnTo>
                  <a:lnTo>
                    <a:pt x="243402" y="17655"/>
                  </a:lnTo>
                  <a:lnTo>
                    <a:pt x="238660" y="15319"/>
                  </a:lnTo>
                  <a:lnTo>
                    <a:pt x="233847" y="13135"/>
                  </a:lnTo>
                  <a:lnTo>
                    <a:pt x="228967" y="11103"/>
                  </a:lnTo>
                  <a:lnTo>
                    <a:pt x="224026" y="9227"/>
                  </a:lnTo>
                  <a:lnTo>
                    <a:pt x="219027" y="7508"/>
                  </a:lnTo>
                  <a:lnTo>
                    <a:pt x="213977" y="5948"/>
                  </a:lnTo>
                  <a:lnTo>
                    <a:pt x="208880" y="4548"/>
                  </a:lnTo>
                  <a:lnTo>
                    <a:pt x="203741" y="3310"/>
                  </a:lnTo>
                  <a:lnTo>
                    <a:pt x="198566" y="2235"/>
                  </a:lnTo>
                  <a:lnTo>
                    <a:pt x="193359" y="1325"/>
                  </a:lnTo>
                  <a:lnTo>
                    <a:pt x="188127" y="579"/>
                  </a:lnTo>
                  <a:lnTo>
                    <a:pt x="182873" y="0"/>
                  </a:lnTo>
                  <a:lnTo>
                    <a:pt x="167167" y="1664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645733" y="2406772"/>
              <a:ext cx="15706" cy="167167"/>
            </a:xfrm>
            <a:custGeom>
              <a:avLst/>
              <a:pathLst>
                <a:path w="15706" h="167167">
                  <a:moveTo>
                    <a:pt x="15706" y="7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358832" y="2911194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6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2"/>
                  </a:lnTo>
                  <a:lnTo>
                    <a:pt x="120073" y="6765"/>
                  </a:lnTo>
                  <a:lnTo>
                    <a:pt x="115009" y="8338"/>
                  </a:lnTo>
                  <a:lnTo>
                    <a:pt x="109999" y="10072"/>
                  </a:lnTo>
                  <a:lnTo>
                    <a:pt x="105046" y="11963"/>
                  </a:lnTo>
                  <a:lnTo>
                    <a:pt x="100155" y="14011"/>
                  </a:lnTo>
                  <a:lnTo>
                    <a:pt x="95331" y="16212"/>
                  </a:lnTo>
                  <a:lnTo>
                    <a:pt x="90580" y="18566"/>
                  </a:lnTo>
                  <a:lnTo>
                    <a:pt x="85906" y="21069"/>
                  </a:lnTo>
                  <a:lnTo>
                    <a:pt x="81314" y="23718"/>
                  </a:lnTo>
                  <a:lnTo>
                    <a:pt x="76808" y="26513"/>
                  </a:lnTo>
                  <a:lnTo>
                    <a:pt x="72393" y="29448"/>
                  </a:lnTo>
                  <a:lnTo>
                    <a:pt x="68073" y="32523"/>
                  </a:lnTo>
                  <a:lnTo>
                    <a:pt x="63853" y="35732"/>
                  </a:lnTo>
                  <a:lnTo>
                    <a:pt x="59736" y="39074"/>
                  </a:lnTo>
                  <a:lnTo>
                    <a:pt x="55728" y="42545"/>
                  </a:lnTo>
                  <a:lnTo>
                    <a:pt x="51832" y="46141"/>
                  </a:lnTo>
                  <a:lnTo>
                    <a:pt x="48052" y="49859"/>
                  </a:lnTo>
                  <a:lnTo>
                    <a:pt x="44392" y="53695"/>
                  </a:lnTo>
                  <a:lnTo>
                    <a:pt x="40855" y="57645"/>
                  </a:lnTo>
                  <a:lnTo>
                    <a:pt x="37445" y="61705"/>
                  </a:lnTo>
                  <a:lnTo>
                    <a:pt x="34166" y="65872"/>
                  </a:lnTo>
                  <a:lnTo>
                    <a:pt x="31020" y="70140"/>
                  </a:lnTo>
                  <a:lnTo>
                    <a:pt x="28012" y="74506"/>
                  </a:lnTo>
                  <a:lnTo>
                    <a:pt x="25143" y="78965"/>
                  </a:lnTo>
                  <a:lnTo>
                    <a:pt x="22417" y="83512"/>
                  </a:lnTo>
                  <a:lnTo>
                    <a:pt x="19837" y="88144"/>
                  </a:lnTo>
                  <a:lnTo>
                    <a:pt x="17405" y="92856"/>
                  </a:lnTo>
                  <a:lnTo>
                    <a:pt x="15124" y="97642"/>
                  </a:lnTo>
                  <a:lnTo>
                    <a:pt x="12996" y="102498"/>
                  </a:lnTo>
                  <a:lnTo>
                    <a:pt x="11022" y="107419"/>
                  </a:lnTo>
                  <a:lnTo>
                    <a:pt x="9206" y="112401"/>
                  </a:lnTo>
                  <a:lnTo>
                    <a:pt x="7549" y="117437"/>
                  </a:lnTo>
                  <a:lnTo>
                    <a:pt x="6052" y="122523"/>
                  </a:lnTo>
                  <a:lnTo>
                    <a:pt x="4717" y="127655"/>
                  </a:lnTo>
                  <a:lnTo>
                    <a:pt x="3546" y="132826"/>
                  </a:lnTo>
                  <a:lnTo>
                    <a:pt x="2539" y="138031"/>
                  </a:lnTo>
                  <a:lnTo>
                    <a:pt x="1698" y="143266"/>
                  </a:lnTo>
                  <a:lnTo>
                    <a:pt x="1023" y="148525"/>
                  </a:lnTo>
                  <a:lnTo>
                    <a:pt x="515" y="153803"/>
                  </a:lnTo>
                  <a:lnTo>
                    <a:pt x="175" y="159094"/>
                  </a:lnTo>
                  <a:lnTo>
                    <a:pt x="3" y="164393"/>
                  </a:lnTo>
                  <a:lnTo>
                    <a:pt x="0" y="169695"/>
                  </a:lnTo>
                  <a:lnTo>
                    <a:pt x="164" y="174995"/>
                  </a:lnTo>
                  <a:lnTo>
                    <a:pt x="496" y="180287"/>
                  </a:lnTo>
                  <a:lnTo>
                    <a:pt x="996" y="185565"/>
                  </a:lnTo>
                  <a:lnTo>
                    <a:pt x="1663" y="190825"/>
                  </a:lnTo>
                  <a:lnTo>
                    <a:pt x="2496" y="196061"/>
                  </a:lnTo>
                  <a:lnTo>
                    <a:pt x="3496" y="201268"/>
                  </a:lnTo>
                  <a:lnTo>
                    <a:pt x="4659" y="206441"/>
                  </a:lnTo>
                  <a:lnTo>
                    <a:pt x="5987" y="211574"/>
                  </a:lnTo>
                  <a:lnTo>
                    <a:pt x="7476" y="216663"/>
                  </a:lnTo>
                  <a:lnTo>
                    <a:pt x="9126" y="221702"/>
                  </a:lnTo>
                  <a:lnTo>
                    <a:pt x="10935" y="226686"/>
                  </a:lnTo>
                  <a:lnTo>
                    <a:pt x="12901" y="231610"/>
                  </a:lnTo>
                  <a:lnTo>
                    <a:pt x="15022" y="236469"/>
                  </a:lnTo>
                  <a:lnTo>
                    <a:pt x="17297" y="241258"/>
                  </a:lnTo>
                  <a:lnTo>
                    <a:pt x="19722" y="245973"/>
                  </a:lnTo>
                  <a:lnTo>
                    <a:pt x="22295" y="250609"/>
                  </a:lnTo>
                  <a:lnTo>
                    <a:pt x="25014" y="255161"/>
                  </a:lnTo>
                  <a:lnTo>
                    <a:pt x="27876" y="259624"/>
                  </a:lnTo>
                  <a:lnTo>
                    <a:pt x="30878" y="263994"/>
                  </a:lnTo>
                  <a:lnTo>
                    <a:pt x="34017" y="268267"/>
                  </a:lnTo>
                  <a:lnTo>
                    <a:pt x="37291" y="272438"/>
                  </a:lnTo>
                  <a:lnTo>
                    <a:pt x="40694" y="276504"/>
                  </a:lnTo>
                  <a:lnTo>
                    <a:pt x="44225" y="280459"/>
                  </a:lnTo>
                  <a:lnTo>
                    <a:pt x="47880" y="284300"/>
                  </a:lnTo>
                  <a:lnTo>
                    <a:pt x="51655" y="288024"/>
                  </a:lnTo>
                  <a:lnTo>
                    <a:pt x="55546" y="291625"/>
                  </a:lnTo>
                  <a:lnTo>
                    <a:pt x="59549" y="295102"/>
                  </a:lnTo>
                  <a:lnTo>
                    <a:pt x="63660" y="298450"/>
                  </a:lnTo>
                  <a:lnTo>
                    <a:pt x="67876" y="301666"/>
                  </a:lnTo>
                  <a:lnTo>
                    <a:pt x="72191" y="304746"/>
                  </a:lnTo>
                  <a:lnTo>
                    <a:pt x="76602" y="307689"/>
                  </a:lnTo>
                  <a:lnTo>
                    <a:pt x="81104" y="310489"/>
                  </a:lnTo>
                  <a:lnTo>
                    <a:pt x="85692" y="313146"/>
                  </a:lnTo>
                  <a:lnTo>
                    <a:pt x="90363" y="315656"/>
                  </a:lnTo>
                  <a:lnTo>
                    <a:pt x="95110" y="318016"/>
                  </a:lnTo>
                  <a:lnTo>
                    <a:pt x="99930" y="320225"/>
                  </a:lnTo>
                  <a:lnTo>
                    <a:pt x="104818" y="322280"/>
                  </a:lnTo>
                  <a:lnTo>
                    <a:pt x="109769" y="324178"/>
                  </a:lnTo>
                  <a:lnTo>
                    <a:pt x="114777" y="325919"/>
                  </a:lnTo>
                  <a:lnTo>
                    <a:pt x="119838" y="327500"/>
                  </a:lnTo>
                  <a:lnTo>
                    <a:pt x="124946" y="328920"/>
                  </a:lnTo>
                  <a:lnTo>
                    <a:pt x="130097" y="330177"/>
                  </a:lnTo>
                  <a:lnTo>
                    <a:pt x="135285" y="331270"/>
                  </a:lnTo>
                  <a:lnTo>
                    <a:pt x="140505" y="332198"/>
                  </a:lnTo>
                  <a:lnTo>
                    <a:pt x="145752" y="332960"/>
                  </a:lnTo>
                  <a:lnTo>
                    <a:pt x="151021" y="333555"/>
                  </a:lnTo>
                  <a:lnTo>
                    <a:pt x="156306" y="333982"/>
                  </a:lnTo>
                  <a:lnTo>
                    <a:pt x="161602" y="334242"/>
                  </a:lnTo>
                  <a:lnTo>
                    <a:pt x="166903" y="334334"/>
                  </a:lnTo>
                  <a:lnTo>
                    <a:pt x="172204" y="334258"/>
                  </a:lnTo>
                  <a:lnTo>
                    <a:pt x="177501" y="334013"/>
                  </a:lnTo>
                  <a:lnTo>
                    <a:pt x="182787" y="333601"/>
                  </a:lnTo>
                  <a:lnTo>
                    <a:pt x="188057" y="333022"/>
                  </a:lnTo>
                  <a:lnTo>
                    <a:pt x="193306" y="332275"/>
                  </a:lnTo>
                  <a:lnTo>
                    <a:pt x="198529" y="331362"/>
                  </a:lnTo>
                  <a:lnTo>
                    <a:pt x="203721" y="330285"/>
                  </a:lnTo>
                  <a:lnTo>
                    <a:pt x="208875" y="329043"/>
                  </a:lnTo>
                  <a:lnTo>
                    <a:pt x="213988" y="327638"/>
                  </a:lnTo>
                  <a:lnTo>
                    <a:pt x="219053" y="326072"/>
                  </a:lnTo>
                  <a:lnTo>
                    <a:pt x="224067" y="324346"/>
                  </a:lnTo>
                  <a:lnTo>
                    <a:pt x="229023" y="322462"/>
                  </a:lnTo>
                  <a:lnTo>
                    <a:pt x="233916" y="320421"/>
                  </a:lnTo>
                  <a:lnTo>
                    <a:pt x="238743" y="318227"/>
                  </a:lnTo>
                  <a:lnTo>
                    <a:pt x="243497" y="315880"/>
                  </a:lnTo>
                  <a:lnTo>
                    <a:pt x="248175" y="313384"/>
                  </a:lnTo>
                  <a:lnTo>
                    <a:pt x="252772" y="310741"/>
                  </a:lnTo>
                  <a:lnTo>
                    <a:pt x="257282" y="307953"/>
                  </a:lnTo>
                  <a:lnTo>
                    <a:pt x="261701" y="305024"/>
                  </a:lnTo>
                  <a:lnTo>
                    <a:pt x="266025" y="301956"/>
                  </a:lnTo>
                  <a:lnTo>
                    <a:pt x="270250" y="298753"/>
                  </a:lnTo>
                  <a:lnTo>
                    <a:pt x="274371" y="295417"/>
                  </a:lnTo>
                  <a:lnTo>
                    <a:pt x="278385" y="291952"/>
                  </a:lnTo>
                  <a:lnTo>
                    <a:pt x="282286" y="288362"/>
                  </a:lnTo>
                  <a:lnTo>
                    <a:pt x="286072" y="284649"/>
                  </a:lnTo>
                  <a:lnTo>
                    <a:pt x="289738" y="280819"/>
                  </a:lnTo>
                  <a:lnTo>
                    <a:pt x="293280" y="276874"/>
                  </a:lnTo>
                  <a:lnTo>
                    <a:pt x="296696" y="272819"/>
                  </a:lnTo>
                  <a:lnTo>
                    <a:pt x="299981" y="268657"/>
                  </a:lnTo>
                  <a:lnTo>
                    <a:pt x="303133" y="264393"/>
                  </a:lnTo>
                  <a:lnTo>
                    <a:pt x="306148" y="260032"/>
                  </a:lnTo>
                  <a:lnTo>
                    <a:pt x="309023" y="255577"/>
                  </a:lnTo>
                  <a:lnTo>
                    <a:pt x="311755" y="251033"/>
                  </a:lnTo>
                  <a:lnTo>
                    <a:pt x="314342" y="246405"/>
                  </a:lnTo>
                  <a:lnTo>
                    <a:pt x="316781" y="241697"/>
                  </a:lnTo>
                  <a:lnTo>
                    <a:pt x="319070" y="236915"/>
                  </a:lnTo>
                  <a:lnTo>
                    <a:pt x="321205" y="232062"/>
                  </a:lnTo>
                  <a:lnTo>
                    <a:pt x="323186" y="227143"/>
                  </a:lnTo>
                  <a:lnTo>
                    <a:pt x="325009" y="222165"/>
                  </a:lnTo>
                  <a:lnTo>
                    <a:pt x="326674" y="217131"/>
                  </a:lnTo>
                  <a:lnTo>
                    <a:pt x="328178" y="212047"/>
                  </a:lnTo>
                  <a:lnTo>
                    <a:pt x="329520" y="206917"/>
                  </a:lnTo>
                  <a:lnTo>
                    <a:pt x="330699" y="201748"/>
                  </a:lnTo>
                  <a:lnTo>
                    <a:pt x="331714" y="196544"/>
                  </a:lnTo>
                  <a:lnTo>
                    <a:pt x="332563" y="191310"/>
                  </a:lnTo>
                  <a:lnTo>
                    <a:pt x="333245" y="186052"/>
                  </a:lnTo>
                  <a:lnTo>
                    <a:pt x="333760" y="180775"/>
                  </a:lnTo>
                  <a:lnTo>
                    <a:pt x="334108" y="175484"/>
                  </a:lnTo>
                  <a:lnTo>
                    <a:pt x="334288" y="170185"/>
                  </a:lnTo>
                  <a:lnTo>
                    <a:pt x="334300" y="164883"/>
                  </a:lnTo>
                  <a:lnTo>
                    <a:pt x="334143" y="159584"/>
                  </a:lnTo>
                  <a:lnTo>
                    <a:pt x="333819" y="154292"/>
                  </a:lnTo>
                  <a:lnTo>
                    <a:pt x="333327" y="149012"/>
                  </a:lnTo>
                  <a:lnTo>
                    <a:pt x="332667" y="143751"/>
                  </a:lnTo>
                  <a:lnTo>
                    <a:pt x="331841" y="138514"/>
                  </a:lnTo>
                  <a:lnTo>
                    <a:pt x="330850" y="13330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44500"/>
              <a:ext cx="163702" cy="33861"/>
            </a:xfrm>
            <a:custGeom>
              <a:avLst/>
              <a:pathLst>
                <a:path w="163702" h="33861">
                  <a:moveTo>
                    <a:pt x="163702" y="0"/>
                  </a:moveTo>
                  <a:lnTo>
                    <a:pt x="0" y="338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2916839"/>
              <a:ext cx="163702" cy="161522"/>
            </a:xfrm>
            <a:custGeom>
              <a:avLst/>
              <a:pathLst>
                <a:path w="163702" h="161522">
                  <a:moveTo>
                    <a:pt x="163702" y="127661"/>
                  </a:moveTo>
                  <a:lnTo>
                    <a:pt x="162513" y="122353"/>
                  </a:lnTo>
                  <a:lnTo>
                    <a:pt x="161153" y="117088"/>
                  </a:lnTo>
                  <a:lnTo>
                    <a:pt x="159622" y="111869"/>
                  </a:lnTo>
                  <a:lnTo>
                    <a:pt x="157923" y="106702"/>
                  </a:lnTo>
                  <a:lnTo>
                    <a:pt x="156056" y="101594"/>
                  </a:lnTo>
                  <a:lnTo>
                    <a:pt x="154024" y="96549"/>
                  </a:lnTo>
                  <a:lnTo>
                    <a:pt x="151829" y="91573"/>
                  </a:lnTo>
                  <a:lnTo>
                    <a:pt x="149473" y="86671"/>
                  </a:lnTo>
                  <a:lnTo>
                    <a:pt x="146959" y="81849"/>
                  </a:lnTo>
                  <a:lnTo>
                    <a:pt x="144290" y="77110"/>
                  </a:lnTo>
                  <a:lnTo>
                    <a:pt x="141467" y="72461"/>
                  </a:lnTo>
                  <a:lnTo>
                    <a:pt x="138495" y="67906"/>
                  </a:lnTo>
                  <a:lnTo>
                    <a:pt x="135377" y="63451"/>
                  </a:lnTo>
                  <a:lnTo>
                    <a:pt x="132115" y="59099"/>
                  </a:lnTo>
                  <a:lnTo>
                    <a:pt x="128713" y="54855"/>
                  </a:lnTo>
                  <a:lnTo>
                    <a:pt x="125175" y="50725"/>
                  </a:lnTo>
                  <a:lnTo>
                    <a:pt x="121505" y="46711"/>
                  </a:lnTo>
                  <a:lnTo>
                    <a:pt x="117705" y="42820"/>
                  </a:lnTo>
                  <a:lnTo>
                    <a:pt x="113782" y="39054"/>
                  </a:lnTo>
                  <a:lnTo>
                    <a:pt x="109738" y="35417"/>
                  </a:lnTo>
                  <a:lnTo>
                    <a:pt x="105577" y="31914"/>
                  </a:lnTo>
                  <a:lnTo>
                    <a:pt x="101305" y="28548"/>
                  </a:lnTo>
                  <a:lnTo>
                    <a:pt x="96926" y="25323"/>
                  </a:lnTo>
                  <a:lnTo>
                    <a:pt x="92444" y="22242"/>
                  </a:lnTo>
                  <a:lnTo>
                    <a:pt x="87865" y="19309"/>
                  </a:lnTo>
                  <a:lnTo>
                    <a:pt x="83192" y="16526"/>
                  </a:lnTo>
                  <a:lnTo>
                    <a:pt x="78431" y="13896"/>
                  </a:lnTo>
                  <a:lnTo>
                    <a:pt x="73587" y="11423"/>
                  </a:lnTo>
                  <a:lnTo>
                    <a:pt x="68666" y="9108"/>
                  </a:lnTo>
                  <a:lnTo>
                    <a:pt x="63671" y="6955"/>
                  </a:lnTo>
                  <a:lnTo>
                    <a:pt x="58610" y="4966"/>
                  </a:lnTo>
                  <a:lnTo>
                    <a:pt x="53486" y="3142"/>
                  </a:lnTo>
                  <a:lnTo>
                    <a:pt x="48306" y="1486"/>
                  </a:lnTo>
                  <a:lnTo>
                    <a:pt x="43074" y="0"/>
                  </a:lnTo>
                  <a:lnTo>
                    <a:pt x="0" y="161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11194"/>
              <a:ext cx="43074" cy="167167"/>
            </a:xfrm>
            <a:custGeom>
              <a:avLst/>
              <a:pathLst>
                <a:path w="43074" h="167167">
                  <a:moveTo>
                    <a:pt x="43074" y="5644"/>
                  </a:moveTo>
                  <a:lnTo>
                    <a:pt x="37032" y="4153"/>
                  </a:lnTo>
                  <a:lnTo>
                    <a:pt x="30939" y="2888"/>
                  </a:lnTo>
                  <a:lnTo>
                    <a:pt x="24802" y="1850"/>
                  </a:lnTo>
                  <a:lnTo>
                    <a:pt x="18632" y="1041"/>
                  </a:lnTo>
                  <a:lnTo>
                    <a:pt x="12435" y="463"/>
                  </a:lnTo>
                  <a:lnTo>
                    <a:pt x="6222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358822" y="3429590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8" y="4078"/>
                  </a:lnTo>
                  <a:lnTo>
                    <a:pt x="125321" y="5320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49" y="16114"/>
                  </a:lnTo>
                  <a:lnTo>
                    <a:pt x="90809" y="18453"/>
                  </a:lnTo>
                  <a:lnTo>
                    <a:pt x="86146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0" y="29272"/>
                  </a:lnTo>
                  <a:lnTo>
                    <a:pt x="68348" y="32328"/>
                  </a:lnTo>
                  <a:lnTo>
                    <a:pt x="64134" y="35520"/>
                  </a:lnTo>
                  <a:lnTo>
                    <a:pt x="60024" y="38843"/>
                  </a:lnTo>
                  <a:lnTo>
                    <a:pt x="56020" y="42294"/>
                  </a:lnTo>
                  <a:lnTo>
                    <a:pt x="52128" y="45870"/>
                  </a:lnTo>
                  <a:lnTo>
                    <a:pt x="48350" y="49567"/>
                  </a:lnTo>
                  <a:lnTo>
                    <a:pt x="44692" y="53382"/>
                  </a:lnTo>
                  <a:lnTo>
                    <a:pt x="41156" y="57311"/>
                  </a:lnTo>
                  <a:lnTo>
                    <a:pt x="37746" y="61349"/>
                  </a:lnTo>
                  <a:lnTo>
                    <a:pt x="34465" y="65494"/>
                  </a:lnTo>
                  <a:lnTo>
                    <a:pt x="31317" y="69740"/>
                  </a:lnTo>
                  <a:lnTo>
                    <a:pt x="28305" y="74083"/>
                  </a:lnTo>
                  <a:lnTo>
                    <a:pt x="25431" y="78519"/>
                  </a:lnTo>
                  <a:lnTo>
                    <a:pt x="22699" y="83044"/>
                  </a:lnTo>
                  <a:lnTo>
                    <a:pt x="20112" y="87653"/>
                  </a:lnTo>
                  <a:lnTo>
                    <a:pt x="17672" y="92342"/>
                  </a:lnTo>
                  <a:lnTo>
                    <a:pt x="15381" y="97106"/>
                  </a:lnTo>
                  <a:lnTo>
                    <a:pt x="13242" y="101939"/>
                  </a:lnTo>
                  <a:lnTo>
                    <a:pt x="11257" y="106838"/>
                  </a:lnTo>
                  <a:lnTo>
                    <a:pt x="9427" y="111797"/>
                  </a:lnTo>
                  <a:lnTo>
                    <a:pt x="7755" y="116811"/>
                  </a:lnTo>
                  <a:lnTo>
                    <a:pt x="6243" y="121876"/>
                  </a:lnTo>
                  <a:lnTo>
                    <a:pt x="4892" y="126986"/>
                  </a:lnTo>
                  <a:lnTo>
                    <a:pt x="3702" y="132136"/>
                  </a:lnTo>
                  <a:lnTo>
                    <a:pt x="2677" y="137321"/>
                  </a:lnTo>
                  <a:lnTo>
                    <a:pt x="1815" y="142536"/>
                  </a:lnTo>
                  <a:lnTo>
                    <a:pt x="1119" y="147776"/>
                  </a:lnTo>
                  <a:lnTo>
                    <a:pt x="589" y="153035"/>
                  </a:lnTo>
                  <a:lnTo>
                    <a:pt x="226" y="158308"/>
                  </a:lnTo>
                  <a:lnTo>
                    <a:pt x="29" y="163590"/>
                  </a:lnTo>
                  <a:lnTo>
                    <a:pt x="0" y="168875"/>
                  </a:lnTo>
                  <a:lnTo>
                    <a:pt x="137" y="174159"/>
                  </a:lnTo>
                  <a:lnTo>
                    <a:pt x="442" y="179436"/>
                  </a:lnTo>
                  <a:lnTo>
                    <a:pt x="913" y="184701"/>
                  </a:lnTo>
                  <a:lnTo>
                    <a:pt x="1550" y="189948"/>
                  </a:lnTo>
                  <a:lnTo>
                    <a:pt x="2353" y="195172"/>
                  </a:lnTo>
                  <a:lnTo>
                    <a:pt x="3321" y="200369"/>
                  </a:lnTo>
                  <a:lnTo>
                    <a:pt x="4453" y="205532"/>
                  </a:lnTo>
                  <a:lnTo>
                    <a:pt x="5747" y="210656"/>
                  </a:lnTo>
                  <a:lnTo>
                    <a:pt x="7203" y="215738"/>
                  </a:lnTo>
                  <a:lnTo>
                    <a:pt x="8818" y="220771"/>
                  </a:lnTo>
                  <a:lnTo>
                    <a:pt x="10592" y="225750"/>
                  </a:lnTo>
                  <a:lnTo>
                    <a:pt x="12522" y="230670"/>
                  </a:lnTo>
                  <a:lnTo>
                    <a:pt x="14607" y="235527"/>
                  </a:lnTo>
                  <a:lnTo>
                    <a:pt x="16845" y="240316"/>
                  </a:lnTo>
                  <a:lnTo>
                    <a:pt x="19232" y="245032"/>
                  </a:lnTo>
                  <a:lnTo>
                    <a:pt x="21768" y="249669"/>
                  </a:lnTo>
                  <a:lnTo>
                    <a:pt x="24449" y="254225"/>
                  </a:lnTo>
                  <a:lnTo>
                    <a:pt x="27273" y="258693"/>
                  </a:lnTo>
                  <a:lnTo>
                    <a:pt x="30236" y="263070"/>
                  </a:lnTo>
                  <a:lnTo>
                    <a:pt x="33337" y="267351"/>
                  </a:lnTo>
                  <a:lnTo>
                    <a:pt x="36571" y="271531"/>
                  </a:lnTo>
                  <a:lnTo>
                    <a:pt x="39936" y="275608"/>
                  </a:lnTo>
                  <a:lnTo>
                    <a:pt x="43428" y="279576"/>
                  </a:lnTo>
                  <a:lnTo>
                    <a:pt x="47043" y="283431"/>
                  </a:lnTo>
                  <a:lnTo>
                    <a:pt x="50779" y="287170"/>
                  </a:lnTo>
                  <a:lnTo>
                    <a:pt x="54631" y="290790"/>
                  </a:lnTo>
                  <a:lnTo>
                    <a:pt x="58596" y="294286"/>
                  </a:lnTo>
                  <a:lnTo>
                    <a:pt x="62669" y="297654"/>
                  </a:lnTo>
                  <a:lnTo>
                    <a:pt x="66846" y="300892"/>
                  </a:lnTo>
                  <a:lnTo>
                    <a:pt x="71124" y="303997"/>
                  </a:lnTo>
                  <a:lnTo>
                    <a:pt x="75498" y="306965"/>
                  </a:lnTo>
                  <a:lnTo>
                    <a:pt x="79964" y="309793"/>
                  </a:lnTo>
                  <a:lnTo>
                    <a:pt x="84516" y="312478"/>
                  </a:lnTo>
                  <a:lnTo>
                    <a:pt x="89152" y="315018"/>
                  </a:lnTo>
                  <a:lnTo>
                    <a:pt x="93865" y="317410"/>
                  </a:lnTo>
                  <a:lnTo>
                    <a:pt x="98652" y="319652"/>
                  </a:lnTo>
                  <a:lnTo>
                    <a:pt x="103507" y="321742"/>
                  </a:lnTo>
                  <a:lnTo>
                    <a:pt x="108425" y="323677"/>
                  </a:lnTo>
                  <a:lnTo>
                    <a:pt x="113403" y="325456"/>
                  </a:lnTo>
                  <a:lnTo>
                    <a:pt x="118434" y="327076"/>
                  </a:lnTo>
                  <a:lnTo>
                    <a:pt x="123514" y="328537"/>
                  </a:lnTo>
                  <a:lnTo>
                    <a:pt x="128638" y="329836"/>
                  </a:lnTo>
                  <a:lnTo>
                    <a:pt x="133800" y="330972"/>
                  </a:lnTo>
                  <a:lnTo>
                    <a:pt x="138995" y="331945"/>
                  </a:lnTo>
                  <a:lnTo>
                    <a:pt x="144218" y="332753"/>
                  </a:lnTo>
                  <a:lnTo>
                    <a:pt x="149465" y="333395"/>
                  </a:lnTo>
                  <a:lnTo>
                    <a:pt x="154729" y="333872"/>
                  </a:lnTo>
                  <a:lnTo>
                    <a:pt x="160006" y="334181"/>
                  </a:lnTo>
                  <a:lnTo>
                    <a:pt x="165289" y="334324"/>
                  </a:lnTo>
                  <a:lnTo>
                    <a:pt x="170575" y="334299"/>
                  </a:lnTo>
                  <a:lnTo>
                    <a:pt x="175857" y="334108"/>
                  </a:lnTo>
                  <a:lnTo>
                    <a:pt x="181131" y="333749"/>
                  </a:lnTo>
                  <a:lnTo>
                    <a:pt x="186390" y="333224"/>
                  </a:lnTo>
                  <a:lnTo>
                    <a:pt x="191631" y="332533"/>
                  </a:lnTo>
                  <a:lnTo>
                    <a:pt x="196846" y="331677"/>
                  </a:lnTo>
                  <a:lnTo>
                    <a:pt x="202033" y="330656"/>
                  </a:lnTo>
                  <a:lnTo>
                    <a:pt x="207184" y="329472"/>
                  </a:lnTo>
                  <a:lnTo>
                    <a:pt x="212295" y="328125"/>
                  </a:lnTo>
                  <a:lnTo>
                    <a:pt x="217361" y="326618"/>
                  </a:lnTo>
                  <a:lnTo>
                    <a:pt x="222377" y="324951"/>
                  </a:lnTo>
                  <a:lnTo>
                    <a:pt x="227338" y="323126"/>
                  </a:lnTo>
                  <a:lnTo>
                    <a:pt x="232239" y="321146"/>
                  </a:lnTo>
                  <a:lnTo>
                    <a:pt x="237074" y="319011"/>
                  </a:lnTo>
                  <a:lnTo>
                    <a:pt x="241840" y="316725"/>
                  </a:lnTo>
                  <a:lnTo>
                    <a:pt x="246531" y="314289"/>
                  </a:lnTo>
                  <a:lnTo>
                    <a:pt x="251142" y="311706"/>
                  </a:lnTo>
                  <a:lnTo>
                    <a:pt x="255670" y="308979"/>
                  </a:lnTo>
                  <a:lnTo>
                    <a:pt x="260109" y="306110"/>
                  </a:lnTo>
                  <a:lnTo>
                    <a:pt x="264455" y="303102"/>
                  </a:lnTo>
                  <a:lnTo>
                    <a:pt x="268704" y="299958"/>
                  </a:lnTo>
                  <a:lnTo>
                    <a:pt x="272852" y="296681"/>
                  </a:lnTo>
                  <a:lnTo>
                    <a:pt x="276893" y="293275"/>
                  </a:lnTo>
                  <a:lnTo>
                    <a:pt x="280826" y="289742"/>
                  </a:lnTo>
                  <a:lnTo>
                    <a:pt x="284644" y="286087"/>
                  </a:lnTo>
                  <a:lnTo>
                    <a:pt x="288345" y="282314"/>
                  </a:lnTo>
                  <a:lnTo>
                    <a:pt x="291925" y="278425"/>
                  </a:lnTo>
                  <a:lnTo>
                    <a:pt x="295380" y="274425"/>
                  </a:lnTo>
                  <a:lnTo>
                    <a:pt x="298707" y="270317"/>
                  </a:lnTo>
                  <a:lnTo>
                    <a:pt x="301902" y="266107"/>
                  </a:lnTo>
                  <a:lnTo>
                    <a:pt x="304963" y="261797"/>
                  </a:lnTo>
                  <a:lnTo>
                    <a:pt x="307885" y="257393"/>
                  </a:lnTo>
                  <a:lnTo>
                    <a:pt x="310668" y="252899"/>
                  </a:lnTo>
                  <a:lnTo>
                    <a:pt x="313306" y="248319"/>
                  </a:lnTo>
                  <a:lnTo>
                    <a:pt x="315799" y="243658"/>
                  </a:lnTo>
                  <a:lnTo>
                    <a:pt x="318143" y="238921"/>
                  </a:lnTo>
                  <a:lnTo>
                    <a:pt x="320336" y="234111"/>
                  </a:lnTo>
                  <a:lnTo>
                    <a:pt x="322376" y="229235"/>
                  </a:lnTo>
                  <a:lnTo>
                    <a:pt x="324260" y="224297"/>
                  </a:lnTo>
                  <a:lnTo>
                    <a:pt x="325988" y="219302"/>
                  </a:lnTo>
                  <a:lnTo>
                    <a:pt x="327557" y="214254"/>
                  </a:lnTo>
                  <a:lnTo>
                    <a:pt x="328965" y="209160"/>
                  </a:lnTo>
                  <a:lnTo>
                    <a:pt x="330212" y="204023"/>
                  </a:lnTo>
                  <a:lnTo>
                    <a:pt x="331296" y="198850"/>
                  </a:lnTo>
                  <a:lnTo>
                    <a:pt x="332215" y="193645"/>
                  </a:lnTo>
                  <a:lnTo>
                    <a:pt x="332970" y="188413"/>
                  </a:lnTo>
                  <a:lnTo>
                    <a:pt x="333559" y="183160"/>
                  </a:lnTo>
                  <a:lnTo>
                    <a:pt x="333981" y="177892"/>
                  </a:lnTo>
                  <a:lnTo>
                    <a:pt x="334237" y="172612"/>
                  </a:lnTo>
                  <a:lnTo>
                    <a:pt x="334326" y="167327"/>
                  </a:lnTo>
                  <a:lnTo>
                    <a:pt x="334247" y="162042"/>
                  </a:lnTo>
                  <a:lnTo>
                    <a:pt x="334002" y="156762"/>
                  </a:lnTo>
                  <a:lnTo>
                    <a:pt x="333589" y="151493"/>
                  </a:lnTo>
                  <a:lnTo>
                    <a:pt x="333010" y="146239"/>
                  </a:lnTo>
                  <a:lnTo>
                    <a:pt x="332266" y="141006"/>
                  </a:lnTo>
                  <a:lnTo>
                    <a:pt x="331356" y="135799"/>
                  </a:lnTo>
                  <a:lnTo>
                    <a:pt x="330282" y="130623"/>
                  </a:lnTo>
                  <a:lnTo>
                    <a:pt x="329046" y="125484"/>
                  </a:lnTo>
                  <a:lnTo>
                    <a:pt x="327647" y="120387"/>
                  </a:lnTo>
                  <a:lnTo>
                    <a:pt x="326088" y="115337"/>
                  </a:lnTo>
                  <a:lnTo>
                    <a:pt x="324370" y="110338"/>
                  </a:lnTo>
                  <a:lnTo>
                    <a:pt x="322494" y="105396"/>
                  </a:lnTo>
                  <a:lnTo>
                    <a:pt x="320464" y="100516"/>
                  </a:lnTo>
                  <a:lnTo>
                    <a:pt x="318280" y="95703"/>
                  </a:lnTo>
                  <a:lnTo>
                    <a:pt x="315945" y="90961"/>
                  </a:lnTo>
                  <a:lnTo>
                    <a:pt x="313462" y="86295"/>
                  </a:lnTo>
                  <a:lnTo>
                    <a:pt x="310832" y="81710"/>
                  </a:lnTo>
                  <a:lnTo>
                    <a:pt x="308058" y="77210"/>
                  </a:lnTo>
                  <a:lnTo>
                    <a:pt x="305144" y="72801"/>
                  </a:lnTo>
                  <a:lnTo>
                    <a:pt x="302091" y="68486"/>
                  </a:lnTo>
                  <a:lnTo>
                    <a:pt x="298904" y="64269"/>
                  </a:lnTo>
                  <a:lnTo>
                    <a:pt x="295585" y="60155"/>
                  </a:lnTo>
                  <a:lnTo>
                    <a:pt x="292138" y="56149"/>
                  </a:lnTo>
                  <a:lnTo>
                    <a:pt x="288565" y="52253"/>
                  </a:lnTo>
                  <a:lnTo>
                    <a:pt x="284872" y="48472"/>
                  </a:lnTo>
                  <a:lnTo>
                    <a:pt x="281060" y="44810"/>
                  </a:lnTo>
                  <a:lnTo>
                    <a:pt x="277135" y="41270"/>
                  </a:lnTo>
                  <a:lnTo>
                    <a:pt x="273100" y="37856"/>
                  </a:lnTo>
                  <a:lnTo>
                    <a:pt x="268959" y="34571"/>
                  </a:lnTo>
                  <a:lnTo>
                    <a:pt x="264716" y="31419"/>
                  </a:lnTo>
                  <a:lnTo>
                    <a:pt x="260375" y="28403"/>
                  </a:lnTo>
                  <a:lnTo>
                    <a:pt x="255942" y="25525"/>
                  </a:lnTo>
                  <a:lnTo>
                    <a:pt x="251419" y="22789"/>
                  </a:lnTo>
                  <a:lnTo>
                    <a:pt x="246813" y="20197"/>
                  </a:lnTo>
                  <a:lnTo>
                    <a:pt x="242126" y="17752"/>
                  </a:lnTo>
                  <a:lnTo>
                    <a:pt x="237365" y="15457"/>
                  </a:lnTo>
                  <a:lnTo>
                    <a:pt x="232534" y="13313"/>
                  </a:lnTo>
                  <a:lnTo>
                    <a:pt x="227637" y="1132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40914"/>
              <a:ext cx="60478" cy="155843"/>
            </a:xfrm>
            <a:custGeom>
              <a:avLst/>
              <a:pathLst>
                <a:path w="60478" h="155843">
                  <a:moveTo>
                    <a:pt x="60478" y="0"/>
                  </a:moveTo>
                  <a:lnTo>
                    <a:pt x="0" y="1558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35396"/>
              <a:ext cx="60478" cy="161361"/>
            </a:xfrm>
            <a:custGeom>
              <a:avLst/>
              <a:pathLst>
                <a:path w="60478" h="161361">
                  <a:moveTo>
                    <a:pt x="60478" y="5517"/>
                  </a:moveTo>
                  <a:lnTo>
                    <a:pt x="52149" y="2536"/>
                  </a:lnTo>
                  <a:lnTo>
                    <a:pt x="43674" y="0"/>
                  </a:lnTo>
                  <a:lnTo>
                    <a:pt x="0" y="1613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29590"/>
              <a:ext cx="43674" cy="167167"/>
            </a:xfrm>
            <a:custGeom>
              <a:avLst/>
              <a:pathLst>
                <a:path w="43674" h="167167">
                  <a:moveTo>
                    <a:pt x="43674" y="5805"/>
                  </a:moveTo>
                  <a:lnTo>
                    <a:pt x="37551" y="4272"/>
                  </a:lnTo>
                  <a:lnTo>
                    <a:pt x="31374" y="2970"/>
                  </a:lnTo>
                  <a:lnTo>
                    <a:pt x="25153" y="1903"/>
                  </a:lnTo>
                  <a:lnTo>
                    <a:pt x="18896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478573" y="3934012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89" y="1333"/>
                  </a:lnTo>
                  <a:lnTo>
                    <a:pt x="140861" y="2081"/>
                  </a:lnTo>
                  <a:lnTo>
                    <a:pt x="135659" y="2994"/>
                  </a:lnTo>
                  <a:lnTo>
                    <a:pt x="130488" y="4071"/>
                  </a:lnTo>
                  <a:lnTo>
                    <a:pt x="125355" y="5311"/>
                  </a:lnTo>
                  <a:lnTo>
                    <a:pt x="120262" y="6713"/>
                  </a:lnTo>
                  <a:lnTo>
                    <a:pt x="115217" y="8274"/>
                  </a:lnTo>
                  <a:lnTo>
                    <a:pt x="110223" y="9995"/>
                  </a:lnTo>
                  <a:lnTo>
                    <a:pt x="105287" y="11872"/>
                  </a:lnTo>
                  <a:lnTo>
                    <a:pt x="100412" y="13904"/>
                  </a:lnTo>
                  <a:lnTo>
                    <a:pt x="95603" y="16089"/>
                  </a:lnTo>
                  <a:lnTo>
                    <a:pt x="90866" y="18425"/>
                  </a:lnTo>
                  <a:lnTo>
                    <a:pt x="86206" y="20909"/>
                  </a:lnTo>
                  <a:lnTo>
                    <a:pt x="81626" y="23540"/>
                  </a:lnTo>
                  <a:lnTo>
                    <a:pt x="77131" y="26313"/>
                  </a:lnTo>
                  <a:lnTo>
                    <a:pt x="72726" y="29228"/>
                  </a:lnTo>
                  <a:lnTo>
                    <a:pt x="68416" y="32280"/>
                  </a:lnTo>
                  <a:lnTo>
                    <a:pt x="64204" y="35466"/>
                  </a:lnTo>
                  <a:lnTo>
                    <a:pt x="60095" y="38785"/>
                  </a:lnTo>
                  <a:lnTo>
                    <a:pt x="56093" y="42231"/>
                  </a:lnTo>
                  <a:lnTo>
                    <a:pt x="52202" y="45802"/>
                  </a:lnTo>
                  <a:lnTo>
                    <a:pt x="48425" y="49494"/>
                  </a:lnTo>
                  <a:lnTo>
                    <a:pt x="44767" y="53304"/>
                  </a:lnTo>
                  <a:lnTo>
                    <a:pt x="41231" y="57227"/>
                  </a:lnTo>
                  <a:lnTo>
                    <a:pt x="37821" y="61260"/>
                  </a:lnTo>
                  <a:lnTo>
                    <a:pt x="34540" y="65399"/>
                  </a:lnTo>
                  <a:lnTo>
                    <a:pt x="31391" y="69639"/>
                  </a:lnTo>
                  <a:lnTo>
                    <a:pt x="28378" y="73977"/>
                  </a:lnTo>
                  <a:lnTo>
                    <a:pt x="25503" y="78408"/>
                  </a:lnTo>
                  <a:lnTo>
                    <a:pt x="22770" y="82927"/>
                  </a:lnTo>
                  <a:lnTo>
                    <a:pt x="20181" y="87530"/>
                  </a:lnTo>
                  <a:lnTo>
                    <a:pt x="17738" y="92213"/>
                  </a:lnTo>
                  <a:lnTo>
                    <a:pt x="15445" y="96971"/>
                  </a:lnTo>
                  <a:lnTo>
                    <a:pt x="13303" y="101799"/>
                  </a:lnTo>
                  <a:lnTo>
                    <a:pt x="11315" y="106692"/>
                  </a:lnTo>
                  <a:lnTo>
                    <a:pt x="9482" y="111645"/>
                  </a:lnTo>
                  <a:lnTo>
                    <a:pt x="7807" y="116654"/>
                  </a:lnTo>
                  <a:lnTo>
                    <a:pt x="6291" y="121713"/>
                  </a:lnTo>
                  <a:lnTo>
                    <a:pt x="4935" y="126818"/>
                  </a:lnTo>
                  <a:lnTo>
                    <a:pt x="3742" y="131963"/>
                  </a:lnTo>
                  <a:lnTo>
                    <a:pt x="2711" y="137143"/>
                  </a:lnTo>
                  <a:lnTo>
                    <a:pt x="1845" y="142353"/>
                  </a:lnTo>
                  <a:lnTo>
                    <a:pt x="1143" y="147587"/>
                  </a:lnTo>
                  <a:lnTo>
                    <a:pt x="608" y="152842"/>
                  </a:lnTo>
                  <a:lnTo>
                    <a:pt x="238" y="158110"/>
                  </a:lnTo>
                  <a:lnTo>
                    <a:pt x="35" y="163388"/>
                  </a:lnTo>
                  <a:lnTo>
                    <a:pt x="0" y="168670"/>
                  </a:lnTo>
                  <a:lnTo>
                    <a:pt x="130" y="173949"/>
                  </a:lnTo>
                  <a:lnTo>
                    <a:pt x="428" y="179223"/>
                  </a:lnTo>
                  <a:lnTo>
                    <a:pt x="892" y="184484"/>
                  </a:lnTo>
                  <a:lnTo>
                    <a:pt x="1522" y="189728"/>
                  </a:lnTo>
                  <a:lnTo>
                    <a:pt x="2317" y="194949"/>
                  </a:lnTo>
                  <a:lnTo>
                    <a:pt x="3277" y="200142"/>
                  </a:lnTo>
                  <a:lnTo>
                    <a:pt x="4401" y="205303"/>
                  </a:lnTo>
                  <a:lnTo>
                    <a:pt x="5687" y="210426"/>
                  </a:lnTo>
                  <a:lnTo>
                    <a:pt x="7134" y="215505"/>
                  </a:lnTo>
                  <a:lnTo>
                    <a:pt x="8741" y="220536"/>
                  </a:lnTo>
                  <a:lnTo>
                    <a:pt x="10506" y="225514"/>
                  </a:lnTo>
                  <a:lnTo>
                    <a:pt x="12427" y="230434"/>
                  </a:lnTo>
                  <a:lnTo>
                    <a:pt x="14503" y="235290"/>
                  </a:lnTo>
                  <a:lnTo>
                    <a:pt x="16731" y="240079"/>
                  </a:lnTo>
                  <a:lnTo>
                    <a:pt x="19110" y="244795"/>
                  </a:lnTo>
                  <a:lnTo>
                    <a:pt x="21636" y="249433"/>
                  </a:lnTo>
                  <a:lnTo>
                    <a:pt x="24307" y="253989"/>
                  </a:lnTo>
                  <a:lnTo>
                    <a:pt x="27122" y="258458"/>
                  </a:lnTo>
                  <a:lnTo>
                    <a:pt x="30075" y="262837"/>
                  </a:lnTo>
                  <a:lnTo>
                    <a:pt x="33166" y="267120"/>
                  </a:lnTo>
                  <a:lnTo>
                    <a:pt x="36390" y="271303"/>
                  </a:lnTo>
                  <a:lnTo>
                    <a:pt x="39745" y="275382"/>
                  </a:lnTo>
                  <a:lnTo>
                    <a:pt x="43228" y="279353"/>
                  </a:lnTo>
                  <a:lnTo>
                    <a:pt x="46833" y="283212"/>
                  </a:lnTo>
                  <a:lnTo>
                    <a:pt x="50559" y="286955"/>
                  </a:lnTo>
                  <a:lnTo>
                    <a:pt x="54402" y="290579"/>
                  </a:lnTo>
                  <a:lnTo>
                    <a:pt x="58357" y="294079"/>
                  </a:lnTo>
                  <a:lnTo>
                    <a:pt x="62420" y="297453"/>
                  </a:lnTo>
                  <a:lnTo>
                    <a:pt x="66588" y="300697"/>
                  </a:lnTo>
                  <a:lnTo>
                    <a:pt x="70857" y="303807"/>
                  </a:lnTo>
                  <a:lnTo>
                    <a:pt x="75221" y="306781"/>
                  </a:lnTo>
                  <a:lnTo>
                    <a:pt x="79678" y="309616"/>
                  </a:lnTo>
                  <a:lnTo>
                    <a:pt x="84221" y="312309"/>
                  </a:lnTo>
                  <a:lnTo>
                    <a:pt x="88848" y="314856"/>
                  </a:lnTo>
                  <a:lnTo>
                    <a:pt x="93553" y="317256"/>
                  </a:lnTo>
                  <a:lnTo>
                    <a:pt x="98331" y="319507"/>
                  </a:lnTo>
                  <a:lnTo>
                    <a:pt x="103177" y="321605"/>
                  </a:lnTo>
                  <a:lnTo>
                    <a:pt x="108088" y="323549"/>
                  </a:lnTo>
                  <a:lnTo>
                    <a:pt x="113058" y="325337"/>
                  </a:lnTo>
                  <a:lnTo>
                    <a:pt x="118082" y="326968"/>
                  </a:lnTo>
                  <a:lnTo>
                    <a:pt x="123154" y="328438"/>
                  </a:lnTo>
                  <a:lnTo>
                    <a:pt x="128271" y="329748"/>
                  </a:lnTo>
                  <a:lnTo>
                    <a:pt x="133426" y="330895"/>
                  </a:lnTo>
                  <a:lnTo>
                    <a:pt x="138615" y="331879"/>
                  </a:lnTo>
                  <a:lnTo>
                    <a:pt x="143833" y="332699"/>
                  </a:lnTo>
                  <a:lnTo>
                    <a:pt x="149074" y="333353"/>
                  </a:lnTo>
                  <a:lnTo>
                    <a:pt x="154333" y="333841"/>
                  </a:lnTo>
                  <a:lnTo>
                    <a:pt x="159604" y="334164"/>
                  </a:lnTo>
                  <a:lnTo>
                    <a:pt x="164884" y="334319"/>
                  </a:lnTo>
                  <a:lnTo>
                    <a:pt x="170165" y="334307"/>
                  </a:lnTo>
                  <a:lnTo>
                    <a:pt x="175444" y="334129"/>
                  </a:lnTo>
                  <a:lnTo>
                    <a:pt x="180714" y="333784"/>
                  </a:lnTo>
                  <a:lnTo>
                    <a:pt x="185971" y="333273"/>
                  </a:lnTo>
                  <a:lnTo>
                    <a:pt x="191209" y="332596"/>
                  </a:lnTo>
                  <a:lnTo>
                    <a:pt x="196423" y="331753"/>
                  </a:lnTo>
                  <a:lnTo>
                    <a:pt x="201607" y="330747"/>
                  </a:lnTo>
                  <a:lnTo>
                    <a:pt x="206758" y="329577"/>
                  </a:lnTo>
                  <a:lnTo>
                    <a:pt x="211869" y="328245"/>
                  </a:lnTo>
                  <a:lnTo>
                    <a:pt x="216935" y="326752"/>
                  </a:lnTo>
                  <a:lnTo>
                    <a:pt x="221951" y="325100"/>
                  </a:lnTo>
                  <a:lnTo>
                    <a:pt x="226913" y="323290"/>
                  </a:lnTo>
                  <a:lnTo>
                    <a:pt x="231815" y="321325"/>
                  </a:lnTo>
                  <a:lnTo>
                    <a:pt x="236653" y="319205"/>
                  </a:lnTo>
                  <a:lnTo>
                    <a:pt x="241421" y="316934"/>
                  </a:lnTo>
                  <a:lnTo>
                    <a:pt x="246115" y="314514"/>
                  </a:lnTo>
                  <a:lnTo>
                    <a:pt x="250731" y="311946"/>
                  </a:lnTo>
                  <a:lnTo>
                    <a:pt x="255263" y="309233"/>
                  </a:lnTo>
                  <a:lnTo>
                    <a:pt x="259707" y="306379"/>
                  </a:lnTo>
                  <a:lnTo>
                    <a:pt x="264058" y="303386"/>
                  </a:lnTo>
                  <a:lnTo>
                    <a:pt x="268313" y="300257"/>
                  </a:lnTo>
                  <a:lnTo>
                    <a:pt x="272467" y="296995"/>
                  </a:lnTo>
                  <a:lnTo>
                    <a:pt x="276516" y="293604"/>
                  </a:lnTo>
                  <a:lnTo>
                    <a:pt x="280455" y="290086"/>
                  </a:lnTo>
                  <a:lnTo>
                    <a:pt x="284282" y="286446"/>
                  </a:lnTo>
                  <a:lnTo>
                    <a:pt x="287992" y="282686"/>
                  </a:lnTo>
                  <a:lnTo>
                    <a:pt x="291581" y="278812"/>
                  </a:lnTo>
                  <a:lnTo>
                    <a:pt x="295045" y="274825"/>
                  </a:lnTo>
                  <a:lnTo>
                    <a:pt x="298383" y="270732"/>
                  </a:lnTo>
                  <a:lnTo>
                    <a:pt x="301589" y="266535"/>
                  </a:lnTo>
                  <a:lnTo>
                    <a:pt x="304661" y="262238"/>
                  </a:lnTo>
                  <a:lnTo>
                    <a:pt x="307595" y="257847"/>
                  </a:lnTo>
                  <a:lnTo>
                    <a:pt x="310390" y="253366"/>
                  </a:lnTo>
                  <a:lnTo>
                    <a:pt x="313041" y="248798"/>
                  </a:lnTo>
                  <a:lnTo>
                    <a:pt x="315547" y="244149"/>
                  </a:lnTo>
                  <a:lnTo>
                    <a:pt x="317905" y="239423"/>
                  </a:lnTo>
                  <a:lnTo>
                    <a:pt x="320113" y="234624"/>
                  </a:lnTo>
                  <a:lnTo>
                    <a:pt x="322167" y="229759"/>
                  </a:lnTo>
                  <a:lnTo>
                    <a:pt x="324067" y="224831"/>
                  </a:lnTo>
                  <a:lnTo>
                    <a:pt x="325811" y="219845"/>
                  </a:lnTo>
                  <a:lnTo>
                    <a:pt x="327395" y="214807"/>
                  </a:lnTo>
                  <a:lnTo>
                    <a:pt x="328820" y="209722"/>
                  </a:lnTo>
                  <a:lnTo>
                    <a:pt x="330084" y="204593"/>
                  </a:lnTo>
                  <a:lnTo>
                    <a:pt x="331185" y="199428"/>
                  </a:lnTo>
                  <a:lnTo>
                    <a:pt x="332122" y="194230"/>
                  </a:lnTo>
                  <a:lnTo>
                    <a:pt x="332895" y="189005"/>
                  </a:lnTo>
                  <a:lnTo>
                    <a:pt x="333502" y="183759"/>
                  </a:lnTo>
                  <a:lnTo>
                    <a:pt x="333943" y="178496"/>
                  </a:lnTo>
                  <a:lnTo>
                    <a:pt x="334218" y="173221"/>
                  </a:lnTo>
                  <a:lnTo>
                    <a:pt x="334326" y="167941"/>
                  </a:lnTo>
                  <a:lnTo>
                    <a:pt x="334267" y="162660"/>
                  </a:lnTo>
                  <a:lnTo>
                    <a:pt x="334041" y="157383"/>
                  </a:lnTo>
                  <a:lnTo>
                    <a:pt x="333649" y="152116"/>
                  </a:lnTo>
                  <a:lnTo>
                    <a:pt x="333090" y="146864"/>
                  </a:lnTo>
                  <a:lnTo>
                    <a:pt x="332366" y="141632"/>
                  </a:lnTo>
                  <a:lnTo>
                    <a:pt x="331477" y="136426"/>
                  </a:lnTo>
                  <a:lnTo>
                    <a:pt x="330424" y="131251"/>
                  </a:lnTo>
                  <a:lnTo>
                    <a:pt x="329208" y="126111"/>
                  </a:lnTo>
                  <a:lnTo>
                    <a:pt x="327830" y="121012"/>
                  </a:lnTo>
                  <a:lnTo>
                    <a:pt x="326292" y="115960"/>
                  </a:lnTo>
                  <a:lnTo>
                    <a:pt x="324594" y="110958"/>
                  </a:lnTo>
                  <a:lnTo>
                    <a:pt x="322740" y="106013"/>
                  </a:lnTo>
                  <a:lnTo>
                    <a:pt x="320731" y="101129"/>
                  </a:lnTo>
                  <a:lnTo>
                    <a:pt x="318568" y="96310"/>
                  </a:lnTo>
                  <a:lnTo>
                    <a:pt x="316254" y="91563"/>
                  </a:lnTo>
                  <a:lnTo>
                    <a:pt x="313791" y="86890"/>
                  </a:lnTo>
                  <a:lnTo>
                    <a:pt x="311182" y="82298"/>
                  </a:lnTo>
                  <a:lnTo>
                    <a:pt x="308429" y="77791"/>
                  </a:lnTo>
                  <a:lnTo>
                    <a:pt x="305535" y="73373"/>
                  </a:lnTo>
                  <a:lnTo>
                    <a:pt x="302503" y="69048"/>
                  </a:lnTo>
                  <a:lnTo>
                    <a:pt x="299336" y="64822"/>
                  </a:lnTo>
                  <a:lnTo>
                    <a:pt x="296037" y="60697"/>
                  </a:lnTo>
                  <a:lnTo>
                    <a:pt x="292609" y="56679"/>
                  </a:lnTo>
                  <a:lnTo>
                    <a:pt x="289056" y="52771"/>
                  </a:lnTo>
                  <a:lnTo>
                    <a:pt x="285381" y="48978"/>
                  </a:lnTo>
                  <a:lnTo>
                    <a:pt x="281589" y="45302"/>
                  </a:lnTo>
                  <a:lnTo>
                    <a:pt x="277682" y="41748"/>
                  </a:lnTo>
                  <a:lnTo>
                    <a:pt x="273665" y="38319"/>
                  </a:lnTo>
                  <a:lnTo>
                    <a:pt x="269541" y="35019"/>
                  </a:lnTo>
                  <a:lnTo>
                    <a:pt x="265316" y="31851"/>
                  </a:lnTo>
                  <a:lnTo>
                    <a:pt x="260992" y="28817"/>
                  </a:lnTo>
                  <a:lnTo>
                    <a:pt x="256575" y="25922"/>
                  </a:lnTo>
                  <a:lnTo>
                    <a:pt x="252068" y="23168"/>
                  </a:lnTo>
                  <a:lnTo>
                    <a:pt x="247477" y="20558"/>
                  </a:lnTo>
                  <a:lnTo>
                    <a:pt x="242805" y="18094"/>
                  </a:lnTo>
                  <a:lnTo>
                    <a:pt x="238058" y="15779"/>
                  </a:lnTo>
                  <a:lnTo>
                    <a:pt x="233240" y="13614"/>
                  </a:lnTo>
                  <a:lnTo>
                    <a:pt x="228356" y="11604"/>
                  </a:lnTo>
                  <a:lnTo>
                    <a:pt x="223412" y="9748"/>
                  </a:lnTo>
                  <a:lnTo>
                    <a:pt x="218411" y="8050"/>
                  </a:lnTo>
                  <a:lnTo>
                    <a:pt x="213358" y="6510"/>
                  </a:lnTo>
                  <a:lnTo>
                    <a:pt x="208260" y="5131"/>
                  </a:lnTo>
                  <a:lnTo>
                    <a:pt x="203121" y="3913"/>
                  </a:lnTo>
                  <a:lnTo>
                    <a:pt x="197946" y="2859"/>
                  </a:lnTo>
                  <a:lnTo>
                    <a:pt x="192740" y="1968"/>
                  </a:lnTo>
                  <a:lnTo>
                    <a:pt x="187508" y="1243"/>
                  </a:lnTo>
                  <a:lnTo>
                    <a:pt x="182256" y="683"/>
                  </a:lnTo>
                  <a:lnTo>
                    <a:pt x="176990" y="289"/>
                  </a:lnTo>
                  <a:lnTo>
                    <a:pt x="171713" y="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74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2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711622" y="4397268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89" y="1333"/>
                  </a:lnTo>
                  <a:lnTo>
                    <a:pt x="140861" y="2081"/>
                  </a:lnTo>
                  <a:lnTo>
                    <a:pt x="135659" y="2994"/>
                  </a:lnTo>
                  <a:lnTo>
                    <a:pt x="130488" y="4071"/>
                  </a:lnTo>
                  <a:lnTo>
                    <a:pt x="125355" y="5311"/>
                  </a:lnTo>
                  <a:lnTo>
                    <a:pt x="120262" y="6713"/>
                  </a:lnTo>
                  <a:lnTo>
                    <a:pt x="115217" y="8274"/>
                  </a:lnTo>
                  <a:lnTo>
                    <a:pt x="110223" y="9995"/>
                  </a:lnTo>
                  <a:lnTo>
                    <a:pt x="105287" y="11872"/>
                  </a:lnTo>
                  <a:lnTo>
                    <a:pt x="100412" y="13904"/>
                  </a:lnTo>
                  <a:lnTo>
                    <a:pt x="95603" y="16089"/>
                  </a:lnTo>
                  <a:lnTo>
                    <a:pt x="90866" y="18425"/>
                  </a:lnTo>
                  <a:lnTo>
                    <a:pt x="86206" y="20909"/>
                  </a:lnTo>
                  <a:lnTo>
                    <a:pt x="81626" y="23540"/>
                  </a:lnTo>
                  <a:lnTo>
                    <a:pt x="77131" y="26313"/>
                  </a:lnTo>
                  <a:lnTo>
                    <a:pt x="72726" y="29228"/>
                  </a:lnTo>
                  <a:lnTo>
                    <a:pt x="68416" y="32280"/>
                  </a:lnTo>
                  <a:lnTo>
                    <a:pt x="64204" y="35466"/>
                  </a:lnTo>
                  <a:lnTo>
                    <a:pt x="60095" y="38785"/>
                  </a:lnTo>
                  <a:lnTo>
                    <a:pt x="56093" y="42231"/>
                  </a:lnTo>
                  <a:lnTo>
                    <a:pt x="52202" y="45802"/>
                  </a:lnTo>
                  <a:lnTo>
                    <a:pt x="48425" y="49494"/>
                  </a:lnTo>
                  <a:lnTo>
                    <a:pt x="44767" y="53304"/>
                  </a:lnTo>
                  <a:lnTo>
                    <a:pt x="41231" y="57227"/>
                  </a:lnTo>
                  <a:lnTo>
                    <a:pt x="37821" y="61260"/>
                  </a:lnTo>
                  <a:lnTo>
                    <a:pt x="34540" y="65399"/>
                  </a:lnTo>
                  <a:lnTo>
                    <a:pt x="31391" y="69639"/>
                  </a:lnTo>
                  <a:lnTo>
                    <a:pt x="28378" y="73977"/>
                  </a:lnTo>
                  <a:lnTo>
                    <a:pt x="25503" y="78408"/>
                  </a:lnTo>
                  <a:lnTo>
                    <a:pt x="22770" y="82927"/>
                  </a:lnTo>
                  <a:lnTo>
                    <a:pt x="20181" y="87530"/>
                  </a:lnTo>
                  <a:lnTo>
                    <a:pt x="17738" y="92213"/>
                  </a:lnTo>
                  <a:lnTo>
                    <a:pt x="15445" y="96971"/>
                  </a:lnTo>
                  <a:lnTo>
                    <a:pt x="13303" y="101799"/>
                  </a:lnTo>
                  <a:lnTo>
                    <a:pt x="11315" y="106692"/>
                  </a:lnTo>
                  <a:lnTo>
                    <a:pt x="9482" y="111645"/>
                  </a:lnTo>
                  <a:lnTo>
                    <a:pt x="7807" y="116654"/>
                  </a:lnTo>
                  <a:lnTo>
                    <a:pt x="6291" y="121713"/>
                  </a:lnTo>
                  <a:lnTo>
                    <a:pt x="4935" y="126818"/>
                  </a:lnTo>
                  <a:lnTo>
                    <a:pt x="3742" y="131963"/>
                  </a:lnTo>
                  <a:lnTo>
                    <a:pt x="2711" y="137143"/>
                  </a:lnTo>
                  <a:lnTo>
                    <a:pt x="1845" y="142353"/>
                  </a:lnTo>
                  <a:lnTo>
                    <a:pt x="1143" y="147587"/>
                  </a:lnTo>
                  <a:lnTo>
                    <a:pt x="608" y="152842"/>
                  </a:lnTo>
                  <a:lnTo>
                    <a:pt x="238" y="158110"/>
                  </a:lnTo>
                  <a:lnTo>
                    <a:pt x="35" y="163388"/>
                  </a:lnTo>
                  <a:lnTo>
                    <a:pt x="0" y="168670"/>
                  </a:lnTo>
                  <a:lnTo>
                    <a:pt x="130" y="173949"/>
                  </a:lnTo>
                  <a:lnTo>
                    <a:pt x="428" y="179223"/>
                  </a:lnTo>
                  <a:lnTo>
                    <a:pt x="892" y="184484"/>
                  </a:lnTo>
                  <a:lnTo>
                    <a:pt x="1522" y="189728"/>
                  </a:lnTo>
                  <a:lnTo>
                    <a:pt x="2317" y="194949"/>
                  </a:lnTo>
                  <a:lnTo>
                    <a:pt x="3277" y="200142"/>
                  </a:lnTo>
                  <a:lnTo>
                    <a:pt x="4401" y="205303"/>
                  </a:lnTo>
                  <a:lnTo>
                    <a:pt x="5687" y="210426"/>
                  </a:lnTo>
                  <a:lnTo>
                    <a:pt x="7134" y="215505"/>
                  </a:lnTo>
                  <a:lnTo>
                    <a:pt x="8741" y="220536"/>
                  </a:lnTo>
                  <a:lnTo>
                    <a:pt x="10506" y="225514"/>
                  </a:lnTo>
                  <a:lnTo>
                    <a:pt x="12427" y="230434"/>
                  </a:lnTo>
                  <a:lnTo>
                    <a:pt x="14503" y="235290"/>
                  </a:lnTo>
                  <a:lnTo>
                    <a:pt x="16731" y="240079"/>
                  </a:lnTo>
                  <a:lnTo>
                    <a:pt x="19110" y="244795"/>
                  </a:lnTo>
                  <a:lnTo>
                    <a:pt x="21636" y="249433"/>
                  </a:lnTo>
                  <a:lnTo>
                    <a:pt x="24307" y="253989"/>
                  </a:lnTo>
                  <a:lnTo>
                    <a:pt x="27122" y="258458"/>
                  </a:lnTo>
                  <a:lnTo>
                    <a:pt x="30075" y="262837"/>
                  </a:lnTo>
                  <a:lnTo>
                    <a:pt x="33166" y="267120"/>
                  </a:lnTo>
                  <a:lnTo>
                    <a:pt x="36390" y="271303"/>
                  </a:lnTo>
                  <a:lnTo>
                    <a:pt x="39745" y="275382"/>
                  </a:lnTo>
                  <a:lnTo>
                    <a:pt x="43228" y="279353"/>
                  </a:lnTo>
                  <a:lnTo>
                    <a:pt x="46833" y="283212"/>
                  </a:lnTo>
                  <a:lnTo>
                    <a:pt x="50559" y="286955"/>
                  </a:lnTo>
                  <a:lnTo>
                    <a:pt x="54402" y="290579"/>
                  </a:lnTo>
                  <a:lnTo>
                    <a:pt x="58357" y="294079"/>
                  </a:lnTo>
                  <a:lnTo>
                    <a:pt x="62420" y="297453"/>
                  </a:lnTo>
                  <a:lnTo>
                    <a:pt x="66588" y="300697"/>
                  </a:lnTo>
                  <a:lnTo>
                    <a:pt x="70857" y="303807"/>
                  </a:lnTo>
                  <a:lnTo>
                    <a:pt x="75221" y="306781"/>
                  </a:lnTo>
                  <a:lnTo>
                    <a:pt x="79678" y="309616"/>
                  </a:lnTo>
                  <a:lnTo>
                    <a:pt x="84221" y="312309"/>
                  </a:lnTo>
                  <a:lnTo>
                    <a:pt x="88848" y="314856"/>
                  </a:lnTo>
                  <a:lnTo>
                    <a:pt x="93553" y="317256"/>
                  </a:lnTo>
                  <a:lnTo>
                    <a:pt x="98331" y="319507"/>
                  </a:lnTo>
                  <a:lnTo>
                    <a:pt x="103177" y="321605"/>
                  </a:lnTo>
                  <a:lnTo>
                    <a:pt x="108088" y="323549"/>
                  </a:lnTo>
                  <a:lnTo>
                    <a:pt x="113058" y="325337"/>
                  </a:lnTo>
                  <a:lnTo>
                    <a:pt x="118082" y="326968"/>
                  </a:lnTo>
                  <a:lnTo>
                    <a:pt x="123154" y="328438"/>
                  </a:lnTo>
                  <a:lnTo>
                    <a:pt x="128271" y="329748"/>
                  </a:lnTo>
                  <a:lnTo>
                    <a:pt x="133426" y="330895"/>
                  </a:lnTo>
                  <a:lnTo>
                    <a:pt x="138615" y="331879"/>
                  </a:lnTo>
                  <a:lnTo>
                    <a:pt x="143833" y="332699"/>
                  </a:lnTo>
                  <a:lnTo>
                    <a:pt x="149074" y="333353"/>
                  </a:lnTo>
                  <a:lnTo>
                    <a:pt x="154333" y="333841"/>
                  </a:lnTo>
                  <a:lnTo>
                    <a:pt x="159604" y="334164"/>
                  </a:lnTo>
                  <a:lnTo>
                    <a:pt x="164884" y="334319"/>
                  </a:lnTo>
                  <a:lnTo>
                    <a:pt x="170165" y="334307"/>
                  </a:lnTo>
                  <a:lnTo>
                    <a:pt x="175444" y="334129"/>
                  </a:lnTo>
                  <a:lnTo>
                    <a:pt x="180714" y="333784"/>
                  </a:lnTo>
                  <a:lnTo>
                    <a:pt x="185971" y="333273"/>
                  </a:lnTo>
                  <a:lnTo>
                    <a:pt x="191209" y="332596"/>
                  </a:lnTo>
                  <a:lnTo>
                    <a:pt x="196423" y="331753"/>
                  </a:lnTo>
                  <a:lnTo>
                    <a:pt x="201607" y="330747"/>
                  </a:lnTo>
                  <a:lnTo>
                    <a:pt x="206758" y="329577"/>
                  </a:lnTo>
                  <a:lnTo>
                    <a:pt x="211869" y="328245"/>
                  </a:lnTo>
                  <a:lnTo>
                    <a:pt x="216935" y="326752"/>
                  </a:lnTo>
                  <a:lnTo>
                    <a:pt x="221951" y="325100"/>
                  </a:lnTo>
                  <a:lnTo>
                    <a:pt x="226913" y="323290"/>
                  </a:lnTo>
                  <a:lnTo>
                    <a:pt x="231815" y="321325"/>
                  </a:lnTo>
                  <a:lnTo>
                    <a:pt x="236653" y="319205"/>
                  </a:lnTo>
                  <a:lnTo>
                    <a:pt x="241421" y="316934"/>
                  </a:lnTo>
                  <a:lnTo>
                    <a:pt x="246115" y="314514"/>
                  </a:lnTo>
                  <a:lnTo>
                    <a:pt x="250731" y="311946"/>
                  </a:lnTo>
                  <a:lnTo>
                    <a:pt x="255263" y="309233"/>
                  </a:lnTo>
                  <a:lnTo>
                    <a:pt x="259707" y="306379"/>
                  </a:lnTo>
                  <a:lnTo>
                    <a:pt x="264058" y="303386"/>
                  </a:lnTo>
                  <a:lnTo>
                    <a:pt x="268313" y="300257"/>
                  </a:lnTo>
                  <a:lnTo>
                    <a:pt x="272467" y="296995"/>
                  </a:lnTo>
                  <a:lnTo>
                    <a:pt x="276516" y="293604"/>
                  </a:lnTo>
                  <a:lnTo>
                    <a:pt x="280455" y="290086"/>
                  </a:lnTo>
                  <a:lnTo>
                    <a:pt x="284282" y="286446"/>
                  </a:lnTo>
                  <a:lnTo>
                    <a:pt x="287992" y="282686"/>
                  </a:lnTo>
                  <a:lnTo>
                    <a:pt x="291581" y="278812"/>
                  </a:lnTo>
                  <a:lnTo>
                    <a:pt x="295045" y="274825"/>
                  </a:lnTo>
                  <a:lnTo>
                    <a:pt x="298383" y="270732"/>
                  </a:lnTo>
                  <a:lnTo>
                    <a:pt x="301589" y="266535"/>
                  </a:lnTo>
                  <a:lnTo>
                    <a:pt x="304661" y="262238"/>
                  </a:lnTo>
                  <a:lnTo>
                    <a:pt x="307595" y="257847"/>
                  </a:lnTo>
                  <a:lnTo>
                    <a:pt x="310390" y="253366"/>
                  </a:lnTo>
                  <a:lnTo>
                    <a:pt x="313041" y="248798"/>
                  </a:lnTo>
                  <a:lnTo>
                    <a:pt x="315547" y="244149"/>
                  </a:lnTo>
                  <a:lnTo>
                    <a:pt x="317905" y="239423"/>
                  </a:lnTo>
                  <a:lnTo>
                    <a:pt x="320113" y="234624"/>
                  </a:lnTo>
                  <a:lnTo>
                    <a:pt x="322167" y="229759"/>
                  </a:lnTo>
                  <a:lnTo>
                    <a:pt x="324067" y="224831"/>
                  </a:lnTo>
                  <a:lnTo>
                    <a:pt x="325811" y="219845"/>
                  </a:lnTo>
                  <a:lnTo>
                    <a:pt x="327395" y="214807"/>
                  </a:lnTo>
                  <a:lnTo>
                    <a:pt x="328820" y="209722"/>
                  </a:lnTo>
                  <a:lnTo>
                    <a:pt x="330084" y="204593"/>
                  </a:lnTo>
                  <a:lnTo>
                    <a:pt x="331185" y="199428"/>
                  </a:lnTo>
                  <a:lnTo>
                    <a:pt x="332122" y="194230"/>
                  </a:lnTo>
                  <a:lnTo>
                    <a:pt x="332895" y="189005"/>
                  </a:lnTo>
                  <a:lnTo>
                    <a:pt x="333502" y="183759"/>
                  </a:lnTo>
                  <a:lnTo>
                    <a:pt x="333943" y="178496"/>
                  </a:lnTo>
                  <a:lnTo>
                    <a:pt x="334218" y="173221"/>
                  </a:lnTo>
                  <a:lnTo>
                    <a:pt x="334326" y="167941"/>
                  </a:lnTo>
                  <a:lnTo>
                    <a:pt x="334267" y="162660"/>
                  </a:lnTo>
                  <a:lnTo>
                    <a:pt x="334041" y="157383"/>
                  </a:lnTo>
                  <a:lnTo>
                    <a:pt x="333649" y="152116"/>
                  </a:lnTo>
                  <a:lnTo>
                    <a:pt x="333090" y="146864"/>
                  </a:lnTo>
                  <a:lnTo>
                    <a:pt x="332366" y="141632"/>
                  </a:lnTo>
                  <a:lnTo>
                    <a:pt x="331477" y="136426"/>
                  </a:lnTo>
                  <a:lnTo>
                    <a:pt x="330424" y="131251"/>
                  </a:lnTo>
                  <a:lnTo>
                    <a:pt x="329208" y="126111"/>
                  </a:lnTo>
                  <a:lnTo>
                    <a:pt x="327830" y="121012"/>
                  </a:lnTo>
                  <a:lnTo>
                    <a:pt x="326292" y="115960"/>
                  </a:lnTo>
                  <a:lnTo>
                    <a:pt x="324594" y="110958"/>
                  </a:lnTo>
                  <a:lnTo>
                    <a:pt x="322740" y="106013"/>
                  </a:lnTo>
                  <a:lnTo>
                    <a:pt x="320731" y="101129"/>
                  </a:lnTo>
                  <a:lnTo>
                    <a:pt x="318568" y="96310"/>
                  </a:lnTo>
                  <a:lnTo>
                    <a:pt x="316254" y="91563"/>
                  </a:lnTo>
                  <a:lnTo>
                    <a:pt x="313791" y="86890"/>
                  </a:lnTo>
                  <a:lnTo>
                    <a:pt x="311182" y="82298"/>
                  </a:lnTo>
                  <a:lnTo>
                    <a:pt x="308429" y="77791"/>
                  </a:lnTo>
                  <a:lnTo>
                    <a:pt x="305535" y="73373"/>
                  </a:lnTo>
                  <a:lnTo>
                    <a:pt x="302503" y="69048"/>
                  </a:lnTo>
                  <a:lnTo>
                    <a:pt x="299336" y="64822"/>
                  </a:lnTo>
                  <a:lnTo>
                    <a:pt x="296037" y="60697"/>
                  </a:lnTo>
                  <a:lnTo>
                    <a:pt x="292609" y="56679"/>
                  </a:lnTo>
                  <a:lnTo>
                    <a:pt x="289056" y="52771"/>
                  </a:lnTo>
                  <a:lnTo>
                    <a:pt x="285381" y="48978"/>
                  </a:lnTo>
                  <a:lnTo>
                    <a:pt x="281589" y="45302"/>
                  </a:lnTo>
                  <a:lnTo>
                    <a:pt x="277682" y="41748"/>
                  </a:lnTo>
                  <a:lnTo>
                    <a:pt x="273665" y="38319"/>
                  </a:lnTo>
                  <a:lnTo>
                    <a:pt x="269541" y="35019"/>
                  </a:lnTo>
                  <a:lnTo>
                    <a:pt x="265316" y="31851"/>
                  </a:lnTo>
                  <a:lnTo>
                    <a:pt x="260992" y="28817"/>
                  </a:lnTo>
                  <a:lnTo>
                    <a:pt x="256575" y="25922"/>
                  </a:lnTo>
                  <a:lnTo>
                    <a:pt x="252068" y="23168"/>
                  </a:lnTo>
                  <a:lnTo>
                    <a:pt x="247477" y="20558"/>
                  </a:lnTo>
                  <a:lnTo>
                    <a:pt x="242805" y="18094"/>
                  </a:lnTo>
                  <a:lnTo>
                    <a:pt x="238058" y="15779"/>
                  </a:lnTo>
                  <a:lnTo>
                    <a:pt x="233240" y="13614"/>
                  </a:lnTo>
                  <a:lnTo>
                    <a:pt x="228356" y="11604"/>
                  </a:lnTo>
                  <a:lnTo>
                    <a:pt x="223412" y="9748"/>
                  </a:lnTo>
                  <a:lnTo>
                    <a:pt x="218411" y="8050"/>
                  </a:lnTo>
                  <a:lnTo>
                    <a:pt x="213358" y="6510"/>
                  </a:lnTo>
                  <a:lnTo>
                    <a:pt x="208260" y="5131"/>
                  </a:lnTo>
                  <a:lnTo>
                    <a:pt x="203121" y="3913"/>
                  </a:lnTo>
                  <a:lnTo>
                    <a:pt x="197946" y="2859"/>
                  </a:lnTo>
                  <a:lnTo>
                    <a:pt x="192740" y="1968"/>
                  </a:lnTo>
                  <a:lnTo>
                    <a:pt x="187508" y="1243"/>
                  </a:lnTo>
                  <a:lnTo>
                    <a:pt x="182256" y="683"/>
                  </a:lnTo>
                  <a:lnTo>
                    <a:pt x="176990" y="289"/>
                  </a:lnTo>
                  <a:lnTo>
                    <a:pt x="171713" y="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30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68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45406" y="4794382"/>
              <a:ext cx="167160" cy="167167"/>
            </a:xfrm>
            <a:custGeom>
              <a:avLst/>
              <a:pathLst>
                <a:path w="167160" h="167167">
                  <a:moveTo>
                    <a:pt x="167160" y="0"/>
                  </a:moveTo>
                  <a:lnTo>
                    <a:pt x="161722" y="88"/>
                  </a:lnTo>
                  <a:lnTo>
                    <a:pt x="156289" y="353"/>
                  </a:lnTo>
                  <a:lnTo>
                    <a:pt x="150868" y="795"/>
                  </a:lnTo>
                  <a:lnTo>
                    <a:pt x="145464" y="1413"/>
                  </a:lnTo>
                  <a:lnTo>
                    <a:pt x="140084" y="2207"/>
                  </a:lnTo>
                  <a:lnTo>
                    <a:pt x="134731" y="3175"/>
                  </a:lnTo>
                  <a:lnTo>
                    <a:pt x="129414" y="4317"/>
                  </a:lnTo>
                  <a:lnTo>
                    <a:pt x="124136" y="5631"/>
                  </a:lnTo>
                  <a:lnTo>
                    <a:pt x="118903" y="7116"/>
                  </a:lnTo>
                  <a:lnTo>
                    <a:pt x="113722" y="8771"/>
                  </a:lnTo>
                  <a:lnTo>
                    <a:pt x="108597" y="10593"/>
                  </a:lnTo>
                  <a:lnTo>
                    <a:pt x="103535" y="12581"/>
                  </a:lnTo>
                  <a:lnTo>
                    <a:pt x="98539" y="14733"/>
                  </a:lnTo>
                  <a:lnTo>
                    <a:pt x="93617" y="17046"/>
                  </a:lnTo>
                  <a:lnTo>
                    <a:pt x="88772" y="19518"/>
                  </a:lnTo>
                  <a:lnTo>
                    <a:pt x="84010" y="22146"/>
                  </a:lnTo>
                  <a:lnTo>
                    <a:pt x="79336" y="24928"/>
                  </a:lnTo>
                  <a:lnTo>
                    <a:pt x="74755" y="27860"/>
                  </a:lnTo>
                  <a:lnTo>
                    <a:pt x="70272" y="30940"/>
                  </a:lnTo>
                  <a:lnTo>
                    <a:pt x="65892" y="34164"/>
                  </a:lnTo>
                  <a:lnTo>
                    <a:pt x="61619" y="37529"/>
                  </a:lnTo>
                  <a:lnTo>
                    <a:pt x="57457" y="41031"/>
                  </a:lnTo>
                  <a:lnTo>
                    <a:pt x="53412" y="44667"/>
                  </a:lnTo>
                  <a:lnTo>
                    <a:pt x="49487" y="48432"/>
                  </a:lnTo>
                  <a:lnTo>
                    <a:pt x="45686" y="52323"/>
                  </a:lnTo>
                  <a:lnTo>
                    <a:pt x="42014" y="56336"/>
                  </a:lnTo>
                  <a:lnTo>
                    <a:pt x="38475" y="60466"/>
                  </a:lnTo>
                  <a:lnTo>
                    <a:pt x="35072" y="64709"/>
                  </a:lnTo>
                  <a:lnTo>
                    <a:pt x="31809" y="69060"/>
                  </a:lnTo>
                  <a:lnTo>
                    <a:pt x="28689" y="73515"/>
                  </a:lnTo>
                  <a:lnTo>
                    <a:pt x="25715" y="78070"/>
                  </a:lnTo>
                  <a:lnTo>
                    <a:pt x="22892" y="82718"/>
                  </a:lnTo>
                  <a:lnTo>
                    <a:pt x="20221" y="87456"/>
                  </a:lnTo>
                  <a:lnTo>
                    <a:pt x="17705" y="92279"/>
                  </a:lnTo>
                  <a:lnTo>
                    <a:pt x="15348" y="97181"/>
                  </a:lnTo>
                  <a:lnTo>
                    <a:pt x="13152" y="102156"/>
                  </a:lnTo>
                  <a:lnTo>
                    <a:pt x="11118" y="107201"/>
                  </a:lnTo>
                  <a:lnTo>
                    <a:pt x="9250" y="112309"/>
                  </a:lnTo>
                  <a:lnTo>
                    <a:pt x="7549" y="117475"/>
                  </a:lnTo>
                  <a:lnTo>
                    <a:pt x="6017" y="122694"/>
                  </a:lnTo>
                  <a:lnTo>
                    <a:pt x="4656" y="127960"/>
                  </a:lnTo>
                  <a:lnTo>
                    <a:pt x="3466" y="133268"/>
                  </a:lnTo>
                  <a:lnTo>
                    <a:pt x="2450" y="138611"/>
                  </a:lnTo>
                  <a:lnTo>
                    <a:pt x="1608" y="143984"/>
                  </a:lnTo>
                  <a:lnTo>
                    <a:pt x="941" y="149382"/>
                  </a:lnTo>
                  <a:lnTo>
                    <a:pt x="451" y="154799"/>
                  </a:lnTo>
                  <a:lnTo>
                    <a:pt x="137" y="160229"/>
                  </a:lnTo>
                  <a:lnTo>
                    <a:pt x="0" y="16566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5406" y="4960049"/>
              <a:ext cx="167160" cy="1500"/>
            </a:xfrm>
            <a:custGeom>
              <a:avLst/>
              <a:pathLst>
                <a:path w="167160" h="1500">
                  <a:moveTo>
                    <a:pt x="0" y="0"/>
                  </a:moveTo>
                  <a:lnTo>
                    <a:pt x="167160" y="15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5406" y="4960049"/>
              <a:ext cx="167160" cy="20962"/>
            </a:xfrm>
            <a:custGeom>
              <a:avLst/>
              <a:pathLst>
                <a:path w="167160" h="20962">
                  <a:moveTo>
                    <a:pt x="0" y="0"/>
                  </a:moveTo>
                  <a:lnTo>
                    <a:pt x="235" y="10499"/>
                  </a:lnTo>
                  <a:lnTo>
                    <a:pt x="1130" y="20962"/>
                  </a:lnTo>
                  <a:lnTo>
                    <a:pt x="167160" y="15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6536" y="4794382"/>
              <a:ext cx="333181" cy="334333"/>
            </a:xfrm>
            <a:custGeom>
              <a:avLst/>
              <a:pathLst>
                <a:path w="333181" h="334333">
                  <a:moveTo>
                    <a:pt x="0" y="186629"/>
                  </a:moveTo>
                  <a:lnTo>
                    <a:pt x="700" y="191881"/>
                  </a:lnTo>
                  <a:lnTo>
                    <a:pt x="1566" y="197107"/>
                  </a:lnTo>
                  <a:lnTo>
                    <a:pt x="2597" y="202304"/>
                  </a:lnTo>
                  <a:lnTo>
                    <a:pt x="3793" y="207466"/>
                  </a:lnTo>
                  <a:lnTo>
                    <a:pt x="5151" y="212587"/>
                  </a:lnTo>
                  <a:lnTo>
                    <a:pt x="6671" y="217662"/>
                  </a:lnTo>
                  <a:lnTo>
                    <a:pt x="8352" y="222686"/>
                  </a:lnTo>
                  <a:lnTo>
                    <a:pt x="10190" y="227655"/>
                  </a:lnTo>
                  <a:lnTo>
                    <a:pt x="12185" y="232563"/>
                  </a:lnTo>
                  <a:lnTo>
                    <a:pt x="14335" y="237406"/>
                  </a:lnTo>
                  <a:lnTo>
                    <a:pt x="16637" y="242178"/>
                  </a:lnTo>
                  <a:lnTo>
                    <a:pt x="19089" y="246874"/>
                  </a:lnTo>
                  <a:lnTo>
                    <a:pt x="21689" y="251490"/>
                  </a:lnTo>
                  <a:lnTo>
                    <a:pt x="24433" y="256022"/>
                  </a:lnTo>
                  <a:lnTo>
                    <a:pt x="27320" y="260465"/>
                  </a:lnTo>
                  <a:lnTo>
                    <a:pt x="30346" y="264813"/>
                  </a:lnTo>
                  <a:lnTo>
                    <a:pt x="33509" y="269064"/>
                  </a:lnTo>
                  <a:lnTo>
                    <a:pt x="36804" y="273212"/>
                  </a:lnTo>
                  <a:lnTo>
                    <a:pt x="40230" y="277254"/>
                  </a:lnTo>
                  <a:lnTo>
                    <a:pt x="43781" y="281185"/>
                  </a:lnTo>
                  <a:lnTo>
                    <a:pt x="47456" y="285002"/>
                  </a:lnTo>
                  <a:lnTo>
                    <a:pt x="51250" y="288700"/>
                  </a:lnTo>
                  <a:lnTo>
                    <a:pt x="55159" y="292277"/>
                  </a:lnTo>
                  <a:lnTo>
                    <a:pt x="59179" y="295727"/>
                  </a:lnTo>
                  <a:lnTo>
                    <a:pt x="63307" y="299049"/>
                  </a:lnTo>
                  <a:lnTo>
                    <a:pt x="67537" y="302238"/>
                  </a:lnTo>
                  <a:lnTo>
                    <a:pt x="71867" y="305291"/>
                  </a:lnTo>
                  <a:lnTo>
                    <a:pt x="76291" y="308206"/>
                  </a:lnTo>
                  <a:lnTo>
                    <a:pt x="80806" y="310979"/>
                  </a:lnTo>
                  <a:lnTo>
                    <a:pt x="85406" y="313607"/>
                  </a:lnTo>
                  <a:lnTo>
                    <a:pt x="90087" y="316088"/>
                  </a:lnTo>
                  <a:lnTo>
                    <a:pt x="94844" y="318420"/>
                  </a:lnTo>
                  <a:lnTo>
                    <a:pt x="99673" y="320600"/>
                  </a:lnTo>
                  <a:lnTo>
                    <a:pt x="104569" y="322626"/>
                  </a:lnTo>
                  <a:lnTo>
                    <a:pt x="109526" y="324495"/>
                  </a:lnTo>
                  <a:lnTo>
                    <a:pt x="114540" y="326207"/>
                  </a:lnTo>
                  <a:lnTo>
                    <a:pt x="119606" y="327759"/>
                  </a:lnTo>
                  <a:lnTo>
                    <a:pt x="124718" y="329149"/>
                  </a:lnTo>
                  <a:lnTo>
                    <a:pt x="129872" y="330377"/>
                  </a:lnTo>
                  <a:lnTo>
                    <a:pt x="135062" y="331441"/>
                  </a:lnTo>
                  <a:lnTo>
                    <a:pt x="140283" y="332340"/>
                  </a:lnTo>
                  <a:lnTo>
                    <a:pt x="145530" y="333073"/>
                  </a:lnTo>
                  <a:lnTo>
                    <a:pt x="150798" y="333639"/>
                  </a:lnTo>
                  <a:lnTo>
                    <a:pt x="156081" y="334038"/>
                  </a:lnTo>
                  <a:lnTo>
                    <a:pt x="161374" y="334270"/>
                  </a:lnTo>
                  <a:lnTo>
                    <a:pt x="166672" y="334333"/>
                  </a:lnTo>
                  <a:lnTo>
                    <a:pt x="171969" y="334229"/>
                  </a:lnTo>
                  <a:lnTo>
                    <a:pt x="177260" y="333957"/>
                  </a:lnTo>
                  <a:lnTo>
                    <a:pt x="182540" y="333517"/>
                  </a:lnTo>
                  <a:lnTo>
                    <a:pt x="187803" y="332910"/>
                  </a:lnTo>
                  <a:lnTo>
                    <a:pt x="193044" y="332137"/>
                  </a:lnTo>
                  <a:lnTo>
                    <a:pt x="198258" y="331198"/>
                  </a:lnTo>
                  <a:lnTo>
                    <a:pt x="203440" y="330095"/>
                  </a:lnTo>
                  <a:lnTo>
                    <a:pt x="208585" y="328827"/>
                  </a:lnTo>
                  <a:lnTo>
                    <a:pt x="213686" y="327398"/>
                  </a:lnTo>
                  <a:lnTo>
                    <a:pt x="218740" y="325807"/>
                  </a:lnTo>
                  <a:lnTo>
                    <a:pt x="223740" y="324057"/>
                  </a:lnTo>
                  <a:lnTo>
                    <a:pt x="228683" y="322149"/>
                  </a:lnTo>
                  <a:lnTo>
                    <a:pt x="233563" y="320086"/>
                  </a:lnTo>
                  <a:lnTo>
                    <a:pt x="238375" y="317869"/>
                  </a:lnTo>
                  <a:lnTo>
                    <a:pt x="243114" y="315501"/>
                  </a:lnTo>
                  <a:lnTo>
                    <a:pt x="247776" y="312984"/>
                  </a:lnTo>
                  <a:lnTo>
                    <a:pt x="252356" y="310320"/>
                  </a:lnTo>
                  <a:lnTo>
                    <a:pt x="256849" y="307513"/>
                  </a:lnTo>
                  <a:lnTo>
                    <a:pt x="261251" y="304564"/>
                  </a:lnTo>
                  <a:lnTo>
                    <a:pt x="265557" y="301478"/>
                  </a:lnTo>
                  <a:lnTo>
                    <a:pt x="269763" y="298256"/>
                  </a:lnTo>
                  <a:lnTo>
                    <a:pt x="273865" y="294903"/>
                  </a:lnTo>
                  <a:lnTo>
                    <a:pt x="277859" y="291422"/>
                  </a:lnTo>
                  <a:lnTo>
                    <a:pt x="281740" y="287816"/>
                  </a:lnTo>
                  <a:lnTo>
                    <a:pt x="285505" y="284088"/>
                  </a:lnTo>
                  <a:lnTo>
                    <a:pt x="289150" y="280244"/>
                  </a:lnTo>
                  <a:lnTo>
                    <a:pt x="292672" y="276285"/>
                  </a:lnTo>
                  <a:lnTo>
                    <a:pt x="296066" y="272217"/>
                  </a:lnTo>
                  <a:lnTo>
                    <a:pt x="299330" y="268044"/>
                  </a:lnTo>
                  <a:lnTo>
                    <a:pt x="302460" y="263769"/>
                  </a:lnTo>
                  <a:lnTo>
                    <a:pt x="305452" y="259397"/>
                  </a:lnTo>
                  <a:lnTo>
                    <a:pt x="308305" y="254933"/>
                  </a:lnTo>
                  <a:lnTo>
                    <a:pt x="311015" y="250380"/>
                  </a:lnTo>
                  <a:lnTo>
                    <a:pt x="313579" y="245744"/>
                  </a:lnTo>
                  <a:lnTo>
                    <a:pt x="315995" y="241029"/>
                  </a:lnTo>
                  <a:lnTo>
                    <a:pt x="318260" y="236239"/>
                  </a:lnTo>
                  <a:lnTo>
                    <a:pt x="320373" y="231380"/>
                  </a:lnTo>
                  <a:lnTo>
                    <a:pt x="322330" y="226457"/>
                  </a:lnTo>
                  <a:lnTo>
                    <a:pt x="324130" y="221474"/>
                  </a:lnTo>
                  <a:lnTo>
                    <a:pt x="325772" y="216437"/>
                  </a:lnTo>
                  <a:lnTo>
                    <a:pt x="327253" y="211350"/>
                  </a:lnTo>
                  <a:lnTo>
                    <a:pt x="328572" y="206219"/>
                  </a:lnTo>
                  <a:lnTo>
                    <a:pt x="329728" y="201049"/>
                  </a:lnTo>
                  <a:lnTo>
                    <a:pt x="330719" y="195844"/>
                  </a:lnTo>
                  <a:lnTo>
                    <a:pt x="331546" y="190611"/>
                  </a:lnTo>
                  <a:lnTo>
                    <a:pt x="332205" y="185354"/>
                  </a:lnTo>
                  <a:lnTo>
                    <a:pt x="332698" y="180079"/>
                  </a:lnTo>
                  <a:lnTo>
                    <a:pt x="333024" y="174791"/>
                  </a:lnTo>
                  <a:lnTo>
                    <a:pt x="333181" y="169495"/>
                  </a:lnTo>
                  <a:lnTo>
                    <a:pt x="333171" y="164197"/>
                  </a:lnTo>
                  <a:lnTo>
                    <a:pt x="332993" y="158902"/>
                  </a:lnTo>
                  <a:lnTo>
                    <a:pt x="332647" y="153615"/>
                  </a:lnTo>
                  <a:lnTo>
                    <a:pt x="332134" y="148342"/>
                  </a:lnTo>
                  <a:lnTo>
                    <a:pt x="331454" y="143088"/>
                  </a:lnTo>
                  <a:lnTo>
                    <a:pt x="330608" y="137858"/>
                  </a:lnTo>
                  <a:lnTo>
                    <a:pt x="329597" y="132657"/>
                  </a:lnTo>
                  <a:lnTo>
                    <a:pt x="328421" y="127491"/>
                  </a:lnTo>
                  <a:lnTo>
                    <a:pt x="327082" y="122365"/>
                  </a:lnTo>
                  <a:lnTo>
                    <a:pt x="325582" y="117284"/>
                  </a:lnTo>
                  <a:lnTo>
                    <a:pt x="323921" y="112253"/>
                  </a:lnTo>
                  <a:lnTo>
                    <a:pt x="322101" y="107277"/>
                  </a:lnTo>
                  <a:lnTo>
                    <a:pt x="320125" y="102362"/>
                  </a:lnTo>
                  <a:lnTo>
                    <a:pt x="317994" y="97511"/>
                  </a:lnTo>
                  <a:lnTo>
                    <a:pt x="315710" y="92730"/>
                  </a:lnTo>
                  <a:lnTo>
                    <a:pt x="313276" y="88024"/>
                  </a:lnTo>
                  <a:lnTo>
                    <a:pt x="310694" y="83398"/>
                  </a:lnTo>
                  <a:lnTo>
                    <a:pt x="307967" y="78856"/>
                  </a:lnTo>
                  <a:lnTo>
                    <a:pt x="305097" y="74402"/>
                  </a:lnTo>
                  <a:lnTo>
                    <a:pt x="302088" y="70042"/>
                  </a:lnTo>
                  <a:lnTo>
                    <a:pt x="298942" y="65779"/>
                  </a:lnTo>
                  <a:lnTo>
                    <a:pt x="295662" y="61618"/>
                  </a:lnTo>
                  <a:lnTo>
                    <a:pt x="292252" y="57563"/>
                  </a:lnTo>
                  <a:lnTo>
                    <a:pt x="288716" y="53619"/>
                  </a:lnTo>
                  <a:lnTo>
                    <a:pt x="285056" y="49788"/>
                  </a:lnTo>
                  <a:lnTo>
                    <a:pt x="281276" y="46075"/>
                  </a:lnTo>
                  <a:lnTo>
                    <a:pt x="277381" y="42484"/>
                  </a:lnTo>
                  <a:lnTo>
                    <a:pt x="273374" y="39018"/>
                  </a:lnTo>
                  <a:lnTo>
                    <a:pt x="269259" y="35680"/>
                  </a:lnTo>
                  <a:lnTo>
                    <a:pt x="265041" y="32475"/>
                  </a:lnTo>
                  <a:lnTo>
                    <a:pt x="260723" y="29405"/>
                  </a:lnTo>
                  <a:lnTo>
                    <a:pt x="256310" y="26474"/>
                  </a:lnTo>
                  <a:lnTo>
                    <a:pt x="251806" y="23683"/>
                  </a:lnTo>
                  <a:lnTo>
                    <a:pt x="247216" y="21037"/>
                  </a:lnTo>
                  <a:lnTo>
                    <a:pt x="242544" y="18538"/>
                  </a:lnTo>
                  <a:lnTo>
                    <a:pt x="237796" y="16188"/>
                  </a:lnTo>
                  <a:lnTo>
                    <a:pt x="232975" y="13990"/>
                  </a:lnTo>
                  <a:lnTo>
                    <a:pt x="228088" y="11945"/>
                  </a:lnTo>
                  <a:lnTo>
                    <a:pt x="223138" y="10057"/>
                  </a:lnTo>
                  <a:lnTo>
                    <a:pt x="218130" y="8326"/>
                  </a:lnTo>
                  <a:lnTo>
                    <a:pt x="213071" y="6755"/>
                  </a:lnTo>
                  <a:lnTo>
                    <a:pt x="207964" y="5344"/>
                  </a:lnTo>
                  <a:lnTo>
                    <a:pt x="202815" y="4097"/>
                  </a:lnTo>
                  <a:lnTo>
                    <a:pt x="197629" y="3013"/>
                  </a:lnTo>
                  <a:lnTo>
                    <a:pt x="192411" y="2094"/>
                  </a:lnTo>
                  <a:lnTo>
                    <a:pt x="187167" y="1341"/>
                  </a:lnTo>
                  <a:lnTo>
                    <a:pt x="181901" y="755"/>
                  </a:lnTo>
                  <a:lnTo>
                    <a:pt x="176620" y="335"/>
                  </a:lnTo>
                  <a:lnTo>
                    <a:pt x="171328" y="83"/>
                  </a:lnTo>
                  <a:lnTo>
                    <a:pt x="166030" y="0"/>
                  </a:lnTo>
                  <a:lnTo>
                    <a:pt x="1660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6087" y="5103947"/>
              <a:ext cx="3000" cy="167167"/>
            </a:xfrm>
            <a:custGeom>
              <a:avLst/>
              <a:pathLst>
                <a:path w="3000" h="167167">
                  <a:moveTo>
                    <a:pt x="3000" y="0"/>
                  </a:moveTo>
                  <a:lnTo>
                    <a:pt x="0" y="26"/>
                  </a:lnTo>
                  <a:lnTo>
                    <a:pt x="300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087" y="5103974"/>
              <a:ext cx="3000" cy="167140"/>
            </a:xfrm>
            <a:custGeom>
              <a:avLst/>
              <a:pathLst>
                <a:path w="3000" h="167140">
                  <a:moveTo>
                    <a:pt x="0" y="0"/>
                  </a:moveTo>
                  <a:lnTo>
                    <a:pt x="3000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461921" y="5103968"/>
              <a:ext cx="334334" cy="334294"/>
            </a:xfrm>
            <a:custGeom>
              <a:avLst/>
              <a:pathLst>
                <a:path w="334334" h="334294">
                  <a:moveTo>
                    <a:pt x="164166" y="5"/>
                  </a:moveTo>
                  <a:lnTo>
                    <a:pt x="158866" y="184"/>
                  </a:lnTo>
                  <a:lnTo>
                    <a:pt x="153575" y="531"/>
                  </a:lnTo>
                  <a:lnTo>
                    <a:pt x="148298" y="1046"/>
                  </a:lnTo>
                  <a:lnTo>
                    <a:pt x="143039" y="1728"/>
                  </a:lnTo>
                  <a:lnTo>
                    <a:pt x="137805" y="2577"/>
                  </a:lnTo>
                  <a:lnTo>
                    <a:pt x="132600" y="3591"/>
                  </a:lnTo>
                  <a:lnTo>
                    <a:pt x="127430" y="4769"/>
                  </a:lnTo>
                  <a:lnTo>
                    <a:pt x="122300" y="6111"/>
                  </a:lnTo>
                  <a:lnTo>
                    <a:pt x="117215" y="7615"/>
                  </a:lnTo>
                  <a:lnTo>
                    <a:pt x="112181" y="9280"/>
                  </a:lnTo>
                  <a:lnTo>
                    <a:pt x="107202" y="11103"/>
                  </a:lnTo>
                  <a:lnTo>
                    <a:pt x="102283" y="13084"/>
                  </a:lnTo>
                  <a:lnTo>
                    <a:pt x="97429" y="15219"/>
                  </a:lnTo>
                  <a:lnTo>
                    <a:pt x="92646" y="17507"/>
                  </a:lnTo>
                  <a:lnTo>
                    <a:pt x="87937" y="19946"/>
                  </a:lnTo>
                  <a:lnTo>
                    <a:pt x="83308" y="22533"/>
                  </a:lnTo>
                  <a:lnTo>
                    <a:pt x="78764" y="25265"/>
                  </a:lnTo>
                  <a:lnTo>
                    <a:pt x="74309" y="28140"/>
                  </a:lnTo>
                  <a:lnTo>
                    <a:pt x="69947" y="31156"/>
                  </a:lnTo>
                  <a:lnTo>
                    <a:pt x="65683" y="34307"/>
                  </a:lnTo>
                  <a:lnTo>
                    <a:pt x="61520" y="37593"/>
                  </a:lnTo>
                  <a:lnTo>
                    <a:pt x="57465" y="41009"/>
                  </a:lnTo>
                  <a:lnTo>
                    <a:pt x="53519" y="44552"/>
                  </a:lnTo>
                  <a:lnTo>
                    <a:pt x="49688" y="48218"/>
                  </a:lnTo>
                  <a:lnTo>
                    <a:pt x="45975" y="52004"/>
                  </a:lnTo>
                  <a:lnTo>
                    <a:pt x="42385" y="55905"/>
                  </a:lnTo>
                  <a:lnTo>
                    <a:pt x="38919" y="59919"/>
                  </a:lnTo>
                  <a:lnTo>
                    <a:pt x="35583" y="64040"/>
                  </a:lnTo>
                  <a:lnTo>
                    <a:pt x="32379" y="68265"/>
                  </a:lnTo>
                  <a:lnTo>
                    <a:pt x="29311" y="72590"/>
                  </a:lnTo>
                  <a:lnTo>
                    <a:pt x="26381" y="77010"/>
                  </a:lnTo>
                  <a:lnTo>
                    <a:pt x="23593" y="81520"/>
                  </a:lnTo>
                  <a:lnTo>
                    <a:pt x="20950" y="86117"/>
                  </a:lnTo>
                  <a:lnTo>
                    <a:pt x="18453" y="90795"/>
                  </a:lnTo>
                  <a:lnTo>
                    <a:pt x="16107" y="95550"/>
                  </a:lnTo>
                  <a:lnTo>
                    <a:pt x="13912" y="100377"/>
                  </a:lnTo>
                  <a:lnTo>
                    <a:pt x="11872" y="105272"/>
                  </a:lnTo>
                  <a:lnTo>
                    <a:pt x="9987" y="110228"/>
                  </a:lnTo>
                  <a:lnTo>
                    <a:pt x="8261" y="115242"/>
                  </a:lnTo>
                  <a:lnTo>
                    <a:pt x="6695" y="120308"/>
                  </a:lnTo>
                  <a:lnTo>
                    <a:pt x="5290" y="125421"/>
                  </a:lnTo>
                  <a:lnTo>
                    <a:pt x="4048" y="130576"/>
                  </a:lnTo>
                  <a:lnTo>
                    <a:pt x="2970" y="135768"/>
                  </a:lnTo>
                  <a:lnTo>
                    <a:pt x="2058" y="140992"/>
                  </a:lnTo>
                  <a:lnTo>
                    <a:pt x="1311" y="146241"/>
                  </a:lnTo>
                  <a:lnTo>
                    <a:pt x="732" y="151512"/>
                  </a:lnTo>
                  <a:lnTo>
                    <a:pt x="320" y="156799"/>
                  </a:lnTo>
                  <a:lnTo>
                    <a:pt x="76" y="162096"/>
                  </a:lnTo>
                  <a:lnTo>
                    <a:pt x="0" y="167398"/>
                  </a:lnTo>
                  <a:lnTo>
                    <a:pt x="92" y="172699"/>
                  </a:lnTo>
                  <a:lnTo>
                    <a:pt x="352" y="177996"/>
                  </a:lnTo>
                  <a:lnTo>
                    <a:pt x="780" y="183281"/>
                  </a:lnTo>
                  <a:lnTo>
                    <a:pt x="1375" y="188550"/>
                  </a:lnTo>
                  <a:lnTo>
                    <a:pt x="2138" y="193797"/>
                  </a:lnTo>
                  <a:lnTo>
                    <a:pt x="3066" y="199018"/>
                  </a:lnTo>
                  <a:lnTo>
                    <a:pt x="4159" y="204207"/>
                  </a:lnTo>
                  <a:lnTo>
                    <a:pt x="5417" y="209358"/>
                  </a:lnTo>
                  <a:lnTo>
                    <a:pt x="6837" y="214467"/>
                  </a:lnTo>
                  <a:lnTo>
                    <a:pt x="8419" y="219528"/>
                  </a:lnTo>
                  <a:lnTo>
                    <a:pt x="10160" y="224537"/>
                  </a:lnTo>
                  <a:lnTo>
                    <a:pt x="12059" y="229488"/>
                  </a:lnTo>
                  <a:lnTo>
                    <a:pt x="14114" y="234376"/>
                  </a:lnTo>
                  <a:lnTo>
                    <a:pt x="16324" y="239196"/>
                  </a:lnTo>
                  <a:lnTo>
                    <a:pt x="18685" y="243944"/>
                  </a:lnTo>
                  <a:lnTo>
                    <a:pt x="21195" y="248615"/>
                  </a:lnTo>
                  <a:lnTo>
                    <a:pt x="23852" y="253203"/>
                  </a:lnTo>
                  <a:lnTo>
                    <a:pt x="26654" y="257705"/>
                  </a:lnTo>
                  <a:lnTo>
                    <a:pt x="29597" y="262116"/>
                  </a:lnTo>
                  <a:lnTo>
                    <a:pt x="32678" y="266432"/>
                  </a:lnTo>
                  <a:lnTo>
                    <a:pt x="35895" y="270647"/>
                  </a:lnTo>
                  <a:lnTo>
                    <a:pt x="39244" y="274759"/>
                  </a:lnTo>
                  <a:lnTo>
                    <a:pt x="42721" y="278762"/>
                  </a:lnTo>
                  <a:lnTo>
                    <a:pt x="46324" y="282653"/>
                  </a:lnTo>
                  <a:lnTo>
                    <a:pt x="50048" y="286427"/>
                  </a:lnTo>
                  <a:lnTo>
                    <a:pt x="53890" y="290082"/>
                  </a:lnTo>
                  <a:lnTo>
                    <a:pt x="57846" y="293612"/>
                  </a:lnTo>
                  <a:lnTo>
                    <a:pt x="61912" y="297016"/>
                  </a:lnTo>
                  <a:lnTo>
                    <a:pt x="66084" y="300289"/>
                  </a:lnTo>
                  <a:lnTo>
                    <a:pt x="70358" y="303428"/>
                  </a:lnTo>
                  <a:lnTo>
                    <a:pt x="74729" y="306430"/>
                  </a:lnTo>
                  <a:lnTo>
                    <a:pt x="79193" y="309292"/>
                  </a:lnTo>
                  <a:lnTo>
                    <a:pt x="83746" y="312010"/>
                  </a:lnTo>
                  <a:lnTo>
                    <a:pt x="88382" y="314583"/>
                  </a:lnTo>
                  <a:lnTo>
                    <a:pt x="93098" y="317008"/>
                  </a:lnTo>
                  <a:lnTo>
                    <a:pt x="97888" y="319282"/>
                  </a:lnTo>
                  <a:lnTo>
                    <a:pt x="102748" y="321402"/>
                  </a:lnTo>
                  <a:lnTo>
                    <a:pt x="107673" y="323368"/>
                  </a:lnTo>
                  <a:lnTo>
                    <a:pt x="112658" y="325176"/>
                  </a:lnTo>
                  <a:lnTo>
                    <a:pt x="117697" y="326825"/>
                  </a:lnTo>
                  <a:lnTo>
                    <a:pt x="122787" y="328314"/>
                  </a:lnTo>
                  <a:lnTo>
                    <a:pt x="127921" y="329641"/>
                  </a:lnTo>
                  <a:lnTo>
                    <a:pt x="133094" y="330804"/>
                  </a:lnTo>
                  <a:lnTo>
                    <a:pt x="138302" y="331802"/>
                  </a:lnTo>
                  <a:lnTo>
                    <a:pt x="143539" y="332634"/>
                  </a:lnTo>
                  <a:lnTo>
                    <a:pt x="148799" y="333301"/>
                  </a:lnTo>
                  <a:lnTo>
                    <a:pt x="154078" y="333800"/>
                  </a:lnTo>
                  <a:lnTo>
                    <a:pt x="159371" y="334131"/>
                  </a:lnTo>
                  <a:lnTo>
                    <a:pt x="164671" y="334294"/>
                  </a:lnTo>
                  <a:lnTo>
                    <a:pt x="169973" y="334289"/>
                  </a:lnTo>
                  <a:lnTo>
                    <a:pt x="175273" y="334116"/>
                  </a:lnTo>
                  <a:lnTo>
                    <a:pt x="180565" y="333775"/>
                  </a:lnTo>
                  <a:lnTo>
                    <a:pt x="185843" y="333266"/>
                  </a:lnTo>
                  <a:lnTo>
                    <a:pt x="191102" y="332590"/>
                  </a:lnTo>
                  <a:lnTo>
                    <a:pt x="196337" y="331748"/>
                  </a:lnTo>
                  <a:lnTo>
                    <a:pt x="201543" y="330740"/>
                  </a:lnTo>
                  <a:lnTo>
                    <a:pt x="206714" y="329567"/>
                  </a:lnTo>
                  <a:lnTo>
                    <a:pt x="211846" y="328231"/>
                  </a:lnTo>
                  <a:lnTo>
                    <a:pt x="216933" y="326733"/>
                  </a:lnTo>
                  <a:lnTo>
                    <a:pt x="221969" y="325075"/>
                  </a:lnTo>
                  <a:lnTo>
                    <a:pt x="226950" y="323257"/>
                  </a:lnTo>
                  <a:lnTo>
                    <a:pt x="231872" y="321282"/>
                  </a:lnTo>
                  <a:lnTo>
                    <a:pt x="236728" y="319153"/>
                  </a:lnTo>
                  <a:lnTo>
                    <a:pt x="241514" y="316870"/>
                  </a:lnTo>
                  <a:lnTo>
                    <a:pt x="246225" y="314437"/>
                  </a:lnTo>
                  <a:lnTo>
                    <a:pt x="250857" y="311855"/>
                  </a:lnTo>
                  <a:lnTo>
                    <a:pt x="255404" y="309128"/>
                  </a:lnTo>
                  <a:lnTo>
                    <a:pt x="259863" y="306258"/>
                  </a:lnTo>
                  <a:lnTo>
                    <a:pt x="264229" y="303248"/>
                  </a:lnTo>
                  <a:lnTo>
                    <a:pt x="268496" y="300101"/>
                  </a:lnTo>
                  <a:lnTo>
                    <a:pt x="272662" y="296820"/>
                  </a:lnTo>
                  <a:lnTo>
                    <a:pt x="276722" y="293409"/>
                  </a:lnTo>
                  <a:lnTo>
                    <a:pt x="280672" y="289871"/>
                  </a:lnTo>
                  <a:lnTo>
                    <a:pt x="284507" y="286209"/>
                  </a:lnTo>
                  <a:lnTo>
                    <a:pt x="288224" y="282428"/>
                  </a:lnTo>
                  <a:lnTo>
                    <a:pt x="291819" y="278530"/>
                  </a:lnTo>
                  <a:lnTo>
                    <a:pt x="295289" y="274521"/>
                  </a:lnTo>
                  <a:lnTo>
                    <a:pt x="298631" y="270403"/>
                  </a:lnTo>
                  <a:lnTo>
                    <a:pt x="301839" y="266182"/>
                  </a:lnTo>
                  <a:lnTo>
                    <a:pt x="304913" y="261861"/>
                  </a:lnTo>
                  <a:lnTo>
                    <a:pt x="307847" y="257444"/>
                  </a:lnTo>
                  <a:lnTo>
                    <a:pt x="310641" y="252937"/>
                  </a:lnTo>
                  <a:lnTo>
                    <a:pt x="313289" y="248343"/>
                  </a:lnTo>
                  <a:lnTo>
                    <a:pt x="315791" y="243668"/>
                  </a:lnTo>
                  <a:lnTo>
                    <a:pt x="318143" y="238916"/>
                  </a:lnTo>
                  <a:lnTo>
                    <a:pt x="320344" y="234091"/>
                  </a:lnTo>
                  <a:lnTo>
                    <a:pt x="322390" y="229199"/>
                  </a:lnTo>
                  <a:lnTo>
                    <a:pt x="324280" y="224245"/>
                  </a:lnTo>
                  <a:lnTo>
                    <a:pt x="326012" y="219233"/>
                  </a:lnTo>
                  <a:lnTo>
                    <a:pt x="327584" y="214169"/>
                  </a:lnTo>
                  <a:lnTo>
                    <a:pt x="328995" y="209058"/>
                  </a:lnTo>
                  <a:lnTo>
                    <a:pt x="330243" y="203904"/>
                  </a:lnTo>
                  <a:lnTo>
                    <a:pt x="331326" y="198713"/>
                  </a:lnTo>
                  <a:lnTo>
                    <a:pt x="332245" y="193491"/>
                  </a:lnTo>
                  <a:lnTo>
                    <a:pt x="332998" y="188242"/>
                  </a:lnTo>
                  <a:lnTo>
                    <a:pt x="333583" y="182972"/>
                  </a:lnTo>
                  <a:lnTo>
                    <a:pt x="334002" y="177686"/>
                  </a:lnTo>
                  <a:lnTo>
                    <a:pt x="334252" y="172389"/>
                  </a:lnTo>
                  <a:lnTo>
                    <a:pt x="334334" y="167087"/>
                  </a:lnTo>
                  <a:lnTo>
                    <a:pt x="334248" y="161785"/>
                  </a:lnTo>
                  <a:lnTo>
                    <a:pt x="333994" y="156489"/>
                  </a:lnTo>
                  <a:lnTo>
                    <a:pt x="333572" y="151203"/>
                  </a:lnTo>
                  <a:lnTo>
                    <a:pt x="332983" y="145933"/>
                  </a:lnTo>
                  <a:lnTo>
                    <a:pt x="332227" y="140685"/>
                  </a:lnTo>
                  <a:lnTo>
                    <a:pt x="331304" y="135463"/>
                  </a:lnTo>
                  <a:lnTo>
                    <a:pt x="330217" y="130273"/>
                  </a:lnTo>
                  <a:lnTo>
                    <a:pt x="328966" y="125121"/>
                  </a:lnTo>
                  <a:lnTo>
                    <a:pt x="327551" y="120010"/>
                  </a:lnTo>
                  <a:lnTo>
                    <a:pt x="325976" y="114947"/>
                  </a:lnTo>
                  <a:lnTo>
                    <a:pt x="324240" y="109936"/>
                  </a:lnTo>
                  <a:lnTo>
                    <a:pt x="322347" y="104983"/>
                  </a:lnTo>
                  <a:lnTo>
                    <a:pt x="320297" y="100093"/>
                  </a:lnTo>
                  <a:lnTo>
                    <a:pt x="318094" y="95270"/>
                  </a:lnTo>
                  <a:lnTo>
                    <a:pt x="315738" y="90519"/>
                  </a:lnTo>
                  <a:lnTo>
                    <a:pt x="313233" y="85846"/>
                  </a:lnTo>
                  <a:lnTo>
                    <a:pt x="310581" y="81254"/>
                  </a:lnTo>
                  <a:lnTo>
                    <a:pt x="307785" y="76749"/>
                  </a:lnTo>
                  <a:lnTo>
                    <a:pt x="304847" y="72334"/>
                  </a:lnTo>
                  <a:lnTo>
                    <a:pt x="301771" y="68015"/>
                  </a:lnTo>
                  <a:lnTo>
                    <a:pt x="298559" y="63796"/>
                  </a:lnTo>
                  <a:lnTo>
                    <a:pt x="295215" y="59681"/>
                  </a:lnTo>
                  <a:lnTo>
                    <a:pt x="291742" y="55674"/>
                  </a:lnTo>
                  <a:lnTo>
                    <a:pt x="288144" y="51779"/>
                  </a:lnTo>
                  <a:lnTo>
                    <a:pt x="284424" y="48000"/>
                  </a:lnTo>
                  <a:lnTo>
                    <a:pt x="280586" y="44341"/>
                  </a:lnTo>
                  <a:lnTo>
                    <a:pt x="276634" y="40805"/>
                  </a:lnTo>
                  <a:lnTo>
                    <a:pt x="272572" y="37397"/>
                  </a:lnTo>
                  <a:lnTo>
                    <a:pt x="268404" y="34119"/>
                  </a:lnTo>
                  <a:lnTo>
                    <a:pt x="264134" y="30975"/>
                  </a:lnTo>
                  <a:lnTo>
                    <a:pt x="259766" y="27968"/>
                  </a:lnTo>
                  <a:lnTo>
                    <a:pt x="255306" y="25101"/>
                  </a:lnTo>
                  <a:lnTo>
                    <a:pt x="250756" y="22377"/>
                  </a:lnTo>
                  <a:lnTo>
                    <a:pt x="246123" y="19799"/>
                  </a:lnTo>
                  <a:lnTo>
                    <a:pt x="241410" y="17369"/>
                  </a:lnTo>
                  <a:lnTo>
                    <a:pt x="236622" y="15090"/>
                  </a:lnTo>
                  <a:lnTo>
                    <a:pt x="231765" y="12963"/>
                  </a:lnTo>
                  <a:lnTo>
                    <a:pt x="226842" y="10992"/>
                  </a:lnTo>
                  <a:lnTo>
                    <a:pt x="221859" y="9178"/>
                  </a:lnTo>
                  <a:lnTo>
                    <a:pt x="216822" y="7523"/>
                  </a:lnTo>
                  <a:lnTo>
                    <a:pt x="211734" y="6028"/>
                  </a:lnTo>
                  <a:lnTo>
                    <a:pt x="206602" y="4696"/>
                  </a:lnTo>
                  <a:lnTo>
                    <a:pt x="201430" y="3527"/>
                  </a:lnTo>
                  <a:lnTo>
                    <a:pt x="196223" y="2522"/>
                  </a:lnTo>
                  <a:lnTo>
                    <a:pt x="190987" y="1684"/>
                  </a:lnTo>
                  <a:lnTo>
                    <a:pt x="185727" y="1011"/>
                  </a:lnTo>
                  <a:lnTo>
                    <a:pt x="180449" y="506"/>
                  </a:lnTo>
                  <a:lnTo>
                    <a:pt x="175157" y="169"/>
                  </a:lnTo>
                  <a:lnTo>
                    <a:pt x="169857" y="0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629088" y="5103947"/>
              <a:ext cx="2690" cy="167167"/>
            </a:xfrm>
            <a:custGeom>
              <a:avLst/>
              <a:pathLst>
                <a:path w="2690" h="167167">
                  <a:moveTo>
                    <a:pt x="2690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3938728" y="5309273"/>
              <a:ext cx="167166" cy="183749"/>
            </a:xfrm>
            <a:custGeom>
              <a:avLst/>
              <a:pathLst>
                <a:path w="167166" h="183749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4" y="775"/>
                  </a:lnTo>
                  <a:lnTo>
                    <a:pt x="145749" y="1377"/>
                  </a:lnTo>
                  <a:lnTo>
                    <a:pt x="140436" y="2150"/>
                  </a:lnTo>
                  <a:lnTo>
                    <a:pt x="135150" y="3094"/>
                  </a:lnTo>
                  <a:lnTo>
                    <a:pt x="129898" y="4207"/>
                  </a:lnTo>
                  <a:lnTo>
                    <a:pt x="124684" y="5488"/>
                  </a:lnTo>
                  <a:lnTo>
                    <a:pt x="119514" y="6935"/>
                  </a:lnTo>
                  <a:lnTo>
                    <a:pt x="114393" y="8548"/>
                  </a:lnTo>
                  <a:lnTo>
                    <a:pt x="109327" y="10324"/>
                  </a:lnTo>
                  <a:lnTo>
                    <a:pt x="104320" y="12263"/>
                  </a:lnTo>
                  <a:lnTo>
                    <a:pt x="99378" y="14361"/>
                  </a:lnTo>
                  <a:lnTo>
                    <a:pt x="94506" y="16617"/>
                  </a:lnTo>
                  <a:lnTo>
                    <a:pt x="89709" y="19027"/>
                  </a:lnTo>
                  <a:lnTo>
                    <a:pt x="84992" y="21591"/>
                  </a:lnTo>
                  <a:lnTo>
                    <a:pt x="80359" y="24305"/>
                  </a:lnTo>
                  <a:lnTo>
                    <a:pt x="75816" y="27166"/>
                  </a:lnTo>
                  <a:lnTo>
                    <a:pt x="71367" y="30172"/>
                  </a:lnTo>
                  <a:lnTo>
                    <a:pt x="67018" y="33319"/>
                  </a:lnTo>
                  <a:lnTo>
                    <a:pt x="62771" y="36604"/>
                  </a:lnTo>
                  <a:lnTo>
                    <a:pt x="58632" y="40024"/>
                  </a:lnTo>
                  <a:lnTo>
                    <a:pt x="54605" y="43575"/>
                  </a:lnTo>
                  <a:lnTo>
                    <a:pt x="50694" y="47253"/>
                  </a:lnTo>
                  <a:lnTo>
                    <a:pt x="46904" y="51055"/>
                  </a:lnTo>
                  <a:lnTo>
                    <a:pt x="43237" y="54977"/>
                  </a:lnTo>
                  <a:lnTo>
                    <a:pt x="39698" y="59015"/>
                  </a:lnTo>
                  <a:lnTo>
                    <a:pt x="36291" y="63164"/>
                  </a:lnTo>
                  <a:lnTo>
                    <a:pt x="33019" y="67420"/>
                  </a:lnTo>
                  <a:lnTo>
                    <a:pt x="29885" y="71780"/>
                  </a:lnTo>
                  <a:lnTo>
                    <a:pt x="26892" y="76237"/>
                  </a:lnTo>
                  <a:lnTo>
                    <a:pt x="24045" y="80789"/>
                  </a:lnTo>
                  <a:lnTo>
                    <a:pt x="21345" y="85429"/>
                  </a:lnTo>
                  <a:lnTo>
                    <a:pt x="18795" y="90154"/>
                  </a:lnTo>
                  <a:lnTo>
                    <a:pt x="16398" y="94959"/>
                  </a:lnTo>
                  <a:lnTo>
                    <a:pt x="14157" y="99837"/>
                  </a:lnTo>
                  <a:lnTo>
                    <a:pt x="12074" y="104786"/>
                  </a:lnTo>
                  <a:lnTo>
                    <a:pt x="10151" y="109798"/>
                  </a:lnTo>
                  <a:lnTo>
                    <a:pt x="8390" y="114870"/>
                  </a:lnTo>
                  <a:lnTo>
                    <a:pt x="6792" y="119996"/>
                  </a:lnTo>
                  <a:lnTo>
                    <a:pt x="5360" y="125170"/>
                  </a:lnTo>
                  <a:lnTo>
                    <a:pt x="4095" y="130388"/>
                  </a:lnTo>
                  <a:lnTo>
                    <a:pt x="2998" y="135644"/>
                  </a:lnTo>
                  <a:lnTo>
                    <a:pt x="2070" y="140932"/>
                  </a:lnTo>
                  <a:lnTo>
                    <a:pt x="1313" y="146247"/>
                  </a:lnTo>
                  <a:lnTo>
                    <a:pt x="727" y="151584"/>
                  </a:lnTo>
                  <a:lnTo>
                    <a:pt x="312" y="156937"/>
                  </a:lnTo>
                  <a:lnTo>
                    <a:pt x="70" y="162300"/>
                  </a:lnTo>
                  <a:lnTo>
                    <a:pt x="0" y="167668"/>
                  </a:lnTo>
                  <a:lnTo>
                    <a:pt x="102" y="173036"/>
                  </a:lnTo>
                  <a:lnTo>
                    <a:pt x="376" y="178398"/>
                  </a:lnTo>
                  <a:lnTo>
                    <a:pt x="823" y="18374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9551" y="5309273"/>
              <a:ext cx="333498" cy="334329"/>
            </a:xfrm>
            <a:custGeom>
              <a:avLst/>
              <a:pathLst>
                <a:path w="333498" h="334329">
                  <a:moveTo>
                    <a:pt x="0" y="183749"/>
                  </a:moveTo>
                  <a:lnTo>
                    <a:pt x="611" y="189031"/>
                  </a:lnTo>
                  <a:lnTo>
                    <a:pt x="1390" y="194292"/>
                  </a:lnTo>
                  <a:lnTo>
                    <a:pt x="2337" y="199525"/>
                  </a:lnTo>
                  <a:lnTo>
                    <a:pt x="3449" y="204726"/>
                  </a:lnTo>
                  <a:lnTo>
                    <a:pt x="4726" y="209888"/>
                  </a:lnTo>
                  <a:lnTo>
                    <a:pt x="6167" y="215007"/>
                  </a:lnTo>
                  <a:lnTo>
                    <a:pt x="7770" y="220078"/>
                  </a:lnTo>
                  <a:lnTo>
                    <a:pt x="9533" y="225095"/>
                  </a:lnTo>
                  <a:lnTo>
                    <a:pt x="11455" y="230054"/>
                  </a:lnTo>
                  <a:lnTo>
                    <a:pt x="13534" y="234949"/>
                  </a:lnTo>
                  <a:lnTo>
                    <a:pt x="15767" y="239775"/>
                  </a:lnTo>
                  <a:lnTo>
                    <a:pt x="18153" y="244528"/>
                  </a:lnTo>
                  <a:lnTo>
                    <a:pt x="20688" y="249202"/>
                  </a:lnTo>
                  <a:lnTo>
                    <a:pt x="23372" y="253794"/>
                  </a:lnTo>
                  <a:lnTo>
                    <a:pt x="26199" y="258298"/>
                  </a:lnTo>
                  <a:lnTo>
                    <a:pt x="29169" y="262710"/>
                  </a:lnTo>
                  <a:lnTo>
                    <a:pt x="32278" y="267024"/>
                  </a:lnTo>
                  <a:lnTo>
                    <a:pt x="35522" y="271238"/>
                  </a:lnTo>
                  <a:lnTo>
                    <a:pt x="38898" y="275347"/>
                  </a:lnTo>
                  <a:lnTo>
                    <a:pt x="42404" y="279346"/>
                  </a:lnTo>
                  <a:lnTo>
                    <a:pt x="46035" y="283232"/>
                  </a:lnTo>
                  <a:lnTo>
                    <a:pt x="49788" y="287000"/>
                  </a:lnTo>
                  <a:lnTo>
                    <a:pt x="53658" y="290647"/>
                  </a:lnTo>
                  <a:lnTo>
                    <a:pt x="57643" y="294168"/>
                  </a:lnTo>
                  <a:lnTo>
                    <a:pt x="61738" y="297562"/>
                  </a:lnTo>
                  <a:lnTo>
                    <a:pt x="65938" y="300823"/>
                  </a:lnTo>
                  <a:lnTo>
                    <a:pt x="70241" y="303949"/>
                  </a:lnTo>
                  <a:lnTo>
                    <a:pt x="74640" y="306937"/>
                  </a:lnTo>
                  <a:lnTo>
                    <a:pt x="79132" y="309783"/>
                  </a:lnTo>
                  <a:lnTo>
                    <a:pt x="83713" y="312485"/>
                  </a:lnTo>
                  <a:lnTo>
                    <a:pt x="88377" y="315040"/>
                  </a:lnTo>
                  <a:lnTo>
                    <a:pt x="93120" y="317445"/>
                  </a:lnTo>
                  <a:lnTo>
                    <a:pt x="97937" y="319698"/>
                  </a:lnTo>
                  <a:lnTo>
                    <a:pt x="102824" y="321797"/>
                  </a:lnTo>
                  <a:lnTo>
                    <a:pt x="107775" y="323739"/>
                  </a:lnTo>
                  <a:lnTo>
                    <a:pt x="112784" y="325523"/>
                  </a:lnTo>
                  <a:lnTo>
                    <a:pt x="117849" y="327146"/>
                  </a:lnTo>
                  <a:lnTo>
                    <a:pt x="122962" y="328608"/>
                  </a:lnTo>
                  <a:lnTo>
                    <a:pt x="128119" y="329906"/>
                  </a:lnTo>
                  <a:lnTo>
                    <a:pt x="133315" y="331039"/>
                  </a:lnTo>
                  <a:lnTo>
                    <a:pt x="138544" y="332007"/>
                  </a:lnTo>
                  <a:lnTo>
                    <a:pt x="143802" y="332808"/>
                  </a:lnTo>
                  <a:lnTo>
                    <a:pt x="149082" y="333441"/>
                  </a:lnTo>
                  <a:lnTo>
                    <a:pt x="154380" y="333906"/>
                  </a:lnTo>
                  <a:lnTo>
                    <a:pt x="159689" y="334202"/>
                  </a:lnTo>
                  <a:lnTo>
                    <a:pt x="165006" y="334329"/>
                  </a:lnTo>
                  <a:lnTo>
                    <a:pt x="170324" y="334287"/>
                  </a:lnTo>
                  <a:lnTo>
                    <a:pt x="175638" y="334076"/>
                  </a:lnTo>
                  <a:lnTo>
                    <a:pt x="180942" y="333696"/>
                  </a:lnTo>
                  <a:lnTo>
                    <a:pt x="186232" y="333147"/>
                  </a:lnTo>
                  <a:lnTo>
                    <a:pt x="191501" y="332430"/>
                  </a:lnTo>
                  <a:lnTo>
                    <a:pt x="196745" y="331546"/>
                  </a:lnTo>
                  <a:lnTo>
                    <a:pt x="201959" y="330496"/>
                  </a:lnTo>
                  <a:lnTo>
                    <a:pt x="207136" y="329281"/>
                  </a:lnTo>
                  <a:lnTo>
                    <a:pt x="212272" y="327901"/>
                  </a:lnTo>
                  <a:lnTo>
                    <a:pt x="217361" y="326359"/>
                  </a:lnTo>
                  <a:lnTo>
                    <a:pt x="222399" y="324655"/>
                  </a:lnTo>
                  <a:lnTo>
                    <a:pt x="227380" y="322793"/>
                  </a:lnTo>
                  <a:lnTo>
                    <a:pt x="232300" y="320772"/>
                  </a:lnTo>
                  <a:lnTo>
                    <a:pt x="237152" y="318597"/>
                  </a:lnTo>
                  <a:lnTo>
                    <a:pt x="241933" y="316268"/>
                  </a:lnTo>
                  <a:lnTo>
                    <a:pt x="246638" y="313788"/>
                  </a:lnTo>
                  <a:lnTo>
                    <a:pt x="251261" y="311159"/>
                  </a:lnTo>
                  <a:lnTo>
                    <a:pt x="255798" y="308385"/>
                  </a:lnTo>
                  <a:lnTo>
                    <a:pt x="260245" y="305468"/>
                  </a:lnTo>
                  <a:lnTo>
                    <a:pt x="264596" y="302412"/>
                  </a:lnTo>
                  <a:lnTo>
                    <a:pt x="268849" y="299218"/>
                  </a:lnTo>
                  <a:lnTo>
                    <a:pt x="272997" y="295890"/>
                  </a:lnTo>
                  <a:lnTo>
                    <a:pt x="277038" y="292433"/>
                  </a:lnTo>
                  <a:lnTo>
                    <a:pt x="280966" y="288848"/>
                  </a:lnTo>
                  <a:lnTo>
                    <a:pt x="284779" y="285141"/>
                  </a:lnTo>
                  <a:lnTo>
                    <a:pt x="288471" y="281314"/>
                  </a:lnTo>
                  <a:lnTo>
                    <a:pt x="292041" y="277371"/>
                  </a:lnTo>
                  <a:lnTo>
                    <a:pt x="295482" y="273317"/>
                  </a:lnTo>
                  <a:lnTo>
                    <a:pt x="298793" y="269156"/>
                  </a:lnTo>
                  <a:lnTo>
                    <a:pt x="301971" y="264891"/>
                  </a:lnTo>
                  <a:lnTo>
                    <a:pt x="305010" y="260527"/>
                  </a:lnTo>
                  <a:lnTo>
                    <a:pt x="307910" y="256069"/>
                  </a:lnTo>
                  <a:lnTo>
                    <a:pt x="310666" y="251521"/>
                  </a:lnTo>
                  <a:lnTo>
                    <a:pt x="313276" y="246888"/>
                  </a:lnTo>
                  <a:lnTo>
                    <a:pt x="315738" y="242174"/>
                  </a:lnTo>
                  <a:lnTo>
                    <a:pt x="318048" y="237384"/>
                  </a:lnTo>
                  <a:lnTo>
                    <a:pt x="320205" y="232523"/>
                  </a:lnTo>
                  <a:lnTo>
                    <a:pt x="322206" y="227595"/>
                  </a:lnTo>
                  <a:lnTo>
                    <a:pt x="324049" y="222607"/>
                  </a:lnTo>
                  <a:lnTo>
                    <a:pt x="325733" y="217562"/>
                  </a:lnTo>
                  <a:lnTo>
                    <a:pt x="327255" y="212467"/>
                  </a:lnTo>
                  <a:lnTo>
                    <a:pt x="328615" y="207326"/>
                  </a:lnTo>
                  <a:lnTo>
                    <a:pt x="329810" y="202144"/>
                  </a:lnTo>
                  <a:lnTo>
                    <a:pt x="330840" y="196926"/>
                  </a:lnTo>
                  <a:lnTo>
                    <a:pt x="331703" y="191679"/>
                  </a:lnTo>
                  <a:lnTo>
                    <a:pt x="332399" y="186407"/>
                  </a:lnTo>
                  <a:lnTo>
                    <a:pt x="332927" y="181115"/>
                  </a:lnTo>
                  <a:lnTo>
                    <a:pt x="333286" y="175809"/>
                  </a:lnTo>
                  <a:lnTo>
                    <a:pt x="333477" y="170494"/>
                  </a:lnTo>
                  <a:lnTo>
                    <a:pt x="333498" y="165176"/>
                  </a:lnTo>
                  <a:lnTo>
                    <a:pt x="333350" y="159860"/>
                  </a:lnTo>
                  <a:lnTo>
                    <a:pt x="333033" y="154552"/>
                  </a:lnTo>
                  <a:lnTo>
                    <a:pt x="332548" y="149256"/>
                  </a:lnTo>
                  <a:lnTo>
                    <a:pt x="331894" y="143978"/>
                  </a:lnTo>
                  <a:lnTo>
                    <a:pt x="331072" y="138724"/>
                  </a:lnTo>
                  <a:lnTo>
                    <a:pt x="330084" y="133498"/>
                  </a:lnTo>
                  <a:lnTo>
                    <a:pt x="328931" y="128307"/>
                  </a:lnTo>
                  <a:lnTo>
                    <a:pt x="327612" y="123155"/>
                  </a:lnTo>
                  <a:lnTo>
                    <a:pt x="326131" y="118048"/>
                  </a:lnTo>
                  <a:lnTo>
                    <a:pt x="324487" y="112990"/>
                  </a:lnTo>
                  <a:lnTo>
                    <a:pt x="322684" y="107987"/>
                  </a:lnTo>
                  <a:lnTo>
                    <a:pt x="320722" y="103044"/>
                  </a:lnTo>
                  <a:lnTo>
                    <a:pt x="318605" y="98166"/>
                  </a:lnTo>
                  <a:lnTo>
                    <a:pt x="316333" y="93357"/>
                  </a:lnTo>
                  <a:lnTo>
                    <a:pt x="313909" y="88624"/>
                  </a:lnTo>
                  <a:lnTo>
                    <a:pt x="311336" y="83969"/>
                  </a:lnTo>
                  <a:lnTo>
                    <a:pt x="308616" y="79399"/>
                  </a:lnTo>
                  <a:lnTo>
                    <a:pt x="305753" y="74918"/>
                  </a:lnTo>
                  <a:lnTo>
                    <a:pt x="302748" y="70531"/>
                  </a:lnTo>
                  <a:lnTo>
                    <a:pt x="299605" y="66241"/>
                  </a:lnTo>
                  <a:lnTo>
                    <a:pt x="296327" y="62053"/>
                  </a:lnTo>
                  <a:lnTo>
                    <a:pt x="292918" y="57971"/>
                  </a:lnTo>
                  <a:lnTo>
                    <a:pt x="289380" y="54000"/>
                  </a:lnTo>
                  <a:lnTo>
                    <a:pt x="285718" y="50144"/>
                  </a:lnTo>
                  <a:lnTo>
                    <a:pt x="281936" y="46406"/>
                  </a:lnTo>
                  <a:lnTo>
                    <a:pt x="278036" y="42790"/>
                  </a:lnTo>
                  <a:lnTo>
                    <a:pt x="274023" y="39300"/>
                  </a:lnTo>
                  <a:lnTo>
                    <a:pt x="269901" y="35940"/>
                  </a:lnTo>
                  <a:lnTo>
                    <a:pt x="265675" y="32712"/>
                  </a:lnTo>
                  <a:lnTo>
                    <a:pt x="261348" y="29621"/>
                  </a:lnTo>
                  <a:lnTo>
                    <a:pt x="256924" y="26668"/>
                  </a:lnTo>
                  <a:lnTo>
                    <a:pt x="252410" y="23858"/>
                  </a:lnTo>
                  <a:lnTo>
                    <a:pt x="247808" y="21193"/>
                  </a:lnTo>
                  <a:lnTo>
                    <a:pt x="243123" y="18676"/>
                  </a:lnTo>
                  <a:lnTo>
                    <a:pt x="238361" y="16308"/>
                  </a:lnTo>
                  <a:lnTo>
                    <a:pt x="233526" y="14094"/>
                  </a:lnTo>
                  <a:lnTo>
                    <a:pt x="228623" y="12034"/>
                  </a:lnTo>
                  <a:lnTo>
                    <a:pt x="223657" y="10132"/>
                  </a:lnTo>
                  <a:lnTo>
                    <a:pt x="218633" y="8388"/>
                  </a:lnTo>
                  <a:lnTo>
                    <a:pt x="213556" y="6805"/>
                  </a:lnTo>
                  <a:lnTo>
                    <a:pt x="208431" y="5385"/>
                  </a:lnTo>
                  <a:lnTo>
                    <a:pt x="203263" y="4128"/>
                  </a:lnTo>
                  <a:lnTo>
                    <a:pt x="198059" y="3036"/>
                  </a:lnTo>
                  <a:lnTo>
                    <a:pt x="192822" y="2110"/>
                  </a:lnTo>
                  <a:lnTo>
                    <a:pt x="187558" y="1351"/>
                  </a:lnTo>
                  <a:lnTo>
                    <a:pt x="182273" y="760"/>
                  </a:lnTo>
                  <a:lnTo>
                    <a:pt x="176972" y="338"/>
                  </a:lnTo>
                  <a:lnTo>
                    <a:pt x="171660" y="84"/>
                  </a:lnTo>
                  <a:lnTo>
                    <a:pt x="166343" y="0"/>
                  </a:lnTo>
                  <a:lnTo>
                    <a:pt x="1663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98177" y="5399291"/>
              <a:ext cx="19102" cy="167167"/>
            </a:xfrm>
            <a:custGeom>
              <a:avLst/>
              <a:pathLst>
                <a:path w="19102" h="167167">
                  <a:moveTo>
                    <a:pt x="19102" y="0"/>
                  </a:moveTo>
                  <a:lnTo>
                    <a:pt x="9535" y="273"/>
                  </a:lnTo>
                  <a:lnTo>
                    <a:pt x="0" y="1095"/>
                  </a:lnTo>
                  <a:lnTo>
                    <a:pt x="19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8177" y="5400386"/>
              <a:ext cx="19102" cy="166072"/>
            </a:xfrm>
            <a:custGeom>
              <a:avLst/>
              <a:pathLst>
                <a:path w="19102" h="166072">
                  <a:moveTo>
                    <a:pt x="0" y="0"/>
                  </a:moveTo>
                  <a:lnTo>
                    <a:pt x="19102" y="166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450113" y="5400386"/>
              <a:ext cx="334314" cy="333236"/>
            </a:xfrm>
            <a:custGeom>
              <a:avLst/>
              <a:pathLst>
                <a:path w="334314" h="333236">
                  <a:moveTo>
                    <a:pt x="148064" y="0"/>
                  </a:moveTo>
                  <a:lnTo>
                    <a:pt x="142827" y="686"/>
                  </a:lnTo>
                  <a:lnTo>
                    <a:pt x="137614" y="1537"/>
                  </a:lnTo>
                  <a:lnTo>
                    <a:pt x="132431" y="2553"/>
                  </a:lnTo>
                  <a:lnTo>
                    <a:pt x="127283" y="3732"/>
                  </a:lnTo>
                  <a:lnTo>
                    <a:pt x="122174" y="5073"/>
                  </a:lnTo>
                  <a:lnTo>
                    <a:pt x="117110" y="6575"/>
                  </a:lnTo>
                  <a:lnTo>
                    <a:pt x="112097" y="8236"/>
                  </a:lnTo>
                  <a:lnTo>
                    <a:pt x="107138" y="10054"/>
                  </a:lnTo>
                  <a:lnTo>
                    <a:pt x="102239" y="12028"/>
                  </a:lnTo>
                  <a:lnTo>
                    <a:pt x="97405" y="14156"/>
                  </a:lnTo>
                  <a:lnTo>
                    <a:pt x="92641" y="16436"/>
                  </a:lnTo>
                  <a:lnTo>
                    <a:pt x="87951" y="18865"/>
                  </a:lnTo>
                  <a:lnTo>
                    <a:pt x="83340" y="21441"/>
                  </a:lnTo>
                  <a:lnTo>
                    <a:pt x="78812" y="24162"/>
                  </a:lnTo>
                  <a:lnTo>
                    <a:pt x="74373" y="27024"/>
                  </a:lnTo>
                  <a:lnTo>
                    <a:pt x="70027" y="30024"/>
                  </a:lnTo>
                  <a:lnTo>
                    <a:pt x="65778" y="33161"/>
                  </a:lnTo>
                  <a:lnTo>
                    <a:pt x="61629" y="36430"/>
                  </a:lnTo>
                  <a:lnTo>
                    <a:pt x="57586" y="39829"/>
                  </a:lnTo>
                  <a:lnTo>
                    <a:pt x="53653" y="43354"/>
                  </a:lnTo>
                  <a:lnTo>
                    <a:pt x="49833" y="47001"/>
                  </a:lnTo>
                  <a:lnTo>
                    <a:pt x="46130" y="50767"/>
                  </a:lnTo>
                  <a:lnTo>
                    <a:pt x="42548" y="54649"/>
                  </a:lnTo>
                  <a:lnTo>
                    <a:pt x="39090" y="58641"/>
                  </a:lnTo>
                  <a:lnTo>
                    <a:pt x="35760" y="62741"/>
                  </a:lnTo>
                  <a:lnTo>
                    <a:pt x="32561" y="66944"/>
                  </a:lnTo>
                  <a:lnTo>
                    <a:pt x="29497" y="71246"/>
                  </a:lnTo>
                  <a:lnTo>
                    <a:pt x="26570" y="75642"/>
                  </a:lnTo>
                  <a:lnTo>
                    <a:pt x="23783" y="80129"/>
                  </a:lnTo>
                  <a:lnTo>
                    <a:pt x="21140" y="84702"/>
                  </a:lnTo>
                  <a:lnTo>
                    <a:pt x="18642" y="89355"/>
                  </a:lnTo>
                  <a:lnTo>
                    <a:pt x="16292" y="94086"/>
                  </a:lnTo>
                  <a:lnTo>
                    <a:pt x="14094" y="98888"/>
                  </a:lnTo>
                  <a:lnTo>
                    <a:pt x="12048" y="103757"/>
                  </a:lnTo>
                  <a:lnTo>
                    <a:pt x="10156" y="108689"/>
                  </a:lnTo>
                  <a:lnTo>
                    <a:pt x="8422" y="113678"/>
                  </a:lnTo>
                  <a:lnTo>
                    <a:pt x="6846" y="118719"/>
                  </a:lnTo>
                  <a:lnTo>
                    <a:pt x="5430" y="123807"/>
                  </a:lnTo>
                  <a:lnTo>
                    <a:pt x="4175" y="128938"/>
                  </a:lnTo>
                  <a:lnTo>
                    <a:pt x="3084" y="134105"/>
                  </a:lnTo>
                  <a:lnTo>
                    <a:pt x="2156" y="139305"/>
                  </a:lnTo>
                  <a:lnTo>
                    <a:pt x="1392" y="144531"/>
                  </a:lnTo>
                  <a:lnTo>
                    <a:pt x="795" y="149779"/>
                  </a:lnTo>
                  <a:lnTo>
                    <a:pt x="363" y="155043"/>
                  </a:lnTo>
                  <a:lnTo>
                    <a:pt x="98" y="160318"/>
                  </a:lnTo>
                  <a:lnTo>
                    <a:pt x="0" y="165599"/>
                  </a:lnTo>
                  <a:lnTo>
                    <a:pt x="68" y="170880"/>
                  </a:lnTo>
                  <a:lnTo>
                    <a:pt x="303" y="176156"/>
                  </a:lnTo>
                  <a:lnTo>
                    <a:pt x="705" y="181423"/>
                  </a:lnTo>
                  <a:lnTo>
                    <a:pt x="1273" y="186674"/>
                  </a:lnTo>
                  <a:lnTo>
                    <a:pt x="2007" y="191904"/>
                  </a:lnTo>
                  <a:lnTo>
                    <a:pt x="2905" y="197109"/>
                  </a:lnTo>
                  <a:lnTo>
                    <a:pt x="3968" y="202283"/>
                  </a:lnTo>
                  <a:lnTo>
                    <a:pt x="5193" y="207420"/>
                  </a:lnTo>
                  <a:lnTo>
                    <a:pt x="6580" y="212517"/>
                  </a:lnTo>
                  <a:lnTo>
                    <a:pt x="8128" y="217567"/>
                  </a:lnTo>
                  <a:lnTo>
                    <a:pt x="9834" y="222565"/>
                  </a:lnTo>
                  <a:lnTo>
                    <a:pt x="11697" y="227507"/>
                  </a:lnTo>
                  <a:lnTo>
                    <a:pt x="13716" y="232388"/>
                  </a:lnTo>
                  <a:lnTo>
                    <a:pt x="15887" y="237203"/>
                  </a:lnTo>
                  <a:lnTo>
                    <a:pt x="18210" y="241946"/>
                  </a:lnTo>
                  <a:lnTo>
                    <a:pt x="20681" y="246614"/>
                  </a:lnTo>
                  <a:lnTo>
                    <a:pt x="23299" y="251202"/>
                  </a:lnTo>
                  <a:lnTo>
                    <a:pt x="26060" y="255704"/>
                  </a:lnTo>
                  <a:lnTo>
                    <a:pt x="28962" y="260117"/>
                  </a:lnTo>
                  <a:lnTo>
                    <a:pt x="32002" y="264436"/>
                  </a:lnTo>
                  <a:lnTo>
                    <a:pt x="35177" y="268657"/>
                  </a:lnTo>
                  <a:lnTo>
                    <a:pt x="38484" y="272776"/>
                  </a:lnTo>
                  <a:lnTo>
                    <a:pt x="41919" y="276788"/>
                  </a:lnTo>
                  <a:lnTo>
                    <a:pt x="45479" y="280689"/>
                  </a:lnTo>
                  <a:lnTo>
                    <a:pt x="49161" y="284476"/>
                  </a:lnTo>
                  <a:lnTo>
                    <a:pt x="52960" y="288145"/>
                  </a:lnTo>
                  <a:lnTo>
                    <a:pt x="56873" y="291692"/>
                  </a:lnTo>
                  <a:lnTo>
                    <a:pt x="60897" y="295114"/>
                  </a:lnTo>
                  <a:lnTo>
                    <a:pt x="65027" y="298407"/>
                  </a:lnTo>
                  <a:lnTo>
                    <a:pt x="69258" y="301567"/>
                  </a:lnTo>
                  <a:lnTo>
                    <a:pt x="73588" y="304593"/>
                  </a:lnTo>
                  <a:lnTo>
                    <a:pt x="78010" y="307480"/>
                  </a:lnTo>
                  <a:lnTo>
                    <a:pt x="82522" y="310226"/>
                  </a:lnTo>
                  <a:lnTo>
                    <a:pt x="87118" y="312828"/>
                  </a:lnTo>
                  <a:lnTo>
                    <a:pt x="91795" y="315283"/>
                  </a:lnTo>
                  <a:lnTo>
                    <a:pt x="96546" y="317590"/>
                  </a:lnTo>
                  <a:lnTo>
                    <a:pt x="101368" y="319745"/>
                  </a:lnTo>
                  <a:lnTo>
                    <a:pt x="106255" y="321747"/>
                  </a:lnTo>
                  <a:lnTo>
                    <a:pt x="111204" y="323594"/>
                  </a:lnTo>
                  <a:lnTo>
                    <a:pt x="116208" y="325283"/>
                  </a:lnTo>
                  <a:lnTo>
                    <a:pt x="121263" y="326814"/>
                  </a:lnTo>
                  <a:lnTo>
                    <a:pt x="126364" y="328183"/>
                  </a:lnTo>
                  <a:lnTo>
                    <a:pt x="131506" y="329392"/>
                  </a:lnTo>
                  <a:lnTo>
                    <a:pt x="136683" y="330437"/>
                  </a:lnTo>
                  <a:lnTo>
                    <a:pt x="141891" y="331318"/>
                  </a:lnTo>
                  <a:lnTo>
                    <a:pt x="147124" y="332034"/>
                  </a:lnTo>
                  <a:lnTo>
                    <a:pt x="152377" y="332584"/>
                  </a:lnTo>
                  <a:lnTo>
                    <a:pt x="157645" y="332968"/>
                  </a:lnTo>
                  <a:lnTo>
                    <a:pt x="162922" y="333185"/>
                  </a:lnTo>
                  <a:lnTo>
                    <a:pt x="168203" y="333236"/>
                  </a:lnTo>
                  <a:lnTo>
                    <a:pt x="173484" y="333120"/>
                  </a:lnTo>
                  <a:lnTo>
                    <a:pt x="178758" y="332837"/>
                  </a:lnTo>
                  <a:lnTo>
                    <a:pt x="184020" y="332388"/>
                  </a:lnTo>
                  <a:lnTo>
                    <a:pt x="189266" y="331772"/>
                  </a:lnTo>
                  <a:lnTo>
                    <a:pt x="194490" y="330991"/>
                  </a:lnTo>
                  <a:lnTo>
                    <a:pt x="199686" y="330046"/>
                  </a:lnTo>
                  <a:lnTo>
                    <a:pt x="204850" y="328937"/>
                  </a:lnTo>
                  <a:lnTo>
                    <a:pt x="209976" y="327665"/>
                  </a:lnTo>
                  <a:lnTo>
                    <a:pt x="215060" y="326232"/>
                  </a:lnTo>
                  <a:lnTo>
                    <a:pt x="220096" y="324639"/>
                  </a:lnTo>
                  <a:lnTo>
                    <a:pt x="225079" y="322887"/>
                  </a:lnTo>
                  <a:lnTo>
                    <a:pt x="230004" y="320980"/>
                  </a:lnTo>
                  <a:lnTo>
                    <a:pt x="234866" y="318917"/>
                  </a:lnTo>
                  <a:lnTo>
                    <a:pt x="239661" y="316702"/>
                  </a:lnTo>
                  <a:lnTo>
                    <a:pt x="244383" y="314337"/>
                  </a:lnTo>
                  <a:lnTo>
                    <a:pt x="249029" y="311823"/>
                  </a:lnTo>
                  <a:lnTo>
                    <a:pt x="253592" y="309165"/>
                  </a:lnTo>
                  <a:lnTo>
                    <a:pt x="258070" y="306363"/>
                  </a:lnTo>
                  <a:lnTo>
                    <a:pt x="262456" y="303421"/>
                  </a:lnTo>
                  <a:lnTo>
                    <a:pt x="266748" y="300342"/>
                  </a:lnTo>
                  <a:lnTo>
                    <a:pt x="270940" y="297129"/>
                  </a:lnTo>
                  <a:lnTo>
                    <a:pt x="275028" y="293785"/>
                  </a:lnTo>
                  <a:lnTo>
                    <a:pt x="279009" y="290314"/>
                  </a:lnTo>
                  <a:lnTo>
                    <a:pt x="282878" y="286719"/>
                  </a:lnTo>
                  <a:lnTo>
                    <a:pt x="286632" y="283003"/>
                  </a:lnTo>
                  <a:lnTo>
                    <a:pt x="290266" y="279171"/>
                  </a:lnTo>
                  <a:lnTo>
                    <a:pt x="293778" y="275225"/>
                  </a:lnTo>
                  <a:lnTo>
                    <a:pt x="297163" y="271171"/>
                  </a:lnTo>
                  <a:lnTo>
                    <a:pt x="300418" y="267012"/>
                  </a:lnTo>
                  <a:lnTo>
                    <a:pt x="303541" y="262752"/>
                  </a:lnTo>
                  <a:lnTo>
                    <a:pt x="306527" y="258395"/>
                  </a:lnTo>
                  <a:lnTo>
                    <a:pt x="309374" y="253947"/>
                  </a:lnTo>
                  <a:lnTo>
                    <a:pt x="312079" y="249410"/>
                  </a:lnTo>
                  <a:lnTo>
                    <a:pt x="314639" y="244791"/>
                  </a:lnTo>
                  <a:lnTo>
                    <a:pt x="317053" y="240093"/>
                  </a:lnTo>
                  <a:lnTo>
                    <a:pt x="319316" y="235320"/>
                  </a:lnTo>
                  <a:lnTo>
                    <a:pt x="321428" y="230479"/>
                  </a:lnTo>
                  <a:lnTo>
                    <a:pt x="323386" y="225574"/>
                  </a:lnTo>
                  <a:lnTo>
                    <a:pt x="325187" y="220609"/>
                  </a:lnTo>
                  <a:lnTo>
                    <a:pt x="326831" y="215590"/>
                  </a:lnTo>
                  <a:lnTo>
                    <a:pt x="328316" y="210521"/>
                  </a:lnTo>
                  <a:lnTo>
                    <a:pt x="329640" y="205408"/>
                  </a:lnTo>
                  <a:lnTo>
                    <a:pt x="330801" y="200255"/>
                  </a:lnTo>
                  <a:lnTo>
                    <a:pt x="331800" y="195069"/>
                  </a:lnTo>
                  <a:lnTo>
                    <a:pt x="332633" y="189853"/>
                  </a:lnTo>
                  <a:lnTo>
                    <a:pt x="333302" y="184614"/>
                  </a:lnTo>
                  <a:lnTo>
                    <a:pt x="333805" y="179356"/>
                  </a:lnTo>
                  <a:lnTo>
                    <a:pt x="334142" y="174085"/>
                  </a:lnTo>
                  <a:lnTo>
                    <a:pt x="334311" y="168807"/>
                  </a:lnTo>
                  <a:lnTo>
                    <a:pt x="334314" y="163525"/>
                  </a:lnTo>
                  <a:lnTo>
                    <a:pt x="334150" y="158246"/>
                  </a:lnTo>
                  <a:lnTo>
                    <a:pt x="333820" y="152974"/>
                  </a:lnTo>
                  <a:lnTo>
                    <a:pt x="333323" y="147716"/>
                  </a:lnTo>
                  <a:lnTo>
                    <a:pt x="332660" y="142476"/>
                  </a:lnTo>
                  <a:lnTo>
                    <a:pt x="331832" y="137260"/>
                  </a:lnTo>
                  <a:lnTo>
                    <a:pt x="330840" y="132072"/>
                  </a:lnTo>
                  <a:lnTo>
                    <a:pt x="329684" y="126918"/>
                  </a:lnTo>
                  <a:lnTo>
                    <a:pt x="328366" y="121804"/>
                  </a:lnTo>
                  <a:lnTo>
                    <a:pt x="326887" y="116733"/>
                  </a:lnTo>
                  <a:lnTo>
                    <a:pt x="325248" y="111712"/>
                  </a:lnTo>
                  <a:lnTo>
                    <a:pt x="323452" y="106745"/>
                  </a:lnTo>
                  <a:lnTo>
                    <a:pt x="321500" y="101838"/>
                  </a:lnTo>
                  <a:lnTo>
                    <a:pt x="319394" y="96994"/>
                  </a:lnTo>
                  <a:lnTo>
                    <a:pt x="317135" y="92219"/>
                  </a:lnTo>
                  <a:lnTo>
                    <a:pt x="314728" y="87519"/>
                  </a:lnTo>
                  <a:lnTo>
                    <a:pt x="312172" y="82896"/>
                  </a:lnTo>
                  <a:lnTo>
                    <a:pt x="309472" y="78357"/>
                  </a:lnTo>
                  <a:lnTo>
                    <a:pt x="306630" y="73905"/>
                  </a:lnTo>
                  <a:lnTo>
                    <a:pt x="303649" y="69545"/>
                  </a:lnTo>
                  <a:lnTo>
                    <a:pt x="300531" y="65282"/>
                  </a:lnTo>
                  <a:lnTo>
                    <a:pt x="297281" y="61119"/>
                  </a:lnTo>
                  <a:lnTo>
                    <a:pt x="293900" y="57061"/>
                  </a:lnTo>
                  <a:lnTo>
                    <a:pt x="290393" y="53111"/>
                  </a:lnTo>
                  <a:lnTo>
                    <a:pt x="286763" y="49275"/>
                  </a:lnTo>
                  <a:lnTo>
                    <a:pt x="283013" y="45555"/>
                  </a:lnTo>
                  <a:lnTo>
                    <a:pt x="279148" y="41955"/>
                  </a:lnTo>
                  <a:lnTo>
                    <a:pt x="275171" y="38479"/>
                  </a:lnTo>
                  <a:lnTo>
                    <a:pt x="271087" y="35131"/>
                  </a:lnTo>
                  <a:lnTo>
                    <a:pt x="266898" y="31913"/>
                  </a:lnTo>
                  <a:lnTo>
                    <a:pt x="262610" y="28830"/>
                  </a:lnTo>
                  <a:lnTo>
                    <a:pt x="258227" y="25883"/>
                  </a:lnTo>
                  <a:lnTo>
                    <a:pt x="253753" y="23076"/>
                  </a:lnTo>
                  <a:lnTo>
                    <a:pt x="249192" y="20412"/>
                  </a:lnTo>
                  <a:lnTo>
                    <a:pt x="244550" y="17894"/>
                  </a:lnTo>
                  <a:lnTo>
                    <a:pt x="239830" y="15523"/>
                  </a:lnTo>
                  <a:lnTo>
                    <a:pt x="235037" y="13303"/>
                  </a:lnTo>
                  <a:lnTo>
                    <a:pt x="230177" y="11235"/>
                  </a:lnTo>
                  <a:lnTo>
                    <a:pt x="225254" y="9321"/>
                  </a:lnTo>
                  <a:lnTo>
                    <a:pt x="220273" y="7565"/>
                  </a:lnTo>
                  <a:lnTo>
                    <a:pt x="215239" y="5966"/>
                  </a:lnTo>
                  <a:lnTo>
                    <a:pt x="210158" y="4527"/>
                  </a:lnTo>
                  <a:lnTo>
                    <a:pt x="205033" y="3250"/>
                  </a:lnTo>
                  <a:lnTo>
                    <a:pt x="199870" y="2135"/>
                  </a:lnTo>
                  <a:lnTo>
                    <a:pt x="194675" y="1183"/>
                  </a:lnTo>
                  <a:lnTo>
                    <a:pt x="189452" y="397"/>
                  </a:lnTo>
                  <a:lnTo>
                    <a:pt x="167166" y="166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617280" y="5399291"/>
              <a:ext cx="22285" cy="167167"/>
            </a:xfrm>
            <a:custGeom>
              <a:avLst/>
              <a:pathLst>
                <a:path w="22285" h="167167">
                  <a:moveTo>
                    <a:pt x="22285" y="1492"/>
                  </a:moveTo>
                  <a:lnTo>
                    <a:pt x="14881" y="663"/>
                  </a:lnTo>
                  <a:lnTo>
                    <a:pt x="7448" y="16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4968528" y="5369149"/>
              <a:ext cx="167147" cy="217938"/>
            </a:xfrm>
            <a:custGeom>
              <a:avLst/>
              <a:pathLst>
                <a:path w="167147" h="217938">
                  <a:moveTo>
                    <a:pt x="167147" y="0"/>
                  </a:moveTo>
                  <a:lnTo>
                    <a:pt x="161731" y="87"/>
                  </a:lnTo>
                  <a:lnTo>
                    <a:pt x="156321" y="350"/>
                  </a:lnTo>
                  <a:lnTo>
                    <a:pt x="150922" y="789"/>
                  </a:lnTo>
                  <a:lnTo>
                    <a:pt x="145541" y="1402"/>
                  </a:lnTo>
                  <a:lnTo>
                    <a:pt x="140182" y="2189"/>
                  </a:lnTo>
                  <a:lnTo>
                    <a:pt x="134851" y="3149"/>
                  </a:lnTo>
                  <a:lnTo>
                    <a:pt x="129554" y="4281"/>
                  </a:lnTo>
                  <a:lnTo>
                    <a:pt x="124297" y="5585"/>
                  </a:lnTo>
                  <a:lnTo>
                    <a:pt x="119084" y="7058"/>
                  </a:lnTo>
                  <a:lnTo>
                    <a:pt x="113922" y="8699"/>
                  </a:lnTo>
                  <a:lnTo>
                    <a:pt x="108816" y="10507"/>
                  </a:lnTo>
                  <a:lnTo>
                    <a:pt x="103772" y="12479"/>
                  </a:lnTo>
                  <a:lnTo>
                    <a:pt x="98793" y="14613"/>
                  </a:lnTo>
                  <a:lnTo>
                    <a:pt x="93887" y="16908"/>
                  </a:lnTo>
                  <a:lnTo>
                    <a:pt x="89057" y="19360"/>
                  </a:lnTo>
                  <a:lnTo>
                    <a:pt x="84310" y="21967"/>
                  </a:lnTo>
                  <a:lnTo>
                    <a:pt x="79649" y="24727"/>
                  </a:lnTo>
                  <a:lnTo>
                    <a:pt x="75080" y="27637"/>
                  </a:lnTo>
                  <a:lnTo>
                    <a:pt x="70608" y="30693"/>
                  </a:lnTo>
                  <a:lnTo>
                    <a:pt x="66237" y="33892"/>
                  </a:lnTo>
                  <a:lnTo>
                    <a:pt x="61973" y="37231"/>
                  </a:lnTo>
                  <a:lnTo>
                    <a:pt x="57818" y="40707"/>
                  </a:lnTo>
                  <a:lnTo>
                    <a:pt x="53779" y="44315"/>
                  </a:lnTo>
                  <a:lnTo>
                    <a:pt x="49858" y="48052"/>
                  </a:lnTo>
                  <a:lnTo>
                    <a:pt x="46061" y="51915"/>
                  </a:lnTo>
                  <a:lnTo>
                    <a:pt x="42390" y="55898"/>
                  </a:lnTo>
                  <a:lnTo>
                    <a:pt x="38851" y="59998"/>
                  </a:lnTo>
                  <a:lnTo>
                    <a:pt x="35446" y="64211"/>
                  </a:lnTo>
                  <a:lnTo>
                    <a:pt x="32180" y="68532"/>
                  </a:lnTo>
                  <a:lnTo>
                    <a:pt x="29055" y="72956"/>
                  </a:lnTo>
                  <a:lnTo>
                    <a:pt x="26076" y="77480"/>
                  </a:lnTo>
                  <a:lnTo>
                    <a:pt x="23244" y="82097"/>
                  </a:lnTo>
                  <a:lnTo>
                    <a:pt x="20563" y="86804"/>
                  </a:lnTo>
                  <a:lnTo>
                    <a:pt x="18037" y="91595"/>
                  </a:lnTo>
                  <a:lnTo>
                    <a:pt x="15667" y="96465"/>
                  </a:lnTo>
                  <a:lnTo>
                    <a:pt x="13456" y="101410"/>
                  </a:lnTo>
                  <a:lnTo>
                    <a:pt x="11406" y="106424"/>
                  </a:lnTo>
                  <a:lnTo>
                    <a:pt x="9520" y="111501"/>
                  </a:lnTo>
                  <a:lnTo>
                    <a:pt x="7799" y="116637"/>
                  </a:lnTo>
                  <a:lnTo>
                    <a:pt x="6246" y="121826"/>
                  </a:lnTo>
                  <a:lnTo>
                    <a:pt x="4861" y="127063"/>
                  </a:lnTo>
                  <a:lnTo>
                    <a:pt x="3647" y="132342"/>
                  </a:lnTo>
                  <a:lnTo>
                    <a:pt x="2605" y="137657"/>
                  </a:lnTo>
                  <a:lnTo>
                    <a:pt x="1735" y="143003"/>
                  </a:lnTo>
                  <a:lnTo>
                    <a:pt x="1039" y="148375"/>
                  </a:lnTo>
                  <a:lnTo>
                    <a:pt x="518" y="153766"/>
                  </a:lnTo>
                  <a:lnTo>
                    <a:pt x="171" y="159172"/>
                  </a:lnTo>
                  <a:lnTo>
                    <a:pt x="0" y="164585"/>
                  </a:lnTo>
                  <a:lnTo>
                    <a:pt x="4" y="170002"/>
                  </a:lnTo>
                  <a:lnTo>
                    <a:pt x="183" y="175415"/>
                  </a:lnTo>
                  <a:lnTo>
                    <a:pt x="538" y="180820"/>
                  </a:lnTo>
                  <a:lnTo>
                    <a:pt x="1068" y="186211"/>
                  </a:lnTo>
                  <a:lnTo>
                    <a:pt x="1772" y="191581"/>
                  </a:lnTo>
                  <a:lnTo>
                    <a:pt x="2650" y="196926"/>
                  </a:lnTo>
                  <a:lnTo>
                    <a:pt x="3700" y="202240"/>
                  </a:lnTo>
                  <a:lnTo>
                    <a:pt x="4922" y="207517"/>
                  </a:lnTo>
                  <a:lnTo>
                    <a:pt x="6315" y="212751"/>
                  </a:lnTo>
                  <a:lnTo>
                    <a:pt x="7876" y="21793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4976405" y="5536317"/>
              <a:ext cx="159271" cy="134507"/>
            </a:xfrm>
            <a:custGeom>
              <a:avLst/>
              <a:pathLst>
                <a:path w="159271" h="134507">
                  <a:moveTo>
                    <a:pt x="0" y="50771"/>
                  </a:moveTo>
                  <a:lnTo>
                    <a:pt x="1863" y="56282"/>
                  </a:lnTo>
                  <a:lnTo>
                    <a:pt x="3916" y="61725"/>
                  </a:lnTo>
                  <a:lnTo>
                    <a:pt x="6158" y="67093"/>
                  </a:lnTo>
                  <a:lnTo>
                    <a:pt x="8586" y="72380"/>
                  </a:lnTo>
                  <a:lnTo>
                    <a:pt x="11195" y="77580"/>
                  </a:lnTo>
                  <a:lnTo>
                    <a:pt x="13985" y="82685"/>
                  </a:lnTo>
                  <a:lnTo>
                    <a:pt x="16950" y="87691"/>
                  </a:lnTo>
                  <a:lnTo>
                    <a:pt x="20087" y="92590"/>
                  </a:lnTo>
                  <a:lnTo>
                    <a:pt x="23393" y="97377"/>
                  </a:lnTo>
                  <a:lnTo>
                    <a:pt x="26864" y="102046"/>
                  </a:lnTo>
                  <a:lnTo>
                    <a:pt x="30495" y="106591"/>
                  </a:lnTo>
                  <a:lnTo>
                    <a:pt x="34282" y="111008"/>
                  </a:lnTo>
                  <a:lnTo>
                    <a:pt x="38220" y="115290"/>
                  </a:lnTo>
                  <a:lnTo>
                    <a:pt x="42305" y="119432"/>
                  </a:lnTo>
                  <a:lnTo>
                    <a:pt x="46532" y="123430"/>
                  </a:lnTo>
                  <a:lnTo>
                    <a:pt x="50895" y="127278"/>
                  </a:lnTo>
                  <a:lnTo>
                    <a:pt x="55390" y="130972"/>
                  </a:lnTo>
                  <a:lnTo>
                    <a:pt x="60010" y="134507"/>
                  </a:lnTo>
                  <a:lnTo>
                    <a:pt x="1592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6415" y="5369149"/>
              <a:ext cx="266408" cy="334334"/>
            </a:xfrm>
            <a:custGeom>
              <a:avLst/>
              <a:pathLst>
                <a:path w="266408" h="334334">
                  <a:moveTo>
                    <a:pt x="0" y="301675"/>
                  </a:moveTo>
                  <a:lnTo>
                    <a:pt x="4318" y="304757"/>
                  </a:lnTo>
                  <a:lnTo>
                    <a:pt x="8733" y="307701"/>
                  </a:lnTo>
                  <a:lnTo>
                    <a:pt x="13239" y="310503"/>
                  </a:lnTo>
                  <a:lnTo>
                    <a:pt x="17831" y="313161"/>
                  </a:lnTo>
                  <a:lnTo>
                    <a:pt x="22505" y="315672"/>
                  </a:lnTo>
                  <a:lnTo>
                    <a:pt x="27257" y="318033"/>
                  </a:lnTo>
                  <a:lnTo>
                    <a:pt x="32082" y="320242"/>
                  </a:lnTo>
                  <a:lnTo>
                    <a:pt x="36974" y="322297"/>
                  </a:lnTo>
                  <a:lnTo>
                    <a:pt x="41928" y="324196"/>
                  </a:lnTo>
                  <a:lnTo>
                    <a:pt x="46941" y="325936"/>
                  </a:lnTo>
                  <a:lnTo>
                    <a:pt x="52006" y="327517"/>
                  </a:lnTo>
                  <a:lnTo>
                    <a:pt x="57119" y="328936"/>
                  </a:lnTo>
                  <a:lnTo>
                    <a:pt x="62274" y="330191"/>
                  </a:lnTo>
                  <a:lnTo>
                    <a:pt x="67467" y="331283"/>
                  </a:lnTo>
                  <a:lnTo>
                    <a:pt x="72691" y="332210"/>
                  </a:lnTo>
                  <a:lnTo>
                    <a:pt x="77943" y="332970"/>
                  </a:lnTo>
                  <a:lnTo>
                    <a:pt x="83215" y="333563"/>
                  </a:lnTo>
                  <a:lnTo>
                    <a:pt x="88504" y="333988"/>
                  </a:lnTo>
                  <a:lnTo>
                    <a:pt x="93804" y="334245"/>
                  </a:lnTo>
                  <a:lnTo>
                    <a:pt x="99110" y="334334"/>
                  </a:lnTo>
                  <a:lnTo>
                    <a:pt x="104415" y="334255"/>
                  </a:lnTo>
                  <a:lnTo>
                    <a:pt x="109715" y="334007"/>
                  </a:lnTo>
                  <a:lnTo>
                    <a:pt x="115005" y="333591"/>
                  </a:lnTo>
                  <a:lnTo>
                    <a:pt x="120279" y="333008"/>
                  </a:lnTo>
                  <a:lnTo>
                    <a:pt x="125532" y="332257"/>
                  </a:lnTo>
                  <a:lnTo>
                    <a:pt x="130758" y="331340"/>
                  </a:lnTo>
                  <a:lnTo>
                    <a:pt x="135952" y="330258"/>
                  </a:lnTo>
                  <a:lnTo>
                    <a:pt x="141110" y="329011"/>
                  </a:lnTo>
                  <a:lnTo>
                    <a:pt x="146225" y="327601"/>
                  </a:lnTo>
                  <a:lnTo>
                    <a:pt x="151293" y="326030"/>
                  </a:lnTo>
                  <a:lnTo>
                    <a:pt x="156309" y="324299"/>
                  </a:lnTo>
                  <a:lnTo>
                    <a:pt x="161267" y="322409"/>
                  </a:lnTo>
                  <a:lnTo>
                    <a:pt x="166163" y="320363"/>
                  </a:lnTo>
                  <a:lnTo>
                    <a:pt x="170991" y="318162"/>
                  </a:lnTo>
                  <a:lnTo>
                    <a:pt x="175747" y="315810"/>
                  </a:lnTo>
                  <a:lnTo>
                    <a:pt x="180426" y="313307"/>
                  </a:lnTo>
                  <a:lnTo>
                    <a:pt x="185023" y="310658"/>
                  </a:lnTo>
                  <a:lnTo>
                    <a:pt x="189534" y="307864"/>
                  </a:lnTo>
                  <a:lnTo>
                    <a:pt x="193954" y="304928"/>
                  </a:lnTo>
                  <a:lnTo>
                    <a:pt x="198278" y="301853"/>
                  </a:lnTo>
                  <a:lnTo>
                    <a:pt x="202503" y="298643"/>
                  </a:lnTo>
                  <a:lnTo>
                    <a:pt x="206623" y="295300"/>
                  </a:lnTo>
                  <a:lnTo>
                    <a:pt x="210636" y="291828"/>
                  </a:lnTo>
                  <a:lnTo>
                    <a:pt x="214536" y="288230"/>
                  </a:lnTo>
                  <a:lnTo>
                    <a:pt x="218320" y="284511"/>
                  </a:lnTo>
                  <a:lnTo>
                    <a:pt x="221984" y="280673"/>
                  </a:lnTo>
                  <a:lnTo>
                    <a:pt x="225525" y="276721"/>
                  </a:lnTo>
                  <a:lnTo>
                    <a:pt x="228938" y="272659"/>
                  </a:lnTo>
                  <a:lnTo>
                    <a:pt x="232221" y="268490"/>
                  </a:lnTo>
                  <a:lnTo>
                    <a:pt x="235370" y="264219"/>
                  </a:lnTo>
                  <a:lnTo>
                    <a:pt x="238381" y="259850"/>
                  </a:lnTo>
                  <a:lnTo>
                    <a:pt x="241253" y="255388"/>
                  </a:lnTo>
                  <a:lnTo>
                    <a:pt x="243981" y="250838"/>
                  </a:lnTo>
                  <a:lnTo>
                    <a:pt x="246564" y="246202"/>
                  </a:lnTo>
                  <a:lnTo>
                    <a:pt x="248998" y="241488"/>
                  </a:lnTo>
                  <a:lnTo>
                    <a:pt x="251281" y="236698"/>
                  </a:lnTo>
                  <a:lnTo>
                    <a:pt x="253411" y="231838"/>
                  </a:lnTo>
                  <a:lnTo>
                    <a:pt x="255386" y="226913"/>
                  </a:lnTo>
                  <a:lnTo>
                    <a:pt x="257203" y="221928"/>
                  </a:lnTo>
                  <a:lnTo>
                    <a:pt x="258862" y="216888"/>
                  </a:lnTo>
                  <a:lnTo>
                    <a:pt x="260359" y="211798"/>
                  </a:lnTo>
                  <a:lnTo>
                    <a:pt x="261695" y="206662"/>
                  </a:lnTo>
                  <a:lnTo>
                    <a:pt x="262866" y="201487"/>
                  </a:lnTo>
                  <a:lnTo>
                    <a:pt x="263873" y="196278"/>
                  </a:lnTo>
                  <a:lnTo>
                    <a:pt x="264714" y="191039"/>
                  </a:lnTo>
                  <a:lnTo>
                    <a:pt x="265388" y="185776"/>
                  </a:lnTo>
                  <a:lnTo>
                    <a:pt x="265895" y="180494"/>
                  </a:lnTo>
                  <a:lnTo>
                    <a:pt x="266234" y="175199"/>
                  </a:lnTo>
                  <a:lnTo>
                    <a:pt x="266405" y="169895"/>
                  </a:lnTo>
                  <a:lnTo>
                    <a:pt x="266408" y="164589"/>
                  </a:lnTo>
                  <a:lnTo>
                    <a:pt x="266242" y="159286"/>
                  </a:lnTo>
                  <a:lnTo>
                    <a:pt x="265907" y="153990"/>
                  </a:lnTo>
                  <a:lnTo>
                    <a:pt x="265405" y="148708"/>
                  </a:lnTo>
                  <a:lnTo>
                    <a:pt x="264736" y="143444"/>
                  </a:lnTo>
                  <a:lnTo>
                    <a:pt x="263899" y="138204"/>
                  </a:lnTo>
                  <a:lnTo>
                    <a:pt x="262897" y="132994"/>
                  </a:lnTo>
                  <a:lnTo>
                    <a:pt x="261730" y="127818"/>
                  </a:lnTo>
                  <a:lnTo>
                    <a:pt x="260400" y="122681"/>
                  </a:lnTo>
                  <a:lnTo>
                    <a:pt x="258907" y="117590"/>
                  </a:lnTo>
                  <a:lnTo>
                    <a:pt x="257253" y="112548"/>
                  </a:lnTo>
                  <a:lnTo>
                    <a:pt x="255440" y="107561"/>
                  </a:lnTo>
                  <a:lnTo>
                    <a:pt x="253469" y="102634"/>
                  </a:lnTo>
                  <a:lnTo>
                    <a:pt x="251344" y="97773"/>
                  </a:lnTo>
                  <a:lnTo>
                    <a:pt x="249065" y="92981"/>
                  </a:lnTo>
                  <a:lnTo>
                    <a:pt x="246635" y="88264"/>
                  </a:lnTo>
                  <a:lnTo>
                    <a:pt x="244056" y="83627"/>
                  </a:lnTo>
                  <a:lnTo>
                    <a:pt x="241332" y="79073"/>
                  </a:lnTo>
                  <a:lnTo>
                    <a:pt x="238465" y="74609"/>
                  </a:lnTo>
                  <a:lnTo>
                    <a:pt x="235457" y="70237"/>
                  </a:lnTo>
                  <a:lnTo>
                    <a:pt x="232312" y="65964"/>
                  </a:lnTo>
                  <a:lnTo>
                    <a:pt x="229033" y="61792"/>
                  </a:lnTo>
                  <a:lnTo>
                    <a:pt x="225624" y="57727"/>
                  </a:lnTo>
                  <a:lnTo>
                    <a:pt x="222087" y="53771"/>
                  </a:lnTo>
                  <a:lnTo>
                    <a:pt x="218426" y="49930"/>
                  </a:lnTo>
                  <a:lnTo>
                    <a:pt x="214645" y="46207"/>
                  </a:lnTo>
                  <a:lnTo>
                    <a:pt x="210748" y="42606"/>
                  </a:lnTo>
                  <a:lnTo>
                    <a:pt x="206739" y="39131"/>
                  </a:lnTo>
                  <a:lnTo>
                    <a:pt x="202621" y="35784"/>
                  </a:lnTo>
                  <a:lnTo>
                    <a:pt x="198399" y="32570"/>
                  </a:lnTo>
                  <a:lnTo>
                    <a:pt x="194078" y="29491"/>
                  </a:lnTo>
                  <a:lnTo>
                    <a:pt x="189661" y="26552"/>
                  </a:lnTo>
                  <a:lnTo>
                    <a:pt x="185152" y="23753"/>
                  </a:lnTo>
                  <a:lnTo>
                    <a:pt x="180557" y="21100"/>
                  </a:lnTo>
                  <a:lnTo>
                    <a:pt x="175881" y="18593"/>
                  </a:lnTo>
                  <a:lnTo>
                    <a:pt x="171127" y="16236"/>
                  </a:lnTo>
                  <a:lnTo>
                    <a:pt x="166301" y="14031"/>
                  </a:lnTo>
                  <a:lnTo>
                    <a:pt x="161407" y="11981"/>
                  </a:lnTo>
                  <a:lnTo>
                    <a:pt x="156450" y="10087"/>
                  </a:lnTo>
                  <a:lnTo>
                    <a:pt x="151436" y="8351"/>
                  </a:lnTo>
                  <a:lnTo>
                    <a:pt x="146370" y="6775"/>
                  </a:lnTo>
                  <a:lnTo>
                    <a:pt x="141255" y="5360"/>
                  </a:lnTo>
                  <a:lnTo>
                    <a:pt x="136099" y="4109"/>
                  </a:lnTo>
                  <a:lnTo>
                    <a:pt x="130906" y="3022"/>
                  </a:lnTo>
                  <a:lnTo>
                    <a:pt x="125680" y="2101"/>
                  </a:lnTo>
                  <a:lnTo>
                    <a:pt x="120428" y="1345"/>
                  </a:lnTo>
                  <a:lnTo>
                    <a:pt x="115155" y="757"/>
                  </a:lnTo>
                  <a:lnTo>
                    <a:pt x="109865" y="336"/>
                  </a:lnTo>
                  <a:lnTo>
                    <a:pt x="104565" y="84"/>
                  </a:lnTo>
                  <a:lnTo>
                    <a:pt x="99260" y="0"/>
                  </a:lnTo>
                  <a:lnTo>
                    <a:pt x="992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477650" y="5220472"/>
              <a:ext cx="155485" cy="167167"/>
            </a:xfrm>
            <a:custGeom>
              <a:avLst/>
              <a:pathLst>
                <a:path w="155485" h="167167">
                  <a:moveTo>
                    <a:pt x="155485" y="0"/>
                  </a:moveTo>
                  <a:lnTo>
                    <a:pt x="150088" y="87"/>
                  </a:lnTo>
                  <a:lnTo>
                    <a:pt x="144697" y="348"/>
                  </a:lnTo>
                  <a:lnTo>
                    <a:pt x="139317" y="783"/>
                  </a:lnTo>
                  <a:lnTo>
                    <a:pt x="133953" y="1392"/>
                  </a:lnTo>
                  <a:lnTo>
                    <a:pt x="128613" y="2173"/>
                  </a:lnTo>
                  <a:lnTo>
                    <a:pt x="123300" y="3127"/>
                  </a:lnTo>
                  <a:lnTo>
                    <a:pt x="118021" y="4252"/>
                  </a:lnTo>
                  <a:lnTo>
                    <a:pt x="112781" y="5546"/>
                  </a:lnTo>
                  <a:lnTo>
                    <a:pt x="107585" y="7009"/>
                  </a:lnTo>
                  <a:lnTo>
                    <a:pt x="102440" y="8639"/>
                  </a:lnTo>
                  <a:lnTo>
                    <a:pt x="97349" y="10434"/>
                  </a:lnTo>
                  <a:lnTo>
                    <a:pt x="92319" y="12393"/>
                  </a:lnTo>
                  <a:lnTo>
                    <a:pt x="87356" y="14513"/>
                  </a:lnTo>
                  <a:lnTo>
                    <a:pt x="82463" y="16792"/>
                  </a:lnTo>
                  <a:lnTo>
                    <a:pt x="77646" y="19228"/>
                  </a:lnTo>
                  <a:lnTo>
                    <a:pt x="72910" y="21818"/>
                  </a:lnTo>
                  <a:lnTo>
                    <a:pt x="68261" y="24559"/>
                  </a:lnTo>
                  <a:lnTo>
                    <a:pt x="63702" y="27450"/>
                  </a:lnTo>
                  <a:lnTo>
                    <a:pt x="59240" y="30486"/>
                  </a:lnTo>
                  <a:lnTo>
                    <a:pt x="54877" y="33664"/>
                  </a:lnTo>
                  <a:lnTo>
                    <a:pt x="50619" y="36982"/>
                  </a:lnTo>
                  <a:lnTo>
                    <a:pt x="46471" y="40435"/>
                  </a:lnTo>
                  <a:lnTo>
                    <a:pt x="42436" y="44021"/>
                  </a:lnTo>
                  <a:lnTo>
                    <a:pt x="38520" y="47735"/>
                  </a:lnTo>
                  <a:lnTo>
                    <a:pt x="34725" y="51573"/>
                  </a:lnTo>
                  <a:lnTo>
                    <a:pt x="31056" y="55532"/>
                  </a:lnTo>
                  <a:lnTo>
                    <a:pt x="27517" y="59607"/>
                  </a:lnTo>
                  <a:lnTo>
                    <a:pt x="24111" y="63795"/>
                  </a:lnTo>
                  <a:lnTo>
                    <a:pt x="20842" y="68090"/>
                  </a:lnTo>
                  <a:lnTo>
                    <a:pt x="17714" y="72489"/>
                  </a:lnTo>
                  <a:lnTo>
                    <a:pt x="14729" y="76986"/>
                  </a:lnTo>
                  <a:lnTo>
                    <a:pt x="11891" y="81577"/>
                  </a:lnTo>
                  <a:lnTo>
                    <a:pt x="9202" y="86257"/>
                  </a:lnTo>
                  <a:lnTo>
                    <a:pt x="6666" y="91022"/>
                  </a:lnTo>
                  <a:lnTo>
                    <a:pt x="4286" y="95867"/>
                  </a:lnTo>
                  <a:lnTo>
                    <a:pt x="2063" y="100785"/>
                  </a:lnTo>
                  <a:lnTo>
                    <a:pt x="0" y="105773"/>
                  </a:lnTo>
                  <a:lnTo>
                    <a:pt x="1554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477650" y="5326245"/>
              <a:ext cx="155485" cy="61394"/>
            </a:xfrm>
            <a:custGeom>
              <a:avLst/>
              <a:pathLst>
                <a:path w="155485" h="61394">
                  <a:moveTo>
                    <a:pt x="0" y="0"/>
                  </a:moveTo>
                  <a:lnTo>
                    <a:pt x="155485" y="6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77650" y="5326245"/>
              <a:ext cx="155485" cy="61394"/>
            </a:xfrm>
            <a:custGeom>
              <a:avLst/>
              <a:pathLst>
                <a:path w="155485" h="61394">
                  <a:moveTo>
                    <a:pt x="0" y="0"/>
                  </a:moveTo>
                  <a:lnTo>
                    <a:pt x="155485" y="6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77650" y="5326245"/>
              <a:ext cx="155485" cy="61394"/>
            </a:xfrm>
            <a:custGeom>
              <a:avLst/>
              <a:pathLst>
                <a:path w="155485" h="61394">
                  <a:moveTo>
                    <a:pt x="0" y="0"/>
                  </a:moveTo>
                  <a:lnTo>
                    <a:pt x="155485" y="61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77650" y="5326245"/>
              <a:ext cx="155485" cy="61394"/>
            </a:xfrm>
            <a:custGeom>
              <a:avLst/>
              <a:pathLst>
                <a:path w="155485" h="61394">
                  <a:moveTo>
                    <a:pt x="0" y="0"/>
                  </a:moveTo>
                  <a:lnTo>
                    <a:pt x="155485" y="61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465981" y="5326245"/>
              <a:ext cx="167154" cy="75296"/>
            </a:xfrm>
            <a:custGeom>
              <a:avLst/>
              <a:pathLst>
                <a:path w="167154" h="75296">
                  <a:moveTo>
                    <a:pt x="11668" y="0"/>
                  </a:moveTo>
                  <a:lnTo>
                    <a:pt x="9597" y="5530"/>
                  </a:lnTo>
                  <a:lnTo>
                    <a:pt x="7721" y="11131"/>
                  </a:lnTo>
                  <a:lnTo>
                    <a:pt x="6045" y="16794"/>
                  </a:lnTo>
                  <a:lnTo>
                    <a:pt x="4571" y="22513"/>
                  </a:lnTo>
                  <a:lnTo>
                    <a:pt x="3299" y="28281"/>
                  </a:lnTo>
                  <a:lnTo>
                    <a:pt x="2231" y="34090"/>
                  </a:lnTo>
                  <a:lnTo>
                    <a:pt x="1370" y="39933"/>
                  </a:lnTo>
                  <a:lnTo>
                    <a:pt x="715" y="45802"/>
                  </a:lnTo>
                  <a:lnTo>
                    <a:pt x="268" y="51692"/>
                  </a:lnTo>
                  <a:lnTo>
                    <a:pt x="29" y="57593"/>
                  </a:lnTo>
                  <a:lnTo>
                    <a:pt x="0" y="63499"/>
                  </a:lnTo>
                  <a:lnTo>
                    <a:pt x="178" y="69402"/>
                  </a:lnTo>
                  <a:lnTo>
                    <a:pt x="565" y="75296"/>
                  </a:lnTo>
                  <a:lnTo>
                    <a:pt x="167154" y="61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66547" y="5220472"/>
              <a:ext cx="333738" cy="334334"/>
            </a:xfrm>
            <a:custGeom>
              <a:avLst/>
              <a:pathLst>
                <a:path w="333738" h="334334">
                  <a:moveTo>
                    <a:pt x="0" y="181069"/>
                  </a:moveTo>
                  <a:lnTo>
                    <a:pt x="524" y="186343"/>
                  </a:lnTo>
                  <a:lnTo>
                    <a:pt x="1215" y="191598"/>
                  </a:lnTo>
                  <a:lnTo>
                    <a:pt x="2073" y="196828"/>
                  </a:lnTo>
                  <a:lnTo>
                    <a:pt x="3096" y="202029"/>
                  </a:lnTo>
                  <a:lnTo>
                    <a:pt x="4283" y="207194"/>
                  </a:lnTo>
                  <a:lnTo>
                    <a:pt x="5634" y="212319"/>
                  </a:lnTo>
                  <a:lnTo>
                    <a:pt x="7146" y="217399"/>
                  </a:lnTo>
                  <a:lnTo>
                    <a:pt x="8819" y="222428"/>
                  </a:lnTo>
                  <a:lnTo>
                    <a:pt x="10650" y="227402"/>
                  </a:lnTo>
                  <a:lnTo>
                    <a:pt x="12638" y="232315"/>
                  </a:lnTo>
                  <a:lnTo>
                    <a:pt x="14780" y="237162"/>
                  </a:lnTo>
                  <a:lnTo>
                    <a:pt x="17075" y="241940"/>
                  </a:lnTo>
                  <a:lnTo>
                    <a:pt x="19521" y="246642"/>
                  </a:lnTo>
                  <a:lnTo>
                    <a:pt x="22114" y="251264"/>
                  </a:lnTo>
                  <a:lnTo>
                    <a:pt x="24853" y="255802"/>
                  </a:lnTo>
                  <a:lnTo>
                    <a:pt x="27734" y="260250"/>
                  </a:lnTo>
                  <a:lnTo>
                    <a:pt x="30755" y="264605"/>
                  </a:lnTo>
                  <a:lnTo>
                    <a:pt x="33912" y="268863"/>
                  </a:lnTo>
                  <a:lnTo>
                    <a:pt x="37202" y="273017"/>
                  </a:lnTo>
                  <a:lnTo>
                    <a:pt x="40623" y="277066"/>
                  </a:lnTo>
                  <a:lnTo>
                    <a:pt x="44170" y="281004"/>
                  </a:lnTo>
                  <a:lnTo>
                    <a:pt x="47840" y="284827"/>
                  </a:lnTo>
                  <a:lnTo>
                    <a:pt x="51630" y="288533"/>
                  </a:lnTo>
                  <a:lnTo>
                    <a:pt x="55535" y="292116"/>
                  </a:lnTo>
                  <a:lnTo>
                    <a:pt x="59552" y="295574"/>
                  </a:lnTo>
                  <a:lnTo>
                    <a:pt x="63676" y="298902"/>
                  </a:lnTo>
                  <a:lnTo>
                    <a:pt x="67904" y="302098"/>
                  </a:lnTo>
                  <a:lnTo>
                    <a:pt x="72231" y="305159"/>
                  </a:lnTo>
                  <a:lnTo>
                    <a:pt x="76653" y="308081"/>
                  </a:lnTo>
                  <a:lnTo>
                    <a:pt x="81166" y="310861"/>
                  </a:lnTo>
                  <a:lnTo>
                    <a:pt x="85764" y="313497"/>
                  </a:lnTo>
                  <a:lnTo>
                    <a:pt x="90443" y="315985"/>
                  </a:lnTo>
                  <a:lnTo>
                    <a:pt x="95199" y="318325"/>
                  </a:lnTo>
                  <a:lnTo>
                    <a:pt x="100027" y="320512"/>
                  </a:lnTo>
                  <a:lnTo>
                    <a:pt x="104922" y="322545"/>
                  </a:lnTo>
                  <a:lnTo>
                    <a:pt x="109878" y="324421"/>
                  </a:lnTo>
                  <a:lnTo>
                    <a:pt x="114892" y="326140"/>
                  </a:lnTo>
                  <a:lnTo>
                    <a:pt x="119957" y="327699"/>
                  </a:lnTo>
                  <a:lnTo>
                    <a:pt x="125070" y="329097"/>
                  </a:lnTo>
                  <a:lnTo>
                    <a:pt x="130224" y="330331"/>
                  </a:lnTo>
                  <a:lnTo>
                    <a:pt x="135415" y="331402"/>
                  </a:lnTo>
                  <a:lnTo>
                    <a:pt x="140637" y="332308"/>
                  </a:lnTo>
                  <a:lnTo>
                    <a:pt x="145885" y="333047"/>
                  </a:lnTo>
                  <a:lnTo>
                    <a:pt x="151154" y="333620"/>
                  </a:lnTo>
                  <a:lnTo>
                    <a:pt x="156439" y="334026"/>
                  </a:lnTo>
                  <a:lnTo>
                    <a:pt x="161733" y="334264"/>
                  </a:lnTo>
                  <a:lnTo>
                    <a:pt x="167033" y="334334"/>
                  </a:lnTo>
                  <a:lnTo>
                    <a:pt x="172332" y="334236"/>
                  </a:lnTo>
                  <a:lnTo>
                    <a:pt x="177625" y="333970"/>
                  </a:lnTo>
                  <a:lnTo>
                    <a:pt x="182908" y="333536"/>
                  </a:lnTo>
                  <a:lnTo>
                    <a:pt x="188174" y="332935"/>
                  </a:lnTo>
                  <a:lnTo>
                    <a:pt x="193418" y="332167"/>
                  </a:lnTo>
                  <a:lnTo>
                    <a:pt x="198635" y="331234"/>
                  </a:lnTo>
                  <a:lnTo>
                    <a:pt x="203820" y="330135"/>
                  </a:lnTo>
                  <a:lnTo>
                    <a:pt x="208968" y="328873"/>
                  </a:lnTo>
                  <a:lnTo>
                    <a:pt x="214072" y="327448"/>
                  </a:lnTo>
                  <a:lnTo>
                    <a:pt x="219130" y="325863"/>
                  </a:lnTo>
                  <a:lnTo>
                    <a:pt x="224134" y="324117"/>
                  </a:lnTo>
                  <a:lnTo>
                    <a:pt x="229081" y="322214"/>
                  </a:lnTo>
                  <a:lnTo>
                    <a:pt x="233964" y="320155"/>
                  </a:lnTo>
                  <a:lnTo>
                    <a:pt x="238780" y="317942"/>
                  </a:lnTo>
                  <a:lnTo>
                    <a:pt x="243524" y="315578"/>
                  </a:lnTo>
                  <a:lnTo>
                    <a:pt x="248190" y="313064"/>
                  </a:lnTo>
                  <a:lnTo>
                    <a:pt x="252774" y="310404"/>
                  </a:lnTo>
                  <a:lnTo>
                    <a:pt x="257272" y="307600"/>
                  </a:lnTo>
                  <a:lnTo>
                    <a:pt x="261678" y="304655"/>
                  </a:lnTo>
                  <a:lnTo>
                    <a:pt x="265989" y="301571"/>
                  </a:lnTo>
                  <a:lnTo>
                    <a:pt x="270199" y="298352"/>
                  </a:lnTo>
                  <a:lnTo>
                    <a:pt x="274306" y="295002"/>
                  </a:lnTo>
                  <a:lnTo>
                    <a:pt x="278304" y="291523"/>
                  </a:lnTo>
                  <a:lnTo>
                    <a:pt x="282190" y="287919"/>
                  </a:lnTo>
                  <a:lnTo>
                    <a:pt x="285960" y="284193"/>
                  </a:lnTo>
                  <a:lnTo>
                    <a:pt x="289610" y="280350"/>
                  </a:lnTo>
                  <a:lnTo>
                    <a:pt x="293136" y="276393"/>
                  </a:lnTo>
                  <a:lnTo>
                    <a:pt x="296535" y="272327"/>
                  </a:lnTo>
                  <a:lnTo>
                    <a:pt x="299804" y="268155"/>
                  </a:lnTo>
                  <a:lnTo>
                    <a:pt x="302938" y="263881"/>
                  </a:lnTo>
                  <a:lnTo>
                    <a:pt x="305936" y="259510"/>
                  </a:lnTo>
                  <a:lnTo>
                    <a:pt x="308793" y="255046"/>
                  </a:lnTo>
                  <a:lnTo>
                    <a:pt x="311507" y="250494"/>
                  </a:lnTo>
                  <a:lnTo>
                    <a:pt x="314076" y="245858"/>
                  </a:lnTo>
                  <a:lnTo>
                    <a:pt x="316496" y="241142"/>
                  </a:lnTo>
                  <a:lnTo>
                    <a:pt x="318766" y="236353"/>
                  </a:lnTo>
                  <a:lnTo>
                    <a:pt x="320883" y="231494"/>
                  </a:lnTo>
                  <a:lnTo>
                    <a:pt x="322845" y="226570"/>
                  </a:lnTo>
                  <a:lnTo>
                    <a:pt x="324649" y="221587"/>
                  </a:lnTo>
                  <a:lnTo>
                    <a:pt x="326295" y="216549"/>
                  </a:lnTo>
                  <a:lnTo>
                    <a:pt x="327780" y="211461"/>
                  </a:lnTo>
                  <a:lnTo>
                    <a:pt x="329103" y="206329"/>
                  </a:lnTo>
                  <a:lnTo>
                    <a:pt x="330263" y="201157"/>
                  </a:lnTo>
                  <a:lnTo>
                    <a:pt x="331258" y="195952"/>
                  </a:lnTo>
                  <a:lnTo>
                    <a:pt x="332088" y="190717"/>
                  </a:lnTo>
                  <a:lnTo>
                    <a:pt x="332752" y="185459"/>
                  </a:lnTo>
                  <a:lnTo>
                    <a:pt x="333248" y="180182"/>
                  </a:lnTo>
                  <a:lnTo>
                    <a:pt x="333577" y="174892"/>
                  </a:lnTo>
                  <a:lnTo>
                    <a:pt x="333738" y="169594"/>
                  </a:lnTo>
                  <a:lnTo>
                    <a:pt x="333731" y="164294"/>
                  </a:lnTo>
                  <a:lnTo>
                    <a:pt x="333556" y="158997"/>
                  </a:lnTo>
                  <a:lnTo>
                    <a:pt x="333213" y="153708"/>
                  </a:lnTo>
                  <a:lnTo>
                    <a:pt x="332702" y="148433"/>
                  </a:lnTo>
                  <a:lnTo>
                    <a:pt x="332025" y="143176"/>
                  </a:lnTo>
                  <a:lnTo>
                    <a:pt x="331181" y="137944"/>
                  </a:lnTo>
                  <a:lnTo>
                    <a:pt x="330172" y="132741"/>
                  </a:lnTo>
                  <a:lnTo>
                    <a:pt x="328998" y="127572"/>
                  </a:lnTo>
                  <a:lnTo>
                    <a:pt x="327662" y="122444"/>
                  </a:lnTo>
                  <a:lnTo>
                    <a:pt x="326163" y="117360"/>
                  </a:lnTo>
                  <a:lnTo>
                    <a:pt x="324504" y="112326"/>
                  </a:lnTo>
                  <a:lnTo>
                    <a:pt x="322686" y="107348"/>
                  </a:lnTo>
                  <a:lnTo>
                    <a:pt x="320711" y="102429"/>
                  </a:lnTo>
                  <a:lnTo>
                    <a:pt x="318581" y="97576"/>
                  </a:lnTo>
                  <a:lnTo>
                    <a:pt x="316299" y="92792"/>
                  </a:lnTo>
                  <a:lnTo>
                    <a:pt x="313866" y="88084"/>
                  </a:lnTo>
                  <a:lnTo>
                    <a:pt x="311285" y="83455"/>
                  </a:lnTo>
                  <a:lnTo>
                    <a:pt x="308558" y="78910"/>
                  </a:lnTo>
                  <a:lnTo>
                    <a:pt x="305689" y="74454"/>
                  </a:lnTo>
                  <a:lnTo>
                    <a:pt x="302680" y="70090"/>
                  </a:lnTo>
                  <a:lnTo>
                    <a:pt x="299534" y="65825"/>
                  </a:lnTo>
                  <a:lnTo>
                    <a:pt x="296255" y="61661"/>
                  </a:lnTo>
                  <a:lnTo>
                    <a:pt x="292845" y="57604"/>
                  </a:lnTo>
                  <a:lnTo>
                    <a:pt x="289308" y="53656"/>
                  </a:lnTo>
                  <a:lnTo>
                    <a:pt x="285648" y="49823"/>
                  </a:lnTo>
                  <a:lnTo>
                    <a:pt x="281868" y="46108"/>
                  </a:lnTo>
                  <a:lnTo>
                    <a:pt x="277973" y="42514"/>
                  </a:lnTo>
                  <a:lnTo>
                    <a:pt x="273965" y="39046"/>
                  </a:lnTo>
                  <a:lnTo>
                    <a:pt x="269850" y="35706"/>
                  </a:lnTo>
                  <a:lnTo>
                    <a:pt x="265630" y="32499"/>
                  </a:lnTo>
                  <a:lnTo>
                    <a:pt x="261311" y="29427"/>
                  </a:lnTo>
                  <a:lnTo>
                    <a:pt x="256897" y="26493"/>
                  </a:lnTo>
                  <a:lnTo>
                    <a:pt x="252392" y="23701"/>
                  </a:lnTo>
                  <a:lnTo>
                    <a:pt x="247801" y="21053"/>
                  </a:lnTo>
                  <a:lnTo>
                    <a:pt x="243128" y="18552"/>
                  </a:lnTo>
                  <a:lnTo>
                    <a:pt x="238379" y="16200"/>
                  </a:lnTo>
                  <a:lnTo>
                    <a:pt x="233557" y="14000"/>
                  </a:lnTo>
                  <a:lnTo>
                    <a:pt x="228668" y="11954"/>
                  </a:lnTo>
                  <a:lnTo>
                    <a:pt x="223716" y="10064"/>
                  </a:lnTo>
                  <a:lnTo>
                    <a:pt x="218707" y="8332"/>
                  </a:lnTo>
                  <a:lnTo>
                    <a:pt x="213646" y="6760"/>
                  </a:lnTo>
                  <a:lnTo>
                    <a:pt x="208537" y="5348"/>
                  </a:lnTo>
                  <a:lnTo>
                    <a:pt x="203386" y="4100"/>
                  </a:lnTo>
                  <a:lnTo>
                    <a:pt x="198198" y="3015"/>
                  </a:lnTo>
                  <a:lnTo>
                    <a:pt x="192978" y="2096"/>
                  </a:lnTo>
                  <a:lnTo>
                    <a:pt x="187732" y="1342"/>
                  </a:lnTo>
                  <a:lnTo>
                    <a:pt x="182465" y="755"/>
                  </a:lnTo>
                  <a:lnTo>
                    <a:pt x="177181" y="335"/>
                  </a:lnTo>
                  <a:lnTo>
                    <a:pt x="171887" y="84"/>
                  </a:lnTo>
                  <a:lnTo>
                    <a:pt x="166588" y="0"/>
                  </a:lnTo>
                  <a:lnTo>
                    <a:pt x="1665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63742" y="4961274"/>
              <a:ext cx="119098" cy="167167"/>
            </a:xfrm>
            <a:custGeom>
              <a:avLst/>
              <a:pathLst>
                <a:path w="119098" h="167167">
                  <a:moveTo>
                    <a:pt x="119098" y="0"/>
                  </a:moveTo>
                  <a:lnTo>
                    <a:pt x="113575" y="91"/>
                  </a:lnTo>
                  <a:lnTo>
                    <a:pt x="108059" y="364"/>
                  </a:lnTo>
                  <a:lnTo>
                    <a:pt x="102555" y="820"/>
                  </a:lnTo>
                  <a:lnTo>
                    <a:pt x="97069" y="1457"/>
                  </a:lnTo>
                  <a:lnTo>
                    <a:pt x="91606" y="2276"/>
                  </a:lnTo>
                  <a:lnTo>
                    <a:pt x="86174" y="3274"/>
                  </a:lnTo>
                  <a:lnTo>
                    <a:pt x="80778" y="4451"/>
                  </a:lnTo>
                  <a:lnTo>
                    <a:pt x="75424" y="5805"/>
                  </a:lnTo>
                  <a:lnTo>
                    <a:pt x="70117" y="7336"/>
                  </a:lnTo>
                  <a:lnTo>
                    <a:pt x="64864" y="9042"/>
                  </a:lnTo>
                  <a:lnTo>
                    <a:pt x="59670" y="10920"/>
                  </a:lnTo>
                  <a:lnTo>
                    <a:pt x="54540" y="12968"/>
                  </a:lnTo>
                  <a:lnTo>
                    <a:pt x="49482" y="15185"/>
                  </a:lnTo>
                  <a:lnTo>
                    <a:pt x="44499" y="17568"/>
                  </a:lnTo>
                  <a:lnTo>
                    <a:pt x="39598" y="20114"/>
                  </a:lnTo>
                  <a:lnTo>
                    <a:pt x="34783" y="22820"/>
                  </a:lnTo>
                  <a:lnTo>
                    <a:pt x="30061" y="25684"/>
                  </a:lnTo>
                  <a:lnTo>
                    <a:pt x="25435" y="28703"/>
                  </a:lnTo>
                  <a:lnTo>
                    <a:pt x="20912" y="31872"/>
                  </a:lnTo>
                  <a:lnTo>
                    <a:pt x="16497" y="35190"/>
                  </a:lnTo>
                  <a:lnTo>
                    <a:pt x="12193" y="38651"/>
                  </a:lnTo>
                  <a:lnTo>
                    <a:pt x="8006" y="42253"/>
                  </a:lnTo>
                  <a:lnTo>
                    <a:pt x="3940" y="45991"/>
                  </a:lnTo>
                  <a:lnTo>
                    <a:pt x="0" y="49861"/>
                  </a:lnTo>
                  <a:lnTo>
                    <a:pt x="1190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63742" y="5011136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63742" y="5011136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63742" y="5011136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43042" y="5011136"/>
              <a:ext cx="139797" cy="117305"/>
            </a:xfrm>
            <a:custGeom>
              <a:avLst/>
              <a:pathLst>
                <a:path w="139797" h="117305">
                  <a:moveTo>
                    <a:pt x="20699" y="0"/>
                  </a:moveTo>
                  <a:lnTo>
                    <a:pt x="16160" y="4793"/>
                  </a:lnTo>
                  <a:lnTo>
                    <a:pt x="11814" y="9763"/>
                  </a:lnTo>
                  <a:lnTo>
                    <a:pt x="7668" y="14900"/>
                  </a:lnTo>
                  <a:lnTo>
                    <a:pt x="3728" y="20197"/>
                  </a:lnTo>
                  <a:lnTo>
                    <a:pt x="0" y="25645"/>
                  </a:lnTo>
                  <a:lnTo>
                    <a:pt x="139797" y="1173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81" y="4961274"/>
              <a:ext cx="334310" cy="334333"/>
            </a:xfrm>
            <a:custGeom>
              <a:avLst/>
              <a:pathLst>
                <a:path w="334310" h="334333">
                  <a:moveTo>
                    <a:pt x="27361" y="75507"/>
                  </a:moveTo>
                  <a:lnTo>
                    <a:pt x="24527" y="79983"/>
                  </a:lnTo>
                  <a:lnTo>
                    <a:pt x="21836" y="84547"/>
                  </a:lnTo>
                  <a:lnTo>
                    <a:pt x="19291" y="89193"/>
                  </a:lnTo>
                  <a:lnTo>
                    <a:pt x="16894" y="93918"/>
                  </a:lnTo>
                  <a:lnTo>
                    <a:pt x="14648" y="98716"/>
                  </a:lnTo>
                  <a:lnTo>
                    <a:pt x="12556" y="103583"/>
                  </a:lnTo>
                  <a:lnTo>
                    <a:pt x="10619" y="108514"/>
                  </a:lnTo>
                  <a:lnTo>
                    <a:pt x="8839" y="113504"/>
                  </a:lnTo>
                  <a:lnTo>
                    <a:pt x="7218" y="118548"/>
                  </a:lnTo>
                  <a:lnTo>
                    <a:pt x="5757" y="123640"/>
                  </a:lnTo>
                  <a:lnTo>
                    <a:pt x="4459" y="128777"/>
                  </a:lnTo>
                  <a:lnTo>
                    <a:pt x="3324" y="133951"/>
                  </a:lnTo>
                  <a:lnTo>
                    <a:pt x="2354" y="139160"/>
                  </a:lnTo>
                  <a:lnTo>
                    <a:pt x="1550" y="144396"/>
                  </a:lnTo>
                  <a:lnTo>
                    <a:pt x="911" y="149655"/>
                  </a:lnTo>
                  <a:lnTo>
                    <a:pt x="440" y="154932"/>
                  </a:lnTo>
                  <a:lnTo>
                    <a:pt x="136" y="160221"/>
                  </a:lnTo>
                  <a:lnTo>
                    <a:pt x="0" y="165517"/>
                  </a:lnTo>
                  <a:lnTo>
                    <a:pt x="31" y="170815"/>
                  </a:lnTo>
                  <a:lnTo>
                    <a:pt x="231" y="176109"/>
                  </a:lnTo>
                  <a:lnTo>
                    <a:pt x="598" y="181394"/>
                  </a:lnTo>
                  <a:lnTo>
                    <a:pt x="1132" y="186665"/>
                  </a:lnTo>
                  <a:lnTo>
                    <a:pt x="1834" y="191916"/>
                  </a:lnTo>
                  <a:lnTo>
                    <a:pt x="2701" y="197142"/>
                  </a:lnTo>
                  <a:lnTo>
                    <a:pt x="3733" y="202339"/>
                  </a:lnTo>
                  <a:lnTo>
                    <a:pt x="4930" y="207500"/>
                  </a:lnTo>
                  <a:lnTo>
                    <a:pt x="6289" y="212620"/>
                  </a:lnTo>
                  <a:lnTo>
                    <a:pt x="7810" y="217695"/>
                  </a:lnTo>
                  <a:lnTo>
                    <a:pt x="9492" y="222719"/>
                  </a:lnTo>
                  <a:lnTo>
                    <a:pt x="11331" y="227687"/>
                  </a:lnTo>
                  <a:lnTo>
                    <a:pt x="13327" y="232594"/>
                  </a:lnTo>
                  <a:lnTo>
                    <a:pt x="15478" y="237436"/>
                  </a:lnTo>
                  <a:lnTo>
                    <a:pt x="17780" y="242207"/>
                  </a:lnTo>
                  <a:lnTo>
                    <a:pt x="20233" y="246903"/>
                  </a:lnTo>
                  <a:lnTo>
                    <a:pt x="22834" y="251519"/>
                  </a:lnTo>
                  <a:lnTo>
                    <a:pt x="25579" y="256050"/>
                  </a:lnTo>
                  <a:lnTo>
                    <a:pt x="28467" y="260491"/>
                  </a:lnTo>
                  <a:lnTo>
                    <a:pt x="31494" y="264839"/>
                  </a:lnTo>
                  <a:lnTo>
                    <a:pt x="34657" y="269089"/>
                  </a:lnTo>
                  <a:lnTo>
                    <a:pt x="37953" y="273237"/>
                  </a:lnTo>
                  <a:lnTo>
                    <a:pt x="41379" y="277278"/>
                  </a:lnTo>
                  <a:lnTo>
                    <a:pt x="44931" y="281208"/>
                  </a:lnTo>
                  <a:lnTo>
                    <a:pt x="48606" y="285024"/>
                  </a:lnTo>
                  <a:lnTo>
                    <a:pt x="52400" y="288721"/>
                  </a:lnTo>
                  <a:lnTo>
                    <a:pt x="56310" y="292297"/>
                  </a:lnTo>
                  <a:lnTo>
                    <a:pt x="60331" y="295746"/>
                  </a:lnTo>
                  <a:lnTo>
                    <a:pt x="64459" y="299067"/>
                  </a:lnTo>
                  <a:lnTo>
                    <a:pt x="68690" y="302255"/>
                  </a:lnTo>
                  <a:lnTo>
                    <a:pt x="73020" y="305308"/>
                  </a:lnTo>
                  <a:lnTo>
                    <a:pt x="77445" y="308221"/>
                  </a:lnTo>
                  <a:lnTo>
                    <a:pt x="81959" y="310993"/>
                  </a:lnTo>
                  <a:lnTo>
                    <a:pt x="86560" y="313621"/>
                  </a:lnTo>
                  <a:lnTo>
                    <a:pt x="91241" y="316101"/>
                  </a:lnTo>
                  <a:lnTo>
                    <a:pt x="95998" y="318432"/>
                  </a:lnTo>
                  <a:lnTo>
                    <a:pt x="100827" y="320611"/>
                  </a:lnTo>
                  <a:lnTo>
                    <a:pt x="105723" y="322636"/>
                  </a:lnTo>
                  <a:lnTo>
                    <a:pt x="110680" y="324505"/>
                  </a:lnTo>
                  <a:lnTo>
                    <a:pt x="115694" y="326215"/>
                  </a:lnTo>
                  <a:lnTo>
                    <a:pt x="120760" y="327766"/>
                  </a:lnTo>
                  <a:lnTo>
                    <a:pt x="125872" y="329156"/>
                  </a:lnTo>
                  <a:lnTo>
                    <a:pt x="131026" y="330383"/>
                  </a:lnTo>
                  <a:lnTo>
                    <a:pt x="136216" y="331446"/>
                  </a:lnTo>
                  <a:lnTo>
                    <a:pt x="141437" y="332344"/>
                  </a:lnTo>
                  <a:lnTo>
                    <a:pt x="146684" y="333076"/>
                  </a:lnTo>
                  <a:lnTo>
                    <a:pt x="151952" y="333641"/>
                  </a:lnTo>
                  <a:lnTo>
                    <a:pt x="157235" y="334040"/>
                  </a:lnTo>
                  <a:lnTo>
                    <a:pt x="162527" y="334270"/>
                  </a:lnTo>
                  <a:lnTo>
                    <a:pt x="167825" y="334333"/>
                  </a:lnTo>
                  <a:lnTo>
                    <a:pt x="173122" y="334228"/>
                  </a:lnTo>
                  <a:lnTo>
                    <a:pt x="178412" y="333955"/>
                  </a:lnTo>
                  <a:lnTo>
                    <a:pt x="183692" y="333515"/>
                  </a:lnTo>
                  <a:lnTo>
                    <a:pt x="188955" y="332907"/>
                  </a:lnTo>
                  <a:lnTo>
                    <a:pt x="194196" y="332133"/>
                  </a:lnTo>
                  <a:lnTo>
                    <a:pt x="199410" y="331194"/>
                  </a:lnTo>
                  <a:lnTo>
                    <a:pt x="204591" y="330090"/>
                  </a:lnTo>
                  <a:lnTo>
                    <a:pt x="209735" y="328822"/>
                  </a:lnTo>
                  <a:lnTo>
                    <a:pt x="214836" y="327391"/>
                  </a:lnTo>
                  <a:lnTo>
                    <a:pt x="219889" y="325800"/>
                  </a:lnTo>
                  <a:lnTo>
                    <a:pt x="224889" y="324049"/>
                  </a:lnTo>
                  <a:lnTo>
                    <a:pt x="229832" y="322141"/>
                  </a:lnTo>
                  <a:lnTo>
                    <a:pt x="234711" y="320078"/>
                  </a:lnTo>
                  <a:lnTo>
                    <a:pt x="239523" y="317860"/>
                  </a:lnTo>
                  <a:lnTo>
                    <a:pt x="244261" y="315491"/>
                  </a:lnTo>
                  <a:lnTo>
                    <a:pt x="248923" y="312974"/>
                  </a:lnTo>
                  <a:lnTo>
                    <a:pt x="253502" y="310310"/>
                  </a:lnTo>
                  <a:lnTo>
                    <a:pt x="257994" y="307502"/>
                  </a:lnTo>
                  <a:lnTo>
                    <a:pt x="262396" y="304553"/>
                  </a:lnTo>
                  <a:lnTo>
                    <a:pt x="266701" y="301466"/>
                  </a:lnTo>
                  <a:lnTo>
                    <a:pt x="270907" y="298244"/>
                  </a:lnTo>
                  <a:lnTo>
                    <a:pt x="275008" y="294891"/>
                  </a:lnTo>
                  <a:lnTo>
                    <a:pt x="279001" y="291409"/>
                  </a:lnTo>
                  <a:lnTo>
                    <a:pt x="282882" y="287803"/>
                  </a:lnTo>
                  <a:lnTo>
                    <a:pt x="286647" y="284075"/>
                  </a:lnTo>
                  <a:lnTo>
                    <a:pt x="290291" y="280230"/>
                  </a:lnTo>
                  <a:lnTo>
                    <a:pt x="293812" y="276272"/>
                  </a:lnTo>
                  <a:lnTo>
                    <a:pt x="297206" y="272204"/>
                  </a:lnTo>
                  <a:lnTo>
                    <a:pt x="300469" y="268030"/>
                  </a:lnTo>
                  <a:lnTo>
                    <a:pt x="303598" y="263755"/>
                  </a:lnTo>
                  <a:lnTo>
                    <a:pt x="306590" y="259383"/>
                  </a:lnTo>
                  <a:lnTo>
                    <a:pt x="309442" y="254918"/>
                  </a:lnTo>
                  <a:lnTo>
                    <a:pt x="312152" y="250366"/>
                  </a:lnTo>
                  <a:lnTo>
                    <a:pt x="314715" y="245730"/>
                  </a:lnTo>
                  <a:lnTo>
                    <a:pt x="317131" y="241014"/>
                  </a:lnTo>
                  <a:lnTo>
                    <a:pt x="319395" y="236225"/>
                  </a:lnTo>
                  <a:lnTo>
                    <a:pt x="321507" y="231366"/>
                  </a:lnTo>
                  <a:lnTo>
                    <a:pt x="323464" y="226443"/>
                  </a:lnTo>
                  <a:lnTo>
                    <a:pt x="325264" y="221460"/>
                  </a:lnTo>
                  <a:lnTo>
                    <a:pt x="326905" y="216423"/>
                  </a:lnTo>
                  <a:lnTo>
                    <a:pt x="328385" y="211336"/>
                  </a:lnTo>
                  <a:lnTo>
                    <a:pt x="329704" y="206205"/>
                  </a:lnTo>
                  <a:lnTo>
                    <a:pt x="330859" y="201035"/>
                  </a:lnTo>
                  <a:lnTo>
                    <a:pt x="331850" y="195831"/>
                  </a:lnTo>
                  <a:lnTo>
                    <a:pt x="332676" y="190598"/>
                  </a:lnTo>
                  <a:lnTo>
                    <a:pt x="333335" y="185341"/>
                  </a:lnTo>
                  <a:lnTo>
                    <a:pt x="333828" y="180066"/>
                  </a:lnTo>
                  <a:lnTo>
                    <a:pt x="334153" y="174778"/>
                  </a:lnTo>
                  <a:lnTo>
                    <a:pt x="334310" y="169483"/>
                  </a:lnTo>
                  <a:lnTo>
                    <a:pt x="334300" y="164185"/>
                  </a:lnTo>
                  <a:lnTo>
                    <a:pt x="334121" y="158890"/>
                  </a:lnTo>
                  <a:lnTo>
                    <a:pt x="333775" y="153604"/>
                  </a:lnTo>
                  <a:lnTo>
                    <a:pt x="333262" y="148331"/>
                  </a:lnTo>
                  <a:lnTo>
                    <a:pt x="332581" y="143077"/>
                  </a:lnTo>
                  <a:lnTo>
                    <a:pt x="331735" y="137847"/>
                  </a:lnTo>
                  <a:lnTo>
                    <a:pt x="330723" y="132647"/>
                  </a:lnTo>
                  <a:lnTo>
                    <a:pt x="329547" y="127481"/>
                  </a:lnTo>
                  <a:lnTo>
                    <a:pt x="328208" y="122355"/>
                  </a:lnTo>
                  <a:lnTo>
                    <a:pt x="326707" y="117275"/>
                  </a:lnTo>
                  <a:lnTo>
                    <a:pt x="325046" y="112244"/>
                  </a:lnTo>
                  <a:lnTo>
                    <a:pt x="323226" y="107268"/>
                  </a:lnTo>
                  <a:lnTo>
                    <a:pt x="321250" y="102353"/>
                  </a:lnTo>
                  <a:lnTo>
                    <a:pt x="319119" y="97503"/>
                  </a:lnTo>
                  <a:lnTo>
                    <a:pt x="316835" y="92723"/>
                  </a:lnTo>
                  <a:lnTo>
                    <a:pt x="314401" y="88017"/>
                  </a:lnTo>
                  <a:lnTo>
                    <a:pt x="311819" y="83391"/>
                  </a:lnTo>
                  <a:lnTo>
                    <a:pt x="309092" y="78849"/>
                  </a:lnTo>
                  <a:lnTo>
                    <a:pt x="306222" y="74396"/>
                  </a:lnTo>
                  <a:lnTo>
                    <a:pt x="303212" y="70036"/>
                  </a:lnTo>
                  <a:lnTo>
                    <a:pt x="300066" y="65774"/>
                  </a:lnTo>
                  <a:lnTo>
                    <a:pt x="296786" y="61613"/>
                  </a:lnTo>
                  <a:lnTo>
                    <a:pt x="293376" y="57558"/>
                  </a:lnTo>
                  <a:lnTo>
                    <a:pt x="289840" y="53614"/>
                  </a:lnTo>
                  <a:lnTo>
                    <a:pt x="286180" y="49783"/>
                  </a:lnTo>
                  <a:lnTo>
                    <a:pt x="282401" y="46071"/>
                  </a:lnTo>
                  <a:lnTo>
                    <a:pt x="278505" y="42480"/>
                  </a:lnTo>
                  <a:lnTo>
                    <a:pt x="274499" y="39014"/>
                  </a:lnTo>
                  <a:lnTo>
                    <a:pt x="270384" y="35677"/>
                  </a:lnTo>
                  <a:lnTo>
                    <a:pt x="266165" y="32472"/>
                  </a:lnTo>
                  <a:lnTo>
                    <a:pt x="261847" y="29403"/>
                  </a:lnTo>
                  <a:lnTo>
                    <a:pt x="257434" y="26471"/>
                  </a:lnTo>
                  <a:lnTo>
                    <a:pt x="252931" y="23681"/>
                  </a:lnTo>
                  <a:lnTo>
                    <a:pt x="248341" y="21035"/>
                  </a:lnTo>
                  <a:lnTo>
                    <a:pt x="243670" y="18536"/>
                  </a:lnTo>
                  <a:lnTo>
                    <a:pt x="238921" y="16187"/>
                  </a:lnTo>
                  <a:lnTo>
                    <a:pt x="234101" y="13988"/>
                  </a:lnTo>
                  <a:lnTo>
                    <a:pt x="229214" y="11944"/>
                  </a:lnTo>
                  <a:lnTo>
                    <a:pt x="224264" y="10056"/>
                  </a:lnTo>
                  <a:lnTo>
                    <a:pt x="219257" y="8325"/>
                  </a:lnTo>
                  <a:lnTo>
                    <a:pt x="214197" y="6754"/>
                  </a:lnTo>
                  <a:lnTo>
                    <a:pt x="209090" y="5344"/>
                  </a:lnTo>
                  <a:lnTo>
                    <a:pt x="203942" y="4096"/>
                  </a:lnTo>
                  <a:lnTo>
                    <a:pt x="198756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293398" y="4605529"/>
              <a:ext cx="324978" cy="334334"/>
            </a:xfrm>
            <a:custGeom>
              <a:avLst/>
              <a:pathLst>
                <a:path w="324978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9" y="5351"/>
                  </a:lnTo>
                  <a:lnTo>
                    <a:pt x="120079" y="6763"/>
                  </a:lnTo>
                  <a:lnTo>
                    <a:pt x="115017" y="8336"/>
                  </a:lnTo>
                  <a:lnTo>
                    <a:pt x="110007" y="10069"/>
                  </a:lnTo>
                  <a:lnTo>
                    <a:pt x="105054" y="11960"/>
                  </a:lnTo>
                  <a:lnTo>
                    <a:pt x="100164" y="14007"/>
                  </a:lnTo>
                  <a:lnTo>
                    <a:pt x="95341" y="16208"/>
                  </a:lnTo>
                  <a:lnTo>
                    <a:pt x="90590" y="18561"/>
                  </a:lnTo>
                  <a:lnTo>
                    <a:pt x="85917" y="21063"/>
                  </a:lnTo>
                  <a:lnTo>
                    <a:pt x="81325" y="23712"/>
                  </a:lnTo>
                  <a:lnTo>
                    <a:pt x="76819" y="26506"/>
                  </a:lnTo>
                  <a:lnTo>
                    <a:pt x="72404" y="29441"/>
                  </a:lnTo>
                  <a:lnTo>
                    <a:pt x="68085" y="32514"/>
                  </a:lnTo>
                  <a:lnTo>
                    <a:pt x="63865" y="35723"/>
                  </a:lnTo>
                  <a:lnTo>
                    <a:pt x="59749" y="39064"/>
                  </a:lnTo>
                  <a:lnTo>
                    <a:pt x="55741" y="42534"/>
                  </a:lnTo>
                  <a:lnTo>
                    <a:pt x="51845" y="46129"/>
                  </a:lnTo>
                  <a:lnTo>
                    <a:pt x="48065" y="49847"/>
                  </a:lnTo>
                  <a:lnTo>
                    <a:pt x="44405" y="53682"/>
                  </a:lnTo>
                  <a:lnTo>
                    <a:pt x="40868" y="57631"/>
                  </a:lnTo>
                  <a:lnTo>
                    <a:pt x="37458" y="61690"/>
                  </a:lnTo>
                  <a:lnTo>
                    <a:pt x="34179" y="65855"/>
                  </a:lnTo>
                  <a:lnTo>
                    <a:pt x="31033" y="70123"/>
                  </a:lnTo>
                  <a:lnTo>
                    <a:pt x="28024" y="74487"/>
                  </a:lnTo>
                  <a:lnTo>
                    <a:pt x="25156" y="78946"/>
                  </a:lnTo>
                  <a:lnTo>
                    <a:pt x="22430" y="83492"/>
                  </a:lnTo>
                  <a:lnTo>
                    <a:pt x="19849" y="88123"/>
                  </a:lnTo>
                  <a:lnTo>
                    <a:pt x="17417" y="92834"/>
                  </a:lnTo>
                  <a:lnTo>
                    <a:pt x="15135" y="97619"/>
                  </a:lnTo>
                  <a:lnTo>
                    <a:pt x="13006" y="102474"/>
                  </a:lnTo>
                  <a:lnTo>
                    <a:pt x="11032" y="107394"/>
                  </a:lnTo>
                  <a:lnTo>
                    <a:pt x="9216" y="112375"/>
                  </a:lnTo>
                  <a:lnTo>
                    <a:pt x="7558" y="117410"/>
                  </a:lnTo>
                  <a:lnTo>
                    <a:pt x="6060" y="122495"/>
                  </a:lnTo>
                  <a:lnTo>
                    <a:pt x="4725" y="127626"/>
                  </a:lnTo>
                  <a:lnTo>
                    <a:pt x="3553" y="132796"/>
                  </a:lnTo>
                  <a:lnTo>
                    <a:pt x="2545" y="138001"/>
                  </a:lnTo>
                  <a:lnTo>
                    <a:pt x="1703" y="143235"/>
                  </a:lnTo>
                  <a:lnTo>
                    <a:pt x="1027" y="148493"/>
                  </a:lnTo>
                  <a:lnTo>
                    <a:pt x="519" y="153770"/>
                  </a:lnTo>
                  <a:lnTo>
                    <a:pt x="178" y="159060"/>
                  </a:lnTo>
                  <a:lnTo>
                    <a:pt x="4" y="164359"/>
                  </a:lnTo>
                  <a:lnTo>
                    <a:pt x="0" y="169660"/>
                  </a:lnTo>
                  <a:lnTo>
                    <a:pt x="163" y="174959"/>
                  </a:lnTo>
                  <a:lnTo>
                    <a:pt x="494" y="180250"/>
                  </a:lnTo>
                  <a:lnTo>
                    <a:pt x="992" y="185528"/>
                  </a:lnTo>
                  <a:lnTo>
                    <a:pt x="1658" y="190787"/>
                  </a:lnTo>
                  <a:lnTo>
                    <a:pt x="2490" y="196023"/>
                  </a:lnTo>
                  <a:lnTo>
                    <a:pt x="3488" y="201230"/>
                  </a:lnTo>
                  <a:lnTo>
                    <a:pt x="4650" y="206402"/>
                  </a:lnTo>
                  <a:lnTo>
                    <a:pt x="5976" y="211535"/>
                  </a:lnTo>
                  <a:lnTo>
                    <a:pt x="7464" y="216623"/>
                  </a:lnTo>
                  <a:lnTo>
                    <a:pt x="9113" y="221662"/>
                  </a:lnTo>
                  <a:lnTo>
                    <a:pt x="10920" y="226645"/>
                  </a:lnTo>
                  <a:lnTo>
                    <a:pt x="12885" y="231569"/>
                  </a:lnTo>
                  <a:lnTo>
                    <a:pt x="15004" y="236428"/>
                  </a:lnTo>
                  <a:lnTo>
                    <a:pt x="17277" y="241218"/>
                  </a:lnTo>
                  <a:lnTo>
                    <a:pt x="19700" y="245933"/>
                  </a:lnTo>
                  <a:lnTo>
                    <a:pt x="22272" y="250569"/>
                  </a:lnTo>
                  <a:lnTo>
                    <a:pt x="24990" y="255121"/>
                  </a:lnTo>
                  <a:lnTo>
                    <a:pt x="27850" y="259584"/>
                  </a:lnTo>
                  <a:lnTo>
                    <a:pt x="30851" y="263955"/>
                  </a:lnTo>
                  <a:lnTo>
                    <a:pt x="33988" y="268228"/>
                  </a:lnTo>
                  <a:lnTo>
                    <a:pt x="37260" y="272399"/>
                  </a:lnTo>
                  <a:lnTo>
                    <a:pt x="40662" y="276465"/>
                  </a:lnTo>
                  <a:lnTo>
                    <a:pt x="44191" y="280421"/>
                  </a:lnTo>
                  <a:lnTo>
                    <a:pt x="47844" y="284263"/>
                  </a:lnTo>
                  <a:lnTo>
                    <a:pt x="51617" y="287987"/>
                  </a:lnTo>
                  <a:lnTo>
                    <a:pt x="55506" y="291590"/>
                  </a:lnTo>
                  <a:lnTo>
                    <a:pt x="59508" y="295067"/>
                  </a:lnTo>
                  <a:lnTo>
                    <a:pt x="63617" y="298416"/>
                  </a:lnTo>
                  <a:lnTo>
                    <a:pt x="67831" y="301633"/>
                  </a:lnTo>
                  <a:lnTo>
                    <a:pt x="72145" y="304714"/>
                  </a:lnTo>
                  <a:lnTo>
                    <a:pt x="76554" y="307658"/>
                  </a:lnTo>
                  <a:lnTo>
                    <a:pt x="81055" y="310460"/>
                  </a:lnTo>
                  <a:lnTo>
                    <a:pt x="85641" y="313118"/>
                  </a:lnTo>
                  <a:lnTo>
                    <a:pt x="90310" y="315629"/>
                  </a:lnTo>
                  <a:lnTo>
                    <a:pt x="95057" y="317990"/>
                  </a:lnTo>
                  <a:lnTo>
                    <a:pt x="99875" y="320201"/>
                  </a:lnTo>
                  <a:lnTo>
                    <a:pt x="104762" y="322257"/>
                  </a:lnTo>
                  <a:lnTo>
                    <a:pt x="109711" y="324157"/>
                  </a:lnTo>
                  <a:lnTo>
                    <a:pt x="114718" y="325899"/>
                  </a:lnTo>
                  <a:lnTo>
                    <a:pt x="119777" y="327482"/>
                  </a:lnTo>
                  <a:lnTo>
                    <a:pt x="124884" y="328904"/>
                  </a:lnTo>
                  <a:lnTo>
                    <a:pt x="130034" y="330162"/>
                  </a:lnTo>
                  <a:lnTo>
                    <a:pt x="135221" y="331257"/>
                  </a:lnTo>
                  <a:lnTo>
                    <a:pt x="140440" y="332187"/>
                  </a:lnTo>
                  <a:lnTo>
                    <a:pt x="145686" y="332951"/>
                  </a:lnTo>
                  <a:lnTo>
                    <a:pt x="150954" y="333548"/>
                  </a:lnTo>
                  <a:lnTo>
                    <a:pt x="156238" y="333978"/>
                  </a:lnTo>
                  <a:lnTo>
                    <a:pt x="161533" y="334240"/>
                  </a:lnTo>
                  <a:lnTo>
                    <a:pt x="166833" y="334334"/>
                  </a:lnTo>
                  <a:lnTo>
                    <a:pt x="172134" y="334260"/>
                  </a:lnTo>
                  <a:lnTo>
                    <a:pt x="177430" y="334018"/>
                  </a:lnTo>
                  <a:lnTo>
                    <a:pt x="182716" y="333608"/>
                  </a:lnTo>
                  <a:lnTo>
                    <a:pt x="187985" y="333031"/>
                  </a:lnTo>
                  <a:lnTo>
                    <a:pt x="193234" y="332287"/>
                  </a:lnTo>
                  <a:lnTo>
                    <a:pt x="198457" y="331376"/>
                  </a:lnTo>
                  <a:lnTo>
                    <a:pt x="203648" y="330301"/>
                  </a:lnTo>
                  <a:lnTo>
                    <a:pt x="208803" y="329062"/>
                  </a:lnTo>
                  <a:lnTo>
                    <a:pt x="213915" y="327659"/>
                  </a:lnTo>
                  <a:lnTo>
                    <a:pt x="218981" y="326096"/>
                  </a:lnTo>
                  <a:lnTo>
                    <a:pt x="223994" y="324372"/>
                  </a:lnTo>
                  <a:lnTo>
                    <a:pt x="228950" y="322491"/>
                  </a:lnTo>
                  <a:lnTo>
                    <a:pt x="233844" y="320453"/>
                  </a:lnTo>
                  <a:lnTo>
                    <a:pt x="238671" y="318261"/>
                  </a:lnTo>
                  <a:lnTo>
                    <a:pt x="243426" y="315917"/>
                  </a:lnTo>
                  <a:lnTo>
                    <a:pt x="248105" y="313424"/>
                  </a:lnTo>
                  <a:lnTo>
                    <a:pt x="252702" y="310783"/>
                  </a:lnTo>
                  <a:lnTo>
                    <a:pt x="257213" y="307998"/>
                  </a:lnTo>
                  <a:lnTo>
                    <a:pt x="261633" y="305071"/>
                  </a:lnTo>
                  <a:lnTo>
                    <a:pt x="265958" y="302006"/>
                  </a:lnTo>
                  <a:lnTo>
                    <a:pt x="270184" y="298805"/>
                  </a:lnTo>
                  <a:lnTo>
                    <a:pt x="274306" y="295472"/>
                  </a:lnTo>
                  <a:lnTo>
                    <a:pt x="278321" y="292009"/>
                  </a:lnTo>
                  <a:lnTo>
                    <a:pt x="282224" y="288421"/>
                  </a:lnTo>
                  <a:lnTo>
                    <a:pt x="286011" y="284712"/>
                  </a:lnTo>
                  <a:lnTo>
                    <a:pt x="289678" y="280883"/>
                  </a:lnTo>
                  <a:lnTo>
                    <a:pt x="293222" y="276941"/>
                  </a:lnTo>
                  <a:lnTo>
                    <a:pt x="296640" y="272888"/>
                  </a:lnTo>
                  <a:lnTo>
                    <a:pt x="299927" y="268729"/>
                  </a:lnTo>
                  <a:lnTo>
                    <a:pt x="303080" y="264468"/>
                  </a:lnTo>
                  <a:lnTo>
                    <a:pt x="306097" y="260108"/>
                  </a:lnTo>
                  <a:lnTo>
                    <a:pt x="308975" y="255656"/>
                  </a:lnTo>
                  <a:lnTo>
                    <a:pt x="311709" y="251114"/>
                  </a:lnTo>
                  <a:lnTo>
                    <a:pt x="314298" y="246488"/>
                  </a:lnTo>
                  <a:lnTo>
                    <a:pt x="316740" y="241782"/>
                  </a:lnTo>
                  <a:lnTo>
                    <a:pt x="319030" y="237001"/>
                  </a:lnTo>
                  <a:lnTo>
                    <a:pt x="321168" y="232150"/>
                  </a:lnTo>
                  <a:lnTo>
                    <a:pt x="323151" y="227234"/>
                  </a:lnTo>
                  <a:lnTo>
                    <a:pt x="324978" y="2222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772696"/>
              <a:ext cx="157829" cy="55089"/>
            </a:xfrm>
            <a:custGeom>
              <a:avLst/>
              <a:pathLst>
                <a:path w="157829" h="55089">
                  <a:moveTo>
                    <a:pt x="157829" y="550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772696"/>
              <a:ext cx="157829" cy="55089"/>
            </a:xfrm>
            <a:custGeom>
              <a:avLst/>
              <a:pathLst>
                <a:path w="157829" h="55089">
                  <a:moveTo>
                    <a:pt x="157829" y="550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694028"/>
              <a:ext cx="167164" cy="133757"/>
            </a:xfrm>
            <a:custGeom>
              <a:avLst/>
              <a:pathLst>
                <a:path w="167164" h="133757">
                  <a:moveTo>
                    <a:pt x="157829" y="133757"/>
                  </a:moveTo>
                  <a:lnTo>
                    <a:pt x="159562" y="128515"/>
                  </a:lnTo>
                  <a:lnTo>
                    <a:pt x="161121" y="123218"/>
                  </a:lnTo>
                  <a:lnTo>
                    <a:pt x="162505" y="117873"/>
                  </a:lnTo>
                  <a:lnTo>
                    <a:pt x="163711" y="112484"/>
                  </a:lnTo>
                  <a:lnTo>
                    <a:pt x="164738" y="107059"/>
                  </a:lnTo>
                  <a:lnTo>
                    <a:pt x="165586" y="101603"/>
                  </a:lnTo>
                  <a:lnTo>
                    <a:pt x="166253" y="96122"/>
                  </a:lnTo>
                  <a:lnTo>
                    <a:pt x="166739" y="90622"/>
                  </a:lnTo>
                  <a:lnTo>
                    <a:pt x="167043" y="85109"/>
                  </a:lnTo>
                  <a:lnTo>
                    <a:pt x="167164" y="79589"/>
                  </a:lnTo>
                  <a:lnTo>
                    <a:pt x="167104" y="74067"/>
                  </a:lnTo>
                  <a:lnTo>
                    <a:pt x="166861" y="68551"/>
                  </a:lnTo>
                  <a:lnTo>
                    <a:pt x="166435" y="63046"/>
                  </a:lnTo>
                  <a:lnTo>
                    <a:pt x="165829" y="57558"/>
                  </a:lnTo>
                  <a:lnTo>
                    <a:pt x="165041" y="52093"/>
                  </a:lnTo>
                  <a:lnTo>
                    <a:pt x="164073" y="46657"/>
                  </a:lnTo>
                  <a:lnTo>
                    <a:pt x="162927" y="41256"/>
                  </a:lnTo>
                  <a:lnTo>
                    <a:pt x="161602" y="35895"/>
                  </a:lnTo>
                  <a:lnTo>
                    <a:pt x="160102" y="30581"/>
                  </a:lnTo>
                  <a:lnTo>
                    <a:pt x="158426" y="25320"/>
                  </a:lnTo>
                  <a:lnTo>
                    <a:pt x="156578" y="20117"/>
                  </a:lnTo>
                  <a:lnTo>
                    <a:pt x="154559" y="14978"/>
                  </a:lnTo>
                  <a:lnTo>
                    <a:pt x="152371" y="9908"/>
                  </a:lnTo>
                  <a:lnTo>
                    <a:pt x="150017" y="4914"/>
                  </a:lnTo>
                  <a:lnTo>
                    <a:pt x="147500" y="0"/>
                  </a:lnTo>
                  <a:lnTo>
                    <a:pt x="0" y="78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60546" y="4605529"/>
              <a:ext cx="147500" cy="167167"/>
            </a:xfrm>
            <a:custGeom>
              <a:avLst/>
              <a:pathLst>
                <a:path w="147500" h="167167">
                  <a:moveTo>
                    <a:pt x="147500" y="88499"/>
                  </a:moveTo>
                  <a:lnTo>
                    <a:pt x="144844" y="83711"/>
                  </a:lnTo>
                  <a:lnTo>
                    <a:pt x="142034" y="79012"/>
                  </a:lnTo>
                  <a:lnTo>
                    <a:pt x="139071" y="74409"/>
                  </a:lnTo>
                  <a:lnTo>
                    <a:pt x="135959" y="69904"/>
                  </a:lnTo>
                  <a:lnTo>
                    <a:pt x="132701" y="65504"/>
                  </a:lnTo>
                  <a:lnTo>
                    <a:pt x="129301" y="61213"/>
                  </a:lnTo>
                  <a:lnTo>
                    <a:pt x="125762" y="57036"/>
                  </a:lnTo>
                  <a:lnTo>
                    <a:pt x="122088" y="52977"/>
                  </a:lnTo>
                  <a:lnTo>
                    <a:pt x="118283" y="49040"/>
                  </a:lnTo>
                  <a:lnTo>
                    <a:pt x="114351" y="45230"/>
                  </a:lnTo>
                  <a:lnTo>
                    <a:pt x="110297" y="41551"/>
                  </a:lnTo>
                  <a:lnTo>
                    <a:pt x="106124" y="38006"/>
                  </a:lnTo>
                  <a:lnTo>
                    <a:pt x="101838" y="34600"/>
                  </a:lnTo>
                  <a:lnTo>
                    <a:pt x="97442" y="31336"/>
                  </a:lnTo>
                  <a:lnTo>
                    <a:pt x="92942" y="28218"/>
                  </a:lnTo>
                  <a:lnTo>
                    <a:pt x="88342" y="25249"/>
                  </a:lnTo>
                  <a:lnTo>
                    <a:pt x="83647" y="22433"/>
                  </a:lnTo>
                  <a:lnTo>
                    <a:pt x="78863" y="19771"/>
                  </a:lnTo>
                  <a:lnTo>
                    <a:pt x="73994" y="17268"/>
                  </a:lnTo>
                  <a:lnTo>
                    <a:pt x="69045" y="14925"/>
                  </a:lnTo>
                  <a:lnTo>
                    <a:pt x="64023" y="12746"/>
                  </a:lnTo>
                  <a:lnTo>
                    <a:pt x="58932" y="10732"/>
                  </a:lnTo>
                  <a:lnTo>
                    <a:pt x="53777" y="8886"/>
                  </a:lnTo>
                  <a:lnTo>
                    <a:pt x="48565" y="7210"/>
                  </a:lnTo>
                  <a:lnTo>
                    <a:pt x="43301" y="5705"/>
                  </a:lnTo>
                  <a:lnTo>
                    <a:pt x="37991" y="4374"/>
                  </a:lnTo>
                  <a:lnTo>
                    <a:pt x="32639" y="3217"/>
                  </a:lnTo>
                  <a:lnTo>
                    <a:pt x="27253" y="2236"/>
                  </a:lnTo>
                  <a:lnTo>
                    <a:pt x="21837" y="1432"/>
                  </a:lnTo>
                  <a:lnTo>
                    <a:pt x="16399" y="806"/>
                  </a:lnTo>
                  <a:lnTo>
                    <a:pt x="10942" y="358"/>
                  </a:lnTo>
                  <a:lnTo>
                    <a:pt x="547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578736" y="4172415"/>
              <a:ext cx="167156" cy="277659"/>
            </a:xfrm>
            <a:custGeom>
              <a:avLst/>
              <a:pathLst>
                <a:path w="167156" h="277659">
                  <a:moveTo>
                    <a:pt x="167156" y="0"/>
                  </a:moveTo>
                  <a:lnTo>
                    <a:pt x="161758" y="87"/>
                  </a:lnTo>
                  <a:lnTo>
                    <a:pt x="156366" y="348"/>
                  </a:lnTo>
                  <a:lnTo>
                    <a:pt x="150985" y="783"/>
                  </a:lnTo>
                  <a:lnTo>
                    <a:pt x="145621" y="1392"/>
                  </a:lnTo>
                  <a:lnTo>
                    <a:pt x="140280" y="2174"/>
                  </a:lnTo>
                  <a:lnTo>
                    <a:pt x="134967" y="3128"/>
                  </a:lnTo>
                  <a:lnTo>
                    <a:pt x="129687" y="4253"/>
                  </a:lnTo>
                  <a:lnTo>
                    <a:pt x="124446" y="5548"/>
                  </a:lnTo>
                  <a:lnTo>
                    <a:pt x="119250" y="7011"/>
                  </a:lnTo>
                  <a:lnTo>
                    <a:pt x="114104" y="8641"/>
                  </a:lnTo>
                  <a:lnTo>
                    <a:pt x="109013" y="10437"/>
                  </a:lnTo>
                  <a:lnTo>
                    <a:pt x="103982" y="12396"/>
                  </a:lnTo>
                  <a:lnTo>
                    <a:pt x="99018" y="14516"/>
                  </a:lnTo>
                  <a:lnTo>
                    <a:pt x="94124" y="16796"/>
                  </a:lnTo>
                  <a:lnTo>
                    <a:pt x="89307" y="19233"/>
                  </a:lnTo>
                  <a:lnTo>
                    <a:pt x="84571" y="21823"/>
                  </a:lnTo>
                  <a:lnTo>
                    <a:pt x="79921" y="24566"/>
                  </a:lnTo>
                  <a:lnTo>
                    <a:pt x="75362" y="27457"/>
                  </a:lnTo>
                  <a:lnTo>
                    <a:pt x="70899" y="30493"/>
                  </a:lnTo>
                  <a:lnTo>
                    <a:pt x="66536" y="33673"/>
                  </a:lnTo>
                  <a:lnTo>
                    <a:pt x="62279" y="36991"/>
                  </a:lnTo>
                  <a:lnTo>
                    <a:pt x="58130" y="40445"/>
                  </a:lnTo>
                  <a:lnTo>
                    <a:pt x="54095" y="44032"/>
                  </a:lnTo>
                  <a:lnTo>
                    <a:pt x="50178" y="47747"/>
                  </a:lnTo>
                  <a:lnTo>
                    <a:pt x="46383" y="51586"/>
                  </a:lnTo>
                  <a:lnTo>
                    <a:pt x="42714" y="55546"/>
                  </a:lnTo>
                  <a:lnTo>
                    <a:pt x="39175" y="59622"/>
                  </a:lnTo>
                  <a:lnTo>
                    <a:pt x="35769" y="63810"/>
                  </a:lnTo>
                  <a:lnTo>
                    <a:pt x="32501" y="68107"/>
                  </a:lnTo>
                  <a:lnTo>
                    <a:pt x="29372" y="72506"/>
                  </a:lnTo>
                  <a:lnTo>
                    <a:pt x="26388" y="77004"/>
                  </a:lnTo>
                  <a:lnTo>
                    <a:pt x="23550" y="81596"/>
                  </a:lnTo>
                  <a:lnTo>
                    <a:pt x="20862" y="86278"/>
                  </a:lnTo>
                  <a:lnTo>
                    <a:pt x="18326" y="91044"/>
                  </a:lnTo>
                  <a:lnTo>
                    <a:pt x="15946" y="95889"/>
                  </a:lnTo>
                  <a:lnTo>
                    <a:pt x="13723" y="100809"/>
                  </a:lnTo>
                  <a:lnTo>
                    <a:pt x="11661" y="105797"/>
                  </a:lnTo>
                  <a:lnTo>
                    <a:pt x="9760" y="110850"/>
                  </a:lnTo>
                  <a:lnTo>
                    <a:pt x="8024" y="115961"/>
                  </a:lnTo>
                  <a:lnTo>
                    <a:pt x="6453" y="121126"/>
                  </a:lnTo>
                  <a:lnTo>
                    <a:pt x="5051" y="126339"/>
                  </a:lnTo>
                  <a:lnTo>
                    <a:pt x="3817" y="131595"/>
                  </a:lnTo>
                  <a:lnTo>
                    <a:pt x="2753" y="136887"/>
                  </a:lnTo>
                  <a:lnTo>
                    <a:pt x="1861" y="142211"/>
                  </a:lnTo>
                  <a:lnTo>
                    <a:pt x="1142" y="147561"/>
                  </a:lnTo>
                  <a:lnTo>
                    <a:pt x="595" y="152932"/>
                  </a:lnTo>
                  <a:lnTo>
                    <a:pt x="223" y="158318"/>
                  </a:lnTo>
                  <a:lnTo>
                    <a:pt x="24" y="163712"/>
                  </a:lnTo>
                  <a:lnTo>
                    <a:pt x="0" y="169110"/>
                  </a:lnTo>
                  <a:lnTo>
                    <a:pt x="149" y="174507"/>
                  </a:lnTo>
                  <a:lnTo>
                    <a:pt x="473" y="179895"/>
                  </a:lnTo>
                  <a:lnTo>
                    <a:pt x="971" y="185271"/>
                  </a:lnTo>
                  <a:lnTo>
                    <a:pt x="1643" y="190627"/>
                  </a:lnTo>
                  <a:lnTo>
                    <a:pt x="2486" y="195959"/>
                  </a:lnTo>
                  <a:lnTo>
                    <a:pt x="3502" y="201261"/>
                  </a:lnTo>
                  <a:lnTo>
                    <a:pt x="4688" y="206527"/>
                  </a:lnTo>
                  <a:lnTo>
                    <a:pt x="6044" y="211753"/>
                  </a:lnTo>
                  <a:lnTo>
                    <a:pt x="7567" y="216932"/>
                  </a:lnTo>
                  <a:lnTo>
                    <a:pt x="9257" y="222059"/>
                  </a:lnTo>
                  <a:lnTo>
                    <a:pt x="11112" y="227128"/>
                  </a:lnTo>
                  <a:lnTo>
                    <a:pt x="13130" y="232135"/>
                  </a:lnTo>
                  <a:lnTo>
                    <a:pt x="15308" y="237075"/>
                  </a:lnTo>
                  <a:lnTo>
                    <a:pt x="17644" y="241941"/>
                  </a:lnTo>
                  <a:lnTo>
                    <a:pt x="20136" y="246730"/>
                  </a:lnTo>
                  <a:lnTo>
                    <a:pt x="22782" y="251436"/>
                  </a:lnTo>
                  <a:lnTo>
                    <a:pt x="25578" y="256053"/>
                  </a:lnTo>
                  <a:lnTo>
                    <a:pt x="28522" y="260578"/>
                  </a:lnTo>
                  <a:lnTo>
                    <a:pt x="31610" y="265006"/>
                  </a:lnTo>
                  <a:lnTo>
                    <a:pt x="34840" y="269331"/>
                  </a:lnTo>
                  <a:lnTo>
                    <a:pt x="38208" y="273550"/>
                  </a:lnTo>
                  <a:lnTo>
                    <a:pt x="41710" y="27765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620447" y="4339583"/>
              <a:ext cx="125445" cy="110491"/>
            </a:xfrm>
            <a:custGeom>
              <a:avLst/>
              <a:pathLst>
                <a:path w="125445" h="110491">
                  <a:moveTo>
                    <a:pt x="0" y="110491"/>
                  </a:moveTo>
                  <a:lnTo>
                    <a:pt x="1254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620447" y="4339583"/>
              <a:ext cx="125445" cy="152447"/>
            </a:xfrm>
            <a:custGeom>
              <a:avLst/>
              <a:pathLst>
                <a:path w="125445" h="152447">
                  <a:moveTo>
                    <a:pt x="0" y="110491"/>
                  </a:moveTo>
                  <a:lnTo>
                    <a:pt x="3999" y="114873"/>
                  </a:lnTo>
                  <a:lnTo>
                    <a:pt x="8152" y="119110"/>
                  </a:lnTo>
                  <a:lnTo>
                    <a:pt x="12452" y="123197"/>
                  </a:lnTo>
                  <a:lnTo>
                    <a:pt x="16895" y="127129"/>
                  </a:lnTo>
                  <a:lnTo>
                    <a:pt x="21474" y="130900"/>
                  </a:lnTo>
                  <a:lnTo>
                    <a:pt x="26184" y="134507"/>
                  </a:lnTo>
                  <a:lnTo>
                    <a:pt x="31020" y="137945"/>
                  </a:lnTo>
                  <a:lnTo>
                    <a:pt x="35974" y="141208"/>
                  </a:lnTo>
                  <a:lnTo>
                    <a:pt x="41041" y="144294"/>
                  </a:lnTo>
                  <a:lnTo>
                    <a:pt x="46214" y="147198"/>
                  </a:lnTo>
                  <a:lnTo>
                    <a:pt x="51487" y="149917"/>
                  </a:lnTo>
                  <a:lnTo>
                    <a:pt x="56854" y="152447"/>
                  </a:lnTo>
                  <a:lnTo>
                    <a:pt x="12544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677301" y="4172415"/>
              <a:ext cx="235747" cy="334327"/>
            </a:xfrm>
            <a:custGeom>
              <a:avLst/>
              <a:pathLst>
                <a:path w="235747" h="334327">
                  <a:moveTo>
                    <a:pt x="0" y="319614"/>
                  </a:moveTo>
                  <a:lnTo>
                    <a:pt x="4885" y="321720"/>
                  </a:lnTo>
                  <a:lnTo>
                    <a:pt x="9835" y="323668"/>
                  </a:lnTo>
                  <a:lnTo>
                    <a:pt x="14845" y="325459"/>
                  </a:lnTo>
                  <a:lnTo>
                    <a:pt x="19909" y="327089"/>
                  </a:lnTo>
                  <a:lnTo>
                    <a:pt x="25022" y="328557"/>
                  </a:lnTo>
                  <a:lnTo>
                    <a:pt x="30179" y="329861"/>
                  </a:lnTo>
                  <a:lnTo>
                    <a:pt x="35376" y="331001"/>
                  </a:lnTo>
                  <a:lnTo>
                    <a:pt x="40606" y="331975"/>
                  </a:lnTo>
                  <a:lnTo>
                    <a:pt x="45864" y="332782"/>
                  </a:lnTo>
                  <a:lnTo>
                    <a:pt x="51145" y="333422"/>
                  </a:lnTo>
                  <a:lnTo>
                    <a:pt x="56444" y="333893"/>
                  </a:lnTo>
                  <a:lnTo>
                    <a:pt x="61756" y="334195"/>
                  </a:lnTo>
                  <a:lnTo>
                    <a:pt x="67074" y="334327"/>
                  </a:lnTo>
                  <a:lnTo>
                    <a:pt x="72393" y="334291"/>
                  </a:lnTo>
                  <a:lnTo>
                    <a:pt x="77709" y="334086"/>
                  </a:lnTo>
                  <a:lnTo>
                    <a:pt x="83016" y="333711"/>
                  </a:lnTo>
                  <a:lnTo>
                    <a:pt x="88308" y="333167"/>
                  </a:lnTo>
                  <a:lnTo>
                    <a:pt x="93580" y="332456"/>
                  </a:lnTo>
                  <a:lnTo>
                    <a:pt x="98827" y="331577"/>
                  </a:lnTo>
                  <a:lnTo>
                    <a:pt x="104043" y="330532"/>
                  </a:lnTo>
                  <a:lnTo>
                    <a:pt x="109223" y="329321"/>
                  </a:lnTo>
                  <a:lnTo>
                    <a:pt x="114362" y="327946"/>
                  </a:lnTo>
                  <a:lnTo>
                    <a:pt x="119455" y="326408"/>
                  </a:lnTo>
                  <a:lnTo>
                    <a:pt x="124496" y="324709"/>
                  </a:lnTo>
                  <a:lnTo>
                    <a:pt x="129481" y="322850"/>
                  </a:lnTo>
                  <a:lnTo>
                    <a:pt x="134404" y="320834"/>
                  </a:lnTo>
                  <a:lnTo>
                    <a:pt x="139260" y="318662"/>
                  </a:lnTo>
                  <a:lnTo>
                    <a:pt x="144045" y="316337"/>
                  </a:lnTo>
                  <a:lnTo>
                    <a:pt x="148753" y="313860"/>
                  </a:lnTo>
                  <a:lnTo>
                    <a:pt x="153380" y="311235"/>
                  </a:lnTo>
                  <a:lnTo>
                    <a:pt x="157922" y="308464"/>
                  </a:lnTo>
                  <a:lnTo>
                    <a:pt x="162372" y="305550"/>
                  </a:lnTo>
                  <a:lnTo>
                    <a:pt x="166728" y="302496"/>
                  </a:lnTo>
                  <a:lnTo>
                    <a:pt x="170985" y="299305"/>
                  </a:lnTo>
                  <a:lnTo>
                    <a:pt x="175137" y="295980"/>
                  </a:lnTo>
                  <a:lnTo>
                    <a:pt x="179182" y="292524"/>
                  </a:lnTo>
                  <a:lnTo>
                    <a:pt x="183115" y="288942"/>
                  </a:lnTo>
                  <a:lnTo>
                    <a:pt x="186932" y="285236"/>
                  </a:lnTo>
                  <a:lnTo>
                    <a:pt x="190629" y="281411"/>
                  </a:lnTo>
                  <a:lnTo>
                    <a:pt x="194202" y="277470"/>
                  </a:lnTo>
                  <a:lnTo>
                    <a:pt x="197648" y="273417"/>
                  </a:lnTo>
                  <a:lnTo>
                    <a:pt x="200964" y="269257"/>
                  </a:lnTo>
                  <a:lnTo>
                    <a:pt x="204145" y="264993"/>
                  </a:lnTo>
                  <a:lnTo>
                    <a:pt x="207189" y="260630"/>
                  </a:lnTo>
                  <a:lnTo>
                    <a:pt x="210093" y="256173"/>
                  </a:lnTo>
                  <a:lnTo>
                    <a:pt x="212854" y="251625"/>
                  </a:lnTo>
                  <a:lnTo>
                    <a:pt x="215468" y="246992"/>
                  </a:lnTo>
                  <a:lnTo>
                    <a:pt x="217934" y="242278"/>
                  </a:lnTo>
                  <a:lnTo>
                    <a:pt x="220248" y="237488"/>
                  </a:lnTo>
                  <a:lnTo>
                    <a:pt x="222409" y="232627"/>
                  </a:lnTo>
                  <a:lnTo>
                    <a:pt x="224414" y="227699"/>
                  </a:lnTo>
                  <a:lnTo>
                    <a:pt x="226261" y="222710"/>
                  </a:lnTo>
                  <a:lnTo>
                    <a:pt x="227949" y="217665"/>
                  </a:lnTo>
                  <a:lnTo>
                    <a:pt x="229475" y="212569"/>
                  </a:lnTo>
                  <a:lnTo>
                    <a:pt x="230838" y="207426"/>
                  </a:lnTo>
                  <a:lnTo>
                    <a:pt x="232037" y="202243"/>
                  </a:lnTo>
                  <a:lnTo>
                    <a:pt x="233070" y="197025"/>
                  </a:lnTo>
                  <a:lnTo>
                    <a:pt x="233937" y="191776"/>
                  </a:lnTo>
                  <a:lnTo>
                    <a:pt x="234636" y="186502"/>
                  </a:lnTo>
                  <a:lnTo>
                    <a:pt x="235167" y="181209"/>
                  </a:lnTo>
                  <a:lnTo>
                    <a:pt x="235530" y="175902"/>
                  </a:lnTo>
                  <a:lnTo>
                    <a:pt x="235723" y="170585"/>
                  </a:lnTo>
                  <a:lnTo>
                    <a:pt x="235747" y="165265"/>
                  </a:lnTo>
                  <a:lnTo>
                    <a:pt x="235602" y="159948"/>
                  </a:lnTo>
                  <a:lnTo>
                    <a:pt x="235288" y="154637"/>
                  </a:lnTo>
                  <a:lnTo>
                    <a:pt x="234805" y="149339"/>
                  </a:lnTo>
                  <a:lnTo>
                    <a:pt x="234153" y="144059"/>
                  </a:lnTo>
                  <a:lnTo>
                    <a:pt x="233334" y="138803"/>
                  </a:lnTo>
                  <a:lnTo>
                    <a:pt x="232348" y="133575"/>
                  </a:lnTo>
                  <a:lnTo>
                    <a:pt x="231197" y="128381"/>
                  </a:lnTo>
                  <a:lnTo>
                    <a:pt x="229880" y="123227"/>
                  </a:lnTo>
                  <a:lnTo>
                    <a:pt x="228400" y="118117"/>
                  </a:lnTo>
                  <a:lnTo>
                    <a:pt x="226759" y="113057"/>
                  </a:lnTo>
                  <a:lnTo>
                    <a:pt x="224957" y="108052"/>
                  </a:lnTo>
                  <a:lnTo>
                    <a:pt x="222997" y="103106"/>
                  </a:lnTo>
                  <a:lnTo>
                    <a:pt x="220880" y="98225"/>
                  </a:lnTo>
                  <a:lnTo>
                    <a:pt x="218609" y="93414"/>
                  </a:lnTo>
                  <a:lnTo>
                    <a:pt x="216186" y="88678"/>
                  </a:lnTo>
                  <a:lnTo>
                    <a:pt x="213614" y="84022"/>
                  </a:lnTo>
                  <a:lnTo>
                    <a:pt x="210895" y="79449"/>
                  </a:lnTo>
                  <a:lnTo>
                    <a:pt x="208032" y="74965"/>
                  </a:lnTo>
                  <a:lnTo>
                    <a:pt x="205028" y="70575"/>
                  </a:lnTo>
                  <a:lnTo>
                    <a:pt x="201885" y="66283"/>
                  </a:lnTo>
                  <a:lnTo>
                    <a:pt x="198607" y="62092"/>
                  </a:lnTo>
                  <a:lnTo>
                    <a:pt x="195198" y="58009"/>
                  </a:lnTo>
                  <a:lnTo>
                    <a:pt x="191661" y="54035"/>
                  </a:lnTo>
                  <a:lnTo>
                    <a:pt x="187999" y="50177"/>
                  </a:lnTo>
                  <a:lnTo>
                    <a:pt x="184215" y="46436"/>
                  </a:lnTo>
                  <a:lnTo>
                    <a:pt x="180315" y="42818"/>
                  </a:lnTo>
                  <a:lnTo>
                    <a:pt x="176302" y="39326"/>
                  </a:lnTo>
                  <a:lnTo>
                    <a:pt x="172180" y="35964"/>
                  </a:lnTo>
                  <a:lnTo>
                    <a:pt x="167952" y="32734"/>
                  </a:lnTo>
                  <a:lnTo>
                    <a:pt x="163624" y="29640"/>
                  </a:lnTo>
                  <a:lnTo>
                    <a:pt x="159200" y="26686"/>
                  </a:lnTo>
                  <a:lnTo>
                    <a:pt x="154684" y="23874"/>
                  </a:lnTo>
                  <a:lnTo>
                    <a:pt x="150081" y="21207"/>
                  </a:lnTo>
                  <a:lnTo>
                    <a:pt x="145396" y="18688"/>
                  </a:lnTo>
                  <a:lnTo>
                    <a:pt x="140632" y="16319"/>
                  </a:lnTo>
                  <a:lnTo>
                    <a:pt x="135796" y="14103"/>
                  </a:lnTo>
                  <a:lnTo>
                    <a:pt x="130891" y="12042"/>
                  </a:lnTo>
                  <a:lnTo>
                    <a:pt x="125924" y="10139"/>
                  </a:lnTo>
                  <a:lnTo>
                    <a:pt x="120898" y="8394"/>
                  </a:lnTo>
                  <a:lnTo>
                    <a:pt x="115820" y="6810"/>
                  </a:lnTo>
                  <a:lnTo>
                    <a:pt x="110693" y="5388"/>
                  </a:lnTo>
                  <a:lnTo>
                    <a:pt x="105524" y="4131"/>
                  </a:lnTo>
                  <a:lnTo>
                    <a:pt x="100318" y="3038"/>
                  </a:lnTo>
                  <a:lnTo>
                    <a:pt x="95079" y="2111"/>
                  </a:lnTo>
                  <a:lnTo>
                    <a:pt x="89814" y="1352"/>
                  </a:lnTo>
                  <a:lnTo>
                    <a:pt x="84527" y="761"/>
                  </a:lnTo>
                  <a:lnTo>
                    <a:pt x="79224" y="338"/>
                  </a:lnTo>
                  <a:lnTo>
                    <a:pt x="73910" y="84"/>
                  </a:lnTo>
                  <a:lnTo>
                    <a:pt x="68591" y="0"/>
                  </a:lnTo>
                  <a:lnTo>
                    <a:pt x="685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756333" y="3685283"/>
              <a:ext cx="185543" cy="334317"/>
            </a:xfrm>
            <a:custGeom>
              <a:avLst/>
              <a:pathLst>
                <a:path w="185543" h="334317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1" y="1357"/>
                  </a:lnTo>
                  <a:lnTo>
                    <a:pt x="140627" y="2119"/>
                  </a:lnTo>
                  <a:lnTo>
                    <a:pt x="135379" y="3048"/>
                  </a:lnTo>
                  <a:lnTo>
                    <a:pt x="130164" y="4145"/>
                  </a:lnTo>
                  <a:lnTo>
                    <a:pt x="124987" y="5407"/>
                  </a:lnTo>
                  <a:lnTo>
                    <a:pt x="119852" y="6833"/>
                  </a:lnTo>
                  <a:lnTo>
                    <a:pt x="114766" y="8423"/>
                  </a:lnTo>
                  <a:lnTo>
                    <a:pt x="109732" y="10174"/>
                  </a:lnTo>
                  <a:lnTo>
                    <a:pt x="104757" y="12084"/>
                  </a:lnTo>
                  <a:lnTo>
                    <a:pt x="99846" y="14152"/>
                  </a:lnTo>
                  <a:lnTo>
                    <a:pt x="95003" y="16375"/>
                  </a:lnTo>
                  <a:lnTo>
                    <a:pt x="90233" y="18752"/>
                  </a:lnTo>
                  <a:lnTo>
                    <a:pt x="85541" y="21279"/>
                  </a:lnTo>
                  <a:lnTo>
                    <a:pt x="80933" y="23955"/>
                  </a:lnTo>
                  <a:lnTo>
                    <a:pt x="76411" y="26776"/>
                  </a:lnTo>
                  <a:lnTo>
                    <a:pt x="71983" y="29740"/>
                  </a:lnTo>
                  <a:lnTo>
                    <a:pt x="67651" y="32844"/>
                  </a:lnTo>
                  <a:lnTo>
                    <a:pt x="63420" y="36084"/>
                  </a:lnTo>
                  <a:lnTo>
                    <a:pt x="59294" y="39457"/>
                  </a:lnTo>
                  <a:lnTo>
                    <a:pt x="55278" y="42960"/>
                  </a:lnTo>
                  <a:lnTo>
                    <a:pt x="51376" y="46590"/>
                  </a:lnTo>
                  <a:lnTo>
                    <a:pt x="47591" y="50342"/>
                  </a:lnTo>
                  <a:lnTo>
                    <a:pt x="43928" y="54212"/>
                  </a:lnTo>
                  <a:lnTo>
                    <a:pt x="40391" y="58198"/>
                  </a:lnTo>
                  <a:lnTo>
                    <a:pt x="36982" y="62294"/>
                  </a:lnTo>
                  <a:lnTo>
                    <a:pt x="33705" y="66497"/>
                  </a:lnTo>
                  <a:lnTo>
                    <a:pt x="30564" y="70802"/>
                  </a:lnTo>
                  <a:lnTo>
                    <a:pt x="27562" y="75204"/>
                  </a:lnTo>
                  <a:lnTo>
                    <a:pt x="24701" y="79701"/>
                  </a:lnTo>
                  <a:lnTo>
                    <a:pt x="21986" y="84286"/>
                  </a:lnTo>
                  <a:lnTo>
                    <a:pt x="19418" y="88956"/>
                  </a:lnTo>
                  <a:lnTo>
                    <a:pt x="17000" y="93705"/>
                  </a:lnTo>
                  <a:lnTo>
                    <a:pt x="14735" y="98528"/>
                  </a:lnTo>
                  <a:lnTo>
                    <a:pt x="12624" y="103422"/>
                  </a:lnTo>
                  <a:lnTo>
                    <a:pt x="10671" y="108380"/>
                  </a:lnTo>
                  <a:lnTo>
                    <a:pt x="8877" y="113398"/>
                  </a:lnTo>
                  <a:lnTo>
                    <a:pt x="7243" y="118471"/>
                  </a:lnTo>
                  <a:lnTo>
                    <a:pt x="5772" y="123593"/>
                  </a:lnTo>
                  <a:lnTo>
                    <a:pt x="4465" y="128759"/>
                  </a:lnTo>
                  <a:lnTo>
                    <a:pt x="3324" y="133964"/>
                  </a:lnTo>
                  <a:lnTo>
                    <a:pt x="2349" y="139204"/>
                  </a:lnTo>
                  <a:lnTo>
                    <a:pt x="1541" y="144471"/>
                  </a:lnTo>
                  <a:lnTo>
                    <a:pt x="902" y="149762"/>
                  </a:lnTo>
                  <a:lnTo>
                    <a:pt x="431" y="155070"/>
                  </a:lnTo>
                  <a:lnTo>
                    <a:pt x="131" y="160391"/>
                  </a:lnTo>
                  <a:lnTo>
                    <a:pt x="0" y="165718"/>
                  </a:lnTo>
                  <a:lnTo>
                    <a:pt x="38" y="171047"/>
                  </a:lnTo>
                  <a:lnTo>
                    <a:pt x="247" y="176372"/>
                  </a:lnTo>
                  <a:lnTo>
                    <a:pt x="625" y="181688"/>
                  </a:lnTo>
                  <a:lnTo>
                    <a:pt x="1173" y="186989"/>
                  </a:lnTo>
                  <a:lnTo>
                    <a:pt x="1889" y="192270"/>
                  </a:lnTo>
                  <a:lnTo>
                    <a:pt x="2773" y="197525"/>
                  </a:lnTo>
                  <a:lnTo>
                    <a:pt x="3824" y="202749"/>
                  </a:lnTo>
                  <a:lnTo>
                    <a:pt x="5041" y="207937"/>
                  </a:lnTo>
                  <a:lnTo>
                    <a:pt x="6423" y="213084"/>
                  </a:lnTo>
                  <a:lnTo>
                    <a:pt x="7968" y="218184"/>
                  </a:lnTo>
                  <a:lnTo>
                    <a:pt x="9675" y="223233"/>
                  </a:lnTo>
                  <a:lnTo>
                    <a:pt x="11543" y="228224"/>
                  </a:lnTo>
                  <a:lnTo>
                    <a:pt x="13568" y="233153"/>
                  </a:lnTo>
                  <a:lnTo>
                    <a:pt x="15749" y="238015"/>
                  </a:lnTo>
                  <a:lnTo>
                    <a:pt x="18084" y="242806"/>
                  </a:lnTo>
                  <a:lnTo>
                    <a:pt x="20571" y="247519"/>
                  </a:lnTo>
                  <a:lnTo>
                    <a:pt x="23207" y="252151"/>
                  </a:lnTo>
                  <a:lnTo>
                    <a:pt x="25989" y="256696"/>
                  </a:lnTo>
                  <a:lnTo>
                    <a:pt x="28914" y="261150"/>
                  </a:lnTo>
                  <a:lnTo>
                    <a:pt x="31980" y="265509"/>
                  </a:lnTo>
                  <a:lnTo>
                    <a:pt x="35184" y="269768"/>
                  </a:lnTo>
                  <a:lnTo>
                    <a:pt x="38521" y="273923"/>
                  </a:lnTo>
                  <a:lnTo>
                    <a:pt x="41989" y="277969"/>
                  </a:lnTo>
                  <a:lnTo>
                    <a:pt x="45585" y="281902"/>
                  </a:lnTo>
                  <a:lnTo>
                    <a:pt x="49304" y="285719"/>
                  </a:lnTo>
                  <a:lnTo>
                    <a:pt x="53142" y="289416"/>
                  </a:lnTo>
                  <a:lnTo>
                    <a:pt x="57097" y="292988"/>
                  </a:lnTo>
                  <a:lnTo>
                    <a:pt x="61163" y="296432"/>
                  </a:lnTo>
                  <a:lnTo>
                    <a:pt x="65337" y="299745"/>
                  </a:lnTo>
                  <a:lnTo>
                    <a:pt x="69615" y="302923"/>
                  </a:lnTo>
                  <a:lnTo>
                    <a:pt x="73992" y="305964"/>
                  </a:lnTo>
                  <a:lnTo>
                    <a:pt x="78463" y="308863"/>
                  </a:lnTo>
                  <a:lnTo>
                    <a:pt x="83025" y="311618"/>
                  </a:lnTo>
                  <a:lnTo>
                    <a:pt x="87672" y="314226"/>
                  </a:lnTo>
                  <a:lnTo>
                    <a:pt x="92400" y="316685"/>
                  </a:lnTo>
                  <a:lnTo>
                    <a:pt x="97204" y="318992"/>
                  </a:lnTo>
                  <a:lnTo>
                    <a:pt x="102079" y="321145"/>
                  </a:lnTo>
                  <a:lnTo>
                    <a:pt x="107020" y="323141"/>
                  </a:lnTo>
                  <a:lnTo>
                    <a:pt x="112022" y="324979"/>
                  </a:lnTo>
                  <a:lnTo>
                    <a:pt x="117080" y="326656"/>
                  </a:lnTo>
                  <a:lnTo>
                    <a:pt x="122189" y="328172"/>
                  </a:lnTo>
                  <a:lnTo>
                    <a:pt x="127344" y="329523"/>
                  </a:lnTo>
                  <a:lnTo>
                    <a:pt x="132540" y="330710"/>
                  </a:lnTo>
                  <a:lnTo>
                    <a:pt x="137770" y="331730"/>
                  </a:lnTo>
                  <a:lnTo>
                    <a:pt x="143030" y="332584"/>
                  </a:lnTo>
                  <a:lnTo>
                    <a:pt x="148315" y="333269"/>
                  </a:lnTo>
                  <a:lnTo>
                    <a:pt x="153619" y="333785"/>
                  </a:lnTo>
                  <a:lnTo>
                    <a:pt x="158937" y="334132"/>
                  </a:lnTo>
                  <a:lnTo>
                    <a:pt x="164263" y="334309"/>
                  </a:lnTo>
                  <a:lnTo>
                    <a:pt x="169592" y="334317"/>
                  </a:lnTo>
                  <a:lnTo>
                    <a:pt x="174919" y="334154"/>
                  </a:lnTo>
                  <a:lnTo>
                    <a:pt x="180238" y="333822"/>
                  </a:lnTo>
                  <a:lnTo>
                    <a:pt x="185543" y="33332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306"/>
              <a:ext cx="167149" cy="333297"/>
            </a:xfrm>
            <a:custGeom>
              <a:avLst/>
              <a:pathLst>
                <a:path w="167149" h="333297">
                  <a:moveTo>
                    <a:pt x="18382" y="333297"/>
                  </a:moveTo>
                  <a:lnTo>
                    <a:pt x="23700" y="332622"/>
                  </a:lnTo>
                  <a:lnTo>
                    <a:pt x="28994" y="331777"/>
                  </a:lnTo>
                  <a:lnTo>
                    <a:pt x="34259" y="330763"/>
                  </a:lnTo>
                  <a:lnTo>
                    <a:pt x="39488" y="329580"/>
                  </a:lnTo>
                  <a:lnTo>
                    <a:pt x="44676" y="328230"/>
                  </a:lnTo>
                  <a:lnTo>
                    <a:pt x="49818" y="326715"/>
                  </a:lnTo>
                  <a:lnTo>
                    <a:pt x="54909" y="325035"/>
                  </a:lnTo>
                  <a:lnTo>
                    <a:pt x="59944" y="323194"/>
                  </a:lnTo>
                  <a:lnTo>
                    <a:pt x="64917" y="321191"/>
                  </a:lnTo>
                  <a:lnTo>
                    <a:pt x="69823" y="319030"/>
                  </a:lnTo>
                  <a:lnTo>
                    <a:pt x="74658" y="316713"/>
                  </a:lnTo>
                  <a:lnTo>
                    <a:pt x="79416" y="314242"/>
                  </a:lnTo>
                  <a:lnTo>
                    <a:pt x="84091" y="311620"/>
                  </a:lnTo>
                  <a:lnTo>
                    <a:pt x="88681" y="308849"/>
                  </a:lnTo>
                  <a:lnTo>
                    <a:pt x="93179" y="305933"/>
                  </a:lnTo>
                  <a:lnTo>
                    <a:pt x="97582" y="302874"/>
                  </a:lnTo>
                  <a:lnTo>
                    <a:pt x="101884" y="299675"/>
                  </a:lnTo>
                  <a:lnTo>
                    <a:pt x="106081" y="296340"/>
                  </a:lnTo>
                  <a:lnTo>
                    <a:pt x="110169" y="292872"/>
                  </a:lnTo>
                  <a:lnTo>
                    <a:pt x="114144" y="289274"/>
                  </a:lnTo>
                  <a:lnTo>
                    <a:pt x="118002" y="285551"/>
                  </a:lnTo>
                  <a:lnTo>
                    <a:pt x="121738" y="281707"/>
                  </a:lnTo>
                  <a:lnTo>
                    <a:pt x="125349" y="277744"/>
                  </a:lnTo>
                  <a:lnTo>
                    <a:pt x="128831" y="273668"/>
                  </a:lnTo>
                  <a:lnTo>
                    <a:pt x="132180" y="269482"/>
                  </a:lnTo>
                  <a:lnTo>
                    <a:pt x="135394" y="265191"/>
                  </a:lnTo>
                  <a:lnTo>
                    <a:pt x="138468" y="260799"/>
                  </a:lnTo>
                  <a:lnTo>
                    <a:pt x="141400" y="256311"/>
                  </a:lnTo>
                  <a:lnTo>
                    <a:pt x="144187" y="251731"/>
                  </a:lnTo>
                  <a:lnTo>
                    <a:pt x="146825" y="247064"/>
                  </a:lnTo>
                  <a:lnTo>
                    <a:pt x="149312" y="242315"/>
                  </a:lnTo>
                  <a:lnTo>
                    <a:pt x="151646" y="237488"/>
                  </a:lnTo>
                  <a:lnTo>
                    <a:pt x="153823" y="232589"/>
                  </a:lnTo>
                  <a:lnTo>
                    <a:pt x="155843" y="227623"/>
                  </a:lnTo>
                  <a:lnTo>
                    <a:pt x="157702" y="222595"/>
                  </a:lnTo>
                  <a:lnTo>
                    <a:pt x="159399" y="217510"/>
                  </a:lnTo>
                  <a:lnTo>
                    <a:pt x="160932" y="212372"/>
                  </a:lnTo>
                  <a:lnTo>
                    <a:pt x="162300" y="207189"/>
                  </a:lnTo>
                  <a:lnTo>
                    <a:pt x="163500" y="201964"/>
                  </a:lnTo>
                  <a:lnTo>
                    <a:pt x="164533" y="196703"/>
                  </a:lnTo>
                  <a:lnTo>
                    <a:pt x="165396" y="191412"/>
                  </a:lnTo>
                  <a:lnTo>
                    <a:pt x="166089" y="186096"/>
                  </a:lnTo>
                  <a:lnTo>
                    <a:pt x="166611" y="180761"/>
                  </a:lnTo>
                  <a:lnTo>
                    <a:pt x="166962" y="175411"/>
                  </a:lnTo>
                  <a:lnTo>
                    <a:pt x="167142" y="170053"/>
                  </a:lnTo>
                  <a:lnTo>
                    <a:pt x="167149" y="164692"/>
                  </a:lnTo>
                  <a:lnTo>
                    <a:pt x="166984" y="159334"/>
                  </a:lnTo>
                  <a:lnTo>
                    <a:pt x="166648" y="153983"/>
                  </a:lnTo>
                  <a:lnTo>
                    <a:pt x="166140" y="148646"/>
                  </a:lnTo>
                  <a:lnTo>
                    <a:pt x="165462" y="143328"/>
                  </a:lnTo>
                  <a:lnTo>
                    <a:pt x="164613" y="138035"/>
                  </a:lnTo>
                  <a:lnTo>
                    <a:pt x="163595" y="132771"/>
                  </a:lnTo>
                  <a:lnTo>
                    <a:pt x="162409" y="127543"/>
                  </a:lnTo>
                  <a:lnTo>
                    <a:pt x="161055" y="122356"/>
                  </a:lnTo>
                  <a:lnTo>
                    <a:pt x="159536" y="117214"/>
                  </a:lnTo>
                  <a:lnTo>
                    <a:pt x="157853" y="112124"/>
                  </a:lnTo>
                  <a:lnTo>
                    <a:pt x="156008" y="107091"/>
                  </a:lnTo>
                  <a:lnTo>
                    <a:pt x="154002" y="102119"/>
                  </a:lnTo>
                  <a:lnTo>
                    <a:pt x="151838" y="97215"/>
                  </a:lnTo>
                  <a:lnTo>
                    <a:pt x="149518" y="92382"/>
                  </a:lnTo>
                  <a:lnTo>
                    <a:pt x="147043" y="87626"/>
                  </a:lnTo>
                  <a:lnTo>
                    <a:pt x="144418" y="82952"/>
                  </a:lnTo>
                  <a:lnTo>
                    <a:pt x="141644" y="78364"/>
                  </a:lnTo>
                  <a:lnTo>
                    <a:pt x="138724" y="73868"/>
                  </a:lnTo>
                  <a:lnTo>
                    <a:pt x="135662" y="69468"/>
                  </a:lnTo>
                  <a:lnTo>
                    <a:pt x="132460" y="65168"/>
                  </a:lnTo>
                  <a:lnTo>
                    <a:pt x="129122" y="60973"/>
                  </a:lnTo>
                  <a:lnTo>
                    <a:pt x="125651" y="56887"/>
                  </a:lnTo>
                  <a:lnTo>
                    <a:pt x="122051" y="52914"/>
                  </a:lnTo>
                  <a:lnTo>
                    <a:pt x="118326" y="49059"/>
                  </a:lnTo>
                  <a:lnTo>
                    <a:pt x="114478" y="45326"/>
                  </a:lnTo>
                  <a:lnTo>
                    <a:pt x="110513" y="41718"/>
                  </a:lnTo>
                  <a:lnTo>
                    <a:pt x="106435" y="38239"/>
                  </a:lnTo>
                  <a:lnTo>
                    <a:pt x="102247" y="34892"/>
                  </a:lnTo>
                  <a:lnTo>
                    <a:pt x="97953" y="31681"/>
                  </a:lnTo>
                  <a:lnTo>
                    <a:pt x="93559" y="28610"/>
                  </a:lnTo>
                  <a:lnTo>
                    <a:pt x="89069" y="25681"/>
                  </a:lnTo>
                  <a:lnTo>
                    <a:pt x="84487" y="22898"/>
                  </a:lnTo>
                  <a:lnTo>
                    <a:pt x="79818" y="20263"/>
                  </a:lnTo>
                  <a:lnTo>
                    <a:pt x="75067" y="17779"/>
                  </a:lnTo>
                  <a:lnTo>
                    <a:pt x="70239" y="15449"/>
                  </a:lnTo>
                  <a:lnTo>
                    <a:pt x="65339" y="13274"/>
                  </a:lnTo>
                  <a:lnTo>
                    <a:pt x="60371" y="11258"/>
                  </a:lnTo>
                  <a:lnTo>
                    <a:pt x="55342" y="9403"/>
                  </a:lnTo>
                  <a:lnTo>
                    <a:pt x="50255" y="7709"/>
                  </a:lnTo>
                  <a:lnTo>
                    <a:pt x="45117" y="6180"/>
                  </a:lnTo>
                  <a:lnTo>
                    <a:pt x="39932" y="4816"/>
                  </a:lnTo>
                  <a:lnTo>
                    <a:pt x="34707" y="3619"/>
                  </a:lnTo>
                  <a:lnTo>
                    <a:pt x="29445" y="2590"/>
                  </a:lnTo>
                  <a:lnTo>
                    <a:pt x="24154" y="1730"/>
                  </a:lnTo>
                  <a:lnTo>
                    <a:pt x="18837" y="1041"/>
                  </a:lnTo>
                  <a:lnTo>
                    <a:pt x="13501" y="522"/>
                  </a:lnTo>
                  <a:lnTo>
                    <a:pt x="8152" y="175"/>
                  </a:lnTo>
                  <a:lnTo>
                    <a:pt x="2793" y="0"/>
                  </a:lnTo>
                  <a:lnTo>
                    <a:pt x="0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23495" y="3685283"/>
              <a:ext cx="2793" cy="167167"/>
            </a:xfrm>
            <a:custGeom>
              <a:avLst/>
              <a:pathLst>
                <a:path w="2793" h="167167">
                  <a:moveTo>
                    <a:pt x="2793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tx9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2025-06-26T11:51:08Z</dcterms:modified>
  <cp:category/>
</cp:coreProperties>
</file>