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055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296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547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48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26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31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6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53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2011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89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317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8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763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2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99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067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630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626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648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1442" y="3170392"/>
              <a:ext cx="2336" cy="167167"/>
            </a:xfrm>
            <a:custGeom>
              <a:avLst/>
              <a:pathLst>
                <a:path w="2336" h="167167">
                  <a:moveTo>
                    <a:pt x="2336" y="0"/>
                  </a:moveTo>
                  <a:lnTo>
                    <a:pt x="0" y="16"/>
                  </a:lnTo>
                  <a:lnTo>
                    <a:pt x="23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442" y="3170408"/>
              <a:ext cx="2336" cy="167151"/>
            </a:xfrm>
            <a:custGeom>
              <a:avLst/>
              <a:pathLst>
                <a:path w="2336" h="167151">
                  <a:moveTo>
                    <a:pt x="0" y="0"/>
                  </a:moveTo>
                  <a:lnTo>
                    <a:pt x="2336" y="1671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16612" y="3170408"/>
              <a:ext cx="334332" cy="334305"/>
            </a:xfrm>
            <a:custGeom>
              <a:avLst/>
              <a:pathLst>
                <a:path w="334332" h="334305">
                  <a:moveTo>
                    <a:pt x="164829" y="0"/>
                  </a:moveTo>
                  <a:lnTo>
                    <a:pt x="159530" y="158"/>
                  </a:lnTo>
                  <a:lnTo>
                    <a:pt x="154238" y="484"/>
                  </a:lnTo>
                  <a:lnTo>
                    <a:pt x="148960" y="978"/>
                  </a:lnTo>
                  <a:lnTo>
                    <a:pt x="143700" y="1638"/>
                  </a:lnTo>
                  <a:lnTo>
                    <a:pt x="138463" y="2466"/>
                  </a:lnTo>
                  <a:lnTo>
                    <a:pt x="133255" y="3459"/>
                  </a:lnTo>
                  <a:lnTo>
                    <a:pt x="128081" y="4617"/>
                  </a:lnTo>
                  <a:lnTo>
                    <a:pt x="122947" y="5938"/>
                  </a:lnTo>
                  <a:lnTo>
                    <a:pt x="117857" y="7421"/>
                  </a:lnTo>
                  <a:lnTo>
                    <a:pt x="112817" y="9065"/>
                  </a:lnTo>
                  <a:lnTo>
                    <a:pt x="107831" y="10868"/>
                  </a:lnTo>
                  <a:lnTo>
                    <a:pt x="102905" y="12828"/>
                  </a:lnTo>
                  <a:lnTo>
                    <a:pt x="98044" y="14944"/>
                  </a:lnTo>
                  <a:lnTo>
                    <a:pt x="93252" y="17212"/>
                  </a:lnTo>
                  <a:lnTo>
                    <a:pt x="88534" y="19631"/>
                  </a:lnTo>
                  <a:lnTo>
                    <a:pt x="83896" y="22199"/>
                  </a:lnTo>
                  <a:lnTo>
                    <a:pt x="79341" y="24912"/>
                  </a:lnTo>
                  <a:lnTo>
                    <a:pt x="74875" y="27769"/>
                  </a:lnTo>
                  <a:lnTo>
                    <a:pt x="70501" y="30766"/>
                  </a:lnTo>
                  <a:lnTo>
                    <a:pt x="66225" y="33900"/>
                  </a:lnTo>
                  <a:lnTo>
                    <a:pt x="62050" y="37168"/>
                  </a:lnTo>
                  <a:lnTo>
                    <a:pt x="57981" y="40566"/>
                  </a:lnTo>
                  <a:lnTo>
                    <a:pt x="54022" y="44092"/>
                  </a:lnTo>
                  <a:lnTo>
                    <a:pt x="50177" y="47742"/>
                  </a:lnTo>
                  <a:lnTo>
                    <a:pt x="46449" y="51512"/>
                  </a:lnTo>
                  <a:lnTo>
                    <a:pt x="42843" y="55398"/>
                  </a:lnTo>
                  <a:lnTo>
                    <a:pt x="39362" y="59397"/>
                  </a:lnTo>
                  <a:lnTo>
                    <a:pt x="36009" y="63504"/>
                  </a:lnTo>
                  <a:lnTo>
                    <a:pt x="32788" y="67715"/>
                  </a:lnTo>
                  <a:lnTo>
                    <a:pt x="29703" y="72026"/>
                  </a:lnTo>
                  <a:lnTo>
                    <a:pt x="26755" y="76433"/>
                  </a:lnTo>
                  <a:lnTo>
                    <a:pt x="23949" y="80931"/>
                  </a:lnTo>
                  <a:lnTo>
                    <a:pt x="21287" y="85516"/>
                  </a:lnTo>
                  <a:lnTo>
                    <a:pt x="18772" y="90183"/>
                  </a:lnTo>
                  <a:lnTo>
                    <a:pt x="16406" y="94927"/>
                  </a:lnTo>
                  <a:lnTo>
                    <a:pt x="14191" y="99744"/>
                  </a:lnTo>
                  <a:lnTo>
                    <a:pt x="12131" y="104629"/>
                  </a:lnTo>
                  <a:lnTo>
                    <a:pt x="10226" y="109577"/>
                  </a:lnTo>
                  <a:lnTo>
                    <a:pt x="8479" y="114583"/>
                  </a:lnTo>
                  <a:lnTo>
                    <a:pt x="6892" y="119641"/>
                  </a:lnTo>
                  <a:lnTo>
                    <a:pt x="5466" y="124747"/>
                  </a:lnTo>
                  <a:lnTo>
                    <a:pt x="4203" y="129896"/>
                  </a:lnTo>
                  <a:lnTo>
                    <a:pt x="3104" y="135083"/>
                  </a:lnTo>
                  <a:lnTo>
                    <a:pt x="2169" y="140301"/>
                  </a:lnTo>
                  <a:lnTo>
                    <a:pt x="1401" y="145547"/>
                  </a:lnTo>
                  <a:lnTo>
                    <a:pt x="799" y="150814"/>
                  </a:lnTo>
                  <a:lnTo>
                    <a:pt x="365" y="156098"/>
                  </a:lnTo>
                  <a:lnTo>
                    <a:pt x="98" y="161393"/>
                  </a:lnTo>
                  <a:lnTo>
                    <a:pt x="0" y="166694"/>
                  </a:lnTo>
                  <a:lnTo>
                    <a:pt x="69" y="171995"/>
                  </a:lnTo>
                  <a:lnTo>
                    <a:pt x="307" y="177292"/>
                  </a:lnTo>
                  <a:lnTo>
                    <a:pt x="712" y="182578"/>
                  </a:lnTo>
                  <a:lnTo>
                    <a:pt x="1285" y="187848"/>
                  </a:lnTo>
                  <a:lnTo>
                    <a:pt x="2025" y="193098"/>
                  </a:lnTo>
                  <a:lnTo>
                    <a:pt x="2931" y="198322"/>
                  </a:lnTo>
                  <a:lnTo>
                    <a:pt x="4002" y="203514"/>
                  </a:lnTo>
                  <a:lnTo>
                    <a:pt x="5237" y="208670"/>
                  </a:lnTo>
                  <a:lnTo>
                    <a:pt x="6635" y="213784"/>
                  </a:lnTo>
                  <a:lnTo>
                    <a:pt x="8195" y="218851"/>
                  </a:lnTo>
                  <a:lnTo>
                    <a:pt x="9914" y="223866"/>
                  </a:lnTo>
                  <a:lnTo>
                    <a:pt x="11792" y="228824"/>
                  </a:lnTo>
                  <a:lnTo>
                    <a:pt x="13825" y="233720"/>
                  </a:lnTo>
                  <a:lnTo>
                    <a:pt x="16013" y="238549"/>
                  </a:lnTo>
                  <a:lnTo>
                    <a:pt x="18354" y="243307"/>
                  </a:lnTo>
                  <a:lnTo>
                    <a:pt x="20843" y="247987"/>
                  </a:lnTo>
                  <a:lnTo>
                    <a:pt x="23480" y="252587"/>
                  </a:lnTo>
                  <a:lnTo>
                    <a:pt x="26262" y="257100"/>
                  </a:lnTo>
                  <a:lnTo>
                    <a:pt x="29185" y="261523"/>
                  </a:lnTo>
                  <a:lnTo>
                    <a:pt x="32247" y="265851"/>
                  </a:lnTo>
                  <a:lnTo>
                    <a:pt x="35445" y="270080"/>
                  </a:lnTo>
                  <a:lnTo>
                    <a:pt x="38775" y="274205"/>
                  </a:lnTo>
                  <a:lnTo>
                    <a:pt x="42234" y="278222"/>
                  </a:lnTo>
                  <a:lnTo>
                    <a:pt x="45819" y="282128"/>
                  </a:lnTo>
                  <a:lnTo>
                    <a:pt x="49526" y="285918"/>
                  </a:lnTo>
                  <a:lnTo>
                    <a:pt x="53352" y="289589"/>
                  </a:lnTo>
                  <a:lnTo>
                    <a:pt x="57292" y="293137"/>
                  </a:lnTo>
                  <a:lnTo>
                    <a:pt x="61342" y="296558"/>
                  </a:lnTo>
                  <a:lnTo>
                    <a:pt x="65499" y="299848"/>
                  </a:lnTo>
                  <a:lnTo>
                    <a:pt x="69758" y="303005"/>
                  </a:lnTo>
                  <a:lnTo>
                    <a:pt x="74115" y="306026"/>
                  </a:lnTo>
                  <a:lnTo>
                    <a:pt x="78566" y="308907"/>
                  </a:lnTo>
                  <a:lnTo>
                    <a:pt x="83105" y="311645"/>
                  </a:lnTo>
                  <a:lnTo>
                    <a:pt x="87730" y="314238"/>
                  </a:lnTo>
                  <a:lnTo>
                    <a:pt x="92434" y="316683"/>
                  </a:lnTo>
                  <a:lnTo>
                    <a:pt x="97213" y="318978"/>
                  </a:lnTo>
                  <a:lnTo>
                    <a:pt x="102063" y="321120"/>
                  </a:lnTo>
                  <a:lnTo>
                    <a:pt x="106978" y="323107"/>
                  </a:lnTo>
                  <a:lnTo>
                    <a:pt x="111954" y="324937"/>
                  </a:lnTo>
                  <a:lnTo>
                    <a:pt x="116985" y="326608"/>
                  </a:lnTo>
                  <a:lnTo>
                    <a:pt x="122067" y="328120"/>
                  </a:lnTo>
                  <a:lnTo>
                    <a:pt x="127194" y="329469"/>
                  </a:lnTo>
                  <a:lnTo>
                    <a:pt x="132361" y="330655"/>
                  </a:lnTo>
                  <a:lnTo>
                    <a:pt x="137564" y="331676"/>
                  </a:lnTo>
                  <a:lnTo>
                    <a:pt x="142796" y="332532"/>
                  </a:lnTo>
                  <a:lnTo>
                    <a:pt x="148052" y="333222"/>
                  </a:lnTo>
                  <a:lnTo>
                    <a:pt x="153328" y="333744"/>
                  </a:lnTo>
                  <a:lnTo>
                    <a:pt x="158618" y="334099"/>
                  </a:lnTo>
                  <a:lnTo>
                    <a:pt x="163916" y="334286"/>
                  </a:lnTo>
                  <a:lnTo>
                    <a:pt x="169218" y="334305"/>
                  </a:lnTo>
                  <a:lnTo>
                    <a:pt x="174518" y="334156"/>
                  </a:lnTo>
                  <a:lnTo>
                    <a:pt x="179810" y="333839"/>
                  </a:lnTo>
                  <a:lnTo>
                    <a:pt x="185089" y="333354"/>
                  </a:lnTo>
                  <a:lnTo>
                    <a:pt x="190351" y="332703"/>
                  </a:lnTo>
                  <a:lnTo>
                    <a:pt x="195589" y="331884"/>
                  </a:lnTo>
                  <a:lnTo>
                    <a:pt x="200798" y="330900"/>
                  </a:lnTo>
                  <a:lnTo>
                    <a:pt x="205974" y="329751"/>
                  </a:lnTo>
                  <a:lnTo>
                    <a:pt x="211111" y="328439"/>
                  </a:lnTo>
                  <a:lnTo>
                    <a:pt x="216203" y="326964"/>
                  </a:lnTo>
                  <a:lnTo>
                    <a:pt x="221246" y="325329"/>
                  </a:lnTo>
                  <a:lnTo>
                    <a:pt x="226235" y="323534"/>
                  </a:lnTo>
                  <a:lnTo>
                    <a:pt x="231164" y="321583"/>
                  </a:lnTo>
                  <a:lnTo>
                    <a:pt x="236029" y="319475"/>
                  </a:lnTo>
                  <a:lnTo>
                    <a:pt x="240825" y="317215"/>
                  </a:lnTo>
                  <a:lnTo>
                    <a:pt x="245547" y="314804"/>
                  </a:lnTo>
                  <a:lnTo>
                    <a:pt x="250189" y="312244"/>
                  </a:lnTo>
                  <a:lnTo>
                    <a:pt x="254749" y="309538"/>
                  </a:lnTo>
                  <a:lnTo>
                    <a:pt x="259220" y="306690"/>
                  </a:lnTo>
                  <a:lnTo>
                    <a:pt x="263598" y="303700"/>
                  </a:lnTo>
                  <a:lnTo>
                    <a:pt x="267880" y="300574"/>
                  </a:lnTo>
                  <a:lnTo>
                    <a:pt x="272060" y="297313"/>
                  </a:lnTo>
                  <a:lnTo>
                    <a:pt x="276135" y="293921"/>
                  </a:lnTo>
                  <a:lnTo>
                    <a:pt x="280100" y="290402"/>
                  </a:lnTo>
                  <a:lnTo>
                    <a:pt x="283952" y="286759"/>
                  </a:lnTo>
                  <a:lnTo>
                    <a:pt x="287686" y="282995"/>
                  </a:lnTo>
                  <a:lnTo>
                    <a:pt x="291299" y="279115"/>
                  </a:lnTo>
                  <a:lnTo>
                    <a:pt x="294787" y="275123"/>
                  </a:lnTo>
                  <a:lnTo>
                    <a:pt x="298147" y="271021"/>
                  </a:lnTo>
                  <a:lnTo>
                    <a:pt x="301374" y="266816"/>
                  </a:lnTo>
                  <a:lnTo>
                    <a:pt x="304467" y="262510"/>
                  </a:lnTo>
                  <a:lnTo>
                    <a:pt x="307422" y="258108"/>
                  </a:lnTo>
                  <a:lnTo>
                    <a:pt x="310236" y="253615"/>
                  </a:lnTo>
                  <a:lnTo>
                    <a:pt x="312906" y="249034"/>
                  </a:lnTo>
                  <a:lnTo>
                    <a:pt x="315429" y="244371"/>
                  </a:lnTo>
                  <a:lnTo>
                    <a:pt x="317803" y="239631"/>
                  </a:lnTo>
                  <a:lnTo>
                    <a:pt x="320026" y="234818"/>
                  </a:lnTo>
                  <a:lnTo>
                    <a:pt x="322095" y="229937"/>
                  </a:lnTo>
                  <a:lnTo>
                    <a:pt x="324008" y="224992"/>
                  </a:lnTo>
                  <a:lnTo>
                    <a:pt x="325763" y="219989"/>
                  </a:lnTo>
                  <a:lnTo>
                    <a:pt x="327359" y="214934"/>
                  </a:lnTo>
                  <a:lnTo>
                    <a:pt x="328794" y="209830"/>
                  </a:lnTo>
                  <a:lnTo>
                    <a:pt x="330066" y="204683"/>
                  </a:lnTo>
                  <a:lnTo>
                    <a:pt x="331174" y="199498"/>
                  </a:lnTo>
                  <a:lnTo>
                    <a:pt x="332117" y="194281"/>
                  </a:lnTo>
                  <a:lnTo>
                    <a:pt x="332895" y="189037"/>
                  </a:lnTo>
                  <a:lnTo>
                    <a:pt x="333506" y="183771"/>
                  </a:lnTo>
                  <a:lnTo>
                    <a:pt x="333949" y="178488"/>
                  </a:lnTo>
                  <a:lnTo>
                    <a:pt x="334225" y="173193"/>
                  </a:lnTo>
                  <a:lnTo>
                    <a:pt x="334332" y="167893"/>
                  </a:lnTo>
                  <a:lnTo>
                    <a:pt x="334272" y="162591"/>
                  </a:lnTo>
                  <a:lnTo>
                    <a:pt x="334043" y="157294"/>
                  </a:lnTo>
                  <a:lnTo>
                    <a:pt x="333646" y="152008"/>
                  </a:lnTo>
                  <a:lnTo>
                    <a:pt x="333083" y="146736"/>
                  </a:lnTo>
                  <a:lnTo>
                    <a:pt x="332352" y="141485"/>
                  </a:lnTo>
                  <a:lnTo>
                    <a:pt x="331455" y="136260"/>
                  </a:lnTo>
                  <a:lnTo>
                    <a:pt x="330393" y="131066"/>
                  </a:lnTo>
                  <a:lnTo>
                    <a:pt x="329166" y="125908"/>
                  </a:lnTo>
                  <a:lnTo>
                    <a:pt x="327777" y="120791"/>
                  </a:lnTo>
                  <a:lnTo>
                    <a:pt x="326226" y="115722"/>
                  </a:lnTo>
                  <a:lnTo>
                    <a:pt x="324515" y="110704"/>
                  </a:lnTo>
                  <a:lnTo>
                    <a:pt x="322646" y="105742"/>
                  </a:lnTo>
                  <a:lnTo>
                    <a:pt x="320621" y="100843"/>
                  </a:lnTo>
                  <a:lnTo>
                    <a:pt x="318441" y="96010"/>
                  </a:lnTo>
                  <a:lnTo>
                    <a:pt x="316109" y="91249"/>
                  </a:lnTo>
                  <a:lnTo>
                    <a:pt x="313627" y="86564"/>
                  </a:lnTo>
                  <a:lnTo>
                    <a:pt x="310998" y="81960"/>
                  </a:lnTo>
                  <a:lnTo>
                    <a:pt x="308224" y="77442"/>
                  </a:lnTo>
                  <a:lnTo>
                    <a:pt x="305308" y="73014"/>
                  </a:lnTo>
                  <a:lnTo>
                    <a:pt x="302254" y="68681"/>
                  </a:lnTo>
                  <a:lnTo>
                    <a:pt x="299063" y="64446"/>
                  </a:lnTo>
                  <a:lnTo>
                    <a:pt x="295740" y="60316"/>
                  </a:lnTo>
                  <a:lnTo>
                    <a:pt x="292288" y="56292"/>
                  </a:lnTo>
                  <a:lnTo>
                    <a:pt x="288709" y="52380"/>
                  </a:lnTo>
                  <a:lnTo>
                    <a:pt x="285009" y="48584"/>
                  </a:lnTo>
                  <a:lnTo>
                    <a:pt x="281190" y="44906"/>
                  </a:lnTo>
                  <a:lnTo>
                    <a:pt x="277256" y="41352"/>
                  </a:lnTo>
                  <a:lnTo>
                    <a:pt x="273211" y="37924"/>
                  </a:lnTo>
                  <a:lnTo>
                    <a:pt x="269060" y="34627"/>
                  </a:lnTo>
                  <a:lnTo>
                    <a:pt x="264807" y="31462"/>
                  </a:lnTo>
                  <a:lnTo>
                    <a:pt x="260455" y="28434"/>
                  </a:lnTo>
                  <a:lnTo>
                    <a:pt x="256009" y="25546"/>
                  </a:lnTo>
                  <a:lnTo>
                    <a:pt x="251474" y="22800"/>
                  </a:lnTo>
                  <a:lnTo>
                    <a:pt x="246854" y="20199"/>
                  </a:lnTo>
                  <a:lnTo>
                    <a:pt x="242154" y="17746"/>
                  </a:lnTo>
                  <a:lnTo>
                    <a:pt x="237379" y="15443"/>
                  </a:lnTo>
                  <a:lnTo>
                    <a:pt x="232532" y="13293"/>
                  </a:lnTo>
                  <a:lnTo>
                    <a:pt x="227621" y="11297"/>
                  </a:lnTo>
                  <a:lnTo>
                    <a:pt x="222648" y="9459"/>
                  </a:lnTo>
                  <a:lnTo>
                    <a:pt x="217620" y="7779"/>
                  </a:lnTo>
                  <a:lnTo>
                    <a:pt x="212540" y="6259"/>
                  </a:lnTo>
                  <a:lnTo>
                    <a:pt x="207416" y="4901"/>
                  </a:lnTo>
                  <a:lnTo>
                    <a:pt x="202250" y="3706"/>
                  </a:lnTo>
                  <a:lnTo>
                    <a:pt x="197050" y="2676"/>
                  </a:lnTo>
                  <a:lnTo>
                    <a:pt x="191819" y="1811"/>
                  </a:lnTo>
                  <a:lnTo>
                    <a:pt x="186564" y="1112"/>
                  </a:lnTo>
                  <a:lnTo>
                    <a:pt x="181289" y="581"/>
                  </a:lnTo>
                  <a:lnTo>
                    <a:pt x="176000" y="217"/>
                  </a:lnTo>
                  <a:lnTo>
                    <a:pt x="170702" y="21"/>
                  </a:lnTo>
                  <a:lnTo>
                    <a:pt x="167166" y="167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3779" y="3170392"/>
              <a:ext cx="3535" cy="167167"/>
            </a:xfrm>
            <a:custGeom>
              <a:avLst/>
              <a:pathLst>
                <a:path w="3535" h="167167">
                  <a:moveTo>
                    <a:pt x="3535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87118" y="2633064"/>
              <a:ext cx="31892" cy="167167"/>
            </a:xfrm>
            <a:custGeom>
              <a:avLst/>
              <a:pathLst>
                <a:path w="31892" h="167167">
                  <a:moveTo>
                    <a:pt x="31892" y="0"/>
                  </a:moveTo>
                  <a:lnTo>
                    <a:pt x="25476" y="123"/>
                  </a:lnTo>
                  <a:lnTo>
                    <a:pt x="19069" y="492"/>
                  </a:lnTo>
                  <a:lnTo>
                    <a:pt x="12681" y="1107"/>
                  </a:lnTo>
                  <a:lnTo>
                    <a:pt x="6321" y="1967"/>
                  </a:lnTo>
                  <a:lnTo>
                    <a:pt x="0" y="3070"/>
                  </a:lnTo>
                  <a:lnTo>
                    <a:pt x="3189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7118" y="2636134"/>
              <a:ext cx="31892" cy="164096"/>
            </a:xfrm>
            <a:custGeom>
              <a:avLst/>
              <a:pathLst>
                <a:path w="31892" h="164096">
                  <a:moveTo>
                    <a:pt x="0" y="0"/>
                  </a:moveTo>
                  <a:lnTo>
                    <a:pt x="31892" y="1640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51859" y="2636134"/>
              <a:ext cx="334316" cy="331261"/>
            </a:xfrm>
            <a:custGeom>
              <a:avLst/>
              <a:pathLst>
                <a:path w="334316" h="331261">
                  <a:moveTo>
                    <a:pt x="135259" y="0"/>
                  </a:moveTo>
                  <a:lnTo>
                    <a:pt x="130082" y="1091"/>
                  </a:lnTo>
                  <a:lnTo>
                    <a:pt x="124943" y="2345"/>
                  </a:lnTo>
                  <a:lnTo>
                    <a:pt x="119846" y="3762"/>
                  </a:lnTo>
                  <a:lnTo>
                    <a:pt x="114796" y="5339"/>
                  </a:lnTo>
                  <a:lnTo>
                    <a:pt x="109799" y="7075"/>
                  </a:lnTo>
                  <a:lnTo>
                    <a:pt x="104859" y="8969"/>
                  </a:lnTo>
                  <a:lnTo>
                    <a:pt x="99981" y="11018"/>
                  </a:lnTo>
                  <a:lnTo>
                    <a:pt x="95171" y="13220"/>
                  </a:lnTo>
                  <a:lnTo>
                    <a:pt x="90433" y="15573"/>
                  </a:lnTo>
                  <a:lnTo>
                    <a:pt x="85772" y="18075"/>
                  </a:lnTo>
                  <a:lnTo>
                    <a:pt x="81192" y="20723"/>
                  </a:lnTo>
                  <a:lnTo>
                    <a:pt x="76698" y="23515"/>
                  </a:lnTo>
                  <a:lnTo>
                    <a:pt x="72295" y="26447"/>
                  </a:lnTo>
                  <a:lnTo>
                    <a:pt x="67987" y="29518"/>
                  </a:lnTo>
                  <a:lnTo>
                    <a:pt x="63778" y="32723"/>
                  </a:lnTo>
                  <a:lnTo>
                    <a:pt x="59673" y="36060"/>
                  </a:lnTo>
                  <a:lnTo>
                    <a:pt x="55675" y="39525"/>
                  </a:lnTo>
                  <a:lnTo>
                    <a:pt x="51789" y="43115"/>
                  </a:lnTo>
                  <a:lnTo>
                    <a:pt x="48019" y="46826"/>
                  </a:lnTo>
                  <a:lnTo>
                    <a:pt x="44368" y="50654"/>
                  </a:lnTo>
                  <a:lnTo>
                    <a:pt x="40840" y="54596"/>
                  </a:lnTo>
                  <a:lnTo>
                    <a:pt x="37438" y="58648"/>
                  </a:lnTo>
                  <a:lnTo>
                    <a:pt x="34166" y="62805"/>
                  </a:lnTo>
                  <a:lnTo>
                    <a:pt x="31028" y="67064"/>
                  </a:lnTo>
                  <a:lnTo>
                    <a:pt x="28026" y="71420"/>
                  </a:lnTo>
                  <a:lnTo>
                    <a:pt x="25163" y="75868"/>
                  </a:lnTo>
                  <a:lnTo>
                    <a:pt x="22442" y="80406"/>
                  </a:lnTo>
                  <a:lnTo>
                    <a:pt x="19866" y="85026"/>
                  </a:lnTo>
                  <a:lnTo>
                    <a:pt x="17438" y="89727"/>
                  </a:lnTo>
                  <a:lnTo>
                    <a:pt x="15160" y="94501"/>
                  </a:lnTo>
                  <a:lnTo>
                    <a:pt x="13034" y="99345"/>
                  </a:lnTo>
                  <a:lnTo>
                    <a:pt x="11062" y="104255"/>
                  </a:lnTo>
                  <a:lnTo>
                    <a:pt x="9247" y="109224"/>
                  </a:lnTo>
                  <a:lnTo>
                    <a:pt x="7589" y="114248"/>
                  </a:lnTo>
                  <a:lnTo>
                    <a:pt x="6092" y="119322"/>
                  </a:lnTo>
                  <a:lnTo>
                    <a:pt x="4756" y="124440"/>
                  </a:lnTo>
                  <a:lnTo>
                    <a:pt x="3582" y="129599"/>
                  </a:lnTo>
                  <a:lnTo>
                    <a:pt x="2572" y="134792"/>
                  </a:lnTo>
                  <a:lnTo>
                    <a:pt x="1728" y="140014"/>
                  </a:lnTo>
                  <a:lnTo>
                    <a:pt x="1048" y="145261"/>
                  </a:lnTo>
                  <a:lnTo>
                    <a:pt x="536" y="150526"/>
                  </a:lnTo>
                  <a:lnTo>
                    <a:pt x="190" y="155805"/>
                  </a:lnTo>
                  <a:lnTo>
                    <a:pt x="11" y="161093"/>
                  </a:lnTo>
                  <a:lnTo>
                    <a:pt x="0" y="166383"/>
                  </a:lnTo>
                  <a:lnTo>
                    <a:pt x="156" y="171671"/>
                  </a:lnTo>
                  <a:lnTo>
                    <a:pt x="479" y="176951"/>
                  </a:lnTo>
                  <a:lnTo>
                    <a:pt x="969" y="182219"/>
                  </a:lnTo>
                  <a:lnTo>
                    <a:pt x="1626" y="187468"/>
                  </a:lnTo>
                  <a:lnTo>
                    <a:pt x="2448" y="192694"/>
                  </a:lnTo>
                  <a:lnTo>
                    <a:pt x="3436" y="197892"/>
                  </a:lnTo>
                  <a:lnTo>
                    <a:pt x="4587" y="203055"/>
                  </a:lnTo>
                  <a:lnTo>
                    <a:pt x="5901" y="208180"/>
                  </a:lnTo>
                  <a:lnTo>
                    <a:pt x="7377" y="213260"/>
                  </a:lnTo>
                  <a:lnTo>
                    <a:pt x="9012" y="218291"/>
                  </a:lnTo>
                  <a:lnTo>
                    <a:pt x="10806" y="223268"/>
                  </a:lnTo>
                  <a:lnTo>
                    <a:pt x="12757" y="228185"/>
                  </a:lnTo>
                  <a:lnTo>
                    <a:pt x="14862" y="233039"/>
                  </a:lnTo>
                  <a:lnTo>
                    <a:pt x="17120" y="237823"/>
                  </a:lnTo>
                  <a:lnTo>
                    <a:pt x="19528" y="242534"/>
                  </a:lnTo>
                  <a:lnTo>
                    <a:pt x="22084" y="247165"/>
                  </a:lnTo>
                  <a:lnTo>
                    <a:pt x="24785" y="251714"/>
                  </a:lnTo>
                  <a:lnTo>
                    <a:pt x="27629" y="256175"/>
                  </a:lnTo>
                  <a:lnTo>
                    <a:pt x="30613" y="260544"/>
                  </a:lnTo>
                  <a:lnTo>
                    <a:pt x="33733" y="264816"/>
                  </a:lnTo>
                  <a:lnTo>
                    <a:pt x="36987" y="268987"/>
                  </a:lnTo>
                  <a:lnTo>
                    <a:pt x="40371" y="273054"/>
                  </a:lnTo>
                  <a:lnTo>
                    <a:pt x="43882" y="277011"/>
                  </a:lnTo>
                  <a:lnTo>
                    <a:pt x="47517" y="280855"/>
                  </a:lnTo>
                  <a:lnTo>
                    <a:pt x="51271" y="284582"/>
                  </a:lnTo>
                  <a:lnTo>
                    <a:pt x="55142" y="288188"/>
                  </a:lnTo>
                  <a:lnTo>
                    <a:pt x="59124" y="291671"/>
                  </a:lnTo>
                  <a:lnTo>
                    <a:pt x="63215" y="295025"/>
                  </a:lnTo>
                  <a:lnTo>
                    <a:pt x="67410" y="298248"/>
                  </a:lnTo>
                  <a:lnTo>
                    <a:pt x="71705" y="301337"/>
                  </a:lnTo>
                  <a:lnTo>
                    <a:pt x="76096" y="304289"/>
                  </a:lnTo>
                  <a:lnTo>
                    <a:pt x="80577" y="307100"/>
                  </a:lnTo>
                  <a:lnTo>
                    <a:pt x="85146" y="309767"/>
                  </a:lnTo>
                  <a:lnTo>
                    <a:pt x="89796" y="312289"/>
                  </a:lnTo>
                  <a:lnTo>
                    <a:pt x="94524" y="314663"/>
                  </a:lnTo>
                  <a:lnTo>
                    <a:pt x="99325" y="316886"/>
                  </a:lnTo>
                  <a:lnTo>
                    <a:pt x="104194" y="318955"/>
                  </a:lnTo>
                  <a:lnTo>
                    <a:pt x="109125" y="320870"/>
                  </a:lnTo>
                  <a:lnTo>
                    <a:pt x="114115" y="322628"/>
                  </a:lnTo>
                  <a:lnTo>
                    <a:pt x="119158" y="324226"/>
                  </a:lnTo>
                  <a:lnTo>
                    <a:pt x="124249" y="325665"/>
                  </a:lnTo>
                  <a:lnTo>
                    <a:pt x="129383" y="326942"/>
                  </a:lnTo>
                  <a:lnTo>
                    <a:pt x="134555" y="328055"/>
                  </a:lnTo>
                  <a:lnTo>
                    <a:pt x="139759" y="329004"/>
                  </a:lnTo>
                  <a:lnTo>
                    <a:pt x="144991" y="329789"/>
                  </a:lnTo>
                  <a:lnTo>
                    <a:pt x="150245" y="330407"/>
                  </a:lnTo>
                  <a:lnTo>
                    <a:pt x="155516" y="330859"/>
                  </a:lnTo>
                  <a:lnTo>
                    <a:pt x="160799" y="331143"/>
                  </a:lnTo>
                  <a:lnTo>
                    <a:pt x="166088" y="331261"/>
                  </a:lnTo>
                  <a:lnTo>
                    <a:pt x="171378" y="331211"/>
                  </a:lnTo>
                  <a:lnTo>
                    <a:pt x="176664" y="330993"/>
                  </a:lnTo>
                  <a:lnTo>
                    <a:pt x="181940" y="330609"/>
                  </a:lnTo>
                  <a:lnTo>
                    <a:pt x="187201" y="330057"/>
                  </a:lnTo>
                  <a:lnTo>
                    <a:pt x="192443" y="329340"/>
                  </a:lnTo>
                  <a:lnTo>
                    <a:pt x="197659" y="328457"/>
                  </a:lnTo>
                  <a:lnTo>
                    <a:pt x="202844" y="327409"/>
                  </a:lnTo>
                  <a:lnTo>
                    <a:pt x="207994" y="326198"/>
                  </a:lnTo>
                  <a:lnTo>
                    <a:pt x="213103" y="324824"/>
                  </a:lnTo>
                  <a:lnTo>
                    <a:pt x="218166" y="323290"/>
                  </a:lnTo>
                  <a:lnTo>
                    <a:pt x="223178" y="321596"/>
                  </a:lnTo>
                  <a:lnTo>
                    <a:pt x="228133" y="319744"/>
                  </a:lnTo>
                  <a:lnTo>
                    <a:pt x="233028" y="317736"/>
                  </a:lnTo>
                  <a:lnTo>
                    <a:pt x="237857" y="315575"/>
                  </a:lnTo>
                  <a:lnTo>
                    <a:pt x="242614" y="313262"/>
                  </a:lnTo>
                  <a:lnTo>
                    <a:pt x="247297" y="310799"/>
                  </a:lnTo>
                  <a:lnTo>
                    <a:pt x="251899" y="308190"/>
                  </a:lnTo>
                  <a:lnTo>
                    <a:pt x="256416" y="305436"/>
                  </a:lnTo>
                  <a:lnTo>
                    <a:pt x="260843" y="302541"/>
                  </a:lnTo>
                  <a:lnTo>
                    <a:pt x="265177" y="299507"/>
                  </a:lnTo>
                  <a:lnTo>
                    <a:pt x="269413" y="296337"/>
                  </a:lnTo>
                  <a:lnTo>
                    <a:pt x="273546" y="293035"/>
                  </a:lnTo>
                  <a:lnTo>
                    <a:pt x="277573" y="289604"/>
                  </a:lnTo>
                  <a:lnTo>
                    <a:pt x="281489" y="286047"/>
                  </a:lnTo>
                  <a:lnTo>
                    <a:pt x="285290" y="282368"/>
                  </a:lnTo>
                  <a:lnTo>
                    <a:pt x="288974" y="278570"/>
                  </a:lnTo>
                  <a:lnTo>
                    <a:pt x="292535" y="274658"/>
                  </a:lnTo>
                  <a:lnTo>
                    <a:pt x="295971" y="270635"/>
                  </a:lnTo>
                  <a:lnTo>
                    <a:pt x="299277" y="266506"/>
                  </a:lnTo>
                  <a:lnTo>
                    <a:pt x="302452" y="262274"/>
                  </a:lnTo>
                  <a:lnTo>
                    <a:pt x="305491" y="257943"/>
                  </a:lnTo>
                  <a:lnTo>
                    <a:pt x="308391" y="253519"/>
                  </a:lnTo>
                  <a:lnTo>
                    <a:pt x="311150" y="249005"/>
                  </a:lnTo>
                  <a:lnTo>
                    <a:pt x="313764" y="244406"/>
                  </a:lnTo>
                  <a:lnTo>
                    <a:pt x="316232" y="239726"/>
                  </a:lnTo>
                  <a:lnTo>
                    <a:pt x="318551" y="234971"/>
                  </a:lnTo>
                  <a:lnTo>
                    <a:pt x="320717" y="230145"/>
                  </a:lnTo>
                  <a:lnTo>
                    <a:pt x="322731" y="225253"/>
                  </a:lnTo>
                  <a:lnTo>
                    <a:pt x="324588" y="220299"/>
                  </a:lnTo>
                  <a:lnTo>
                    <a:pt x="326287" y="215289"/>
                  </a:lnTo>
                  <a:lnTo>
                    <a:pt x="327828" y="210228"/>
                  </a:lnTo>
                  <a:lnTo>
                    <a:pt x="329207" y="205121"/>
                  </a:lnTo>
                  <a:lnTo>
                    <a:pt x="330424" y="199972"/>
                  </a:lnTo>
                  <a:lnTo>
                    <a:pt x="331477" y="194788"/>
                  </a:lnTo>
                  <a:lnTo>
                    <a:pt x="332366" y="189573"/>
                  </a:lnTo>
                  <a:lnTo>
                    <a:pt x="333089" y="184332"/>
                  </a:lnTo>
                  <a:lnTo>
                    <a:pt x="333647" y="179071"/>
                  </a:lnTo>
                  <a:lnTo>
                    <a:pt x="334037" y="173795"/>
                  </a:lnTo>
                  <a:lnTo>
                    <a:pt x="334260" y="168510"/>
                  </a:lnTo>
                  <a:lnTo>
                    <a:pt x="334316" y="163220"/>
                  </a:lnTo>
                  <a:lnTo>
                    <a:pt x="334205" y="157931"/>
                  </a:lnTo>
                  <a:lnTo>
                    <a:pt x="333926" y="152648"/>
                  </a:lnTo>
                  <a:lnTo>
                    <a:pt x="333480" y="147376"/>
                  </a:lnTo>
                  <a:lnTo>
                    <a:pt x="332868" y="142121"/>
                  </a:lnTo>
                  <a:lnTo>
                    <a:pt x="332090" y="136889"/>
                  </a:lnTo>
                  <a:lnTo>
                    <a:pt x="331146" y="131683"/>
                  </a:lnTo>
                  <a:lnTo>
                    <a:pt x="330038" y="126510"/>
                  </a:lnTo>
                  <a:lnTo>
                    <a:pt x="328768" y="121375"/>
                  </a:lnTo>
                  <a:lnTo>
                    <a:pt x="327335" y="116282"/>
                  </a:lnTo>
                  <a:lnTo>
                    <a:pt x="325742" y="111237"/>
                  </a:lnTo>
                  <a:lnTo>
                    <a:pt x="323990" y="106246"/>
                  </a:lnTo>
                  <a:lnTo>
                    <a:pt x="322080" y="101312"/>
                  </a:lnTo>
                  <a:lnTo>
                    <a:pt x="320016" y="96441"/>
                  </a:lnTo>
                  <a:lnTo>
                    <a:pt x="317799" y="91638"/>
                  </a:lnTo>
                  <a:lnTo>
                    <a:pt x="315431" y="86907"/>
                  </a:lnTo>
                  <a:lnTo>
                    <a:pt x="312914" y="82254"/>
                  </a:lnTo>
                  <a:lnTo>
                    <a:pt x="310251" y="77682"/>
                  </a:lnTo>
                  <a:lnTo>
                    <a:pt x="307445" y="73198"/>
                  </a:lnTo>
                  <a:lnTo>
                    <a:pt x="304499" y="68804"/>
                  </a:lnTo>
                  <a:lnTo>
                    <a:pt x="301414" y="64505"/>
                  </a:lnTo>
                  <a:lnTo>
                    <a:pt x="298196" y="60307"/>
                  </a:lnTo>
                  <a:lnTo>
                    <a:pt x="294846" y="56212"/>
                  </a:lnTo>
                  <a:lnTo>
                    <a:pt x="291368" y="52226"/>
                  </a:lnTo>
                  <a:lnTo>
                    <a:pt x="287766" y="48351"/>
                  </a:lnTo>
                  <a:lnTo>
                    <a:pt x="284043" y="44592"/>
                  </a:lnTo>
                  <a:lnTo>
                    <a:pt x="280203" y="40954"/>
                  </a:lnTo>
                  <a:lnTo>
                    <a:pt x="276250" y="37438"/>
                  </a:lnTo>
                  <a:lnTo>
                    <a:pt x="272188" y="34049"/>
                  </a:lnTo>
                  <a:lnTo>
                    <a:pt x="268020" y="30791"/>
                  </a:lnTo>
                  <a:lnTo>
                    <a:pt x="263751" y="27666"/>
                  </a:lnTo>
                  <a:lnTo>
                    <a:pt x="259386" y="24677"/>
                  </a:lnTo>
                  <a:lnTo>
                    <a:pt x="254928" y="21828"/>
                  </a:lnTo>
                  <a:lnTo>
                    <a:pt x="250382" y="19122"/>
                  </a:lnTo>
                  <a:lnTo>
                    <a:pt x="245753" y="16561"/>
                  </a:lnTo>
                  <a:lnTo>
                    <a:pt x="241046" y="14148"/>
                  </a:lnTo>
                  <a:lnTo>
                    <a:pt x="236264" y="11885"/>
                  </a:lnTo>
                  <a:lnTo>
                    <a:pt x="231413" y="9774"/>
                  </a:lnTo>
                  <a:lnTo>
                    <a:pt x="226497" y="7818"/>
                  </a:lnTo>
                  <a:lnTo>
                    <a:pt x="221523" y="6018"/>
                  </a:lnTo>
                  <a:lnTo>
                    <a:pt x="216493" y="4377"/>
                  </a:lnTo>
                  <a:lnTo>
                    <a:pt x="211415" y="2896"/>
                  </a:lnTo>
                  <a:lnTo>
                    <a:pt x="206292" y="1576"/>
                  </a:lnTo>
                  <a:lnTo>
                    <a:pt x="201129" y="419"/>
                  </a:lnTo>
                  <a:lnTo>
                    <a:pt x="167151" y="1640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9011" y="2633064"/>
              <a:ext cx="33978" cy="167167"/>
            </a:xfrm>
            <a:custGeom>
              <a:avLst/>
              <a:pathLst>
                <a:path w="33978" h="167167">
                  <a:moveTo>
                    <a:pt x="33978" y="3489"/>
                  </a:moveTo>
                  <a:lnTo>
                    <a:pt x="27251" y="2236"/>
                  </a:lnTo>
                  <a:lnTo>
                    <a:pt x="20478" y="1259"/>
                  </a:lnTo>
                  <a:lnTo>
                    <a:pt x="13671" y="559"/>
                  </a:lnTo>
                  <a:lnTo>
                    <a:pt x="6841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1732" y="2126963"/>
              <a:ext cx="6739" cy="167167"/>
            </a:xfrm>
            <a:custGeom>
              <a:avLst/>
              <a:pathLst>
                <a:path w="6739" h="167167">
                  <a:moveTo>
                    <a:pt x="6739" y="0"/>
                  </a:moveTo>
                  <a:lnTo>
                    <a:pt x="0" y="135"/>
                  </a:lnTo>
                  <a:lnTo>
                    <a:pt x="673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561309" y="2127099"/>
              <a:ext cx="167163" cy="333520"/>
            </a:xfrm>
            <a:custGeom>
              <a:avLst/>
              <a:pathLst>
                <a:path w="167163" h="333520">
                  <a:moveTo>
                    <a:pt x="160423" y="0"/>
                  </a:moveTo>
                  <a:lnTo>
                    <a:pt x="155077" y="301"/>
                  </a:lnTo>
                  <a:lnTo>
                    <a:pt x="149743" y="774"/>
                  </a:lnTo>
                  <a:lnTo>
                    <a:pt x="144427" y="1417"/>
                  </a:lnTo>
                  <a:lnTo>
                    <a:pt x="139135" y="2230"/>
                  </a:lnTo>
                  <a:lnTo>
                    <a:pt x="133871" y="3212"/>
                  </a:lnTo>
                  <a:lnTo>
                    <a:pt x="128641" y="4362"/>
                  </a:lnTo>
                  <a:lnTo>
                    <a:pt x="123451" y="5680"/>
                  </a:lnTo>
                  <a:lnTo>
                    <a:pt x="118306" y="7162"/>
                  </a:lnTo>
                  <a:lnTo>
                    <a:pt x="113211" y="8809"/>
                  </a:lnTo>
                  <a:lnTo>
                    <a:pt x="108171" y="10618"/>
                  </a:lnTo>
                  <a:lnTo>
                    <a:pt x="103192" y="12588"/>
                  </a:lnTo>
                  <a:lnTo>
                    <a:pt x="98278" y="14716"/>
                  </a:lnTo>
                  <a:lnTo>
                    <a:pt x="93435" y="17000"/>
                  </a:lnTo>
                  <a:lnTo>
                    <a:pt x="88668" y="19439"/>
                  </a:lnTo>
                  <a:lnTo>
                    <a:pt x="83981" y="22028"/>
                  </a:lnTo>
                  <a:lnTo>
                    <a:pt x="79380" y="24767"/>
                  </a:lnTo>
                  <a:lnTo>
                    <a:pt x="74868" y="27651"/>
                  </a:lnTo>
                  <a:lnTo>
                    <a:pt x="70452" y="30679"/>
                  </a:lnTo>
                  <a:lnTo>
                    <a:pt x="66134" y="33846"/>
                  </a:lnTo>
                  <a:lnTo>
                    <a:pt x="61920" y="37150"/>
                  </a:lnTo>
                  <a:lnTo>
                    <a:pt x="57815" y="40588"/>
                  </a:lnTo>
                  <a:lnTo>
                    <a:pt x="53821" y="44155"/>
                  </a:lnTo>
                  <a:lnTo>
                    <a:pt x="49944" y="47848"/>
                  </a:lnTo>
                  <a:lnTo>
                    <a:pt x="46187" y="51663"/>
                  </a:lnTo>
                  <a:lnTo>
                    <a:pt x="42554" y="55597"/>
                  </a:lnTo>
                  <a:lnTo>
                    <a:pt x="39049" y="59645"/>
                  </a:lnTo>
                  <a:lnTo>
                    <a:pt x="35675" y="63803"/>
                  </a:lnTo>
                  <a:lnTo>
                    <a:pt x="32437" y="68067"/>
                  </a:lnTo>
                  <a:lnTo>
                    <a:pt x="29336" y="72433"/>
                  </a:lnTo>
                  <a:lnTo>
                    <a:pt x="26377" y="76896"/>
                  </a:lnTo>
                  <a:lnTo>
                    <a:pt x="23562" y="81451"/>
                  </a:lnTo>
                  <a:lnTo>
                    <a:pt x="20895" y="86094"/>
                  </a:lnTo>
                  <a:lnTo>
                    <a:pt x="18378" y="90820"/>
                  </a:lnTo>
                  <a:lnTo>
                    <a:pt x="16013" y="95625"/>
                  </a:lnTo>
                  <a:lnTo>
                    <a:pt x="13804" y="100502"/>
                  </a:lnTo>
                  <a:lnTo>
                    <a:pt x="11752" y="105448"/>
                  </a:lnTo>
                  <a:lnTo>
                    <a:pt x="9859" y="110457"/>
                  </a:lnTo>
                  <a:lnTo>
                    <a:pt x="8128" y="115524"/>
                  </a:lnTo>
                  <a:lnTo>
                    <a:pt x="6560" y="120644"/>
                  </a:lnTo>
                  <a:lnTo>
                    <a:pt x="5157" y="125812"/>
                  </a:lnTo>
                  <a:lnTo>
                    <a:pt x="3920" y="131021"/>
                  </a:lnTo>
                  <a:lnTo>
                    <a:pt x="2850" y="136268"/>
                  </a:lnTo>
                  <a:lnTo>
                    <a:pt x="1949" y="141547"/>
                  </a:lnTo>
                  <a:lnTo>
                    <a:pt x="1218" y="146851"/>
                  </a:lnTo>
                  <a:lnTo>
                    <a:pt x="657" y="152176"/>
                  </a:lnTo>
                  <a:lnTo>
                    <a:pt x="266" y="157517"/>
                  </a:lnTo>
                  <a:lnTo>
                    <a:pt x="47" y="162867"/>
                  </a:lnTo>
                  <a:lnTo>
                    <a:pt x="0" y="168221"/>
                  </a:lnTo>
                  <a:lnTo>
                    <a:pt x="123" y="173574"/>
                  </a:lnTo>
                  <a:lnTo>
                    <a:pt x="419" y="178921"/>
                  </a:lnTo>
                  <a:lnTo>
                    <a:pt x="885" y="184255"/>
                  </a:lnTo>
                  <a:lnTo>
                    <a:pt x="1522" y="189572"/>
                  </a:lnTo>
                  <a:lnTo>
                    <a:pt x="2329" y="194865"/>
                  </a:lnTo>
                  <a:lnTo>
                    <a:pt x="3305" y="200130"/>
                  </a:lnTo>
                  <a:lnTo>
                    <a:pt x="4449" y="205361"/>
                  </a:lnTo>
                  <a:lnTo>
                    <a:pt x="5760" y="210553"/>
                  </a:lnTo>
                  <a:lnTo>
                    <a:pt x="7237" y="215700"/>
                  </a:lnTo>
                  <a:lnTo>
                    <a:pt x="8878" y="220797"/>
                  </a:lnTo>
                  <a:lnTo>
                    <a:pt x="10681" y="225839"/>
                  </a:lnTo>
                  <a:lnTo>
                    <a:pt x="12645" y="230821"/>
                  </a:lnTo>
                  <a:lnTo>
                    <a:pt x="14767" y="235737"/>
                  </a:lnTo>
                  <a:lnTo>
                    <a:pt x="17046" y="240582"/>
                  </a:lnTo>
                  <a:lnTo>
                    <a:pt x="19478" y="245353"/>
                  </a:lnTo>
                  <a:lnTo>
                    <a:pt x="22062" y="250042"/>
                  </a:lnTo>
                  <a:lnTo>
                    <a:pt x="24796" y="254647"/>
                  </a:lnTo>
                  <a:lnTo>
                    <a:pt x="27675" y="259162"/>
                  </a:lnTo>
                  <a:lnTo>
                    <a:pt x="30697" y="263582"/>
                  </a:lnTo>
                  <a:lnTo>
                    <a:pt x="33859" y="267903"/>
                  </a:lnTo>
                  <a:lnTo>
                    <a:pt x="37158" y="272121"/>
                  </a:lnTo>
                  <a:lnTo>
                    <a:pt x="40591" y="276230"/>
                  </a:lnTo>
                  <a:lnTo>
                    <a:pt x="44153" y="280228"/>
                  </a:lnTo>
                  <a:lnTo>
                    <a:pt x="47842" y="284110"/>
                  </a:lnTo>
                  <a:lnTo>
                    <a:pt x="51653" y="287871"/>
                  </a:lnTo>
                  <a:lnTo>
                    <a:pt x="55582" y="291509"/>
                  </a:lnTo>
                  <a:lnTo>
                    <a:pt x="59626" y="295019"/>
                  </a:lnTo>
                  <a:lnTo>
                    <a:pt x="63780" y="298397"/>
                  </a:lnTo>
                  <a:lnTo>
                    <a:pt x="68041" y="301641"/>
                  </a:lnTo>
                  <a:lnTo>
                    <a:pt x="72403" y="304746"/>
                  </a:lnTo>
                  <a:lnTo>
                    <a:pt x="76862" y="307711"/>
                  </a:lnTo>
                  <a:lnTo>
                    <a:pt x="81414" y="310531"/>
                  </a:lnTo>
                  <a:lnTo>
                    <a:pt x="86054" y="313203"/>
                  </a:lnTo>
                  <a:lnTo>
                    <a:pt x="90777" y="315726"/>
                  </a:lnTo>
                  <a:lnTo>
                    <a:pt x="95579" y="318096"/>
                  </a:lnTo>
                  <a:lnTo>
                    <a:pt x="100454" y="320311"/>
                  </a:lnTo>
                  <a:lnTo>
                    <a:pt x="105397" y="322369"/>
                  </a:lnTo>
                  <a:lnTo>
                    <a:pt x="110404" y="324268"/>
                  </a:lnTo>
                  <a:lnTo>
                    <a:pt x="115469" y="326005"/>
                  </a:lnTo>
                  <a:lnTo>
                    <a:pt x="120587" y="327579"/>
                  </a:lnTo>
                  <a:lnTo>
                    <a:pt x="125753" y="328988"/>
                  </a:lnTo>
                  <a:lnTo>
                    <a:pt x="130961" y="330232"/>
                  </a:lnTo>
                  <a:lnTo>
                    <a:pt x="136207" y="331307"/>
                  </a:lnTo>
                  <a:lnTo>
                    <a:pt x="141484" y="332214"/>
                  </a:lnTo>
                  <a:lnTo>
                    <a:pt x="146788" y="332952"/>
                  </a:lnTo>
                  <a:lnTo>
                    <a:pt x="152112" y="333520"/>
                  </a:lnTo>
                  <a:lnTo>
                    <a:pt x="167163" y="1670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13421" y="2126963"/>
              <a:ext cx="182217" cy="334332"/>
            </a:xfrm>
            <a:custGeom>
              <a:avLst/>
              <a:pathLst>
                <a:path w="182217" h="334332">
                  <a:moveTo>
                    <a:pt x="0" y="333655"/>
                  </a:moveTo>
                  <a:lnTo>
                    <a:pt x="5334" y="334052"/>
                  </a:lnTo>
                  <a:lnTo>
                    <a:pt x="10677" y="334277"/>
                  </a:lnTo>
                  <a:lnTo>
                    <a:pt x="16026" y="334332"/>
                  </a:lnTo>
                  <a:lnTo>
                    <a:pt x="21373" y="334215"/>
                  </a:lnTo>
                  <a:lnTo>
                    <a:pt x="26714" y="333927"/>
                  </a:lnTo>
                  <a:lnTo>
                    <a:pt x="32043" y="333468"/>
                  </a:lnTo>
                  <a:lnTo>
                    <a:pt x="37355" y="332840"/>
                  </a:lnTo>
                  <a:lnTo>
                    <a:pt x="42644" y="332041"/>
                  </a:lnTo>
                  <a:lnTo>
                    <a:pt x="47904" y="331074"/>
                  </a:lnTo>
                  <a:lnTo>
                    <a:pt x="53131" y="329939"/>
                  </a:lnTo>
                  <a:lnTo>
                    <a:pt x="58319" y="328637"/>
                  </a:lnTo>
                  <a:lnTo>
                    <a:pt x="63463" y="327171"/>
                  </a:lnTo>
                  <a:lnTo>
                    <a:pt x="68557" y="325540"/>
                  </a:lnTo>
                  <a:lnTo>
                    <a:pt x="73596" y="323747"/>
                  </a:lnTo>
                  <a:lnTo>
                    <a:pt x="78575" y="321794"/>
                  </a:lnTo>
                  <a:lnTo>
                    <a:pt x="83490" y="319682"/>
                  </a:lnTo>
                  <a:lnTo>
                    <a:pt x="88334" y="317415"/>
                  </a:lnTo>
                  <a:lnTo>
                    <a:pt x="93103" y="314993"/>
                  </a:lnTo>
                  <a:lnTo>
                    <a:pt x="97792" y="312421"/>
                  </a:lnTo>
                  <a:lnTo>
                    <a:pt x="102397" y="309699"/>
                  </a:lnTo>
                  <a:lnTo>
                    <a:pt x="106912" y="306832"/>
                  </a:lnTo>
                  <a:lnTo>
                    <a:pt x="111333" y="303821"/>
                  </a:lnTo>
                  <a:lnTo>
                    <a:pt x="115656" y="300671"/>
                  </a:lnTo>
                  <a:lnTo>
                    <a:pt x="119876" y="297384"/>
                  </a:lnTo>
                  <a:lnTo>
                    <a:pt x="123988" y="293964"/>
                  </a:lnTo>
                  <a:lnTo>
                    <a:pt x="127989" y="290414"/>
                  </a:lnTo>
                  <a:lnTo>
                    <a:pt x="131874" y="286738"/>
                  </a:lnTo>
                  <a:lnTo>
                    <a:pt x="135639" y="282939"/>
                  </a:lnTo>
                  <a:lnTo>
                    <a:pt x="139281" y="279022"/>
                  </a:lnTo>
                  <a:lnTo>
                    <a:pt x="142796" y="274990"/>
                  </a:lnTo>
                  <a:lnTo>
                    <a:pt x="146180" y="270848"/>
                  </a:lnTo>
                  <a:lnTo>
                    <a:pt x="149430" y="266600"/>
                  </a:lnTo>
                  <a:lnTo>
                    <a:pt x="152542" y="262250"/>
                  </a:lnTo>
                  <a:lnTo>
                    <a:pt x="155514" y="257803"/>
                  </a:lnTo>
                  <a:lnTo>
                    <a:pt x="158342" y="253263"/>
                  </a:lnTo>
                  <a:lnTo>
                    <a:pt x="161023" y="248634"/>
                  </a:lnTo>
                  <a:lnTo>
                    <a:pt x="163554" y="243923"/>
                  </a:lnTo>
                  <a:lnTo>
                    <a:pt x="165934" y="239132"/>
                  </a:lnTo>
                  <a:lnTo>
                    <a:pt x="168159" y="234268"/>
                  </a:lnTo>
                  <a:lnTo>
                    <a:pt x="170227" y="229336"/>
                  </a:lnTo>
                  <a:lnTo>
                    <a:pt x="172137" y="224340"/>
                  </a:lnTo>
                  <a:lnTo>
                    <a:pt x="173885" y="219285"/>
                  </a:lnTo>
                  <a:lnTo>
                    <a:pt x="175471" y="214177"/>
                  </a:lnTo>
                  <a:lnTo>
                    <a:pt x="176893" y="209020"/>
                  </a:lnTo>
                  <a:lnTo>
                    <a:pt x="178149" y="203821"/>
                  </a:lnTo>
                  <a:lnTo>
                    <a:pt x="179238" y="198585"/>
                  </a:lnTo>
                  <a:lnTo>
                    <a:pt x="180160" y="193316"/>
                  </a:lnTo>
                  <a:lnTo>
                    <a:pt x="180912" y="188020"/>
                  </a:lnTo>
                  <a:lnTo>
                    <a:pt x="181494" y="182703"/>
                  </a:lnTo>
                  <a:lnTo>
                    <a:pt x="181906" y="177370"/>
                  </a:lnTo>
                  <a:lnTo>
                    <a:pt x="182147" y="172027"/>
                  </a:lnTo>
                  <a:lnTo>
                    <a:pt x="182217" y="166679"/>
                  </a:lnTo>
                  <a:lnTo>
                    <a:pt x="182115" y="161331"/>
                  </a:lnTo>
                  <a:lnTo>
                    <a:pt x="181843" y="155989"/>
                  </a:lnTo>
                  <a:lnTo>
                    <a:pt x="181400" y="150659"/>
                  </a:lnTo>
                  <a:lnTo>
                    <a:pt x="180787" y="145346"/>
                  </a:lnTo>
                  <a:lnTo>
                    <a:pt x="180004" y="140055"/>
                  </a:lnTo>
                  <a:lnTo>
                    <a:pt x="179052" y="134791"/>
                  </a:lnTo>
                  <a:lnTo>
                    <a:pt x="177933" y="129561"/>
                  </a:lnTo>
                  <a:lnTo>
                    <a:pt x="176646" y="124369"/>
                  </a:lnTo>
                  <a:lnTo>
                    <a:pt x="175194" y="119221"/>
                  </a:lnTo>
                  <a:lnTo>
                    <a:pt x="173578" y="114123"/>
                  </a:lnTo>
                  <a:lnTo>
                    <a:pt x="171800" y="109078"/>
                  </a:lnTo>
                  <a:lnTo>
                    <a:pt x="169862" y="104093"/>
                  </a:lnTo>
                  <a:lnTo>
                    <a:pt x="167764" y="99173"/>
                  </a:lnTo>
                  <a:lnTo>
                    <a:pt x="165511" y="94322"/>
                  </a:lnTo>
                  <a:lnTo>
                    <a:pt x="163104" y="89546"/>
                  </a:lnTo>
                  <a:lnTo>
                    <a:pt x="160544" y="84849"/>
                  </a:lnTo>
                  <a:lnTo>
                    <a:pt x="157836" y="80236"/>
                  </a:lnTo>
                  <a:lnTo>
                    <a:pt x="154982" y="75713"/>
                  </a:lnTo>
                  <a:lnTo>
                    <a:pt x="151985" y="71283"/>
                  </a:lnTo>
                  <a:lnTo>
                    <a:pt x="148847" y="66951"/>
                  </a:lnTo>
                  <a:lnTo>
                    <a:pt x="145573" y="62722"/>
                  </a:lnTo>
                  <a:lnTo>
                    <a:pt x="142164" y="58600"/>
                  </a:lnTo>
                  <a:lnTo>
                    <a:pt x="138626" y="54589"/>
                  </a:lnTo>
                  <a:lnTo>
                    <a:pt x="134961" y="50693"/>
                  </a:lnTo>
                  <a:lnTo>
                    <a:pt x="131174" y="46916"/>
                  </a:lnTo>
                  <a:lnTo>
                    <a:pt x="127267" y="43263"/>
                  </a:lnTo>
                  <a:lnTo>
                    <a:pt x="123246" y="39736"/>
                  </a:lnTo>
                  <a:lnTo>
                    <a:pt x="119114" y="36340"/>
                  </a:lnTo>
                  <a:lnTo>
                    <a:pt x="114875" y="33078"/>
                  </a:lnTo>
                  <a:lnTo>
                    <a:pt x="110534" y="29953"/>
                  </a:lnTo>
                  <a:lnTo>
                    <a:pt x="106095" y="26968"/>
                  </a:lnTo>
                  <a:lnTo>
                    <a:pt x="101563" y="24127"/>
                  </a:lnTo>
                  <a:lnTo>
                    <a:pt x="96943" y="21433"/>
                  </a:lnTo>
                  <a:lnTo>
                    <a:pt x="92239" y="18887"/>
                  </a:lnTo>
                  <a:lnTo>
                    <a:pt x="87456" y="16494"/>
                  </a:lnTo>
                  <a:lnTo>
                    <a:pt x="82598" y="14255"/>
                  </a:lnTo>
                  <a:lnTo>
                    <a:pt x="77672" y="12172"/>
                  </a:lnTo>
                  <a:lnTo>
                    <a:pt x="72681" y="10248"/>
                  </a:lnTo>
                  <a:lnTo>
                    <a:pt x="67631" y="8484"/>
                  </a:lnTo>
                  <a:lnTo>
                    <a:pt x="62528" y="6883"/>
                  </a:lnTo>
                  <a:lnTo>
                    <a:pt x="57376" y="5447"/>
                  </a:lnTo>
                  <a:lnTo>
                    <a:pt x="52180" y="4175"/>
                  </a:lnTo>
                  <a:lnTo>
                    <a:pt x="46947" y="3071"/>
                  </a:lnTo>
                  <a:lnTo>
                    <a:pt x="41681" y="2134"/>
                  </a:lnTo>
                  <a:lnTo>
                    <a:pt x="36387" y="1367"/>
                  </a:lnTo>
                  <a:lnTo>
                    <a:pt x="31072" y="769"/>
                  </a:lnTo>
                  <a:lnTo>
                    <a:pt x="25741" y="342"/>
                  </a:lnTo>
                  <a:lnTo>
                    <a:pt x="20398" y="85"/>
                  </a:lnTo>
                  <a:lnTo>
                    <a:pt x="15050" y="0"/>
                  </a:lnTo>
                  <a:lnTo>
                    <a:pt x="150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1619" y="1681503"/>
              <a:ext cx="11615" cy="167167"/>
            </a:xfrm>
            <a:custGeom>
              <a:avLst/>
              <a:pathLst>
                <a:path w="11615" h="167167">
                  <a:moveTo>
                    <a:pt x="11615" y="0"/>
                  </a:moveTo>
                  <a:lnTo>
                    <a:pt x="0" y="404"/>
                  </a:lnTo>
                  <a:lnTo>
                    <a:pt x="1161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1619" y="1681907"/>
              <a:ext cx="11615" cy="166763"/>
            </a:xfrm>
            <a:custGeom>
              <a:avLst/>
              <a:pathLst>
                <a:path w="11615" h="166763">
                  <a:moveTo>
                    <a:pt x="0" y="0"/>
                  </a:moveTo>
                  <a:lnTo>
                    <a:pt x="11615" y="1667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256086" y="1681907"/>
              <a:ext cx="334313" cy="333929"/>
            </a:xfrm>
            <a:custGeom>
              <a:avLst/>
              <a:pathLst>
                <a:path w="334313" h="333929">
                  <a:moveTo>
                    <a:pt x="155532" y="0"/>
                  </a:moveTo>
                  <a:lnTo>
                    <a:pt x="150265" y="450"/>
                  </a:lnTo>
                  <a:lnTo>
                    <a:pt x="145015" y="1067"/>
                  </a:lnTo>
                  <a:lnTo>
                    <a:pt x="139788" y="1850"/>
                  </a:lnTo>
                  <a:lnTo>
                    <a:pt x="134587" y="2797"/>
                  </a:lnTo>
                  <a:lnTo>
                    <a:pt x="129419" y="3909"/>
                  </a:lnTo>
                  <a:lnTo>
                    <a:pt x="124289" y="5183"/>
                  </a:lnTo>
                  <a:lnTo>
                    <a:pt x="119201" y="6619"/>
                  </a:lnTo>
                  <a:lnTo>
                    <a:pt x="114162" y="8215"/>
                  </a:lnTo>
                  <a:lnTo>
                    <a:pt x="109175" y="9970"/>
                  </a:lnTo>
                  <a:lnTo>
                    <a:pt x="104247" y="11881"/>
                  </a:lnTo>
                  <a:lnTo>
                    <a:pt x="99381" y="13947"/>
                  </a:lnTo>
                  <a:lnTo>
                    <a:pt x="94583" y="16166"/>
                  </a:lnTo>
                  <a:lnTo>
                    <a:pt x="89858" y="18536"/>
                  </a:lnTo>
                  <a:lnTo>
                    <a:pt x="85210" y="21054"/>
                  </a:lnTo>
                  <a:lnTo>
                    <a:pt x="80644" y="23717"/>
                  </a:lnTo>
                  <a:lnTo>
                    <a:pt x="76165" y="26524"/>
                  </a:lnTo>
                  <a:lnTo>
                    <a:pt x="71776" y="29471"/>
                  </a:lnTo>
                  <a:lnTo>
                    <a:pt x="67483" y="32555"/>
                  </a:lnTo>
                  <a:lnTo>
                    <a:pt x="63289" y="35773"/>
                  </a:lnTo>
                  <a:lnTo>
                    <a:pt x="59200" y="39123"/>
                  </a:lnTo>
                  <a:lnTo>
                    <a:pt x="55218" y="42600"/>
                  </a:lnTo>
                  <a:lnTo>
                    <a:pt x="51348" y="46201"/>
                  </a:lnTo>
                  <a:lnTo>
                    <a:pt x="47594" y="49922"/>
                  </a:lnTo>
                  <a:lnTo>
                    <a:pt x="43959" y="53761"/>
                  </a:lnTo>
                  <a:lnTo>
                    <a:pt x="40448" y="57712"/>
                  </a:lnTo>
                  <a:lnTo>
                    <a:pt x="37063" y="61773"/>
                  </a:lnTo>
                  <a:lnTo>
                    <a:pt x="33809" y="65938"/>
                  </a:lnTo>
                  <a:lnTo>
                    <a:pt x="30688" y="70205"/>
                  </a:lnTo>
                  <a:lnTo>
                    <a:pt x="27703" y="74568"/>
                  </a:lnTo>
                  <a:lnTo>
                    <a:pt x="24858" y="79023"/>
                  </a:lnTo>
                  <a:lnTo>
                    <a:pt x="22155" y="83565"/>
                  </a:lnTo>
                  <a:lnTo>
                    <a:pt x="19597" y="88191"/>
                  </a:lnTo>
                  <a:lnTo>
                    <a:pt x="17186" y="92896"/>
                  </a:lnTo>
                  <a:lnTo>
                    <a:pt x="14926" y="97674"/>
                  </a:lnTo>
                  <a:lnTo>
                    <a:pt x="12817" y="102522"/>
                  </a:lnTo>
                  <a:lnTo>
                    <a:pt x="10863" y="107434"/>
                  </a:lnTo>
                  <a:lnTo>
                    <a:pt x="9065" y="112405"/>
                  </a:lnTo>
                  <a:lnTo>
                    <a:pt x="7426" y="117430"/>
                  </a:lnTo>
                  <a:lnTo>
                    <a:pt x="5946" y="122505"/>
                  </a:lnTo>
                  <a:lnTo>
                    <a:pt x="4627" y="127624"/>
                  </a:lnTo>
                  <a:lnTo>
                    <a:pt x="3471" y="132782"/>
                  </a:lnTo>
                  <a:lnTo>
                    <a:pt x="2478" y="137974"/>
                  </a:lnTo>
                  <a:lnTo>
                    <a:pt x="1650" y="143195"/>
                  </a:lnTo>
                  <a:lnTo>
                    <a:pt x="988" y="148440"/>
                  </a:lnTo>
                  <a:lnTo>
                    <a:pt x="492" y="153703"/>
                  </a:lnTo>
                  <a:lnTo>
                    <a:pt x="162" y="158978"/>
                  </a:lnTo>
                  <a:lnTo>
                    <a:pt x="0" y="164262"/>
                  </a:lnTo>
                  <a:lnTo>
                    <a:pt x="4" y="169548"/>
                  </a:lnTo>
                  <a:lnTo>
                    <a:pt x="176" y="174832"/>
                  </a:lnTo>
                  <a:lnTo>
                    <a:pt x="514" y="180107"/>
                  </a:lnTo>
                  <a:lnTo>
                    <a:pt x="1019" y="185369"/>
                  </a:lnTo>
                  <a:lnTo>
                    <a:pt x="1691" y="190612"/>
                  </a:lnTo>
                  <a:lnTo>
                    <a:pt x="2528" y="195832"/>
                  </a:lnTo>
                  <a:lnTo>
                    <a:pt x="3529" y="201022"/>
                  </a:lnTo>
                  <a:lnTo>
                    <a:pt x="4694" y="206178"/>
                  </a:lnTo>
                  <a:lnTo>
                    <a:pt x="6021" y="211295"/>
                  </a:lnTo>
                  <a:lnTo>
                    <a:pt x="7510" y="216367"/>
                  </a:lnTo>
                  <a:lnTo>
                    <a:pt x="9158" y="221390"/>
                  </a:lnTo>
                  <a:lnTo>
                    <a:pt x="10964" y="226358"/>
                  </a:lnTo>
                  <a:lnTo>
                    <a:pt x="12927" y="231266"/>
                  </a:lnTo>
                  <a:lnTo>
                    <a:pt x="15043" y="236110"/>
                  </a:lnTo>
                  <a:lnTo>
                    <a:pt x="17312" y="240885"/>
                  </a:lnTo>
                  <a:lnTo>
                    <a:pt x="19731" y="245585"/>
                  </a:lnTo>
                  <a:lnTo>
                    <a:pt x="22297" y="250207"/>
                  </a:lnTo>
                  <a:lnTo>
                    <a:pt x="25007" y="254745"/>
                  </a:lnTo>
                  <a:lnTo>
                    <a:pt x="27860" y="259196"/>
                  </a:lnTo>
                  <a:lnTo>
                    <a:pt x="30852" y="263553"/>
                  </a:lnTo>
                  <a:lnTo>
                    <a:pt x="33981" y="267814"/>
                  </a:lnTo>
                  <a:lnTo>
                    <a:pt x="37242" y="271974"/>
                  </a:lnTo>
                  <a:lnTo>
                    <a:pt x="40634" y="276029"/>
                  </a:lnTo>
                  <a:lnTo>
                    <a:pt x="44152" y="279975"/>
                  </a:lnTo>
                  <a:lnTo>
                    <a:pt x="47793" y="283807"/>
                  </a:lnTo>
                  <a:lnTo>
                    <a:pt x="51553" y="287522"/>
                  </a:lnTo>
                  <a:lnTo>
                    <a:pt x="55429" y="291117"/>
                  </a:lnTo>
                  <a:lnTo>
                    <a:pt x="59417" y="294587"/>
                  </a:lnTo>
                  <a:lnTo>
                    <a:pt x="63512" y="297929"/>
                  </a:lnTo>
                  <a:lnTo>
                    <a:pt x="67711" y="301140"/>
                  </a:lnTo>
                  <a:lnTo>
                    <a:pt x="72010" y="304217"/>
                  </a:lnTo>
                  <a:lnTo>
                    <a:pt x="76403" y="307156"/>
                  </a:lnTo>
                  <a:lnTo>
                    <a:pt x="80888" y="309955"/>
                  </a:lnTo>
                  <a:lnTo>
                    <a:pt x="85458" y="312611"/>
                  </a:lnTo>
                  <a:lnTo>
                    <a:pt x="90111" y="315121"/>
                  </a:lnTo>
                  <a:lnTo>
                    <a:pt x="94840" y="317483"/>
                  </a:lnTo>
                  <a:lnTo>
                    <a:pt x="99642" y="319694"/>
                  </a:lnTo>
                  <a:lnTo>
                    <a:pt x="104511" y="321752"/>
                  </a:lnTo>
                  <a:lnTo>
                    <a:pt x="109442" y="323655"/>
                  </a:lnTo>
                  <a:lnTo>
                    <a:pt x="114432" y="325401"/>
                  </a:lnTo>
                  <a:lnTo>
                    <a:pt x="119474" y="326988"/>
                  </a:lnTo>
                  <a:lnTo>
                    <a:pt x="124564" y="328415"/>
                  </a:lnTo>
                  <a:lnTo>
                    <a:pt x="129696" y="329681"/>
                  </a:lnTo>
                  <a:lnTo>
                    <a:pt x="134866" y="330784"/>
                  </a:lnTo>
                  <a:lnTo>
                    <a:pt x="140068" y="331722"/>
                  </a:lnTo>
                  <a:lnTo>
                    <a:pt x="145298" y="332496"/>
                  </a:lnTo>
                  <a:lnTo>
                    <a:pt x="150549" y="333104"/>
                  </a:lnTo>
                  <a:lnTo>
                    <a:pt x="155816" y="333546"/>
                  </a:lnTo>
                  <a:lnTo>
                    <a:pt x="161095" y="333821"/>
                  </a:lnTo>
                  <a:lnTo>
                    <a:pt x="166380" y="333929"/>
                  </a:lnTo>
                  <a:lnTo>
                    <a:pt x="171666" y="333869"/>
                  </a:lnTo>
                  <a:lnTo>
                    <a:pt x="176948" y="333643"/>
                  </a:lnTo>
                  <a:lnTo>
                    <a:pt x="182219" y="333250"/>
                  </a:lnTo>
                  <a:lnTo>
                    <a:pt x="187476" y="332690"/>
                  </a:lnTo>
                  <a:lnTo>
                    <a:pt x="192712" y="331964"/>
                  </a:lnTo>
                  <a:lnTo>
                    <a:pt x="197922" y="331073"/>
                  </a:lnTo>
                  <a:lnTo>
                    <a:pt x="203102" y="330018"/>
                  </a:lnTo>
                  <a:lnTo>
                    <a:pt x="208246" y="328800"/>
                  </a:lnTo>
                  <a:lnTo>
                    <a:pt x="213349" y="327419"/>
                  </a:lnTo>
                  <a:lnTo>
                    <a:pt x="218405" y="325878"/>
                  </a:lnTo>
                  <a:lnTo>
                    <a:pt x="223410" y="324178"/>
                  </a:lnTo>
                  <a:lnTo>
                    <a:pt x="228359" y="322320"/>
                  </a:lnTo>
                  <a:lnTo>
                    <a:pt x="233247" y="320307"/>
                  </a:lnTo>
                  <a:lnTo>
                    <a:pt x="238069" y="318141"/>
                  </a:lnTo>
                  <a:lnTo>
                    <a:pt x="242820" y="315823"/>
                  </a:lnTo>
                  <a:lnTo>
                    <a:pt x="247495" y="313355"/>
                  </a:lnTo>
                  <a:lnTo>
                    <a:pt x="252090" y="310742"/>
                  </a:lnTo>
                  <a:lnTo>
                    <a:pt x="256599" y="307984"/>
                  </a:lnTo>
                  <a:lnTo>
                    <a:pt x="261020" y="305085"/>
                  </a:lnTo>
                  <a:lnTo>
                    <a:pt x="265346" y="302048"/>
                  </a:lnTo>
                  <a:lnTo>
                    <a:pt x="269575" y="298876"/>
                  </a:lnTo>
                  <a:lnTo>
                    <a:pt x="273701" y="295571"/>
                  </a:lnTo>
                  <a:lnTo>
                    <a:pt x="277720" y="292138"/>
                  </a:lnTo>
                  <a:lnTo>
                    <a:pt x="281629" y="288579"/>
                  </a:lnTo>
                  <a:lnTo>
                    <a:pt x="285423" y="284898"/>
                  </a:lnTo>
                  <a:lnTo>
                    <a:pt x="289099" y="281100"/>
                  </a:lnTo>
                  <a:lnTo>
                    <a:pt x="292653" y="277187"/>
                  </a:lnTo>
                  <a:lnTo>
                    <a:pt x="296082" y="273163"/>
                  </a:lnTo>
                  <a:lnTo>
                    <a:pt x="299382" y="269033"/>
                  </a:lnTo>
                  <a:lnTo>
                    <a:pt x="302549" y="264801"/>
                  </a:lnTo>
                  <a:lnTo>
                    <a:pt x="305581" y="260471"/>
                  </a:lnTo>
                  <a:lnTo>
                    <a:pt x="308475" y="256047"/>
                  </a:lnTo>
                  <a:lnTo>
                    <a:pt x="311227" y="251534"/>
                  </a:lnTo>
                  <a:lnTo>
                    <a:pt x="313836" y="246936"/>
                  </a:lnTo>
                  <a:lnTo>
                    <a:pt x="316297" y="242258"/>
                  </a:lnTo>
                  <a:lnTo>
                    <a:pt x="318610" y="237505"/>
                  </a:lnTo>
                  <a:lnTo>
                    <a:pt x="320771" y="232680"/>
                  </a:lnTo>
                  <a:lnTo>
                    <a:pt x="322778" y="227790"/>
                  </a:lnTo>
                  <a:lnTo>
                    <a:pt x="324630" y="222839"/>
                  </a:lnTo>
                  <a:lnTo>
                    <a:pt x="326324" y="217832"/>
                  </a:lnTo>
                  <a:lnTo>
                    <a:pt x="327859" y="212773"/>
                  </a:lnTo>
                  <a:lnTo>
                    <a:pt x="329234" y="207669"/>
                  </a:lnTo>
                  <a:lnTo>
                    <a:pt x="330446" y="202524"/>
                  </a:lnTo>
                  <a:lnTo>
                    <a:pt x="331495" y="197343"/>
                  </a:lnTo>
                  <a:lnTo>
                    <a:pt x="332380" y="192131"/>
                  </a:lnTo>
                  <a:lnTo>
                    <a:pt x="333099" y="186894"/>
                  </a:lnTo>
                  <a:lnTo>
                    <a:pt x="333653" y="181637"/>
                  </a:lnTo>
                  <a:lnTo>
                    <a:pt x="334040" y="176365"/>
                  </a:lnTo>
                  <a:lnTo>
                    <a:pt x="334260" y="171084"/>
                  </a:lnTo>
                  <a:lnTo>
                    <a:pt x="334313" y="165798"/>
                  </a:lnTo>
                  <a:lnTo>
                    <a:pt x="334199" y="160513"/>
                  </a:lnTo>
                  <a:lnTo>
                    <a:pt x="333918" y="155234"/>
                  </a:lnTo>
                  <a:lnTo>
                    <a:pt x="333470" y="149967"/>
                  </a:lnTo>
                  <a:lnTo>
                    <a:pt x="332856" y="144717"/>
                  </a:lnTo>
                  <a:lnTo>
                    <a:pt x="332076" y="139488"/>
                  </a:lnTo>
                  <a:lnTo>
                    <a:pt x="331131" y="134287"/>
                  </a:lnTo>
                  <a:lnTo>
                    <a:pt x="330022" y="129119"/>
                  </a:lnTo>
                  <a:lnTo>
                    <a:pt x="328750" y="123988"/>
                  </a:lnTo>
                  <a:lnTo>
                    <a:pt x="327317" y="118900"/>
                  </a:lnTo>
                  <a:lnTo>
                    <a:pt x="325724" y="113859"/>
                  </a:lnTo>
                  <a:lnTo>
                    <a:pt x="323972" y="108872"/>
                  </a:lnTo>
                  <a:lnTo>
                    <a:pt x="322063" y="103942"/>
                  </a:lnTo>
                  <a:lnTo>
                    <a:pt x="319999" y="99076"/>
                  </a:lnTo>
                  <a:lnTo>
                    <a:pt x="317783" y="94277"/>
                  </a:lnTo>
                  <a:lnTo>
                    <a:pt x="315415" y="89550"/>
                  </a:lnTo>
                  <a:lnTo>
                    <a:pt x="312900" y="84901"/>
                  </a:lnTo>
                  <a:lnTo>
                    <a:pt x="310239" y="80333"/>
                  </a:lnTo>
                  <a:lnTo>
                    <a:pt x="307435" y="75852"/>
                  </a:lnTo>
                  <a:lnTo>
                    <a:pt x="304490" y="71462"/>
                  </a:lnTo>
                  <a:lnTo>
                    <a:pt x="301408" y="67167"/>
                  </a:lnTo>
                  <a:lnTo>
                    <a:pt x="298192" y="62972"/>
                  </a:lnTo>
                  <a:lnTo>
                    <a:pt x="294845" y="58881"/>
                  </a:lnTo>
                  <a:lnTo>
                    <a:pt x="291370" y="54897"/>
                  </a:lnTo>
                  <a:lnTo>
                    <a:pt x="287771" y="51025"/>
                  </a:lnTo>
                  <a:lnTo>
                    <a:pt x="284051" y="47270"/>
                  </a:lnTo>
                  <a:lnTo>
                    <a:pt x="280215" y="43633"/>
                  </a:lnTo>
                  <a:lnTo>
                    <a:pt x="276265" y="40120"/>
                  </a:lnTo>
                  <a:lnTo>
                    <a:pt x="272206" y="36733"/>
                  </a:lnTo>
                  <a:lnTo>
                    <a:pt x="268042" y="33476"/>
                  </a:lnTo>
                  <a:lnTo>
                    <a:pt x="263778" y="30353"/>
                  </a:lnTo>
                  <a:lnTo>
                    <a:pt x="259416" y="27366"/>
                  </a:lnTo>
                  <a:lnTo>
                    <a:pt x="254963" y="24518"/>
                  </a:lnTo>
                  <a:lnTo>
                    <a:pt x="250421" y="21813"/>
                  </a:lnTo>
                  <a:lnTo>
                    <a:pt x="245797" y="19252"/>
                  </a:lnTo>
                  <a:lnTo>
                    <a:pt x="241093" y="16839"/>
                  </a:lnTo>
                  <a:lnTo>
                    <a:pt x="236316" y="14576"/>
                  </a:lnTo>
                  <a:lnTo>
                    <a:pt x="231470" y="12465"/>
                  </a:lnTo>
                  <a:lnTo>
                    <a:pt x="226559" y="10509"/>
                  </a:lnTo>
                  <a:lnTo>
                    <a:pt x="221589" y="8709"/>
                  </a:lnTo>
                  <a:lnTo>
                    <a:pt x="216564" y="7066"/>
                  </a:lnTo>
                  <a:lnTo>
                    <a:pt x="211490" y="5584"/>
                  </a:lnTo>
                  <a:lnTo>
                    <a:pt x="206372" y="4262"/>
                  </a:lnTo>
                  <a:lnTo>
                    <a:pt x="201214" y="3103"/>
                  </a:lnTo>
                  <a:lnTo>
                    <a:pt x="167148" y="1667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23235" y="1681503"/>
              <a:ext cx="34066" cy="167167"/>
            </a:xfrm>
            <a:custGeom>
              <a:avLst/>
              <a:pathLst>
                <a:path w="34066" h="167167">
                  <a:moveTo>
                    <a:pt x="34066" y="3507"/>
                  </a:moveTo>
                  <a:lnTo>
                    <a:pt x="27321" y="2247"/>
                  </a:lnTo>
                  <a:lnTo>
                    <a:pt x="20531" y="1265"/>
                  </a:lnTo>
                  <a:lnTo>
                    <a:pt x="13707" y="562"/>
                  </a:lnTo>
                  <a:lnTo>
                    <a:pt x="6859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853871" y="1322571"/>
              <a:ext cx="167167" cy="327592"/>
            </a:xfrm>
            <a:custGeom>
              <a:avLst/>
              <a:pathLst>
                <a:path w="167167" h="327592">
                  <a:moveTo>
                    <a:pt x="167167" y="0"/>
                  </a:moveTo>
                  <a:lnTo>
                    <a:pt x="161802" y="86"/>
                  </a:lnTo>
                  <a:lnTo>
                    <a:pt x="156443" y="344"/>
                  </a:lnTo>
                  <a:lnTo>
                    <a:pt x="151095" y="774"/>
                  </a:lnTo>
                  <a:lnTo>
                    <a:pt x="145763" y="1375"/>
                  </a:lnTo>
                  <a:lnTo>
                    <a:pt x="140454" y="2148"/>
                  </a:lnTo>
                  <a:lnTo>
                    <a:pt x="135172" y="3090"/>
                  </a:lnTo>
                  <a:lnTo>
                    <a:pt x="129923" y="4201"/>
                  </a:lnTo>
                  <a:lnTo>
                    <a:pt x="124712" y="5480"/>
                  </a:lnTo>
                  <a:lnTo>
                    <a:pt x="119546" y="6926"/>
                  </a:lnTo>
                  <a:lnTo>
                    <a:pt x="114428" y="8537"/>
                  </a:lnTo>
                  <a:lnTo>
                    <a:pt x="109364" y="10311"/>
                  </a:lnTo>
                  <a:lnTo>
                    <a:pt x="104360" y="12247"/>
                  </a:lnTo>
                  <a:lnTo>
                    <a:pt x="99421" y="14342"/>
                  </a:lnTo>
                  <a:lnTo>
                    <a:pt x="94552" y="16595"/>
                  </a:lnTo>
                  <a:lnTo>
                    <a:pt x="89757" y="19002"/>
                  </a:lnTo>
                  <a:lnTo>
                    <a:pt x="85042" y="21563"/>
                  </a:lnTo>
                  <a:lnTo>
                    <a:pt x="80412" y="24273"/>
                  </a:lnTo>
                  <a:lnTo>
                    <a:pt x="75871" y="27131"/>
                  </a:lnTo>
                  <a:lnTo>
                    <a:pt x="71424" y="30133"/>
                  </a:lnTo>
                  <a:lnTo>
                    <a:pt x="67076" y="33276"/>
                  </a:lnTo>
                  <a:lnTo>
                    <a:pt x="62831" y="36557"/>
                  </a:lnTo>
                  <a:lnTo>
                    <a:pt x="58693" y="39973"/>
                  </a:lnTo>
                  <a:lnTo>
                    <a:pt x="54667" y="43519"/>
                  </a:lnTo>
                  <a:lnTo>
                    <a:pt x="50757" y="47193"/>
                  </a:lnTo>
                  <a:lnTo>
                    <a:pt x="46967" y="50991"/>
                  </a:lnTo>
                  <a:lnTo>
                    <a:pt x="43300" y="54908"/>
                  </a:lnTo>
                  <a:lnTo>
                    <a:pt x="39762" y="58941"/>
                  </a:lnTo>
                  <a:lnTo>
                    <a:pt x="36354" y="63085"/>
                  </a:lnTo>
                  <a:lnTo>
                    <a:pt x="33081" y="67337"/>
                  </a:lnTo>
                  <a:lnTo>
                    <a:pt x="29947" y="71691"/>
                  </a:lnTo>
                  <a:lnTo>
                    <a:pt x="26953" y="76144"/>
                  </a:lnTo>
                  <a:lnTo>
                    <a:pt x="24105" y="80690"/>
                  </a:lnTo>
                  <a:lnTo>
                    <a:pt x="21403" y="85326"/>
                  </a:lnTo>
                  <a:lnTo>
                    <a:pt x="18852" y="90046"/>
                  </a:lnTo>
                  <a:lnTo>
                    <a:pt x="16453" y="94845"/>
                  </a:lnTo>
                  <a:lnTo>
                    <a:pt x="14210" y="99719"/>
                  </a:lnTo>
                  <a:lnTo>
                    <a:pt x="12124" y="104662"/>
                  </a:lnTo>
                  <a:lnTo>
                    <a:pt x="10198" y="109670"/>
                  </a:lnTo>
                  <a:lnTo>
                    <a:pt x="8434" y="114737"/>
                  </a:lnTo>
                  <a:lnTo>
                    <a:pt x="6833" y="119858"/>
                  </a:lnTo>
                  <a:lnTo>
                    <a:pt x="5398" y="125027"/>
                  </a:lnTo>
                  <a:lnTo>
                    <a:pt x="4129" y="130240"/>
                  </a:lnTo>
                  <a:lnTo>
                    <a:pt x="3028" y="135492"/>
                  </a:lnTo>
                  <a:lnTo>
                    <a:pt x="2096" y="140775"/>
                  </a:lnTo>
                  <a:lnTo>
                    <a:pt x="1334" y="146086"/>
                  </a:lnTo>
                  <a:lnTo>
                    <a:pt x="743" y="151419"/>
                  </a:lnTo>
                  <a:lnTo>
                    <a:pt x="323" y="156768"/>
                  </a:lnTo>
                  <a:lnTo>
                    <a:pt x="75" y="162127"/>
                  </a:lnTo>
                  <a:lnTo>
                    <a:pt x="0" y="167492"/>
                  </a:lnTo>
                  <a:lnTo>
                    <a:pt x="96" y="172857"/>
                  </a:lnTo>
                  <a:lnTo>
                    <a:pt x="365" y="178215"/>
                  </a:lnTo>
                  <a:lnTo>
                    <a:pt x="805" y="183562"/>
                  </a:lnTo>
                  <a:lnTo>
                    <a:pt x="1417" y="188893"/>
                  </a:lnTo>
                  <a:lnTo>
                    <a:pt x="2200" y="194201"/>
                  </a:lnTo>
                  <a:lnTo>
                    <a:pt x="3152" y="199481"/>
                  </a:lnTo>
                  <a:lnTo>
                    <a:pt x="4274" y="204727"/>
                  </a:lnTo>
                  <a:lnTo>
                    <a:pt x="5563" y="209936"/>
                  </a:lnTo>
                  <a:lnTo>
                    <a:pt x="7019" y="215100"/>
                  </a:lnTo>
                  <a:lnTo>
                    <a:pt x="8639" y="220214"/>
                  </a:lnTo>
                  <a:lnTo>
                    <a:pt x="10423" y="225274"/>
                  </a:lnTo>
                  <a:lnTo>
                    <a:pt x="12369" y="230274"/>
                  </a:lnTo>
                  <a:lnTo>
                    <a:pt x="14474" y="235210"/>
                  </a:lnTo>
                  <a:lnTo>
                    <a:pt x="16736" y="240075"/>
                  </a:lnTo>
                  <a:lnTo>
                    <a:pt x="19153" y="244865"/>
                  </a:lnTo>
                  <a:lnTo>
                    <a:pt x="21723" y="249575"/>
                  </a:lnTo>
                  <a:lnTo>
                    <a:pt x="24442" y="254200"/>
                  </a:lnTo>
                  <a:lnTo>
                    <a:pt x="27309" y="258735"/>
                  </a:lnTo>
                  <a:lnTo>
                    <a:pt x="30319" y="263176"/>
                  </a:lnTo>
                  <a:lnTo>
                    <a:pt x="33471" y="267518"/>
                  </a:lnTo>
                  <a:lnTo>
                    <a:pt x="36760" y="271757"/>
                  </a:lnTo>
                  <a:lnTo>
                    <a:pt x="40184" y="275888"/>
                  </a:lnTo>
                  <a:lnTo>
                    <a:pt x="43738" y="279907"/>
                  </a:lnTo>
                  <a:lnTo>
                    <a:pt x="47420" y="283810"/>
                  </a:lnTo>
                  <a:lnTo>
                    <a:pt x="51224" y="287593"/>
                  </a:lnTo>
                  <a:lnTo>
                    <a:pt x="55149" y="291251"/>
                  </a:lnTo>
                  <a:lnTo>
                    <a:pt x="59189" y="294782"/>
                  </a:lnTo>
                  <a:lnTo>
                    <a:pt x="63339" y="298182"/>
                  </a:lnTo>
                  <a:lnTo>
                    <a:pt x="67597" y="301446"/>
                  </a:lnTo>
                  <a:lnTo>
                    <a:pt x="71958" y="304572"/>
                  </a:lnTo>
                  <a:lnTo>
                    <a:pt x="76416" y="307557"/>
                  </a:lnTo>
                  <a:lnTo>
                    <a:pt x="80968" y="310397"/>
                  </a:lnTo>
                  <a:lnTo>
                    <a:pt x="85609" y="313089"/>
                  </a:lnTo>
                  <a:lnTo>
                    <a:pt x="90334" y="315631"/>
                  </a:lnTo>
                  <a:lnTo>
                    <a:pt x="95138" y="318021"/>
                  </a:lnTo>
                  <a:lnTo>
                    <a:pt x="100016" y="320254"/>
                  </a:lnTo>
                  <a:lnTo>
                    <a:pt x="104964" y="322331"/>
                  </a:lnTo>
                  <a:lnTo>
                    <a:pt x="109975" y="324247"/>
                  </a:lnTo>
                  <a:lnTo>
                    <a:pt x="115045" y="326001"/>
                  </a:lnTo>
                  <a:lnTo>
                    <a:pt x="120169" y="32759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74041" y="1489739"/>
              <a:ext cx="46997" cy="160425"/>
            </a:xfrm>
            <a:custGeom>
              <a:avLst/>
              <a:pathLst>
                <a:path w="46997" h="160425">
                  <a:moveTo>
                    <a:pt x="0" y="160425"/>
                  </a:moveTo>
                  <a:lnTo>
                    <a:pt x="4699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74041" y="1324819"/>
              <a:ext cx="214164" cy="332086"/>
            </a:xfrm>
            <a:custGeom>
              <a:avLst/>
              <a:pathLst>
                <a:path w="214164" h="332086">
                  <a:moveTo>
                    <a:pt x="0" y="325344"/>
                  </a:moveTo>
                  <a:lnTo>
                    <a:pt x="5154" y="326765"/>
                  </a:lnTo>
                  <a:lnTo>
                    <a:pt x="10351" y="328020"/>
                  </a:lnTo>
                  <a:lnTo>
                    <a:pt x="15585" y="329109"/>
                  </a:lnTo>
                  <a:lnTo>
                    <a:pt x="20852" y="330029"/>
                  </a:lnTo>
                  <a:lnTo>
                    <a:pt x="26145" y="330781"/>
                  </a:lnTo>
                  <a:lnTo>
                    <a:pt x="31460" y="331363"/>
                  </a:lnTo>
                  <a:lnTo>
                    <a:pt x="36791" y="331775"/>
                  </a:lnTo>
                  <a:lnTo>
                    <a:pt x="42132" y="332016"/>
                  </a:lnTo>
                  <a:lnTo>
                    <a:pt x="47478" y="332086"/>
                  </a:lnTo>
                  <a:lnTo>
                    <a:pt x="52823" y="331985"/>
                  </a:lnTo>
                  <a:lnTo>
                    <a:pt x="58163" y="331713"/>
                  </a:lnTo>
                  <a:lnTo>
                    <a:pt x="63491" y="331271"/>
                  </a:lnTo>
                  <a:lnTo>
                    <a:pt x="68802" y="330658"/>
                  </a:lnTo>
                  <a:lnTo>
                    <a:pt x="74091" y="329876"/>
                  </a:lnTo>
                  <a:lnTo>
                    <a:pt x="79353" y="328925"/>
                  </a:lnTo>
                  <a:lnTo>
                    <a:pt x="84581" y="327807"/>
                  </a:lnTo>
                  <a:lnTo>
                    <a:pt x="89771" y="326521"/>
                  </a:lnTo>
                  <a:lnTo>
                    <a:pt x="94917" y="325071"/>
                  </a:lnTo>
                  <a:lnTo>
                    <a:pt x="100014" y="323457"/>
                  </a:lnTo>
                  <a:lnTo>
                    <a:pt x="105056" y="321680"/>
                  </a:lnTo>
                  <a:lnTo>
                    <a:pt x="110040" y="319743"/>
                  </a:lnTo>
                  <a:lnTo>
                    <a:pt x="114958" y="317648"/>
                  </a:lnTo>
                  <a:lnTo>
                    <a:pt x="119808" y="315397"/>
                  </a:lnTo>
                  <a:lnTo>
                    <a:pt x="124583" y="312991"/>
                  </a:lnTo>
                  <a:lnTo>
                    <a:pt x="129278" y="310434"/>
                  </a:lnTo>
                  <a:lnTo>
                    <a:pt x="133889" y="307729"/>
                  </a:lnTo>
                  <a:lnTo>
                    <a:pt x="138412" y="304877"/>
                  </a:lnTo>
                  <a:lnTo>
                    <a:pt x="142841" y="301882"/>
                  </a:lnTo>
                  <a:lnTo>
                    <a:pt x="147172" y="298747"/>
                  </a:lnTo>
                  <a:lnTo>
                    <a:pt x="151400" y="295475"/>
                  </a:lnTo>
                  <a:lnTo>
                    <a:pt x="155522" y="292070"/>
                  </a:lnTo>
                  <a:lnTo>
                    <a:pt x="159532" y="288534"/>
                  </a:lnTo>
                  <a:lnTo>
                    <a:pt x="163428" y="284872"/>
                  </a:lnTo>
                  <a:lnTo>
                    <a:pt x="167204" y="281087"/>
                  </a:lnTo>
                  <a:lnTo>
                    <a:pt x="170858" y="277184"/>
                  </a:lnTo>
                  <a:lnTo>
                    <a:pt x="174385" y="273166"/>
                  </a:lnTo>
                  <a:lnTo>
                    <a:pt x="177781" y="269036"/>
                  </a:lnTo>
                  <a:lnTo>
                    <a:pt x="181044" y="264801"/>
                  </a:lnTo>
                  <a:lnTo>
                    <a:pt x="184169" y="260463"/>
                  </a:lnTo>
                  <a:lnTo>
                    <a:pt x="187154" y="256028"/>
                  </a:lnTo>
                  <a:lnTo>
                    <a:pt x="189996" y="251499"/>
                  </a:lnTo>
                  <a:lnTo>
                    <a:pt x="192692" y="246882"/>
                  </a:lnTo>
                  <a:lnTo>
                    <a:pt x="195238" y="242181"/>
                  </a:lnTo>
                  <a:lnTo>
                    <a:pt x="197633" y="237401"/>
                  </a:lnTo>
                  <a:lnTo>
                    <a:pt x="199874" y="232546"/>
                  </a:lnTo>
                  <a:lnTo>
                    <a:pt x="201959" y="227623"/>
                  </a:lnTo>
                  <a:lnTo>
                    <a:pt x="203885" y="222635"/>
                  </a:lnTo>
                  <a:lnTo>
                    <a:pt x="205650" y="217589"/>
                  </a:lnTo>
                  <a:lnTo>
                    <a:pt x="207253" y="212488"/>
                  </a:lnTo>
                  <a:lnTo>
                    <a:pt x="208692" y="207339"/>
                  </a:lnTo>
                  <a:lnTo>
                    <a:pt x="209966" y="202147"/>
                  </a:lnTo>
                  <a:lnTo>
                    <a:pt x="211073" y="196916"/>
                  </a:lnTo>
                  <a:lnTo>
                    <a:pt x="212013" y="191653"/>
                  </a:lnTo>
                  <a:lnTo>
                    <a:pt x="212783" y="186362"/>
                  </a:lnTo>
                  <a:lnTo>
                    <a:pt x="213384" y="181049"/>
                  </a:lnTo>
                  <a:lnTo>
                    <a:pt x="213815" y="175720"/>
                  </a:lnTo>
                  <a:lnTo>
                    <a:pt x="214075" y="170380"/>
                  </a:lnTo>
                  <a:lnTo>
                    <a:pt x="214164" y="165034"/>
                  </a:lnTo>
                  <a:lnTo>
                    <a:pt x="214082" y="159688"/>
                  </a:lnTo>
                  <a:lnTo>
                    <a:pt x="213830" y="154348"/>
                  </a:lnTo>
                  <a:lnTo>
                    <a:pt x="213406" y="149018"/>
                  </a:lnTo>
                  <a:lnTo>
                    <a:pt x="212813" y="143705"/>
                  </a:lnTo>
                  <a:lnTo>
                    <a:pt x="212049" y="138413"/>
                  </a:lnTo>
                  <a:lnTo>
                    <a:pt x="211117" y="133148"/>
                  </a:lnTo>
                  <a:lnTo>
                    <a:pt x="210017" y="127916"/>
                  </a:lnTo>
                  <a:lnTo>
                    <a:pt x="208751" y="122722"/>
                  </a:lnTo>
                  <a:lnTo>
                    <a:pt x="207319" y="117571"/>
                  </a:lnTo>
                  <a:lnTo>
                    <a:pt x="205722" y="112468"/>
                  </a:lnTo>
                  <a:lnTo>
                    <a:pt x="203964" y="107419"/>
                  </a:lnTo>
                  <a:lnTo>
                    <a:pt x="202045" y="102429"/>
                  </a:lnTo>
                  <a:lnTo>
                    <a:pt x="199967" y="97503"/>
                  </a:lnTo>
                  <a:lnTo>
                    <a:pt x="197733" y="92645"/>
                  </a:lnTo>
                  <a:lnTo>
                    <a:pt x="195345" y="87862"/>
                  </a:lnTo>
                  <a:lnTo>
                    <a:pt x="192805" y="83157"/>
                  </a:lnTo>
                  <a:lnTo>
                    <a:pt x="190115" y="78536"/>
                  </a:lnTo>
                  <a:lnTo>
                    <a:pt x="187280" y="74004"/>
                  </a:lnTo>
                  <a:lnTo>
                    <a:pt x="184301" y="69564"/>
                  </a:lnTo>
                  <a:lnTo>
                    <a:pt x="181181" y="65222"/>
                  </a:lnTo>
                  <a:lnTo>
                    <a:pt x="177924" y="60982"/>
                  </a:lnTo>
                  <a:lnTo>
                    <a:pt x="174534" y="56848"/>
                  </a:lnTo>
                  <a:lnTo>
                    <a:pt x="171012" y="52825"/>
                  </a:lnTo>
                  <a:lnTo>
                    <a:pt x="167364" y="48916"/>
                  </a:lnTo>
                  <a:lnTo>
                    <a:pt x="163593" y="45127"/>
                  </a:lnTo>
                  <a:lnTo>
                    <a:pt x="159703" y="41459"/>
                  </a:lnTo>
                  <a:lnTo>
                    <a:pt x="155697" y="37918"/>
                  </a:lnTo>
                  <a:lnTo>
                    <a:pt x="151580" y="34507"/>
                  </a:lnTo>
                  <a:lnTo>
                    <a:pt x="147356" y="31229"/>
                  </a:lnTo>
                  <a:lnTo>
                    <a:pt x="143029" y="28088"/>
                  </a:lnTo>
                  <a:lnTo>
                    <a:pt x="138605" y="25087"/>
                  </a:lnTo>
                  <a:lnTo>
                    <a:pt x="134086" y="22229"/>
                  </a:lnTo>
                  <a:lnTo>
                    <a:pt x="129479" y="19517"/>
                  </a:lnTo>
                  <a:lnTo>
                    <a:pt x="124787" y="16954"/>
                  </a:lnTo>
                  <a:lnTo>
                    <a:pt x="120015" y="14542"/>
                  </a:lnTo>
                  <a:lnTo>
                    <a:pt x="115169" y="12284"/>
                  </a:lnTo>
                  <a:lnTo>
                    <a:pt x="110253" y="10182"/>
                  </a:lnTo>
                  <a:lnTo>
                    <a:pt x="105272" y="8238"/>
                  </a:lnTo>
                  <a:lnTo>
                    <a:pt x="100232" y="6455"/>
                  </a:lnTo>
                  <a:lnTo>
                    <a:pt x="95137" y="4833"/>
                  </a:lnTo>
                  <a:lnTo>
                    <a:pt x="89993" y="3376"/>
                  </a:lnTo>
                  <a:lnTo>
                    <a:pt x="84805" y="2083"/>
                  </a:lnTo>
                  <a:lnTo>
                    <a:pt x="79579" y="958"/>
                  </a:lnTo>
                  <a:lnTo>
                    <a:pt x="74319" y="0"/>
                  </a:lnTo>
                  <a:lnTo>
                    <a:pt x="46997" y="1649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21039" y="1322571"/>
              <a:ext cx="27321" cy="167167"/>
            </a:xfrm>
            <a:custGeom>
              <a:avLst/>
              <a:pathLst>
                <a:path w="27321" h="167167">
                  <a:moveTo>
                    <a:pt x="27321" y="2247"/>
                  </a:moveTo>
                  <a:lnTo>
                    <a:pt x="20531" y="1265"/>
                  </a:lnTo>
                  <a:lnTo>
                    <a:pt x="13707" y="562"/>
                  </a:lnTo>
                  <a:lnTo>
                    <a:pt x="6859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378091" y="1071028"/>
              <a:ext cx="167166" cy="304722"/>
            </a:xfrm>
            <a:custGeom>
              <a:avLst/>
              <a:pathLst>
                <a:path w="167166" h="304722">
                  <a:moveTo>
                    <a:pt x="167166" y="0"/>
                  </a:moveTo>
                  <a:lnTo>
                    <a:pt x="161798" y="86"/>
                  </a:lnTo>
                  <a:lnTo>
                    <a:pt x="156436" y="344"/>
                  </a:lnTo>
                  <a:lnTo>
                    <a:pt x="151085" y="775"/>
                  </a:lnTo>
                  <a:lnTo>
                    <a:pt x="145750" y="1377"/>
                  </a:lnTo>
                  <a:lnTo>
                    <a:pt x="140437" y="2150"/>
                  </a:lnTo>
                  <a:lnTo>
                    <a:pt x="135152" y="3094"/>
                  </a:lnTo>
                  <a:lnTo>
                    <a:pt x="129900" y="4206"/>
                  </a:lnTo>
                  <a:lnTo>
                    <a:pt x="124686" y="5487"/>
                  </a:lnTo>
                  <a:lnTo>
                    <a:pt x="119516" y="6934"/>
                  </a:lnTo>
                  <a:lnTo>
                    <a:pt x="114396" y="8547"/>
                  </a:lnTo>
                  <a:lnTo>
                    <a:pt x="109330" y="10323"/>
                  </a:lnTo>
                  <a:lnTo>
                    <a:pt x="104323" y="12262"/>
                  </a:lnTo>
                  <a:lnTo>
                    <a:pt x="99381" y="14359"/>
                  </a:lnTo>
                  <a:lnTo>
                    <a:pt x="94509" y="16615"/>
                  </a:lnTo>
                  <a:lnTo>
                    <a:pt x="89712" y="19026"/>
                  </a:lnTo>
                  <a:lnTo>
                    <a:pt x="84995" y="21589"/>
                  </a:lnTo>
                  <a:lnTo>
                    <a:pt x="80363" y="24303"/>
                  </a:lnTo>
                  <a:lnTo>
                    <a:pt x="75820" y="27164"/>
                  </a:lnTo>
                  <a:lnTo>
                    <a:pt x="71372" y="30169"/>
                  </a:lnTo>
                  <a:lnTo>
                    <a:pt x="67022" y="33316"/>
                  </a:lnTo>
                  <a:lnTo>
                    <a:pt x="62775" y="36601"/>
                  </a:lnTo>
                  <a:lnTo>
                    <a:pt x="58637" y="40020"/>
                  </a:lnTo>
                  <a:lnTo>
                    <a:pt x="54610" y="43571"/>
                  </a:lnTo>
                  <a:lnTo>
                    <a:pt x="50699" y="47249"/>
                  </a:lnTo>
                  <a:lnTo>
                    <a:pt x="46908" y="51051"/>
                  </a:lnTo>
                  <a:lnTo>
                    <a:pt x="43242" y="54972"/>
                  </a:lnTo>
                  <a:lnTo>
                    <a:pt x="39703" y="59009"/>
                  </a:lnTo>
                  <a:lnTo>
                    <a:pt x="36296" y="63158"/>
                  </a:lnTo>
                  <a:lnTo>
                    <a:pt x="33023" y="67414"/>
                  </a:lnTo>
                  <a:lnTo>
                    <a:pt x="29889" y="71773"/>
                  </a:lnTo>
                  <a:lnTo>
                    <a:pt x="26897" y="76230"/>
                  </a:lnTo>
                  <a:lnTo>
                    <a:pt x="24049" y="80782"/>
                  </a:lnTo>
                  <a:lnTo>
                    <a:pt x="21349" y="85422"/>
                  </a:lnTo>
                  <a:lnTo>
                    <a:pt x="18799" y="90146"/>
                  </a:lnTo>
                  <a:lnTo>
                    <a:pt x="16403" y="94950"/>
                  </a:lnTo>
                  <a:lnTo>
                    <a:pt x="14161" y="99829"/>
                  </a:lnTo>
                  <a:lnTo>
                    <a:pt x="12078" y="104777"/>
                  </a:lnTo>
                  <a:lnTo>
                    <a:pt x="10154" y="109789"/>
                  </a:lnTo>
                  <a:lnTo>
                    <a:pt x="8393" y="114860"/>
                  </a:lnTo>
                  <a:lnTo>
                    <a:pt x="6795" y="119986"/>
                  </a:lnTo>
                  <a:lnTo>
                    <a:pt x="5363" y="125160"/>
                  </a:lnTo>
                  <a:lnTo>
                    <a:pt x="4097" y="130377"/>
                  </a:lnTo>
                  <a:lnTo>
                    <a:pt x="3000" y="135632"/>
                  </a:lnTo>
                  <a:lnTo>
                    <a:pt x="2072" y="140920"/>
                  </a:lnTo>
                  <a:lnTo>
                    <a:pt x="1314" y="146235"/>
                  </a:lnTo>
                  <a:lnTo>
                    <a:pt x="728" y="151572"/>
                  </a:lnTo>
                  <a:lnTo>
                    <a:pt x="313" y="156924"/>
                  </a:lnTo>
                  <a:lnTo>
                    <a:pt x="70" y="162287"/>
                  </a:lnTo>
                  <a:lnTo>
                    <a:pt x="0" y="167655"/>
                  </a:lnTo>
                  <a:lnTo>
                    <a:pt x="101" y="173023"/>
                  </a:lnTo>
                  <a:lnTo>
                    <a:pt x="376" y="178385"/>
                  </a:lnTo>
                  <a:lnTo>
                    <a:pt x="822" y="183735"/>
                  </a:lnTo>
                  <a:lnTo>
                    <a:pt x="1440" y="189068"/>
                  </a:lnTo>
                  <a:lnTo>
                    <a:pt x="2228" y="194378"/>
                  </a:lnTo>
                  <a:lnTo>
                    <a:pt x="3187" y="199660"/>
                  </a:lnTo>
                  <a:lnTo>
                    <a:pt x="4315" y="204909"/>
                  </a:lnTo>
                  <a:lnTo>
                    <a:pt x="5611" y="210119"/>
                  </a:lnTo>
                  <a:lnTo>
                    <a:pt x="7074" y="215285"/>
                  </a:lnTo>
                  <a:lnTo>
                    <a:pt x="8701" y="220401"/>
                  </a:lnTo>
                  <a:lnTo>
                    <a:pt x="10492" y="225462"/>
                  </a:lnTo>
                  <a:lnTo>
                    <a:pt x="12445" y="230463"/>
                  </a:lnTo>
                  <a:lnTo>
                    <a:pt x="14557" y="235398"/>
                  </a:lnTo>
                  <a:lnTo>
                    <a:pt x="16827" y="240264"/>
                  </a:lnTo>
                  <a:lnTo>
                    <a:pt x="19252" y="245053"/>
                  </a:lnTo>
                  <a:lnTo>
                    <a:pt x="21829" y="249763"/>
                  </a:lnTo>
                  <a:lnTo>
                    <a:pt x="24556" y="254387"/>
                  </a:lnTo>
                  <a:lnTo>
                    <a:pt x="27431" y="258922"/>
                  </a:lnTo>
                  <a:lnTo>
                    <a:pt x="30449" y="263361"/>
                  </a:lnTo>
                  <a:lnTo>
                    <a:pt x="33609" y="267702"/>
                  </a:lnTo>
                  <a:lnTo>
                    <a:pt x="36906" y="271939"/>
                  </a:lnTo>
                  <a:lnTo>
                    <a:pt x="40337" y="276068"/>
                  </a:lnTo>
                  <a:lnTo>
                    <a:pt x="43900" y="280084"/>
                  </a:lnTo>
                  <a:lnTo>
                    <a:pt x="47589" y="283984"/>
                  </a:lnTo>
                  <a:lnTo>
                    <a:pt x="51402" y="287764"/>
                  </a:lnTo>
                  <a:lnTo>
                    <a:pt x="55334" y="291419"/>
                  </a:lnTo>
                  <a:lnTo>
                    <a:pt x="59382" y="294946"/>
                  </a:lnTo>
                  <a:lnTo>
                    <a:pt x="63540" y="298341"/>
                  </a:lnTo>
                  <a:lnTo>
                    <a:pt x="67806" y="301601"/>
                  </a:lnTo>
                  <a:lnTo>
                    <a:pt x="72174" y="30472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50266" y="1238196"/>
              <a:ext cx="94992" cy="137555"/>
            </a:xfrm>
            <a:custGeom>
              <a:avLst/>
              <a:pathLst>
                <a:path w="94992" h="137555">
                  <a:moveTo>
                    <a:pt x="0" y="137555"/>
                  </a:moveTo>
                  <a:lnTo>
                    <a:pt x="9499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50266" y="1106866"/>
              <a:ext cx="262141" cy="298496"/>
            </a:xfrm>
            <a:custGeom>
              <a:avLst/>
              <a:pathLst>
                <a:path w="262141" h="298496">
                  <a:moveTo>
                    <a:pt x="0" y="268884"/>
                  </a:moveTo>
                  <a:lnTo>
                    <a:pt x="4413" y="271829"/>
                  </a:lnTo>
                  <a:lnTo>
                    <a:pt x="8917" y="274633"/>
                  </a:lnTo>
                  <a:lnTo>
                    <a:pt x="13508" y="277293"/>
                  </a:lnTo>
                  <a:lnTo>
                    <a:pt x="18182" y="279805"/>
                  </a:lnTo>
                  <a:lnTo>
                    <a:pt x="22932" y="282168"/>
                  </a:lnTo>
                  <a:lnTo>
                    <a:pt x="27756" y="284379"/>
                  </a:lnTo>
                  <a:lnTo>
                    <a:pt x="32647" y="286435"/>
                  </a:lnTo>
                  <a:lnTo>
                    <a:pt x="37600" y="288336"/>
                  </a:lnTo>
                  <a:lnTo>
                    <a:pt x="42612" y="290078"/>
                  </a:lnTo>
                  <a:lnTo>
                    <a:pt x="47676" y="291661"/>
                  </a:lnTo>
                  <a:lnTo>
                    <a:pt x="52788" y="293081"/>
                  </a:lnTo>
                  <a:lnTo>
                    <a:pt x="57943" y="294339"/>
                  </a:lnTo>
                  <a:lnTo>
                    <a:pt x="63135" y="295433"/>
                  </a:lnTo>
                  <a:lnTo>
                    <a:pt x="68359" y="296361"/>
                  </a:lnTo>
                  <a:lnTo>
                    <a:pt x="73610" y="297123"/>
                  </a:lnTo>
                  <a:lnTo>
                    <a:pt x="78882" y="297718"/>
                  </a:lnTo>
                  <a:lnTo>
                    <a:pt x="84170" y="298146"/>
                  </a:lnTo>
                  <a:lnTo>
                    <a:pt x="89470" y="298405"/>
                  </a:lnTo>
                  <a:lnTo>
                    <a:pt x="94775" y="298496"/>
                  </a:lnTo>
                  <a:lnTo>
                    <a:pt x="100080" y="298419"/>
                  </a:lnTo>
                  <a:lnTo>
                    <a:pt x="105380" y="298173"/>
                  </a:lnTo>
                  <a:lnTo>
                    <a:pt x="110670" y="297760"/>
                  </a:lnTo>
                  <a:lnTo>
                    <a:pt x="115944" y="297178"/>
                  </a:lnTo>
                  <a:lnTo>
                    <a:pt x="121197" y="296430"/>
                  </a:lnTo>
                  <a:lnTo>
                    <a:pt x="126423" y="295515"/>
                  </a:lnTo>
                  <a:lnTo>
                    <a:pt x="131618" y="294435"/>
                  </a:lnTo>
                  <a:lnTo>
                    <a:pt x="136775" y="293190"/>
                  </a:lnTo>
                  <a:lnTo>
                    <a:pt x="141891" y="291783"/>
                  </a:lnTo>
                  <a:lnTo>
                    <a:pt x="146960" y="290214"/>
                  </a:lnTo>
                  <a:lnTo>
                    <a:pt x="151976" y="288484"/>
                  </a:lnTo>
                  <a:lnTo>
                    <a:pt x="156934" y="286597"/>
                  </a:lnTo>
                  <a:lnTo>
                    <a:pt x="161831" y="284553"/>
                  </a:lnTo>
                  <a:lnTo>
                    <a:pt x="166660" y="282354"/>
                  </a:lnTo>
                  <a:lnTo>
                    <a:pt x="171416" y="280004"/>
                  </a:lnTo>
                  <a:lnTo>
                    <a:pt x="176096" y="277504"/>
                  </a:lnTo>
                  <a:lnTo>
                    <a:pt x="180694" y="274856"/>
                  </a:lnTo>
                  <a:lnTo>
                    <a:pt x="185206" y="272064"/>
                  </a:lnTo>
                  <a:lnTo>
                    <a:pt x="189627" y="269130"/>
                  </a:lnTo>
                  <a:lnTo>
                    <a:pt x="193952" y="266057"/>
                  </a:lnTo>
                  <a:lnTo>
                    <a:pt x="198178" y="262849"/>
                  </a:lnTo>
                  <a:lnTo>
                    <a:pt x="202300" y="259508"/>
                  </a:lnTo>
                  <a:lnTo>
                    <a:pt x="206314" y="256038"/>
                  </a:lnTo>
                  <a:lnTo>
                    <a:pt x="210216" y="252442"/>
                  </a:lnTo>
                  <a:lnTo>
                    <a:pt x="214001" y="248725"/>
                  </a:lnTo>
                  <a:lnTo>
                    <a:pt x="217667" y="244889"/>
                  </a:lnTo>
                  <a:lnTo>
                    <a:pt x="221209" y="240938"/>
                  </a:lnTo>
                  <a:lnTo>
                    <a:pt x="224624" y="236878"/>
                  </a:lnTo>
                  <a:lnTo>
                    <a:pt x="227908" y="232710"/>
                  </a:lnTo>
                  <a:lnTo>
                    <a:pt x="231059" y="228441"/>
                  </a:lnTo>
                  <a:lnTo>
                    <a:pt x="234072" y="224074"/>
                  </a:lnTo>
                  <a:lnTo>
                    <a:pt x="236945" y="219614"/>
                  </a:lnTo>
                  <a:lnTo>
                    <a:pt x="239675" y="215064"/>
                  </a:lnTo>
                  <a:lnTo>
                    <a:pt x="242260" y="210430"/>
                  </a:lnTo>
                  <a:lnTo>
                    <a:pt x="244696" y="205717"/>
                  </a:lnTo>
                  <a:lnTo>
                    <a:pt x="246981" y="200929"/>
                  </a:lnTo>
                  <a:lnTo>
                    <a:pt x="249114" y="196070"/>
                  </a:lnTo>
                  <a:lnTo>
                    <a:pt x="251091" y="191146"/>
                  </a:lnTo>
                  <a:lnTo>
                    <a:pt x="252910" y="186162"/>
                  </a:lnTo>
                  <a:lnTo>
                    <a:pt x="254571" y="181123"/>
                  </a:lnTo>
                  <a:lnTo>
                    <a:pt x="256071" y="176034"/>
                  </a:lnTo>
                  <a:lnTo>
                    <a:pt x="257408" y="170899"/>
                  </a:lnTo>
                  <a:lnTo>
                    <a:pt x="258582" y="165725"/>
                  </a:lnTo>
                  <a:lnTo>
                    <a:pt x="259592" y="160516"/>
                  </a:lnTo>
                  <a:lnTo>
                    <a:pt x="260435" y="155278"/>
                  </a:lnTo>
                  <a:lnTo>
                    <a:pt x="261112" y="150015"/>
                  </a:lnTo>
                  <a:lnTo>
                    <a:pt x="261621" y="144734"/>
                  </a:lnTo>
                  <a:lnTo>
                    <a:pt x="261962" y="139439"/>
                  </a:lnTo>
                  <a:lnTo>
                    <a:pt x="262136" y="134136"/>
                  </a:lnTo>
                  <a:lnTo>
                    <a:pt x="262141" y="128830"/>
                  </a:lnTo>
                  <a:lnTo>
                    <a:pt x="261977" y="123527"/>
                  </a:lnTo>
                  <a:lnTo>
                    <a:pt x="261645" y="118231"/>
                  </a:lnTo>
                  <a:lnTo>
                    <a:pt x="261146" y="112949"/>
                  </a:lnTo>
                  <a:lnTo>
                    <a:pt x="260479" y="107686"/>
                  </a:lnTo>
                  <a:lnTo>
                    <a:pt x="259645" y="102446"/>
                  </a:lnTo>
                  <a:lnTo>
                    <a:pt x="258645" y="97235"/>
                  </a:lnTo>
                  <a:lnTo>
                    <a:pt x="257481" y="92058"/>
                  </a:lnTo>
                  <a:lnTo>
                    <a:pt x="256153" y="86921"/>
                  </a:lnTo>
                  <a:lnTo>
                    <a:pt x="254662" y="81829"/>
                  </a:lnTo>
                  <a:lnTo>
                    <a:pt x="253011" y="76787"/>
                  </a:lnTo>
                  <a:lnTo>
                    <a:pt x="251201" y="71800"/>
                  </a:lnTo>
                  <a:lnTo>
                    <a:pt x="249233" y="66872"/>
                  </a:lnTo>
                  <a:lnTo>
                    <a:pt x="247110" y="62010"/>
                  </a:lnTo>
                  <a:lnTo>
                    <a:pt x="244833" y="57217"/>
                  </a:lnTo>
                  <a:lnTo>
                    <a:pt x="242406" y="52499"/>
                  </a:lnTo>
                  <a:lnTo>
                    <a:pt x="239830" y="47861"/>
                  </a:lnTo>
                  <a:lnTo>
                    <a:pt x="237108" y="43306"/>
                  </a:lnTo>
                  <a:lnTo>
                    <a:pt x="234243" y="38840"/>
                  </a:lnTo>
                  <a:lnTo>
                    <a:pt x="231237" y="34468"/>
                  </a:lnTo>
                  <a:lnTo>
                    <a:pt x="228095" y="30193"/>
                  </a:lnTo>
                  <a:lnTo>
                    <a:pt x="224818" y="26020"/>
                  </a:lnTo>
                  <a:lnTo>
                    <a:pt x="221411" y="21953"/>
                  </a:lnTo>
                  <a:lnTo>
                    <a:pt x="217876" y="17996"/>
                  </a:lnTo>
                  <a:lnTo>
                    <a:pt x="214217" y="14153"/>
                  </a:lnTo>
                  <a:lnTo>
                    <a:pt x="210439" y="10428"/>
                  </a:lnTo>
                  <a:lnTo>
                    <a:pt x="206544" y="6825"/>
                  </a:lnTo>
                  <a:lnTo>
                    <a:pt x="202536" y="3348"/>
                  </a:lnTo>
                  <a:lnTo>
                    <a:pt x="198421" y="0"/>
                  </a:lnTo>
                  <a:lnTo>
                    <a:pt x="94992" y="1313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258" y="1071028"/>
              <a:ext cx="103428" cy="167167"/>
            </a:xfrm>
            <a:custGeom>
              <a:avLst/>
              <a:pathLst>
                <a:path w="103428" h="167167">
                  <a:moveTo>
                    <a:pt x="103428" y="35837"/>
                  </a:moveTo>
                  <a:lnTo>
                    <a:pt x="98991" y="32461"/>
                  </a:lnTo>
                  <a:lnTo>
                    <a:pt x="94444" y="29235"/>
                  </a:lnTo>
                  <a:lnTo>
                    <a:pt x="89791" y="26162"/>
                  </a:lnTo>
                  <a:lnTo>
                    <a:pt x="85039" y="23246"/>
                  </a:lnTo>
                  <a:lnTo>
                    <a:pt x="80192" y="20490"/>
                  </a:lnTo>
                  <a:lnTo>
                    <a:pt x="75256" y="17897"/>
                  </a:lnTo>
                  <a:lnTo>
                    <a:pt x="70236" y="15471"/>
                  </a:lnTo>
                  <a:lnTo>
                    <a:pt x="65138" y="13213"/>
                  </a:lnTo>
                  <a:lnTo>
                    <a:pt x="59968" y="11126"/>
                  </a:lnTo>
                  <a:lnTo>
                    <a:pt x="54730" y="9213"/>
                  </a:lnTo>
                  <a:lnTo>
                    <a:pt x="49432" y="7476"/>
                  </a:lnTo>
                  <a:lnTo>
                    <a:pt x="44079" y="5916"/>
                  </a:lnTo>
                  <a:lnTo>
                    <a:pt x="38677" y="4535"/>
                  </a:lnTo>
                  <a:lnTo>
                    <a:pt x="33232" y="3336"/>
                  </a:lnTo>
                  <a:lnTo>
                    <a:pt x="27750" y="2319"/>
                  </a:lnTo>
                  <a:lnTo>
                    <a:pt x="22237" y="1485"/>
                  </a:lnTo>
                  <a:lnTo>
                    <a:pt x="16699" y="836"/>
                  </a:lnTo>
                  <a:lnTo>
                    <a:pt x="11143" y="371"/>
                  </a:lnTo>
                  <a:lnTo>
                    <a:pt x="5574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39010" y="941493"/>
              <a:ext cx="84533" cy="167167"/>
            </a:xfrm>
            <a:custGeom>
              <a:avLst/>
              <a:pathLst>
                <a:path w="84533" h="167167">
                  <a:moveTo>
                    <a:pt x="84533" y="0"/>
                  </a:moveTo>
                  <a:lnTo>
                    <a:pt x="78626" y="104"/>
                  </a:lnTo>
                  <a:lnTo>
                    <a:pt x="72726" y="417"/>
                  </a:lnTo>
                  <a:lnTo>
                    <a:pt x="66841" y="938"/>
                  </a:lnTo>
                  <a:lnTo>
                    <a:pt x="60978" y="1667"/>
                  </a:lnTo>
                  <a:lnTo>
                    <a:pt x="55144" y="2603"/>
                  </a:lnTo>
                  <a:lnTo>
                    <a:pt x="49347" y="3744"/>
                  </a:lnTo>
                  <a:lnTo>
                    <a:pt x="43594" y="5090"/>
                  </a:lnTo>
                  <a:lnTo>
                    <a:pt x="37892" y="6638"/>
                  </a:lnTo>
                  <a:lnTo>
                    <a:pt x="32249" y="8386"/>
                  </a:lnTo>
                  <a:lnTo>
                    <a:pt x="26671" y="10333"/>
                  </a:lnTo>
                  <a:lnTo>
                    <a:pt x="21165" y="12476"/>
                  </a:lnTo>
                  <a:lnTo>
                    <a:pt x="15738" y="14811"/>
                  </a:lnTo>
                  <a:lnTo>
                    <a:pt x="10397" y="17338"/>
                  </a:lnTo>
                  <a:lnTo>
                    <a:pt x="5149" y="20051"/>
                  </a:lnTo>
                  <a:lnTo>
                    <a:pt x="0" y="22948"/>
                  </a:lnTo>
                  <a:lnTo>
                    <a:pt x="8453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9010" y="964441"/>
              <a:ext cx="84533" cy="144218"/>
            </a:xfrm>
            <a:custGeom>
              <a:avLst/>
              <a:pathLst>
                <a:path w="84533" h="144218">
                  <a:moveTo>
                    <a:pt x="0" y="0"/>
                  </a:moveTo>
                  <a:lnTo>
                    <a:pt x="84533" y="1442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856380" y="951982"/>
              <a:ext cx="334325" cy="323839"/>
            </a:xfrm>
            <a:custGeom>
              <a:avLst/>
              <a:pathLst>
                <a:path w="334325" h="323839">
                  <a:moveTo>
                    <a:pt x="82630" y="12459"/>
                  </a:moveTo>
                  <a:lnTo>
                    <a:pt x="78094" y="15214"/>
                  </a:lnTo>
                  <a:lnTo>
                    <a:pt x="73649" y="18113"/>
                  </a:lnTo>
                  <a:lnTo>
                    <a:pt x="69298" y="21151"/>
                  </a:lnTo>
                  <a:lnTo>
                    <a:pt x="65046" y="24325"/>
                  </a:lnTo>
                  <a:lnTo>
                    <a:pt x="60896" y="27633"/>
                  </a:lnTo>
                  <a:lnTo>
                    <a:pt x="56854" y="31071"/>
                  </a:lnTo>
                  <a:lnTo>
                    <a:pt x="52922" y="34636"/>
                  </a:lnTo>
                  <a:lnTo>
                    <a:pt x="49106" y="38324"/>
                  </a:lnTo>
                  <a:lnTo>
                    <a:pt x="45409" y="42131"/>
                  </a:lnTo>
                  <a:lnTo>
                    <a:pt x="41835" y="46053"/>
                  </a:lnTo>
                  <a:lnTo>
                    <a:pt x="38386" y="50087"/>
                  </a:lnTo>
                  <a:lnTo>
                    <a:pt x="35068" y="54228"/>
                  </a:lnTo>
                  <a:lnTo>
                    <a:pt x="31883" y="58472"/>
                  </a:lnTo>
                  <a:lnTo>
                    <a:pt x="28834" y="62816"/>
                  </a:lnTo>
                  <a:lnTo>
                    <a:pt x="25924" y="67254"/>
                  </a:lnTo>
                  <a:lnTo>
                    <a:pt x="23157" y="71782"/>
                  </a:lnTo>
                  <a:lnTo>
                    <a:pt x="20535" y="76395"/>
                  </a:lnTo>
                  <a:lnTo>
                    <a:pt x="18060" y="81090"/>
                  </a:lnTo>
                  <a:lnTo>
                    <a:pt x="15736" y="85861"/>
                  </a:lnTo>
                  <a:lnTo>
                    <a:pt x="13565" y="90703"/>
                  </a:lnTo>
                  <a:lnTo>
                    <a:pt x="11548" y="95612"/>
                  </a:lnTo>
                  <a:lnTo>
                    <a:pt x="9688" y="100582"/>
                  </a:lnTo>
                  <a:lnTo>
                    <a:pt x="7987" y="105608"/>
                  </a:lnTo>
                  <a:lnTo>
                    <a:pt x="6446" y="110686"/>
                  </a:lnTo>
                  <a:lnTo>
                    <a:pt x="5068" y="115811"/>
                  </a:lnTo>
                  <a:lnTo>
                    <a:pt x="3852" y="120977"/>
                  </a:lnTo>
                  <a:lnTo>
                    <a:pt x="2801" y="126178"/>
                  </a:lnTo>
                  <a:lnTo>
                    <a:pt x="1916" y="131411"/>
                  </a:lnTo>
                  <a:lnTo>
                    <a:pt x="1197" y="136668"/>
                  </a:lnTo>
                  <a:lnTo>
                    <a:pt x="646" y="141946"/>
                  </a:lnTo>
                  <a:lnTo>
                    <a:pt x="262" y="147239"/>
                  </a:lnTo>
                  <a:lnTo>
                    <a:pt x="47" y="152542"/>
                  </a:lnTo>
                  <a:lnTo>
                    <a:pt x="0" y="157848"/>
                  </a:lnTo>
                  <a:lnTo>
                    <a:pt x="121" y="163154"/>
                  </a:lnTo>
                  <a:lnTo>
                    <a:pt x="411" y="168452"/>
                  </a:lnTo>
                  <a:lnTo>
                    <a:pt x="868" y="173739"/>
                  </a:lnTo>
                  <a:lnTo>
                    <a:pt x="1494" y="179009"/>
                  </a:lnTo>
                  <a:lnTo>
                    <a:pt x="2286" y="184256"/>
                  </a:lnTo>
                  <a:lnTo>
                    <a:pt x="3245" y="189476"/>
                  </a:lnTo>
                  <a:lnTo>
                    <a:pt x="4368" y="194662"/>
                  </a:lnTo>
                  <a:lnTo>
                    <a:pt x="5656" y="199810"/>
                  </a:lnTo>
                  <a:lnTo>
                    <a:pt x="7106" y="204915"/>
                  </a:lnTo>
                  <a:lnTo>
                    <a:pt x="8718" y="209971"/>
                  </a:lnTo>
                  <a:lnTo>
                    <a:pt x="10490" y="214973"/>
                  </a:lnTo>
                  <a:lnTo>
                    <a:pt x="12419" y="219917"/>
                  </a:lnTo>
                  <a:lnTo>
                    <a:pt x="14504" y="224797"/>
                  </a:lnTo>
                  <a:lnTo>
                    <a:pt x="16743" y="229608"/>
                  </a:lnTo>
                  <a:lnTo>
                    <a:pt x="19134" y="234346"/>
                  </a:lnTo>
                  <a:lnTo>
                    <a:pt x="21674" y="239005"/>
                  </a:lnTo>
                  <a:lnTo>
                    <a:pt x="24360" y="243582"/>
                  </a:lnTo>
                  <a:lnTo>
                    <a:pt x="27191" y="248071"/>
                  </a:lnTo>
                  <a:lnTo>
                    <a:pt x="30162" y="252467"/>
                  </a:lnTo>
                  <a:lnTo>
                    <a:pt x="33272" y="256768"/>
                  </a:lnTo>
                  <a:lnTo>
                    <a:pt x="36516" y="260967"/>
                  </a:lnTo>
                  <a:lnTo>
                    <a:pt x="39892" y="265061"/>
                  </a:lnTo>
                  <a:lnTo>
                    <a:pt x="43396" y="269047"/>
                  </a:lnTo>
                  <a:lnTo>
                    <a:pt x="47025" y="272918"/>
                  </a:lnTo>
                  <a:lnTo>
                    <a:pt x="50776" y="276673"/>
                  </a:lnTo>
                  <a:lnTo>
                    <a:pt x="54643" y="280307"/>
                  </a:lnTo>
                  <a:lnTo>
                    <a:pt x="58624" y="283816"/>
                  </a:lnTo>
                  <a:lnTo>
                    <a:pt x="62714" y="287197"/>
                  </a:lnTo>
                  <a:lnTo>
                    <a:pt x="66910" y="290447"/>
                  </a:lnTo>
                  <a:lnTo>
                    <a:pt x="71206" y="293561"/>
                  </a:lnTo>
                  <a:lnTo>
                    <a:pt x="75599" y="296538"/>
                  </a:lnTo>
                  <a:lnTo>
                    <a:pt x="80085" y="299374"/>
                  </a:lnTo>
                  <a:lnTo>
                    <a:pt x="84658" y="302066"/>
                  </a:lnTo>
                  <a:lnTo>
                    <a:pt x="89314" y="304612"/>
                  </a:lnTo>
                  <a:lnTo>
                    <a:pt x="94049" y="307008"/>
                  </a:lnTo>
                  <a:lnTo>
                    <a:pt x="98858" y="309253"/>
                  </a:lnTo>
                  <a:lnTo>
                    <a:pt x="103735" y="311344"/>
                  </a:lnTo>
                  <a:lnTo>
                    <a:pt x="108676" y="313280"/>
                  </a:lnTo>
                  <a:lnTo>
                    <a:pt x="113676" y="315057"/>
                  </a:lnTo>
                  <a:lnTo>
                    <a:pt x="118730" y="316675"/>
                  </a:lnTo>
                  <a:lnTo>
                    <a:pt x="123833" y="318132"/>
                  </a:lnTo>
                  <a:lnTo>
                    <a:pt x="128980" y="319426"/>
                  </a:lnTo>
                  <a:lnTo>
                    <a:pt x="134165" y="320556"/>
                  </a:lnTo>
                  <a:lnTo>
                    <a:pt x="139383" y="321520"/>
                  </a:lnTo>
                  <a:lnTo>
                    <a:pt x="144629" y="322319"/>
                  </a:lnTo>
                  <a:lnTo>
                    <a:pt x="149898" y="322951"/>
                  </a:lnTo>
                  <a:lnTo>
                    <a:pt x="155185" y="323415"/>
                  </a:lnTo>
                  <a:lnTo>
                    <a:pt x="160483" y="323711"/>
                  </a:lnTo>
                  <a:lnTo>
                    <a:pt x="165788" y="323839"/>
                  </a:lnTo>
                  <a:lnTo>
                    <a:pt x="171095" y="323799"/>
                  </a:lnTo>
                  <a:lnTo>
                    <a:pt x="176398" y="323590"/>
                  </a:lnTo>
                  <a:lnTo>
                    <a:pt x="181691" y="323212"/>
                  </a:lnTo>
                  <a:lnTo>
                    <a:pt x="186970" y="322667"/>
                  </a:lnTo>
                  <a:lnTo>
                    <a:pt x="192228" y="321955"/>
                  </a:lnTo>
                  <a:lnTo>
                    <a:pt x="197462" y="321076"/>
                  </a:lnTo>
                  <a:lnTo>
                    <a:pt x="202665" y="320032"/>
                  </a:lnTo>
                  <a:lnTo>
                    <a:pt x="207832" y="318822"/>
                  </a:lnTo>
                  <a:lnTo>
                    <a:pt x="212958" y="317450"/>
                  </a:lnTo>
                  <a:lnTo>
                    <a:pt x="218038" y="315915"/>
                  </a:lnTo>
                  <a:lnTo>
                    <a:pt x="223067" y="314220"/>
                  </a:lnTo>
                  <a:lnTo>
                    <a:pt x="228039" y="312366"/>
                  </a:lnTo>
                  <a:lnTo>
                    <a:pt x="232950" y="310356"/>
                  </a:lnTo>
                  <a:lnTo>
                    <a:pt x="237795" y="308190"/>
                  </a:lnTo>
                  <a:lnTo>
                    <a:pt x="242569" y="305872"/>
                  </a:lnTo>
                  <a:lnTo>
                    <a:pt x="247266" y="303403"/>
                  </a:lnTo>
                  <a:lnTo>
                    <a:pt x="251883" y="300787"/>
                  </a:lnTo>
                  <a:lnTo>
                    <a:pt x="256414" y="298025"/>
                  </a:lnTo>
                  <a:lnTo>
                    <a:pt x="260856" y="295121"/>
                  </a:lnTo>
                  <a:lnTo>
                    <a:pt x="265203" y="292077"/>
                  </a:lnTo>
                  <a:lnTo>
                    <a:pt x="269451" y="288897"/>
                  </a:lnTo>
                  <a:lnTo>
                    <a:pt x="273597" y="285584"/>
                  </a:lnTo>
                  <a:lnTo>
                    <a:pt x="277635" y="282140"/>
                  </a:lnTo>
                  <a:lnTo>
                    <a:pt x="281561" y="278571"/>
                  </a:lnTo>
                  <a:lnTo>
                    <a:pt x="285373" y="274878"/>
                  </a:lnTo>
                  <a:lnTo>
                    <a:pt x="289065" y="271066"/>
                  </a:lnTo>
                  <a:lnTo>
                    <a:pt x="292634" y="267139"/>
                  </a:lnTo>
                  <a:lnTo>
                    <a:pt x="296077" y="263101"/>
                  </a:lnTo>
                  <a:lnTo>
                    <a:pt x="299390" y="258956"/>
                  </a:lnTo>
                  <a:lnTo>
                    <a:pt x="302570" y="254707"/>
                  </a:lnTo>
                  <a:lnTo>
                    <a:pt x="305613" y="250360"/>
                  </a:lnTo>
                  <a:lnTo>
                    <a:pt x="308517" y="245918"/>
                  </a:lnTo>
                  <a:lnTo>
                    <a:pt x="311279" y="241386"/>
                  </a:lnTo>
                  <a:lnTo>
                    <a:pt x="313895" y="236769"/>
                  </a:lnTo>
                  <a:lnTo>
                    <a:pt x="316363" y="232071"/>
                  </a:lnTo>
                  <a:lnTo>
                    <a:pt x="318681" y="227298"/>
                  </a:lnTo>
                  <a:lnTo>
                    <a:pt x="320846" y="222453"/>
                  </a:lnTo>
                  <a:lnTo>
                    <a:pt x="322856" y="217542"/>
                  </a:lnTo>
                  <a:lnTo>
                    <a:pt x="324710" y="212569"/>
                  </a:lnTo>
                  <a:lnTo>
                    <a:pt x="326405" y="207540"/>
                  </a:lnTo>
                  <a:lnTo>
                    <a:pt x="327939" y="202460"/>
                  </a:lnTo>
                  <a:lnTo>
                    <a:pt x="329311" y="197334"/>
                  </a:lnTo>
                  <a:lnTo>
                    <a:pt x="330520" y="192167"/>
                  </a:lnTo>
                  <a:lnTo>
                    <a:pt x="331564" y="186964"/>
                  </a:lnTo>
                  <a:lnTo>
                    <a:pt x="332442" y="181730"/>
                  </a:lnTo>
                  <a:lnTo>
                    <a:pt x="333154" y="176471"/>
                  </a:lnTo>
                  <a:lnTo>
                    <a:pt x="333699" y="171193"/>
                  </a:lnTo>
                  <a:lnTo>
                    <a:pt x="334076" y="165899"/>
                  </a:lnTo>
                  <a:lnTo>
                    <a:pt x="334284" y="160597"/>
                  </a:lnTo>
                  <a:lnTo>
                    <a:pt x="334325" y="155290"/>
                  </a:lnTo>
                  <a:lnTo>
                    <a:pt x="334196" y="149985"/>
                  </a:lnTo>
                  <a:lnTo>
                    <a:pt x="333900" y="144686"/>
                  </a:lnTo>
                  <a:lnTo>
                    <a:pt x="333435" y="139400"/>
                  </a:lnTo>
                  <a:lnTo>
                    <a:pt x="332803" y="134131"/>
                  </a:lnTo>
                  <a:lnTo>
                    <a:pt x="332004" y="128885"/>
                  </a:lnTo>
                  <a:lnTo>
                    <a:pt x="331039" y="123667"/>
                  </a:lnTo>
                  <a:lnTo>
                    <a:pt x="329908" y="118482"/>
                  </a:lnTo>
                  <a:lnTo>
                    <a:pt x="328614" y="113335"/>
                  </a:lnTo>
                  <a:lnTo>
                    <a:pt x="327157" y="108232"/>
                  </a:lnTo>
                  <a:lnTo>
                    <a:pt x="325538" y="103178"/>
                  </a:lnTo>
                  <a:lnTo>
                    <a:pt x="323761" y="98178"/>
                  </a:lnTo>
                  <a:lnTo>
                    <a:pt x="321825" y="93237"/>
                  </a:lnTo>
                  <a:lnTo>
                    <a:pt x="319733" y="88360"/>
                  </a:lnTo>
                  <a:lnTo>
                    <a:pt x="317488" y="83552"/>
                  </a:lnTo>
                  <a:lnTo>
                    <a:pt x="315091" y="78817"/>
                  </a:lnTo>
                  <a:lnTo>
                    <a:pt x="312545" y="74161"/>
                  </a:lnTo>
                  <a:lnTo>
                    <a:pt x="309853" y="69588"/>
                  </a:lnTo>
                  <a:lnTo>
                    <a:pt x="307017" y="65103"/>
                  </a:lnTo>
                  <a:lnTo>
                    <a:pt x="304039" y="60710"/>
                  </a:lnTo>
                  <a:lnTo>
                    <a:pt x="300924" y="56414"/>
                  </a:lnTo>
                  <a:lnTo>
                    <a:pt x="297674" y="52218"/>
                  </a:lnTo>
                  <a:lnTo>
                    <a:pt x="294293" y="48129"/>
                  </a:lnTo>
                  <a:lnTo>
                    <a:pt x="290784" y="44148"/>
                  </a:lnTo>
                  <a:lnTo>
                    <a:pt x="287149" y="40281"/>
                  </a:lnTo>
                  <a:lnTo>
                    <a:pt x="283394" y="36531"/>
                  </a:lnTo>
                  <a:lnTo>
                    <a:pt x="279522" y="32902"/>
                  </a:lnTo>
                  <a:lnTo>
                    <a:pt x="275537" y="29398"/>
                  </a:lnTo>
                  <a:lnTo>
                    <a:pt x="271442" y="26022"/>
                  </a:lnTo>
                  <a:lnTo>
                    <a:pt x="267243" y="22778"/>
                  </a:lnTo>
                  <a:lnTo>
                    <a:pt x="262942" y="19669"/>
                  </a:lnTo>
                  <a:lnTo>
                    <a:pt x="258545" y="16698"/>
                  </a:lnTo>
                  <a:lnTo>
                    <a:pt x="254056" y="13868"/>
                  </a:lnTo>
                  <a:lnTo>
                    <a:pt x="249479" y="11182"/>
                  </a:lnTo>
                  <a:lnTo>
                    <a:pt x="244820" y="8642"/>
                  </a:lnTo>
                  <a:lnTo>
                    <a:pt x="240082" y="6252"/>
                  </a:lnTo>
                  <a:lnTo>
                    <a:pt x="235270" y="4013"/>
                  </a:lnTo>
                  <a:lnTo>
                    <a:pt x="230390" y="1928"/>
                  </a:lnTo>
                  <a:lnTo>
                    <a:pt x="225447" y="0"/>
                  </a:lnTo>
                  <a:lnTo>
                    <a:pt x="167163" y="1566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23544" y="941493"/>
              <a:ext cx="58283" cy="167167"/>
            </a:xfrm>
            <a:custGeom>
              <a:avLst/>
              <a:pathLst>
                <a:path w="58283" h="167167">
                  <a:moveTo>
                    <a:pt x="58283" y="10489"/>
                  </a:moveTo>
                  <a:lnTo>
                    <a:pt x="52668" y="8513"/>
                  </a:lnTo>
                  <a:lnTo>
                    <a:pt x="46985" y="6738"/>
                  </a:lnTo>
                  <a:lnTo>
                    <a:pt x="41243" y="5167"/>
                  </a:lnTo>
                  <a:lnTo>
                    <a:pt x="35449" y="3801"/>
                  </a:lnTo>
                  <a:lnTo>
                    <a:pt x="29610" y="2643"/>
                  </a:lnTo>
                  <a:lnTo>
                    <a:pt x="23733" y="1693"/>
                  </a:lnTo>
                  <a:lnTo>
                    <a:pt x="17826" y="953"/>
                  </a:lnTo>
                  <a:lnTo>
                    <a:pt x="11896" y="423"/>
                  </a:lnTo>
                  <a:lnTo>
                    <a:pt x="5952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319535" y="941493"/>
              <a:ext cx="166680" cy="167167"/>
            </a:xfrm>
            <a:custGeom>
              <a:avLst/>
              <a:pathLst>
                <a:path w="166680" h="167167">
                  <a:moveTo>
                    <a:pt x="166680" y="0"/>
                  </a:moveTo>
                  <a:lnTo>
                    <a:pt x="161250" y="88"/>
                  </a:lnTo>
                  <a:lnTo>
                    <a:pt x="155826" y="352"/>
                  </a:lnTo>
                  <a:lnTo>
                    <a:pt x="150413" y="793"/>
                  </a:lnTo>
                  <a:lnTo>
                    <a:pt x="145017" y="1409"/>
                  </a:lnTo>
                  <a:lnTo>
                    <a:pt x="139645" y="2200"/>
                  </a:lnTo>
                  <a:lnTo>
                    <a:pt x="134300" y="3165"/>
                  </a:lnTo>
                  <a:lnTo>
                    <a:pt x="128990" y="4304"/>
                  </a:lnTo>
                  <a:lnTo>
                    <a:pt x="123720" y="5614"/>
                  </a:lnTo>
                  <a:lnTo>
                    <a:pt x="118495" y="7095"/>
                  </a:lnTo>
                  <a:lnTo>
                    <a:pt x="113321" y="8744"/>
                  </a:lnTo>
                  <a:lnTo>
                    <a:pt x="108203" y="10561"/>
                  </a:lnTo>
                  <a:lnTo>
                    <a:pt x="103147" y="12543"/>
                  </a:lnTo>
                  <a:lnTo>
                    <a:pt x="98158" y="14688"/>
                  </a:lnTo>
                  <a:lnTo>
                    <a:pt x="93242" y="16994"/>
                  </a:lnTo>
                  <a:lnTo>
                    <a:pt x="88402" y="19459"/>
                  </a:lnTo>
                  <a:lnTo>
                    <a:pt x="83646" y="22080"/>
                  </a:lnTo>
                  <a:lnTo>
                    <a:pt x="78977" y="24853"/>
                  </a:lnTo>
                  <a:lnTo>
                    <a:pt x="74401" y="27777"/>
                  </a:lnTo>
                  <a:lnTo>
                    <a:pt x="69922" y="30848"/>
                  </a:lnTo>
                  <a:lnTo>
                    <a:pt x="65545" y="34063"/>
                  </a:lnTo>
                  <a:lnTo>
                    <a:pt x="61275" y="37418"/>
                  </a:lnTo>
                  <a:lnTo>
                    <a:pt x="57116" y="40911"/>
                  </a:lnTo>
                  <a:lnTo>
                    <a:pt x="53072" y="44536"/>
                  </a:lnTo>
                  <a:lnTo>
                    <a:pt x="49149" y="48291"/>
                  </a:lnTo>
                  <a:lnTo>
                    <a:pt x="45350" y="52172"/>
                  </a:lnTo>
                  <a:lnTo>
                    <a:pt x="41678" y="56173"/>
                  </a:lnTo>
                  <a:lnTo>
                    <a:pt x="38139" y="60292"/>
                  </a:lnTo>
                  <a:lnTo>
                    <a:pt x="34735" y="64524"/>
                  </a:lnTo>
                  <a:lnTo>
                    <a:pt x="31471" y="68864"/>
                  </a:lnTo>
                  <a:lnTo>
                    <a:pt x="28349" y="73308"/>
                  </a:lnTo>
                  <a:lnTo>
                    <a:pt x="25373" y="77850"/>
                  </a:lnTo>
                  <a:lnTo>
                    <a:pt x="22547" y="82488"/>
                  </a:lnTo>
                  <a:lnTo>
                    <a:pt x="19872" y="87214"/>
                  </a:lnTo>
                  <a:lnTo>
                    <a:pt x="17353" y="92025"/>
                  </a:lnTo>
                  <a:lnTo>
                    <a:pt x="14991" y="96915"/>
                  </a:lnTo>
                  <a:lnTo>
                    <a:pt x="12789" y="101879"/>
                  </a:lnTo>
                  <a:lnTo>
                    <a:pt x="10749" y="106912"/>
                  </a:lnTo>
                  <a:lnTo>
                    <a:pt x="8874" y="112009"/>
                  </a:lnTo>
                  <a:lnTo>
                    <a:pt x="7166" y="117164"/>
                  </a:lnTo>
                  <a:lnTo>
                    <a:pt x="5626" y="122372"/>
                  </a:lnTo>
                  <a:lnTo>
                    <a:pt x="4256" y="127627"/>
                  </a:lnTo>
                  <a:lnTo>
                    <a:pt x="3057" y="132924"/>
                  </a:lnTo>
                  <a:lnTo>
                    <a:pt x="2031" y="138257"/>
                  </a:lnTo>
                  <a:lnTo>
                    <a:pt x="1179" y="143620"/>
                  </a:lnTo>
                  <a:lnTo>
                    <a:pt x="502" y="149008"/>
                  </a:lnTo>
                  <a:lnTo>
                    <a:pt x="0" y="154416"/>
                  </a:lnTo>
                  <a:lnTo>
                    <a:pt x="16668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535" y="1095909"/>
              <a:ext cx="166680" cy="12751"/>
            </a:xfrm>
            <a:custGeom>
              <a:avLst/>
              <a:pathLst>
                <a:path w="166680" h="12751">
                  <a:moveTo>
                    <a:pt x="0" y="0"/>
                  </a:moveTo>
                  <a:lnTo>
                    <a:pt x="166680" y="127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60" y="1095909"/>
              <a:ext cx="171888" cy="179917"/>
            </a:xfrm>
            <a:custGeom>
              <a:avLst/>
              <a:pathLst>
                <a:path w="171888" h="179917">
                  <a:moveTo>
                    <a:pt x="475" y="0"/>
                  </a:moveTo>
                  <a:lnTo>
                    <a:pt x="150" y="5376"/>
                  </a:lnTo>
                  <a:lnTo>
                    <a:pt x="0" y="10760"/>
                  </a:lnTo>
                  <a:lnTo>
                    <a:pt x="22" y="16146"/>
                  </a:lnTo>
                  <a:lnTo>
                    <a:pt x="218" y="21528"/>
                  </a:lnTo>
                  <a:lnTo>
                    <a:pt x="588" y="26901"/>
                  </a:lnTo>
                  <a:lnTo>
                    <a:pt x="1130" y="32260"/>
                  </a:lnTo>
                  <a:lnTo>
                    <a:pt x="1845" y="37598"/>
                  </a:lnTo>
                  <a:lnTo>
                    <a:pt x="2731" y="42911"/>
                  </a:lnTo>
                  <a:lnTo>
                    <a:pt x="3788" y="48192"/>
                  </a:lnTo>
                  <a:lnTo>
                    <a:pt x="5014" y="53437"/>
                  </a:lnTo>
                  <a:lnTo>
                    <a:pt x="6409" y="58639"/>
                  </a:lnTo>
                  <a:lnTo>
                    <a:pt x="7971" y="63793"/>
                  </a:lnTo>
                  <a:lnTo>
                    <a:pt x="9698" y="68895"/>
                  </a:lnTo>
                  <a:lnTo>
                    <a:pt x="11588" y="73938"/>
                  </a:lnTo>
                  <a:lnTo>
                    <a:pt x="13640" y="78918"/>
                  </a:lnTo>
                  <a:lnTo>
                    <a:pt x="15851" y="83829"/>
                  </a:lnTo>
                  <a:lnTo>
                    <a:pt x="18220" y="88667"/>
                  </a:lnTo>
                  <a:lnTo>
                    <a:pt x="20743" y="93425"/>
                  </a:lnTo>
                  <a:lnTo>
                    <a:pt x="23418" y="98100"/>
                  </a:lnTo>
                  <a:lnTo>
                    <a:pt x="26242" y="102686"/>
                  </a:lnTo>
                  <a:lnTo>
                    <a:pt x="29212" y="107179"/>
                  </a:lnTo>
                  <a:lnTo>
                    <a:pt x="32326" y="111574"/>
                  </a:lnTo>
                  <a:lnTo>
                    <a:pt x="35579" y="115866"/>
                  </a:lnTo>
                  <a:lnTo>
                    <a:pt x="38969" y="120051"/>
                  </a:lnTo>
                  <a:lnTo>
                    <a:pt x="42493" y="124125"/>
                  </a:lnTo>
                  <a:lnTo>
                    <a:pt x="46145" y="128083"/>
                  </a:lnTo>
                  <a:lnTo>
                    <a:pt x="49923" y="131922"/>
                  </a:lnTo>
                  <a:lnTo>
                    <a:pt x="53823" y="135637"/>
                  </a:lnTo>
                  <a:lnTo>
                    <a:pt x="57841" y="139224"/>
                  </a:lnTo>
                  <a:lnTo>
                    <a:pt x="61972" y="142680"/>
                  </a:lnTo>
                  <a:lnTo>
                    <a:pt x="66212" y="146001"/>
                  </a:lnTo>
                  <a:lnTo>
                    <a:pt x="70557" y="149183"/>
                  </a:lnTo>
                  <a:lnTo>
                    <a:pt x="75003" y="152224"/>
                  </a:lnTo>
                  <a:lnTo>
                    <a:pt x="79544" y="155121"/>
                  </a:lnTo>
                  <a:lnTo>
                    <a:pt x="84176" y="157869"/>
                  </a:lnTo>
                  <a:lnTo>
                    <a:pt x="88894" y="160467"/>
                  </a:lnTo>
                  <a:lnTo>
                    <a:pt x="93693" y="162912"/>
                  </a:lnTo>
                  <a:lnTo>
                    <a:pt x="98568" y="165200"/>
                  </a:lnTo>
                  <a:lnTo>
                    <a:pt x="103515" y="167331"/>
                  </a:lnTo>
                  <a:lnTo>
                    <a:pt x="108528" y="169301"/>
                  </a:lnTo>
                  <a:lnTo>
                    <a:pt x="113602" y="171108"/>
                  </a:lnTo>
                  <a:lnTo>
                    <a:pt x="118731" y="172751"/>
                  </a:lnTo>
                  <a:lnTo>
                    <a:pt x="123910" y="174228"/>
                  </a:lnTo>
                  <a:lnTo>
                    <a:pt x="129135" y="175537"/>
                  </a:lnTo>
                  <a:lnTo>
                    <a:pt x="134399" y="176678"/>
                  </a:lnTo>
                  <a:lnTo>
                    <a:pt x="139697" y="177648"/>
                  </a:lnTo>
                  <a:lnTo>
                    <a:pt x="145023" y="178447"/>
                  </a:lnTo>
                  <a:lnTo>
                    <a:pt x="150372" y="179074"/>
                  </a:lnTo>
                  <a:lnTo>
                    <a:pt x="155739" y="179528"/>
                  </a:lnTo>
                  <a:lnTo>
                    <a:pt x="161118" y="179809"/>
                  </a:lnTo>
                  <a:lnTo>
                    <a:pt x="166503" y="179917"/>
                  </a:lnTo>
                  <a:lnTo>
                    <a:pt x="171888" y="179851"/>
                  </a:lnTo>
                  <a:lnTo>
                    <a:pt x="167155" y="127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86215" y="941493"/>
              <a:ext cx="167150" cy="334267"/>
            </a:xfrm>
            <a:custGeom>
              <a:avLst/>
              <a:pathLst>
                <a:path w="167150" h="334267">
                  <a:moveTo>
                    <a:pt x="4733" y="334267"/>
                  </a:moveTo>
                  <a:lnTo>
                    <a:pt x="10038" y="334033"/>
                  </a:lnTo>
                  <a:lnTo>
                    <a:pt x="15333" y="333630"/>
                  </a:lnTo>
                  <a:lnTo>
                    <a:pt x="20613" y="333059"/>
                  </a:lnTo>
                  <a:lnTo>
                    <a:pt x="25871" y="332320"/>
                  </a:lnTo>
                  <a:lnTo>
                    <a:pt x="31104" y="331415"/>
                  </a:lnTo>
                  <a:lnTo>
                    <a:pt x="36305" y="330344"/>
                  </a:lnTo>
                  <a:lnTo>
                    <a:pt x="41470" y="329109"/>
                  </a:lnTo>
                  <a:lnTo>
                    <a:pt x="46593" y="327710"/>
                  </a:lnTo>
                  <a:lnTo>
                    <a:pt x="51669" y="326149"/>
                  </a:lnTo>
                  <a:lnTo>
                    <a:pt x="56692" y="324428"/>
                  </a:lnTo>
                  <a:lnTo>
                    <a:pt x="61659" y="322547"/>
                  </a:lnTo>
                  <a:lnTo>
                    <a:pt x="66563" y="320511"/>
                  </a:lnTo>
                  <a:lnTo>
                    <a:pt x="71400" y="318319"/>
                  </a:lnTo>
                  <a:lnTo>
                    <a:pt x="76165" y="315975"/>
                  </a:lnTo>
                  <a:lnTo>
                    <a:pt x="80853" y="313481"/>
                  </a:lnTo>
                  <a:lnTo>
                    <a:pt x="85460" y="310839"/>
                  </a:lnTo>
                  <a:lnTo>
                    <a:pt x="89980" y="308052"/>
                  </a:lnTo>
                  <a:lnTo>
                    <a:pt x="94409" y="305123"/>
                  </a:lnTo>
                  <a:lnTo>
                    <a:pt x="98744" y="302054"/>
                  </a:lnTo>
                  <a:lnTo>
                    <a:pt x="102978" y="298850"/>
                  </a:lnTo>
                  <a:lnTo>
                    <a:pt x="107109" y="295512"/>
                  </a:lnTo>
                  <a:lnTo>
                    <a:pt x="111131" y="292046"/>
                  </a:lnTo>
                  <a:lnTo>
                    <a:pt x="115042" y="288453"/>
                  </a:lnTo>
                  <a:lnTo>
                    <a:pt x="118836" y="284737"/>
                  </a:lnTo>
                  <a:lnTo>
                    <a:pt x="122510" y="280904"/>
                  </a:lnTo>
                  <a:lnTo>
                    <a:pt x="126061" y="276955"/>
                  </a:lnTo>
                  <a:lnTo>
                    <a:pt x="129485" y="272895"/>
                  </a:lnTo>
                  <a:lnTo>
                    <a:pt x="132778" y="268729"/>
                  </a:lnTo>
                  <a:lnTo>
                    <a:pt x="135937" y="264461"/>
                  </a:lnTo>
                  <a:lnTo>
                    <a:pt x="138958" y="260094"/>
                  </a:lnTo>
                  <a:lnTo>
                    <a:pt x="141840" y="255633"/>
                  </a:lnTo>
                  <a:lnTo>
                    <a:pt x="144578" y="251083"/>
                  </a:lnTo>
                  <a:lnTo>
                    <a:pt x="147171" y="246449"/>
                  </a:lnTo>
                  <a:lnTo>
                    <a:pt x="149615" y="241734"/>
                  </a:lnTo>
                  <a:lnTo>
                    <a:pt x="151908" y="236944"/>
                  </a:lnTo>
                  <a:lnTo>
                    <a:pt x="154047" y="232084"/>
                  </a:lnTo>
                  <a:lnTo>
                    <a:pt x="156031" y="227158"/>
                  </a:lnTo>
                  <a:lnTo>
                    <a:pt x="157858" y="222172"/>
                  </a:lnTo>
                  <a:lnTo>
                    <a:pt x="159526" y="217130"/>
                  </a:lnTo>
                  <a:lnTo>
                    <a:pt x="161032" y="212038"/>
                  </a:lnTo>
                  <a:lnTo>
                    <a:pt x="162376" y="206901"/>
                  </a:lnTo>
                  <a:lnTo>
                    <a:pt x="163556" y="201723"/>
                  </a:lnTo>
                  <a:lnTo>
                    <a:pt x="164571" y="196511"/>
                  </a:lnTo>
                  <a:lnTo>
                    <a:pt x="165420" y="191269"/>
                  </a:lnTo>
                  <a:lnTo>
                    <a:pt x="166102" y="186002"/>
                  </a:lnTo>
                  <a:lnTo>
                    <a:pt x="166617" y="180717"/>
                  </a:lnTo>
                  <a:lnTo>
                    <a:pt x="166963" y="175418"/>
                  </a:lnTo>
                  <a:lnTo>
                    <a:pt x="167141" y="170110"/>
                  </a:lnTo>
                  <a:lnTo>
                    <a:pt x="167150" y="164800"/>
                  </a:lnTo>
                  <a:lnTo>
                    <a:pt x="166991" y="159492"/>
                  </a:lnTo>
                  <a:lnTo>
                    <a:pt x="166663" y="154192"/>
                  </a:lnTo>
                  <a:lnTo>
                    <a:pt x="166166" y="148905"/>
                  </a:lnTo>
                  <a:lnTo>
                    <a:pt x="165503" y="143636"/>
                  </a:lnTo>
                  <a:lnTo>
                    <a:pt x="164672" y="138391"/>
                  </a:lnTo>
                  <a:lnTo>
                    <a:pt x="163675" y="133175"/>
                  </a:lnTo>
                  <a:lnTo>
                    <a:pt x="162512" y="127993"/>
                  </a:lnTo>
                  <a:lnTo>
                    <a:pt x="161186" y="122851"/>
                  </a:lnTo>
                  <a:lnTo>
                    <a:pt x="159697" y="117754"/>
                  </a:lnTo>
                  <a:lnTo>
                    <a:pt x="158047" y="112707"/>
                  </a:lnTo>
                  <a:lnTo>
                    <a:pt x="156237" y="107714"/>
                  </a:lnTo>
                  <a:lnTo>
                    <a:pt x="154270" y="102781"/>
                  </a:lnTo>
                  <a:lnTo>
                    <a:pt x="152147" y="97914"/>
                  </a:lnTo>
                  <a:lnTo>
                    <a:pt x="149871" y="93116"/>
                  </a:lnTo>
                  <a:lnTo>
                    <a:pt x="147443" y="88393"/>
                  </a:lnTo>
                  <a:lnTo>
                    <a:pt x="144867" y="83750"/>
                  </a:lnTo>
                  <a:lnTo>
                    <a:pt x="142144" y="79190"/>
                  </a:lnTo>
                  <a:lnTo>
                    <a:pt x="139278" y="74720"/>
                  </a:lnTo>
                  <a:lnTo>
                    <a:pt x="136271" y="70343"/>
                  </a:lnTo>
                  <a:lnTo>
                    <a:pt x="133127" y="66063"/>
                  </a:lnTo>
                  <a:lnTo>
                    <a:pt x="129849" y="61886"/>
                  </a:lnTo>
                  <a:lnTo>
                    <a:pt x="126439" y="57814"/>
                  </a:lnTo>
                  <a:lnTo>
                    <a:pt x="122902" y="53854"/>
                  </a:lnTo>
                  <a:lnTo>
                    <a:pt x="119241" y="50007"/>
                  </a:lnTo>
                  <a:lnTo>
                    <a:pt x="115459" y="46279"/>
                  </a:lnTo>
                  <a:lnTo>
                    <a:pt x="111561" y="42672"/>
                  </a:lnTo>
                  <a:lnTo>
                    <a:pt x="107551" y="39192"/>
                  </a:lnTo>
                  <a:lnTo>
                    <a:pt x="103432" y="35840"/>
                  </a:lnTo>
                  <a:lnTo>
                    <a:pt x="99208" y="32621"/>
                  </a:lnTo>
                  <a:lnTo>
                    <a:pt x="94885" y="29538"/>
                  </a:lnTo>
                  <a:lnTo>
                    <a:pt x="90465" y="26593"/>
                  </a:lnTo>
                  <a:lnTo>
                    <a:pt x="85955" y="23791"/>
                  </a:lnTo>
                  <a:lnTo>
                    <a:pt x="81357" y="21133"/>
                  </a:lnTo>
                  <a:lnTo>
                    <a:pt x="76678" y="18623"/>
                  </a:lnTo>
                  <a:lnTo>
                    <a:pt x="71921" y="16262"/>
                  </a:lnTo>
                  <a:lnTo>
                    <a:pt x="67091" y="14054"/>
                  </a:lnTo>
                  <a:lnTo>
                    <a:pt x="62194" y="12000"/>
                  </a:lnTo>
                  <a:lnTo>
                    <a:pt x="57234" y="10103"/>
                  </a:lnTo>
                  <a:lnTo>
                    <a:pt x="52217" y="8364"/>
                  </a:lnTo>
                  <a:lnTo>
                    <a:pt x="47146" y="6786"/>
                  </a:lnTo>
                  <a:lnTo>
                    <a:pt x="42028" y="5369"/>
                  </a:lnTo>
                  <a:lnTo>
                    <a:pt x="36868" y="4116"/>
                  </a:lnTo>
                  <a:lnTo>
                    <a:pt x="31670" y="3027"/>
                  </a:lnTo>
                  <a:lnTo>
                    <a:pt x="26441" y="2104"/>
                  </a:lnTo>
                  <a:lnTo>
                    <a:pt x="21185" y="1347"/>
                  </a:lnTo>
                  <a:lnTo>
                    <a:pt x="15907" y="758"/>
                  </a:lnTo>
                  <a:lnTo>
                    <a:pt x="10614" y="337"/>
                  </a:lnTo>
                  <a:lnTo>
                    <a:pt x="530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797343" y="1071028"/>
              <a:ext cx="167157" cy="192418"/>
            </a:xfrm>
            <a:custGeom>
              <a:avLst/>
              <a:pathLst>
                <a:path w="167157" h="192418">
                  <a:moveTo>
                    <a:pt x="167157" y="0"/>
                  </a:moveTo>
                  <a:lnTo>
                    <a:pt x="161725" y="88"/>
                  </a:lnTo>
                  <a:lnTo>
                    <a:pt x="156299" y="352"/>
                  </a:lnTo>
                  <a:lnTo>
                    <a:pt x="150885" y="793"/>
                  </a:lnTo>
                  <a:lnTo>
                    <a:pt x="145487" y="1410"/>
                  </a:lnTo>
                  <a:lnTo>
                    <a:pt x="140113" y="2202"/>
                  </a:lnTo>
                  <a:lnTo>
                    <a:pt x="134767" y="3167"/>
                  </a:lnTo>
                  <a:lnTo>
                    <a:pt x="129455" y="4306"/>
                  </a:lnTo>
                  <a:lnTo>
                    <a:pt x="124183" y="5618"/>
                  </a:lnTo>
                  <a:lnTo>
                    <a:pt x="118957" y="7099"/>
                  </a:lnTo>
                  <a:lnTo>
                    <a:pt x="113781" y="8750"/>
                  </a:lnTo>
                  <a:lnTo>
                    <a:pt x="108662" y="10568"/>
                  </a:lnTo>
                  <a:lnTo>
                    <a:pt x="103605" y="12551"/>
                  </a:lnTo>
                  <a:lnTo>
                    <a:pt x="98614" y="14698"/>
                  </a:lnTo>
                  <a:lnTo>
                    <a:pt x="93696" y="17006"/>
                  </a:lnTo>
                  <a:lnTo>
                    <a:pt x="88856" y="19472"/>
                  </a:lnTo>
                  <a:lnTo>
                    <a:pt x="84098" y="22094"/>
                  </a:lnTo>
                  <a:lnTo>
                    <a:pt x="79428" y="24869"/>
                  </a:lnTo>
                  <a:lnTo>
                    <a:pt x="74851" y="27795"/>
                  </a:lnTo>
                  <a:lnTo>
                    <a:pt x="70371" y="30868"/>
                  </a:lnTo>
                  <a:lnTo>
                    <a:pt x="65993" y="34085"/>
                  </a:lnTo>
                  <a:lnTo>
                    <a:pt x="61722" y="37442"/>
                  </a:lnTo>
                  <a:lnTo>
                    <a:pt x="57563" y="40937"/>
                  </a:lnTo>
                  <a:lnTo>
                    <a:pt x="53519" y="44564"/>
                  </a:lnTo>
                  <a:lnTo>
                    <a:pt x="49596" y="48321"/>
                  </a:lnTo>
                  <a:lnTo>
                    <a:pt x="45796" y="52204"/>
                  </a:lnTo>
                  <a:lnTo>
                    <a:pt x="42125" y="56208"/>
                  </a:lnTo>
                  <a:lnTo>
                    <a:pt x="38585" y="60329"/>
                  </a:lnTo>
                  <a:lnTo>
                    <a:pt x="35182" y="64564"/>
                  </a:lnTo>
                  <a:lnTo>
                    <a:pt x="31918" y="68906"/>
                  </a:lnTo>
                  <a:lnTo>
                    <a:pt x="28796" y="73352"/>
                  </a:lnTo>
                  <a:lnTo>
                    <a:pt x="25821" y="77898"/>
                  </a:lnTo>
                  <a:lnTo>
                    <a:pt x="22995" y="82537"/>
                  </a:lnTo>
                  <a:lnTo>
                    <a:pt x="20321" y="87266"/>
                  </a:lnTo>
                  <a:lnTo>
                    <a:pt x="17802" y="92079"/>
                  </a:lnTo>
                  <a:lnTo>
                    <a:pt x="15442" y="96972"/>
                  </a:lnTo>
                  <a:lnTo>
                    <a:pt x="13241" y="101939"/>
                  </a:lnTo>
                  <a:lnTo>
                    <a:pt x="11203" y="106974"/>
                  </a:lnTo>
                  <a:lnTo>
                    <a:pt x="9329" y="112074"/>
                  </a:lnTo>
                  <a:lnTo>
                    <a:pt x="7622" y="117231"/>
                  </a:lnTo>
                  <a:lnTo>
                    <a:pt x="6084" y="122441"/>
                  </a:lnTo>
                  <a:lnTo>
                    <a:pt x="4716" y="127698"/>
                  </a:lnTo>
                  <a:lnTo>
                    <a:pt x="3519" y="132997"/>
                  </a:lnTo>
                  <a:lnTo>
                    <a:pt x="2495" y="138333"/>
                  </a:lnTo>
                  <a:lnTo>
                    <a:pt x="1645" y="143698"/>
                  </a:lnTo>
                  <a:lnTo>
                    <a:pt x="970" y="149088"/>
                  </a:lnTo>
                  <a:lnTo>
                    <a:pt x="470" y="154498"/>
                  </a:lnTo>
                  <a:lnTo>
                    <a:pt x="147" y="159921"/>
                  </a:lnTo>
                  <a:lnTo>
                    <a:pt x="0" y="165351"/>
                  </a:lnTo>
                  <a:lnTo>
                    <a:pt x="29" y="170784"/>
                  </a:lnTo>
                  <a:lnTo>
                    <a:pt x="235" y="176212"/>
                  </a:lnTo>
                  <a:lnTo>
                    <a:pt x="617" y="181631"/>
                  </a:lnTo>
                  <a:lnTo>
                    <a:pt x="1174" y="187035"/>
                  </a:lnTo>
                  <a:lnTo>
                    <a:pt x="1908" y="19241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9252" y="1238196"/>
              <a:ext cx="165249" cy="25250"/>
            </a:xfrm>
            <a:custGeom>
              <a:avLst/>
              <a:pathLst>
                <a:path w="165249" h="25250">
                  <a:moveTo>
                    <a:pt x="0" y="25250"/>
                  </a:moveTo>
                  <a:lnTo>
                    <a:pt x="16524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9252" y="1071204"/>
              <a:ext cx="332416" cy="334147"/>
            </a:xfrm>
            <a:custGeom>
              <a:avLst/>
              <a:pathLst>
                <a:path w="332416" h="334147">
                  <a:moveTo>
                    <a:pt x="0" y="192242"/>
                  </a:moveTo>
                  <a:lnTo>
                    <a:pt x="886" y="197482"/>
                  </a:lnTo>
                  <a:lnTo>
                    <a:pt x="1938" y="202692"/>
                  </a:lnTo>
                  <a:lnTo>
                    <a:pt x="3156" y="207865"/>
                  </a:lnTo>
                  <a:lnTo>
                    <a:pt x="4537" y="212998"/>
                  </a:lnTo>
                  <a:lnTo>
                    <a:pt x="6081" y="218083"/>
                  </a:lnTo>
                  <a:lnTo>
                    <a:pt x="7785" y="223117"/>
                  </a:lnTo>
                  <a:lnTo>
                    <a:pt x="9649" y="228095"/>
                  </a:lnTo>
                  <a:lnTo>
                    <a:pt x="11670" y="233010"/>
                  </a:lnTo>
                  <a:lnTo>
                    <a:pt x="13847" y="237859"/>
                  </a:lnTo>
                  <a:lnTo>
                    <a:pt x="16176" y="242636"/>
                  </a:lnTo>
                  <a:lnTo>
                    <a:pt x="18656" y="247337"/>
                  </a:lnTo>
                  <a:lnTo>
                    <a:pt x="21284" y="251956"/>
                  </a:lnTo>
                  <a:lnTo>
                    <a:pt x="24058" y="256490"/>
                  </a:lnTo>
                  <a:lnTo>
                    <a:pt x="26974" y="260933"/>
                  </a:lnTo>
                  <a:lnTo>
                    <a:pt x="30031" y="265281"/>
                  </a:lnTo>
                  <a:lnTo>
                    <a:pt x="33224" y="269530"/>
                  </a:lnTo>
                  <a:lnTo>
                    <a:pt x="36550" y="273675"/>
                  </a:lnTo>
                  <a:lnTo>
                    <a:pt x="40007" y="277713"/>
                  </a:lnTo>
                  <a:lnTo>
                    <a:pt x="43590" y="281638"/>
                  </a:lnTo>
                  <a:lnTo>
                    <a:pt x="47296" y="285448"/>
                  </a:lnTo>
                  <a:lnTo>
                    <a:pt x="51121" y="289138"/>
                  </a:lnTo>
                  <a:lnTo>
                    <a:pt x="55062" y="292704"/>
                  </a:lnTo>
                  <a:lnTo>
                    <a:pt x="59114" y="296143"/>
                  </a:lnTo>
                  <a:lnTo>
                    <a:pt x="63273" y="299452"/>
                  </a:lnTo>
                  <a:lnTo>
                    <a:pt x="67536" y="302627"/>
                  </a:lnTo>
                  <a:lnTo>
                    <a:pt x="71897" y="305664"/>
                  </a:lnTo>
                  <a:lnTo>
                    <a:pt x="76352" y="308562"/>
                  </a:lnTo>
                  <a:lnTo>
                    <a:pt x="80898" y="311316"/>
                  </a:lnTo>
                  <a:lnTo>
                    <a:pt x="85528" y="313925"/>
                  </a:lnTo>
                  <a:lnTo>
                    <a:pt x="90240" y="316385"/>
                  </a:lnTo>
                  <a:lnTo>
                    <a:pt x="95027" y="318694"/>
                  </a:lnTo>
                  <a:lnTo>
                    <a:pt x="99885" y="320850"/>
                  </a:lnTo>
                  <a:lnTo>
                    <a:pt x="104809" y="322850"/>
                  </a:lnTo>
                  <a:lnTo>
                    <a:pt x="109794" y="324692"/>
                  </a:lnTo>
                  <a:lnTo>
                    <a:pt x="114835" y="326376"/>
                  </a:lnTo>
                  <a:lnTo>
                    <a:pt x="119928" y="327898"/>
                  </a:lnTo>
                  <a:lnTo>
                    <a:pt x="125066" y="329257"/>
                  </a:lnTo>
                  <a:lnTo>
                    <a:pt x="130244" y="330452"/>
                  </a:lnTo>
                  <a:lnTo>
                    <a:pt x="135458" y="331483"/>
                  </a:lnTo>
                  <a:lnTo>
                    <a:pt x="140703" y="332346"/>
                  </a:lnTo>
                  <a:lnTo>
                    <a:pt x="145971" y="333043"/>
                  </a:lnTo>
                  <a:lnTo>
                    <a:pt x="151260" y="333572"/>
                  </a:lnTo>
                  <a:lnTo>
                    <a:pt x="156563" y="333933"/>
                  </a:lnTo>
                  <a:lnTo>
                    <a:pt x="161874" y="334124"/>
                  </a:lnTo>
                  <a:lnTo>
                    <a:pt x="167189" y="334147"/>
                  </a:lnTo>
                  <a:lnTo>
                    <a:pt x="172502" y="334001"/>
                  </a:lnTo>
                  <a:lnTo>
                    <a:pt x="177807" y="333686"/>
                  </a:lnTo>
                  <a:lnTo>
                    <a:pt x="183100" y="333203"/>
                  </a:lnTo>
                  <a:lnTo>
                    <a:pt x="188375" y="332551"/>
                  </a:lnTo>
                  <a:lnTo>
                    <a:pt x="193626" y="331732"/>
                  </a:lnTo>
                  <a:lnTo>
                    <a:pt x="198849" y="330747"/>
                  </a:lnTo>
                  <a:lnTo>
                    <a:pt x="204038" y="329596"/>
                  </a:lnTo>
                  <a:lnTo>
                    <a:pt x="209187" y="328281"/>
                  </a:lnTo>
                  <a:lnTo>
                    <a:pt x="214292" y="326802"/>
                  </a:lnTo>
                  <a:lnTo>
                    <a:pt x="219348" y="325163"/>
                  </a:lnTo>
                  <a:lnTo>
                    <a:pt x="224349" y="323363"/>
                  </a:lnTo>
                  <a:lnTo>
                    <a:pt x="229290" y="321405"/>
                  </a:lnTo>
                  <a:lnTo>
                    <a:pt x="234166" y="319291"/>
                  </a:lnTo>
                  <a:lnTo>
                    <a:pt x="238973" y="317023"/>
                  </a:lnTo>
                  <a:lnTo>
                    <a:pt x="243705" y="314604"/>
                  </a:lnTo>
                  <a:lnTo>
                    <a:pt x="248358" y="312035"/>
                  </a:lnTo>
                  <a:lnTo>
                    <a:pt x="252927" y="309320"/>
                  </a:lnTo>
                  <a:lnTo>
                    <a:pt x="257407" y="306461"/>
                  </a:lnTo>
                  <a:lnTo>
                    <a:pt x="261794" y="303461"/>
                  </a:lnTo>
                  <a:lnTo>
                    <a:pt x="266084" y="300323"/>
                  </a:lnTo>
                  <a:lnTo>
                    <a:pt x="270271" y="297050"/>
                  </a:lnTo>
                  <a:lnTo>
                    <a:pt x="274353" y="293645"/>
                  </a:lnTo>
                  <a:lnTo>
                    <a:pt x="278324" y="290113"/>
                  </a:lnTo>
                  <a:lnTo>
                    <a:pt x="282181" y="286456"/>
                  </a:lnTo>
                  <a:lnTo>
                    <a:pt x="285919" y="282679"/>
                  </a:lnTo>
                  <a:lnTo>
                    <a:pt x="289536" y="278784"/>
                  </a:lnTo>
                  <a:lnTo>
                    <a:pt x="293027" y="274776"/>
                  </a:lnTo>
                  <a:lnTo>
                    <a:pt x="296389" y="270660"/>
                  </a:lnTo>
                  <a:lnTo>
                    <a:pt x="299618" y="266439"/>
                  </a:lnTo>
                  <a:lnTo>
                    <a:pt x="302712" y="262117"/>
                  </a:lnTo>
                  <a:lnTo>
                    <a:pt x="305666" y="257699"/>
                  </a:lnTo>
                  <a:lnTo>
                    <a:pt x="308479" y="253189"/>
                  </a:lnTo>
                  <a:lnTo>
                    <a:pt x="311147" y="248593"/>
                  </a:lnTo>
                  <a:lnTo>
                    <a:pt x="313667" y="243913"/>
                  </a:lnTo>
                  <a:lnTo>
                    <a:pt x="316037" y="239156"/>
                  </a:lnTo>
                  <a:lnTo>
                    <a:pt x="318255" y="234326"/>
                  </a:lnTo>
                  <a:lnTo>
                    <a:pt x="320318" y="229428"/>
                  </a:lnTo>
                  <a:lnTo>
                    <a:pt x="322225" y="224467"/>
                  </a:lnTo>
                  <a:lnTo>
                    <a:pt x="323973" y="219448"/>
                  </a:lnTo>
                  <a:lnTo>
                    <a:pt x="325560" y="214376"/>
                  </a:lnTo>
                  <a:lnTo>
                    <a:pt x="326985" y="209255"/>
                  </a:lnTo>
                  <a:lnTo>
                    <a:pt x="328247" y="204093"/>
                  </a:lnTo>
                  <a:lnTo>
                    <a:pt x="329344" y="198892"/>
                  </a:lnTo>
                  <a:lnTo>
                    <a:pt x="330275" y="193660"/>
                  </a:lnTo>
                  <a:lnTo>
                    <a:pt x="331040" y="188400"/>
                  </a:lnTo>
                  <a:lnTo>
                    <a:pt x="331637" y="183119"/>
                  </a:lnTo>
                  <a:lnTo>
                    <a:pt x="332065" y="177821"/>
                  </a:lnTo>
                  <a:lnTo>
                    <a:pt x="332325" y="172513"/>
                  </a:lnTo>
                  <a:lnTo>
                    <a:pt x="332416" y="167199"/>
                  </a:lnTo>
                  <a:lnTo>
                    <a:pt x="332338" y="161884"/>
                  </a:lnTo>
                  <a:lnTo>
                    <a:pt x="332092" y="156575"/>
                  </a:lnTo>
                  <a:lnTo>
                    <a:pt x="331676" y="151277"/>
                  </a:lnTo>
                  <a:lnTo>
                    <a:pt x="331092" y="145994"/>
                  </a:lnTo>
                  <a:lnTo>
                    <a:pt x="330341" y="140732"/>
                  </a:lnTo>
                  <a:lnTo>
                    <a:pt x="329423" y="135498"/>
                  </a:lnTo>
                  <a:lnTo>
                    <a:pt x="328339" y="130294"/>
                  </a:lnTo>
                  <a:lnTo>
                    <a:pt x="327090" y="125128"/>
                  </a:lnTo>
                  <a:lnTo>
                    <a:pt x="325677" y="120005"/>
                  </a:lnTo>
                  <a:lnTo>
                    <a:pt x="324102" y="114929"/>
                  </a:lnTo>
                  <a:lnTo>
                    <a:pt x="322367" y="109905"/>
                  </a:lnTo>
                  <a:lnTo>
                    <a:pt x="320473" y="104939"/>
                  </a:lnTo>
                  <a:lnTo>
                    <a:pt x="318422" y="100036"/>
                  </a:lnTo>
                  <a:lnTo>
                    <a:pt x="316216" y="95201"/>
                  </a:lnTo>
                  <a:lnTo>
                    <a:pt x="313858" y="90438"/>
                  </a:lnTo>
                  <a:lnTo>
                    <a:pt x="311349" y="85752"/>
                  </a:lnTo>
                  <a:lnTo>
                    <a:pt x="308692" y="81149"/>
                  </a:lnTo>
                  <a:lnTo>
                    <a:pt x="305891" y="76632"/>
                  </a:lnTo>
                  <a:lnTo>
                    <a:pt x="302948" y="72207"/>
                  </a:lnTo>
                  <a:lnTo>
                    <a:pt x="299865" y="67877"/>
                  </a:lnTo>
                  <a:lnTo>
                    <a:pt x="296646" y="63648"/>
                  </a:lnTo>
                  <a:lnTo>
                    <a:pt x="293294" y="59523"/>
                  </a:lnTo>
                  <a:lnTo>
                    <a:pt x="289813" y="55507"/>
                  </a:lnTo>
                  <a:lnTo>
                    <a:pt x="286206" y="51604"/>
                  </a:lnTo>
                  <a:lnTo>
                    <a:pt x="282477" y="47817"/>
                  </a:lnTo>
                  <a:lnTo>
                    <a:pt x="278629" y="44150"/>
                  </a:lnTo>
                  <a:lnTo>
                    <a:pt x="274667" y="40608"/>
                  </a:lnTo>
                  <a:lnTo>
                    <a:pt x="270594" y="37194"/>
                  </a:lnTo>
                  <a:lnTo>
                    <a:pt x="266415" y="33910"/>
                  </a:lnTo>
                  <a:lnTo>
                    <a:pt x="262133" y="30762"/>
                  </a:lnTo>
                  <a:lnTo>
                    <a:pt x="257753" y="27751"/>
                  </a:lnTo>
                  <a:lnTo>
                    <a:pt x="253280" y="24880"/>
                  </a:lnTo>
                  <a:lnTo>
                    <a:pt x="248718" y="22154"/>
                  </a:lnTo>
                  <a:lnTo>
                    <a:pt x="244071" y="19573"/>
                  </a:lnTo>
                  <a:lnTo>
                    <a:pt x="239345" y="17142"/>
                  </a:lnTo>
                  <a:lnTo>
                    <a:pt x="234544" y="14862"/>
                  </a:lnTo>
                  <a:lnTo>
                    <a:pt x="229673" y="12736"/>
                  </a:lnTo>
                  <a:lnTo>
                    <a:pt x="224737" y="10766"/>
                  </a:lnTo>
                  <a:lnTo>
                    <a:pt x="219740" y="8954"/>
                  </a:lnTo>
                  <a:lnTo>
                    <a:pt x="214689" y="7302"/>
                  </a:lnTo>
                  <a:lnTo>
                    <a:pt x="209588" y="5811"/>
                  </a:lnTo>
                  <a:lnTo>
                    <a:pt x="204441" y="4483"/>
                  </a:lnTo>
                  <a:lnTo>
                    <a:pt x="199255" y="3319"/>
                  </a:lnTo>
                  <a:lnTo>
                    <a:pt x="194035" y="2321"/>
                  </a:lnTo>
                  <a:lnTo>
                    <a:pt x="188786" y="1489"/>
                  </a:lnTo>
                  <a:lnTo>
                    <a:pt x="183513" y="824"/>
                  </a:lnTo>
                  <a:lnTo>
                    <a:pt x="178221" y="328"/>
                  </a:lnTo>
                  <a:lnTo>
                    <a:pt x="172916" y="0"/>
                  </a:lnTo>
                  <a:lnTo>
                    <a:pt x="165249" y="1669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64501" y="1071028"/>
              <a:ext cx="7667" cy="167167"/>
            </a:xfrm>
            <a:custGeom>
              <a:avLst/>
              <a:pathLst>
                <a:path w="7667" h="167167">
                  <a:moveTo>
                    <a:pt x="7667" y="17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5549" y="1322571"/>
              <a:ext cx="53171" cy="167167"/>
            </a:xfrm>
            <a:custGeom>
              <a:avLst/>
              <a:pathLst>
                <a:path w="53171" h="167167">
                  <a:moveTo>
                    <a:pt x="53171" y="0"/>
                  </a:moveTo>
                  <a:lnTo>
                    <a:pt x="47160" y="108"/>
                  </a:lnTo>
                  <a:lnTo>
                    <a:pt x="41156" y="432"/>
                  </a:lnTo>
                  <a:lnTo>
                    <a:pt x="35169" y="972"/>
                  </a:lnTo>
                  <a:lnTo>
                    <a:pt x="29204" y="1726"/>
                  </a:lnTo>
                  <a:lnTo>
                    <a:pt x="23271" y="2695"/>
                  </a:lnTo>
                  <a:lnTo>
                    <a:pt x="17376" y="3877"/>
                  </a:lnTo>
                  <a:lnTo>
                    <a:pt x="11527" y="5269"/>
                  </a:lnTo>
                  <a:lnTo>
                    <a:pt x="5733" y="6872"/>
                  </a:lnTo>
                  <a:lnTo>
                    <a:pt x="0" y="8681"/>
                  </a:lnTo>
                  <a:lnTo>
                    <a:pt x="5317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5549" y="1331253"/>
              <a:ext cx="53171" cy="158485"/>
            </a:xfrm>
            <a:custGeom>
              <a:avLst/>
              <a:pathLst>
                <a:path w="53171" h="158485">
                  <a:moveTo>
                    <a:pt x="0" y="0"/>
                  </a:moveTo>
                  <a:lnTo>
                    <a:pt x="53171" y="1584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321566" y="1331253"/>
              <a:ext cx="334310" cy="325653"/>
            </a:xfrm>
            <a:custGeom>
              <a:avLst/>
              <a:pathLst>
                <a:path w="334310" h="325653">
                  <a:moveTo>
                    <a:pt x="113983" y="0"/>
                  </a:moveTo>
                  <a:lnTo>
                    <a:pt x="108993" y="1762"/>
                  </a:lnTo>
                  <a:lnTo>
                    <a:pt x="104061" y="3682"/>
                  </a:lnTo>
                  <a:lnTo>
                    <a:pt x="99193" y="5756"/>
                  </a:lnTo>
                  <a:lnTo>
                    <a:pt x="94392" y="7984"/>
                  </a:lnTo>
                  <a:lnTo>
                    <a:pt x="89665" y="10363"/>
                  </a:lnTo>
                  <a:lnTo>
                    <a:pt x="85015" y="12890"/>
                  </a:lnTo>
                  <a:lnTo>
                    <a:pt x="80448" y="15562"/>
                  </a:lnTo>
                  <a:lnTo>
                    <a:pt x="75967" y="18379"/>
                  </a:lnTo>
                  <a:lnTo>
                    <a:pt x="71578" y="21335"/>
                  </a:lnTo>
                  <a:lnTo>
                    <a:pt x="67285" y="24429"/>
                  </a:lnTo>
                  <a:lnTo>
                    <a:pt x="63091" y="27658"/>
                  </a:lnTo>
                  <a:lnTo>
                    <a:pt x="59002" y="31017"/>
                  </a:lnTo>
                  <a:lnTo>
                    <a:pt x="55022" y="34504"/>
                  </a:lnTo>
                  <a:lnTo>
                    <a:pt x="51153" y="38116"/>
                  </a:lnTo>
                  <a:lnTo>
                    <a:pt x="47401" y="41848"/>
                  </a:lnTo>
                  <a:lnTo>
                    <a:pt x="43770" y="45697"/>
                  </a:lnTo>
                  <a:lnTo>
                    <a:pt x="40261" y="49659"/>
                  </a:lnTo>
                  <a:lnTo>
                    <a:pt x="36880" y="53730"/>
                  </a:lnTo>
                  <a:lnTo>
                    <a:pt x="33629" y="57906"/>
                  </a:lnTo>
                  <a:lnTo>
                    <a:pt x="30513" y="62183"/>
                  </a:lnTo>
                  <a:lnTo>
                    <a:pt x="27533" y="66557"/>
                  </a:lnTo>
                  <a:lnTo>
                    <a:pt x="24693" y="71022"/>
                  </a:lnTo>
                  <a:lnTo>
                    <a:pt x="21996" y="75576"/>
                  </a:lnTo>
                  <a:lnTo>
                    <a:pt x="19444" y="80212"/>
                  </a:lnTo>
                  <a:lnTo>
                    <a:pt x="17041" y="84927"/>
                  </a:lnTo>
                  <a:lnTo>
                    <a:pt x="14787" y="89715"/>
                  </a:lnTo>
                  <a:lnTo>
                    <a:pt x="12687" y="94572"/>
                  </a:lnTo>
                  <a:lnTo>
                    <a:pt x="10741" y="99494"/>
                  </a:lnTo>
                  <a:lnTo>
                    <a:pt x="8952" y="104474"/>
                  </a:lnTo>
                  <a:lnTo>
                    <a:pt x="7322" y="109509"/>
                  </a:lnTo>
                  <a:lnTo>
                    <a:pt x="5852" y="114593"/>
                  </a:lnTo>
                  <a:lnTo>
                    <a:pt x="4543" y="119721"/>
                  </a:lnTo>
                  <a:lnTo>
                    <a:pt x="3398" y="124887"/>
                  </a:lnTo>
                  <a:lnTo>
                    <a:pt x="2416" y="130088"/>
                  </a:lnTo>
                  <a:lnTo>
                    <a:pt x="1600" y="135316"/>
                  </a:lnTo>
                  <a:lnTo>
                    <a:pt x="950" y="140568"/>
                  </a:lnTo>
                  <a:lnTo>
                    <a:pt x="466" y="145838"/>
                  </a:lnTo>
                  <a:lnTo>
                    <a:pt x="149" y="151121"/>
                  </a:lnTo>
                  <a:lnTo>
                    <a:pt x="0" y="156411"/>
                  </a:lnTo>
                  <a:lnTo>
                    <a:pt x="18" y="161703"/>
                  </a:lnTo>
                  <a:lnTo>
                    <a:pt x="203" y="166992"/>
                  </a:lnTo>
                  <a:lnTo>
                    <a:pt x="556" y="172272"/>
                  </a:lnTo>
                  <a:lnTo>
                    <a:pt x="1076" y="177539"/>
                  </a:lnTo>
                  <a:lnTo>
                    <a:pt x="1762" y="182786"/>
                  </a:lnTo>
                  <a:lnTo>
                    <a:pt x="2614" y="188009"/>
                  </a:lnTo>
                  <a:lnTo>
                    <a:pt x="3631" y="193202"/>
                  </a:lnTo>
                  <a:lnTo>
                    <a:pt x="4812" y="198361"/>
                  </a:lnTo>
                  <a:lnTo>
                    <a:pt x="6156" y="203480"/>
                  </a:lnTo>
                  <a:lnTo>
                    <a:pt x="7661" y="208553"/>
                  </a:lnTo>
                  <a:lnTo>
                    <a:pt x="9325" y="213577"/>
                  </a:lnTo>
                  <a:lnTo>
                    <a:pt x="11148" y="218545"/>
                  </a:lnTo>
                  <a:lnTo>
                    <a:pt x="13128" y="223453"/>
                  </a:lnTo>
                  <a:lnTo>
                    <a:pt x="15261" y="228296"/>
                  </a:lnTo>
                  <a:lnTo>
                    <a:pt x="17547" y="233069"/>
                  </a:lnTo>
                  <a:lnTo>
                    <a:pt x="19983" y="237767"/>
                  </a:lnTo>
                  <a:lnTo>
                    <a:pt x="22566" y="242386"/>
                  </a:lnTo>
                  <a:lnTo>
                    <a:pt x="25294" y="246921"/>
                  </a:lnTo>
                  <a:lnTo>
                    <a:pt x="28165" y="251367"/>
                  </a:lnTo>
                  <a:lnTo>
                    <a:pt x="31174" y="255720"/>
                  </a:lnTo>
                  <a:lnTo>
                    <a:pt x="34320" y="259975"/>
                  </a:lnTo>
                  <a:lnTo>
                    <a:pt x="37599" y="264129"/>
                  </a:lnTo>
                  <a:lnTo>
                    <a:pt x="41008" y="268177"/>
                  </a:lnTo>
                  <a:lnTo>
                    <a:pt x="44544" y="272115"/>
                  </a:lnTo>
                  <a:lnTo>
                    <a:pt x="48202" y="275939"/>
                  </a:lnTo>
                  <a:lnTo>
                    <a:pt x="51979" y="279645"/>
                  </a:lnTo>
                  <a:lnTo>
                    <a:pt x="55872" y="283230"/>
                  </a:lnTo>
                  <a:lnTo>
                    <a:pt x="59876" y="286690"/>
                  </a:lnTo>
                  <a:lnTo>
                    <a:pt x="63988" y="290022"/>
                  </a:lnTo>
                  <a:lnTo>
                    <a:pt x="68204" y="293221"/>
                  </a:lnTo>
                  <a:lnTo>
                    <a:pt x="72518" y="296286"/>
                  </a:lnTo>
                  <a:lnTo>
                    <a:pt x="76927" y="299212"/>
                  </a:lnTo>
                  <a:lnTo>
                    <a:pt x="81427" y="301998"/>
                  </a:lnTo>
                  <a:lnTo>
                    <a:pt x="86013" y="304640"/>
                  </a:lnTo>
                  <a:lnTo>
                    <a:pt x="90680" y="307135"/>
                  </a:lnTo>
                  <a:lnTo>
                    <a:pt x="95423" y="309481"/>
                  </a:lnTo>
                  <a:lnTo>
                    <a:pt x="100239" y="311676"/>
                  </a:lnTo>
                  <a:lnTo>
                    <a:pt x="105121" y="313717"/>
                  </a:lnTo>
                  <a:lnTo>
                    <a:pt x="110066" y="315603"/>
                  </a:lnTo>
                  <a:lnTo>
                    <a:pt x="115068" y="317331"/>
                  </a:lnTo>
                  <a:lnTo>
                    <a:pt x="120122" y="318900"/>
                  </a:lnTo>
                  <a:lnTo>
                    <a:pt x="125223" y="320309"/>
                  </a:lnTo>
                  <a:lnTo>
                    <a:pt x="130367" y="321555"/>
                  </a:lnTo>
                  <a:lnTo>
                    <a:pt x="135547" y="322638"/>
                  </a:lnTo>
                  <a:lnTo>
                    <a:pt x="140758" y="323556"/>
                  </a:lnTo>
                  <a:lnTo>
                    <a:pt x="145997" y="324309"/>
                  </a:lnTo>
                  <a:lnTo>
                    <a:pt x="151256" y="324895"/>
                  </a:lnTo>
                  <a:lnTo>
                    <a:pt x="156532" y="325315"/>
                  </a:lnTo>
                  <a:lnTo>
                    <a:pt x="161818" y="325568"/>
                  </a:lnTo>
                  <a:lnTo>
                    <a:pt x="167109" y="325653"/>
                  </a:lnTo>
                  <a:lnTo>
                    <a:pt x="172401" y="325570"/>
                  </a:lnTo>
                  <a:lnTo>
                    <a:pt x="177687" y="325321"/>
                  </a:lnTo>
                  <a:lnTo>
                    <a:pt x="182962" y="324904"/>
                  </a:lnTo>
                  <a:lnTo>
                    <a:pt x="188222" y="324320"/>
                  </a:lnTo>
                  <a:lnTo>
                    <a:pt x="193461" y="323570"/>
                  </a:lnTo>
                  <a:lnTo>
                    <a:pt x="198673" y="322655"/>
                  </a:lnTo>
                  <a:lnTo>
                    <a:pt x="203854" y="321575"/>
                  </a:lnTo>
                  <a:lnTo>
                    <a:pt x="208998" y="320331"/>
                  </a:lnTo>
                  <a:lnTo>
                    <a:pt x="214100" y="318926"/>
                  </a:lnTo>
                  <a:lnTo>
                    <a:pt x="219155" y="317359"/>
                  </a:lnTo>
                  <a:lnTo>
                    <a:pt x="224158" y="315634"/>
                  </a:lnTo>
                  <a:lnTo>
                    <a:pt x="229103" y="313750"/>
                  </a:lnTo>
                  <a:lnTo>
                    <a:pt x="233987" y="311712"/>
                  </a:lnTo>
                  <a:lnTo>
                    <a:pt x="238804" y="309519"/>
                  </a:lnTo>
                  <a:lnTo>
                    <a:pt x="243549" y="307176"/>
                  </a:lnTo>
                  <a:lnTo>
                    <a:pt x="248217" y="304683"/>
                  </a:lnTo>
                  <a:lnTo>
                    <a:pt x="252804" y="302044"/>
                  </a:lnTo>
                  <a:lnTo>
                    <a:pt x="257305" y="299261"/>
                  </a:lnTo>
                  <a:lnTo>
                    <a:pt x="261716" y="296337"/>
                  </a:lnTo>
                  <a:lnTo>
                    <a:pt x="266032" y="293274"/>
                  </a:lnTo>
                  <a:lnTo>
                    <a:pt x="270249" y="290077"/>
                  </a:lnTo>
                  <a:lnTo>
                    <a:pt x="274363" y="286748"/>
                  </a:lnTo>
                  <a:lnTo>
                    <a:pt x="278369" y="283290"/>
                  </a:lnTo>
                  <a:lnTo>
                    <a:pt x="282264" y="279707"/>
                  </a:lnTo>
                  <a:lnTo>
                    <a:pt x="286043" y="276003"/>
                  </a:lnTo>
                  <a:lnTo>
                    <a:pt x="289703" y="272181"/>
                  </a:lnTo>
                  <a:lnTo>
                    <a:pt x="293241" y="268245"/>
                  </a:lnTo>
                  <a:lnTo>
                    <a:pt x="296652" y="264199"/>
                  </a:lnTo>
                  <a:lnTo>
                    <a:pt x="299933" y="260046"/>
                  </a:lnTo>
                  <a:lnTo>
                    <a:pt x="303081" y="255793"/>
                  </a:lnTo>
                  <a:lnTo>
                    <a:pt x="306093" y="251441"/>
                  </a:lnTo>
                  <a:lnTo>
                    <a:pt x="308966" y="246997"/>
                  </a:lnTo>
                  <a:lnTo>
                    <a:pt x="311697" y="242464"/>
                  </a:lnTo>
                  <a:lnTo>
                    <a:pt x="314283" y="237846"/>
                  </a:lnTo>
                  <a:lnTo>
                    <a:pt x="316721" y="233149"/>
                  </a:lnTo>
                  <a:lnTo>
                    <a:pt x="319009" y="228378"/>
                  </a:lnTo>
                  <a:lnTo>
                    <a:pt x="321146" y="223536"/>
                  </a:lnTo>
                  <a:lnTo>
                    <a:pt x="323127" y="218629"/>
                  </a:lnTo>
                  <a:lnTo>
                    <a:pt x="324953" y="213662"/>
                  </a:lnTo>
                  <a:lnTo>
                    <a:pt x="326621" y="208639"/>
                  </a:lnTo>
                  <a:lnTo>
                    <a:pt x="328128" y="203566"/>
                  </a:lnTo>
                  <a:lnTo>
                    <a:pt x="329474" y="198448"/>
                  </a:lnTo>
                  <a:lnTo>
                    <a:pt x="330658" y="193290"/>
                  </a:lnTo>
                  <a:lnTo>
                    <a:pt x="331678" y="188097"/>
                  </a:lnTo>
                  <a:lnTo>
                    <a:pt x="332533" y="182875"/>
                  </a:lnTo>
                  <a:lnTo>
                    <a:pt x="333222" y="177628"/>
                  </a:lnTo>
                  <a:lnTo>
                    <a:pt x="333745" y="172362"/>
                  </a:lnTo>
                  <a:lnTo>
                    <a:pt x="334100" y="167082"/>
                  </a:lnTo>
                  <a:lnTo>
                    <a:pt x="334289" y="161793"/>
                  </a:lnTo>
                  <a:lnTo>
                    <a:pt x="334310" y="156501"/>
                  </a:lnTo>
                  <a:lnTo>
                    <a:pt x="334163" y="151211"/>
                  </a:lnTo>
                  <a:lnTo>
                    <a:pt x="333849" y="145928"/>
                  </a:lnTo>
                  <a:lnTo>
                    <a:pt x="333368" y="140658"/>
                  </a:lnTo>
                  <a:lnTo>
                    <a:pt x="332721" y="135405"/>
                  </a:lnTo>
                  <a:lnTo>
                    <a:pt x="331907" y="130176"/>
                  </a:lnTo>
                  <a:lnTo>
                    <a:pt x="330928" y="124975"/>
                  </a:lnTo>
                  <a:lnTo>
                    <a:pt x="329786" y="119808"/>
                  </a:lnTo>
                  <a:lnTo>
                    <a:pt x="328480" y="114680"/>
                  </a:lnTo>
                  <a:lnTo>
                    <a:pt x="327012" y="109595"/>
                  </a:lnTo>
                  <a:lnTo>
                    <a:pt x="325385" y="104560"/>
                  </a:lnTo>
                  <a:lnTo>
                    <a:pt x="323599" y="99578"/>
                  </a:lnTo>
                  <a:lnTo>
                    <a:pt x="321656" y="94656"/>
                  </a:lnTo>
                  <a:lnTo>
                    <a:pt x="319558" y="89797"/>
                  </a:lnTo>
                  <a:lnTo>
                    <a:pt x="317307" y="85007"/>
                  </a:lnTo>
                  <a:lnTo>
                    <a:pt x="314906" y="80291"/>
                  </a:lnTo>
                  <a:lnTo>
                    <a:pt x="312357" y="75654"/>
                  </a:lnTo>
                  <a:lnTo>
                    <a:pt x="309662" y="71099"/>
                  </a:lnTo>
                  <a:lnTo>
                    <a:pt x="306825" y="66632"/>
                  </a:lnTo>
                  <a:lnTo>
                    <a:pt x="303847" y="62257"/>
                  </a:lnTo>
                  <a:lnTo>
                    <a:pt x="300733" y="57978"/>
                  </a:lnTo>
                  <a:lnTo>
                    <a:pt x="297484" y="53800"/>
                  </a:lnTo>
                  <a:lnTo>
                    <a:pt x="294105" y="49727"/>
                  </a:lnTo>
                  <a:lnTo>
                    <a:pt x="290599" y="45763"/>
                  </a:lnTo>
                  <a:lnTo>
                    <a:pt x="286969" y="41912"/>
                  </a:lnTo>
                  <a:lnTo>
                    <a:pt x="283219" y="38178"/>
                  </a:lnTo>
                  <a:lnTo>
                    <a:pt x="279353" y="34565"/>
                  </a:lnTo>
                  <a:lnTo>
                    <a:pt x="275374" y="31075"/>
                  </a:lnTo>
                  <a:lnTo>
                    <a:pt x="271287" y="27714"/>
                  </a:lnTo>
                  <a:lnTo>
                    <a:pt x="267096" y="24483"/>
                  </a:lnTo>
                  <a:lnTo>
                    <a:pt x="262804" y="21387"/>
                  </a:lnTo>
                  <a:lnTo>
                    <a:pt x="258416" y="18428"/>
                  </a:lnTo>
                  <a:lnTo>
                    <a:pt x="253937" y="15609"/>
                  </a:lnTo>
                  <a:lnTo>
                    <a:pt x="249371" y="12934"/>
                  </a:lnTo>
                  <a:lnTo>
                    <a:pt x="244723" y="10404"/>
                  </a:lnTo>
                  <a:lnTo>
                    <a:pt x="239997" y="8023"/>
                  </a:lnTo>
                  <a:lnTo>
                    <a:pt x="235197" y="5793"/>
                  </a:lnTo>
                  <a:lnTo>
                    <a:pt x="230330" y="3715"/>
                  </a:lnTo>
                  <a:lnTo>
                    <a:pt x="225399" y="1793"/>
                  </a:lnTo>
                  <a:lnTo>
                    <a:pt x="220410" y="28"/>
                  </a:lnTo>
                  <a:lnTo>
                    <a:pt x="167154" y="1584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88720" y="1322571"/>
              <a:ext cx="53256" cy="167167"/>
            </a:xfrm>
            <a:custGeom>
              <a:avLst/>
              <a:pathLst>
                <a:path w="53256" h="167167">
                  <a:moveTo>
                    <a:pt x="53256" y="8710"/>
                  </a:moveTo>
                  <a:lnTo>
                    <a:pt x="47514" y="6894"/>
                  </a:lnTo>
                  <a:lnTo>
                    <a:pt x="41710" y="5287"/>
                  </a:lnTo>
                  <a:lnTo>
                    <a:pt x="35853" y="3890"/>
                  </a:lnTo>
                  <a:lnTo>
                    <a:pt x="29949" y="2704"/>
                  </a:lnTo>
                  <a:lnTo>
                    <a:pt x="24006" y="1732"/>
                  </a:lnTo>
                  <a:lnTo>
                    <a:pt x="18031" y="975"/>
                  </a:lnTo>
                  <a:lnTo>
                    <a:pt x="12034" y="433"/>
                  </a:lnTo>
                  <a:lnTo>
                    <a:pt x="6021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53427" y="1681503"/>
              <a:ext cx="33097" cy="167167"/>
            </a:xfrm>
            <a:custGeom>
              <a:avLst/>
              <a:pathLst>
                <a:path w="33097" h="167167">
                  <a:moveTo>
                    <a:pt x="33097" y="0"/>
                  </a:moveTo>
                  <a:lnTo>
                    <a:pt x="26435" y="132"/>
                  </a:lnTo>
                  <a:lnTo>
                    <a:pt x="19784" y="530"/>
                  </a:lnTo>
                  <a:lnTo>
                    <a:pt x="13154" y="1193"/>
                  </a:lnTo>
                  <a:lnTo>
                    <a:pt x="6556" y="2120"/>
                  </a:lnTo>
                  <a:lnTo>
                    <a:pt x="0" y="3309"/>
                  </a:lnTo>
                  <a:lnTo>
                    <a:pt x="3309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53427" y="1684812"/>
              <a:ext cx="33097" cy="163858"/>
            </a:xfrm>
            <a:custGeom>
              <a:avLst/>
              <a:pathLst>
                <a:path w="33097" h="163858">
                  <a:moveTo>
                    <a:pt x="0" y="0"/>
                  </a:moveTo>
                  <a:lnTo>
                    <a:pt x="33097" y="1638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97409" y="1684812"/>
              <a:ext cx="89115" cy="163858"/>
            </a:xfrm>
            <a:custGeom>
              <a:avLst/>
              <a:pathLst>
                <a:path w="89115" h="163858">
                  <a:moveTo>
                    <a:pt x="56018" y="0"/>
                  </a:moveTo>
                  <a:lnTo>
                    <a:pt x="50094" y="1308"/>
                  </a:lnTo>
                  <a:lnTo>
                    <a:pt x="44221" y="2831"/>
                  </a:lnTo>
                  <a:lnTo>
                    <a:pt x="38408" y="4567"/>
                  </a:lnTo>
                  <a:lnTo>
                    <a:pt x="32661" y="6511"/>
                  </a:lnTo>
                  <a:lnTo>
                    <a:pt x="26989" y="8664"/>
                  </a:lnTo>
                  <a:lnTo>
                    <a:pt x="21398" y="11020"/>
                  </a:lnTo>
                  <a:lnTo>
                    <a:pt x="15897" y="13578"/>
                  </a:lnTo>
                  <a:lnTo>
                    <a:pt x="10492" y="16334"/>
                  </a:lnTo>
                  <a:lnTo>
                    <a:pt x="5190" y="19284"/>
                  </a:lnTo>
                  <a:lnTo>
                    <a:pt x="0" y="22425"/>
                  </a:lnTo>
                  <a:lnTo>
                    <a:pt x="89115" y="1638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19358" y="1681503"/>
              <a:ext cx="334326" cy="334321"/>
            </a:xfrm>
            <a:custGeom>
              <a:avLst/>
              <a:pathLst>
                <a:path w="334326" h="334321">
                  <a:moveTo>
                    <a:pt x="78050" y="25734"/>
                  </a:moveTo>
                  <a:lnTo>
                    <a:pt x="73625" y="28621"/>
                  </a:lnTo>
                  <a:lnTo>
                    <a:pt x="69294" y="31646"/>
                  </a:lnTo>
                  <a:lnTo>
                    <a:pt x="65060" y="34807"/>
                  </a:lnTo>
                  <a:lnTo>
                    <a:pt x="60928" y="38100"/>
                  </a:lnTo>
                  <a:lnTo>
                    <a:pt x="56902" y="41521"/>
                  </a:lnTo>
                  <a:lnTo>
                    <a:pt x="52987" y="45069"/>
                  </a:lnTo>
                  <a:lnTo>
                    <a:pt x="49185" y="48738"/>
                  </a:lnTo>
                  <a:lnTo>
                    <a:pt x="45501" y="52526"/>
                  </a:lnTo>
                  <a:lnTo>
                    <a:pt x="41939" y="56428"/>
                  </a:lnTo>
                  <a:lnTo>
                    <a:pt x="38502" y="60441"/>
                  </a:lnTo>
                  <a:lnTo>
                    <a:pt x="35194" y="64560"/>
                  </a:lnTo>
                  <a:lnTo>
                    <a:pt x="32017" y="68782"/>
                  </a:lnTo>
                  <a:lnTo>
                    <a:pt x="28975" y="73102"/>
                  </a:lnTo>
                  <a:lnTo>
                    <a:pt x="26072" y="77516"/>
                  </a:lnTo>
                  <a:lnTo>
                    <a:pt x="23309" y="82020"/>
                  </a:lnTo>
                  <a:lnTo>
                    <a:pt x="20690" y="86608"/>
                  </a:lnTo>
                  <a:lnTo>
                    <a:pt x="18217" y="91278"/>
                  </a:lnTo>
                  <a:lnTo>
                    <a:pt x="15894" y="96023"/>
                  </a:lnTo>
                  <a:lnTo>
                    <a:pt x="13721" y="100839"/>
                  </a:lnTo>
                  <a:lnTo>
                    <a:pt x="11701" y="105721"/>
                  </a:lnTo>
                  <a:lnTo>
                    <a:pt x="9837" y="110665"/>
                  </a:lnTo>
                  <a:lnTo>
                    <a:pt x="8130" y="115665"/>
                  </a:lnTo>
                  <a:lnTo>
                    <a:pt x="6582" y="120716"/>
                  </a:lnTo>
                  <a:lnTo>
                    <a:pt x="5194" y="125814"/>
                  </a:lnTo>
                  <a:lnTo>
                    <a:pt x="3968" y="130954"/>
                  </a:lnTo>
                  <a:lnTo>
                    <a:pt x="2905" y="136129"/>
                  </a:lnTo>
                  <a:lnTo>
                    <a:pt x="2007" y="141336"/>
                  </a:lnTo>
                  <a:lnTo>
                    <a:pt x="1273" y="146568"/>
                  </a:lnTo>
                  <a:lnTo>
                    <a:pt x="705" y="151821"/>
                  </a:lnTo>
                  <a:lnTo>
                    <a:pt x="303" y="157089"/>
                  </a:lnTo>
                  <a:lnTo>
                    <a:pt x="68" y="162367"/>
                  </a:lnTo>
                  <a:lnTo>
                    <a:pt x="0" y="167650"/>
                  </a:lnTo>
                  <a:lnTo>
                    <a:pt x="98" y="172933"/>
                  </a:lnTo>
                  <a:lnTo>
                    <a:pt x="364" y="178210"/>
                  </a:lnTo>
                  <a:lnTo>
                    <a:pt x="796" y="183476"/>
                  </a:lnTo>
                  <a:lnTo>
                    <a:pt x="1395" y="188725"/>
                  </a:lnTo>
                  <a:lnTo>
                    <a:pt x="2159" y="193953"/>
                  </a:lnTo>
                  <a:lnTo>
                    <a:pt x="3088" y="199154"/>
                  </a:lnTo>
                  <a:lnTo>
                    <a:pt x="4181" y="204324"/>
                  </a:lnTo>
                  <a:lnTo>
                    <a:pt x="5436" y="209456"/>
                  </a:lnTo>
                  <a:lnTo>
                    <a:pt x="6853" y="214546"/>
                  </a:lnTo>
                  <a:lnTo>
                    <a:pt x="8431" y="219588"/>
                  </a:lnTo>
                  <a:lnTo>
                    <a:pt x="10167" y="224578"/>
                  </a:lnTo>
                  <a:lnTo>
                    <a:pt x="12059" y="229511"/>
                  </a:lnTo>
                  <a:lnTo>
                    <a:pt x="14107" y="234382"/>
                  </a:lnTo>
                  <a:lnTo>
                    <a:pt x="16308" y="239185"/>
                  </a:lnTo>
                  <a:lnTo>
                    <a:pt x="18659" y="243917"/>
                  </a:lnTo>
                  <a:lnTo>
                    <a:pt x="21159" y="248571"/>
                  </a:lnTo>
                  <a:lnTo>
                    <a:pt x="23804" y="253145"/>
                  </a:lnTo>
                  <a:lnTo>
                    <a:pt x="26593" y="257633"/>
                  </a:lnTo>
                  <a:lnTo>
                    <a:pt x="29522" y="262030"/>
                  </a:lnTo>
                  <a:lnTo>
                    <a:pt x="32588" y="266332"/>
                  </a:lnTo>
                  <a:lnTo>
                    <a:pt x="35789" y="270536"/>
                  </a:lnTo>
                  <a:lnTo>
                    <a:pt x="39122" y="274636"/>
                  </a:lnTo>
                  <a:lnTo>
                    <a:pt x="42582" y="278629"/>
                  </a:lnTo>
                  <a:lnTo>
                    <a:pt x="46167" y="282510"/>
                  </a:lnTo>
                  <a:lnTo>
                    <a:pt x="49872" y="286276"/>
                  </a:lnTo>
                  <a:lnTo>
                    <a:pt x="53695" y="289924"/>
                  </a:lnTo>
                  <a:lnTo>
                    <a:pt x="57631" y="293448"/>
                  </a:lnTo>
                  <a:lnTo>
                    <a:pt x="61676" y="296847"/>
                  </a:lnTo>
                  <a:lnTo>
                    <a:pt x="65827" y="300116"/>
                  </a:lnTo>
                  <a:lnTo>
                    <a:pt x="70079" y="303252"/>
                  </a:lnTo>
                  <a:lnTo>
                    <a:pt x="74428" y="306252"/>
                  </a:lnTo>
                  <a:lnTo>
                    <a:pt x="78870" y="309113"/>
                  </a:lnTo>
                  <a:lnTo>
                    <a:pt x="83400" y="311833"/>
                  </a:lnTo>
                  <a:lnTo>
                    <a:pt x="88013" y="314408"/>
                  </a:lnTo>
                  <a:lnTo>
                    <a:pt x="92706" y="316835"/>
                  </a:lnTo>
                  <a:lnTo>
                    <a:pt x="97473" y="319114"/>
                  </a:lnTo>
                  <a:lnTo>
                    <a:pt x="102310" y="321240"/>
                  </a:lnTo>
                  <a:lnTo>
                    <a:pt x="107211" y="323213"/>
                  </a:lnTo>
                  <a:lnTo>
                    <a:pt x="112173" y="325030"/>
                  </a:lnTo>
                  <a:lnTo>
                    <a:pt x="117189" y="326689"/>
                  </a:lnTo>
                  <a:lnTo>
                    <a:pt x="122255" y="328188"/>
                  </a:lnTo>
                  <a:lnTo>
                    <a:pt x="127366" y="329527"/>
                  </a:lnTo>
                  <a:lnTo>
                    <a:pt x="132517" y="330704"/>
                  </a:lnTo>
                  <a:lnTo>
                    <a:pt x="137702" y="331717"/>
                  </a:lnTo>
                  <a:lnTo>
                    <a:pt x="142917" y="332566"/>
                  </a:lnTo>
                  <a:lnTo>
                    <a:pt x="148156" y="333250"/>
                  </a:lnTo>
                  <a:lnTo>
                    <a:pt x="153414" y="333768"/>
                  </a:lnTo>
                  <a:lnTo>
                    <a:pt x="158686" y="334119"/>
                  </a:lnTo>
                  <a:lnTo>
                    <a:pt x="163966" y="334304"/>
                  </a:lnTo>
                  <a:lnTo>
                    <a:pt x="169250" y="334321"/>
                  </a:lnTo>
                  <a:lnTo>
                    <a:pt x="174531" y="334172"/>
                  </a:lnTo>
                  <a:lnTo>
                    <a:pt x="179805" y="333856"/>
                  </a:lnTo>
                  <a:lnTo>
                    <a:pt x="185067" y="333373"/>
                  </a:lnTo>
                  <a:lnTo>
                    <a:pt x="190310" y="332725"/>
                  </a:lnTo>
                  <a:lnTo>
                    <a:pt x="195531" y="331910"/>
                  </a:lnTo>
                  <a:lnTo>
                    <a:pt x="200723" y="330932"/>
                  </a:lnTo>
                  <a:lnTo>
                    <a:pt x="205881" y="329790"/>
                  </a:lnTo>
                  <a:lnTo>
                    <a:pt x="211001" y="328485"/>
                  </a:lnTo>
                  <a:lnTo>
                    <a:pt x="216077" y="327019"/>
                  </a:lnTo>
                  <a:lnTo>
                    <a:pt x="221104" y="325393"/>
                  </a:lnTo>
                  <a:lnTo>
                    <a:pt x="226078" y="323610"/>
                  </a:lnTo>
                  <a:lnTo>
                    <a:pt x="230992" y="321670"/>
                  </a:lnTo>
                  <a:lnTo>
                    <a:pt x="235843" y="319576"/>
                  </a:lnTo>
                  <a:lnTo>
                    <a:pt x="240625" y="317329"/>
                  </a:lnTo>
                  <a:lnTo>
                    <a:pt x="245334" y="314933"/>
                  </a:lnTo>
                  <a:lnTo>
                    <a:pt x="249965" y="312389"/>
                  </a:lnTo>
                  <a:lnTo>
                    <a:pt x="254512" y="309700"/>
                  </a:lnTo>
                  <a:lnTo>
                    <a:pt x="258973" y="306868"/>
                  </a:lnTo>
                  <a:lnTo>
                    <a:pt x="263342" y="303897"/>
                  </a:lnTo>
                  <a:lnTo>
                    <a:pt x="267615" y="300789"/>
                  </a:lnTo>
                  <a:lnTo>
                    <a:pt x="271788" y="297548"/>
                  </a:lnTo>
                  <a:lnTo>
                    <a:pt x="275856" y="294177"/>
                  </a:lnTo>
                  <a:lnTo>
                    <a:pt x="279815" y="290679"/>
                  </a:lnTo>
                  <a:lnTo>
                    <a:pt x="283662" y="287057"/>
                  </a:lnTo>
                  <a:lnTo>
                    <a:pt x="287393" y="283316"/>
                  </a:lnTo>
                  <a:lnTo>
                    <a:pt x="291003" y="279458"/>
                  </a:lnTo>
                  <a:lnTo>
                    <a:pt x="294490" y="275489"/>
                  </a:lnTo>
                  <a:lnTo>
                    <a:pt x="297850" y="271411"/>
                  </a:lnTo>
                  <a:lnTo>
                    <a:pt x="301079" y="267229"/>
                  </a:lnTo>
                  <a:lnTo>
                    <a:pt x="304174" y="262947"/>
                  </a:lnTo>
                  <a:lnTo>
                    <a:pt x="307132" y="258569"/>
                  </a:lnTo>
                  <a:lnTo>
                    <a:pt x="309951" y="254101"/>
                  </a:lnTo>
                  <a:lnTo>
                    <a:pt x="312627" y="249545"/>
                  </a:lnTo>
                  <a:lnTo>
                    <a:pt x="315158" y="244907"/>
                  </a:lnTo>
                  <a:lnTo>
                    <a:pt x="317541" y="240191"/>
                  </a:lnTo>
                  <a:lnTo>
                    <a:pt x="319773" y="235403"/>
                  </a:lnTo>
                  <a:lnTo>
                    <a:pt x="321853" y="230546"/>
                  </a:lnTo>
                  <a:lnTo>
                    <a:pt x="323779" y="225626"/>
                  </a:lnTo>
                  <a:lnTo>
                    <a:pt x="325548" y="220647"/>
                  </a:lnTo>
                  <a:lnTo>
                    <a:pt x="327159" y="215615"/>
                  </a:lnTo>
                  <a:lnTo>
                    <a:pt x="328610" y="210535"/>
                  </a:lnTo>
                  <a:lnTo>
                    <a:pt x="329900" y="205411"/>
                  </a:lnTo>
                  <a:lnTo>
                    <a:pt x="331027" y="200249"/>
                  </a:lnTo>
                  <a:lnTo>
                    <a:pt x="331991" y="195055"/>
                  </a:lnTo>
                  <a:lnTo>
                    <a:pt x="332790" y="189832"/>
                  </a:lnTo>
                  <a:lnTo>
                    <a:pt x="333424" y="184586"/>
                  </a:lnTo>
                  <a:lnTo>
                    <a:pt x="333891" y="179324"/>
                  </a:lnTo>
                  <a:lnTo>
                    <a:pt x="334192" y="174049"/>
                  </a:lnTo>
                  <a:lnTo>
                    <a:pt x="334326" y="168767"/>
                  </a:lnTo>
                  <a:lnTo>
                    <a:pt x="334293" y="163484"/>
                  </a:lnTo>
                  <a:lnTo>
                    <a:pt x="334093" y="158204"/>
                  </a:lnTo>
                  <a:lnTo>
                    <a:pt x="333727" y="152933"/>
                  </a:lnTo>
                  <a:lnTo>
                    <a:pt x="333194" y="147677"/>
                  </a:lnTo>
                  <a:lnTo>
                    <a:pt x="332495" y="142439"/>
                  </a:lnTo>
                  <a:lnTo>
                    <a:pt x="331631" y="137227"/>
                  </a:lnTo>
                  <a:lnTo>
                    <a:pt x="330602" y="132045"/>
                  </a:lnTo>
                  <a:lnTo>
                    <a:pt x="329411" y="126897"/>
                  </a:lnTo>
                  <a:lnTo>
                    <a:pt x="328057" y="121790"/>
                  </a:lnTo>
                  <a:lnTo>
                    <a:pt x="326543" y="116728"/>
                  </a:lnTo>
                  <a:lnTo>
                    <a:pt x="324869" y="111717"/>
                  </a:lnTo>
                  <a:lnTo>
                    <a:pt x="323038" y="106761"/>
                  </a:lnTo>
                  <a:lnTo>
                    <a:pt x="321051" y="101865"/>
                  </a:lnTo>
                  <a:lnTo>
                    <a:pt x="318911" y="97035"/>
                  </a:lnTo>
                  <a:lnTo>
                    <a:pt x="316619" y="92274"/>
                  </a:lnTo>
                  <a:lnTo>
                    <a:pt x="314177" y="87589"/>
                  </a:lnTo>
                  <a:lnTo>
                    <a:pt x="311589" y="82982"/>
                  </a:lnTo>
                  <a:lnTo>
                    <a:pt x="308856" y="78460"/>
                  </a:lnTo>
                  <a:lnTo>
                    <a:pt x="305982" y="74027"/>
                  </a:lnTo>
                  <a:lnTo>
                    <a:pt x="302970" y="69687"/>
                  </a:lnTo>
                  <a:lnTo>
                    <a:pt x="299821" y="65444"/>
                  </a:lnTo>
                  <a:lnTo>
                    <a:pt x="296540" y="61302"/>
                  </a:lnTo>
                  <a:lnTo>
                    <a:pt x="293130" y="57267"/>
                  </a:lnTo>
                  <a:lnTo>
                    <a:pt x="289594" y="53341"/>
                  </a:lnTo>
                  <a:lnTo>
                    <a:pt x="285936" y="49529"/>
                  </a:lnTo>
                  <a:lnTo>
                    <a:pt x="282159" y="45834"/>
                  </a:lnTo>
                  <a:lnTo>
                    <a:pt x="278267" y="42261"/>
                  </a:lnTo>
                  <a:lnTo>
                    <a:pt x="274264" y="38812"/>
                  </a:lnTo>
                  <a:lnTo>
                    <a:pt x="270155" y="35492"/>
                  </a:lnTo>
                  <a:lnTo>
                    <a:pt x="265942" y="32303"/>
                  </a:lnTo>
                  <a:lnTo>
                    <a:pt x="261631" y="29249"/>
                  </a:lnTo>
                  <a:lnTo>
                    <a:pt x="257225" y="26332"/>
                  </a:lnTo>
                  <a:lnTo>
                    <a:pt x="252729" y="23557"/>
                  </a:lnTo>
                  <a:lnTo>
                    <a:pt x="248148" y="20924"/>
                  </a:lnTo>
                  <a:lnTo>
                    <a:pt x="243486" y="18438"/>
                  </a:lnTo>
                  <a:lnTo>
                    <a:pt x="238748" y="16101"/>
                  </a:lnTo>
                  <a:lnTo>
                    <a:pt x="233938" y="13914"/>
                  </a:lnTo>
                  <a:lnTo>
                    <a:pt x="229062" y="11880"/>
                  </a:lnTo>
                  <a:lnTo>
                    <a:pt x="224123" y="10002"/>
                  </a:lnTo>
                  <a:lnTo>
                    <a:pt x="219128" y="8280"/>
                  </a:lnTo>
                  <a:lnTo>
                    <a:pt x="214081" y="6718"/>
                  </a:lnTo>
                  <a:lnTo>
                    <a:pt x="208987" y="5315"/>
                  </a:lnTo>
                  <a:lnTo>
                    <a:pt x="203851" y="4074"/>
                  </a:lnTo>
                  <a:lnTo>
                    <a:pt x="198679" y="2997"/>
                  </a:lnTo>
                  <a:lnTo>
                    <a:pt x="193475" y="2083"/>
                  </a:lnTo>
                  <a:lnTo>
                    <a:pt x="188245" y="1334"/>
                  </a:lnTo>
                  <a:lnTo>
                    <a:pt x="182994" y="750"/>
                  </a:lnTo>
                  <a:lnTo>
                    <a:pt x="177727" y="333"/>
                  </a:lnTo>
                  <a:lnTo>
                    <a:pt x="172449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9983" y="2126963"/>
              <a:ext cx="21304" cy="167167"/>
            </a:xfrm>
            <a:custGeom>
              <a:avLst/>
              <a:pathLst>
                <a:path w="21304" h="167167">
                  <a:moveTo>
                    <a:pt x="21304" y="0"/>
                  </a:moveTo>
                  <a:lnTo>
                    <a:pt x="14185" y="151"/>
                  </a:lnTo>
                  <a:lnTo>
                    <a:pt x="7080" y="606"/>
                  </a:lnTo>
                  <a:lnTo>
                    <a:pt x="0" y="1363"/>
                  </a:lnTo>
                  <a:lnTo>
                    <a:pt x="2130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9983" y="2128326"/>
              <a:ext cx="21304" cy="165804"/>
            </a:xfrm>
            <a:custGeom>
              <a:avLst/>
              <a:pathLst>
                <a:path w="21304" h="165804">
                  <a:moveTo>
                    <a:pt x="0" y="0"/>
                  </a:moveTo>
                  <a:lnTo>
                    <a:pt x="21304" y="1658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614132" y="2128326"/>
              <a:ext cx="334322" cy="332965"/>
            </a:xfrm>
            <a:custGeom>
              <a:avLst/>
              <a:pathLst>
                <a:path w="334322" h="332965">
                  <a:moveTo>
                    <a:pt x="145850" y="0"/>
                  </a:moveTo>
                  <a:lnTo>
                    <a:pt x="140617" y="756"/>
                  </a:lnTo>
                  <a:lnTo>
                    <a:pt x="135410" y="1678"/>
                  </a:lnTo>
                  <a:lnTo>
                    <a:pt x="130235" y="2764"/>
                  </a:lnTo>
                  <a:lnTo>
                    <a:pt x="125097" y="4014"/>
                  </a:lnTo>
                  <a:lnTo>
                    <a:pt x="120001" y="5425"/>
                  </a:lnTo>
                  <a:lnTo>
                    <a:pt x="114952" y="6996"/>
                  </a:lnTo>
                  <a:lnTo>
                    <a:pt x="109956" y="8727"/>
                  </a:lnTo>
                  <a:lnTo>
                    <a:pt x="105016" y="10614"/>
                  </a:lnTo>
                  <a:lnTo>
                    <a:pt x="100139" y="12657"/>
                  </a:lnTo>
                  <a:lnTo>
                    <a:pt x="95329" y="14853"/>
                  </a:lnTo>
                  <a:lnTo>
                    <a:pt x="90591" y="17201"/>
                  </a:lnTo>
                  <a:lnTo>
                    <a:pt x="85929" y="19696"/>
                  </a:lnTo>
                  <a:lnTo>
                    <a:pt x="81349" y="22339"/>
                  </a:lnTo>
                  <a:lnTo>
                    <a:pt x="76854" y="25124"/>
                  </a:lnTo>
                  <a:lnTo>
                    <a:pt x="72450" y="28050"/>
                  </a:lnTo>
                  <a:lnTo>
                    <a:pt x="68141" y="31115"/>
                  </a:lnTo>
                  <a:lnTo>
                    <a:pt x="63930" y="34314"/>
                  </a:lnTo>
                  <a:lnTo>
                    <a:pt x="59823" y="37644"/>
                  </a:lnTo>
                  <a:lnTo>
                    <a:pt x="55824" y="41103"/>
                  </a:lnTo>
                  <a:lnTo>
                    <a:pt x="51935" y="44686"/>
                  </a:lnTo>
                  <a:lnTo>
                    <a:pt x="48162" y="48391"/>
                  </a:lnTo>
                  <a:lnTo>
                    <a:pt x="44508" y="52213"/>
                  </a:lnTo>
                  <a:lnTo>
                    <a:pt x="40977" y="56149"/>
                  </a:lnTo>
                  <a:lnTo>
                    <a:pt x="37572" y="60194"/>
                  </a:lnTo>
                  <a:lnTo>
                    <a:pt x="34297" y="64346"/>
                  </a:lnTo>
                  <a:lnTo>
                    <a:pt x="31154" y="68598"/>
                  </a:lnTo>
                  <a:lnTo>
                    <a:pt x="28148" y="72948"/>
                  </a:lnTo>
                  <a:lnTo>
                    <a:pt x="25281" y="77391"/>
                  </a:lnTo>
                  <a:lnTo>
                    <a:pt x="22556" y="81923"/>
                  </a:lnTo>
                  <a:lnTo>
                    <a:pt x="19975" y="86538"/>
                  </a:lnTo>
                  <a:lnTo>
                    <a:pt x="17542" y="91232"/>
                  </a:lnTo>
                  <a:lnTo>
                    <a:pt x="15258" y="96002"/>
                  </a:lnTo>
                  <a:lnTo>
                    <a:pt x="13126" y="100841"/>
                  </a:lnTo>
                  <a:lnTo>
                    <a:pt x="11149" y="105745"/>
                  </a:lnTo>
                  <a:lnTo>
                    <a:pt x="9327" y="110709"/>
                  </a:lnTo>
                  <a:lnTo>
                    <a:pt x="7664" y="115728"/>
                  </a:lnTo>
                  <a:lnTo>
                    <a:pt x="6160" y="120797"/>
                  </a:lnTo>
                  <a:lnTo>
                    <a:pt x="4817" y="125912"/>
                  </a:lnTo>
                  <a:lnTo>
                    <a:pt x="3636" y="131066"/>
                  </a:lnTo>
                  <a:lnTo>
                    <a:pt x="2620" y="136255"/>
                  </a:lnTo>
                  <a:lnTo>
                    <a:pt x="1767" y="141474"/>
                  </a:lnTo>
                  <a:lnTo>
                    <a:pt x="1081" y="146717"/>
                  </a:lnTo>
                  <a:lnTo>
                    <a:pt x="560" y="151979"/>
                  </a:lnTo>
                  <a:lnTo>
                    <a:pt x="206" y="157255"/>
                  </a:lnTo>
                  <a:lnTo>
                    <a:pt x="19" y="162539"/>
                  </a:lnTo>
                  <a:lnTo>
                    <a:pt x="0" y="167827"/>
                  </a:lnTo>
                  <a:lnTo>
                    <a:pt x="147" y="173112"/>
                  </a:lnTo>
                  <a:lnTo>
                    <a:pt x="462" y="178391"/>
                  </a:lnTo>
                  <a:lnTo>
                    <a:pt x="943" y="183656"/>
                  </a:lnTo>
                  <a:lnTo>
                    <a:pt x="1591" y="188904"/>
                  </a:lnTo>
                  <a:lnTo>
                    <a:pt x="2405" y="194129"/>
                  </a:lnTo>
                  <a:lnTo>
                    <a:pt x="3383" y="199326"/>
                  </a:lnTo>
                  <a:lnTo>
                    <a:pt x="4525" y="204489"/>
                  </a:lnTo>
                  <a:lnTo>
                    <a:pt x="5830" y="209613"/>
                  </a:lnTo>
                  <a:lnTo>
                    <a:pt x="7296" y="214693"/>
                  </a:lnTo>
                  <a:lnTo>
                    <a:pt x="8922" y="219725"/>
                  </a:lnTo>
                  <a:lnTo>
                    <a:pt x="10707" y="224702"/>
                  </a:lnTo>
                  <a:lnTo>
                    <a:pt x="12648" y="229621"/>
                  </a:lnTo>
                  <a:lnTo>
                    <a:pt x="14744" y="234475"/>
                  </a:lnTo>
                  <a:lnTo>
                    <a:pt x="16992" y="239261"/>
                  </a:lnTo>
                  <a:lnTo>
                    <a:pt x="19390" y="243974"/>
                  </a:lnTo>
                  <a:lnTo>
                    <a:pt x="21936" y="248608"/>
                  </a:lnTo>
                  <a:lnTo>
                    <a:pt x="24628" y="253160"/>
                  </a:lnTo>
                  <a:lnTo>
                    <a:pt x="27462" y="257624"/>
                  </a:lnTo>
                  <a:lnTo>
                    <a:pt x="30436" y="261996"/>
                  </a:lnTo>
                  <a:lnTo>
                    <a:pt x="33547" y="266272"/>
                  </a:lnTo>
                  <a:lnTo>
                    <a:pt x="36791" y="270447"/>
                  </a:lnTo>
                  <a:lnTo>
                    <a:pt x="40166" y="274518"/>
                  </a:lnTo>
                  <a:lnTo>
                    <a:pt x="43668" y="278480"/>
                  </a:lnTo>
                  <a:lnTo>
                    <a:pt x="47293" y="282329"/>
                  </a:lnTo>
                  <a:lnTo>
                    <a:pt x="51039" y="286062"/>
                  </a:lnTo>
                  <a:lnTo>
                    <a:pt x="54900" y="289674"/>
                  </a:lnTo>
                  <a:lnTo>
                    <a:pt x="58874" y="293162"/>
                  </a:lnTo>
                  <a:lnTo>
                    <a:pt x="62956" y="296523"/>
                  </a:lnTo>
                  <a:lnTo>
                    <a:pt x="67143" y="299754"/>
                  </a:lnTo>
                  <a:lnTo>
                    <a:pt x="71429" y="302850"/>
                  </a:lnTo>
                  <a:lnTo>
                    <a:pt x="75811" y="305809"/>
                  </a:lnTo>
                  <a:lnTo>
                    <a:pt x="80285" y="308628"/>
                  </a:lnTo>
                  <a:lnTo>
                    <a:pt x="84846" y="311304"/>
                  </a:lnTo>
                  <a:lnTo>
                    <a:pt x="89489" y="313834"/>
                  </a:lnTo>
                  <a:lnTo>
                    <a:pt x="94209" y="316216"/>
                  </a:lnTo>
                  <a:lnTo>
                    <a:pt x="99003" y="318448"/>
                  </a:lnTo>
                  <a:lnTo>
                    <a:pt x="103865" y="320527"/>
                  </a:lnTo>
                  <a:lnTo>
                    <a:pt x="108790" y="322452"/>
                  </a:lnTo>
                  <a:lnTo>
                    <a:pt x="113774" y="324219"/>
                  </a:lnTo>
                  <a:lnTo>
                    <a:pt x="118811" y="325828"/>
                  </a:lnTo>
                  <a:lnTo>
                    <a:pt x="123896" y="327277"/>
                  </a:lnTo>
                  <a:lnTo>
                    <a:pt x="129024" y="328564"/>
                  </a:lnTo>
                  <a:lnTo>
                    <a:pt x="134191" y="329689"/>
                  </a:lnTo>
                  <a:lnTo>
                    <a:pt x="139391" y="330650"/>
                  </a:lnTo>
                  <a:lnTo>
                    <a:pt x="144619" y="331445"/>
                  </a:lnTo>
                  <a:lnTo>
                    <a:pt x="149869" y="332075"/>
                  </a:lnTo>
                  <a:lnTo>
                    <a:pt x="155136" y="332539"/>
                  </a:lnTo>
                  <a:lnTo>
                    <a:pt x="160415" y="332835"/>
                  </a:lnTo>
                  <a:lnTo>
                    <a:pt x="165702" y="332965"/>
                  </a:lnTo>
                  <a:lnTo>
                    <a:pt x="170989" y="332927"/>
                  </a:lnTo>
                  <a:lnTo>
                    <a:pt x="176273" y="332722"/>
                  </a:lnTo>
                  <a:lnTo>
                    <a:pt x="181548" y="332350"/>
                  </a:lnTo>
                  <a:lnTo>
                    <a:pt x="186808" y="331812"/>
                  </a:lnTo>
                  <a:lnTo>
                    <a:pt x="192048" y="331107"/>
                  </a:lnTo>
                  <a:lnTo>
                    <a:pt x="197264" y="330237"/>
                  </a:lnTo>
                  <a:lnTo>
                    <a:pt x="202450" y="329203"/>
                  </a:lnTo>
                  <a:lnTo>
                    <a:pt x="207600" y="328005"/>
                  </a:lnTo>
                  <a:lnTo>
                    <a:pt x="212710" y="326644"/>
                  </a:lnTo>
                  <a:lnTo>
                    <a:pt x="217774" y="325123"/>
                  </a:lnTo>
                  <a:lnTo>
                    <a:pt x="222787" y="323442"/>
                  </a:lnTo>
                  <a:lnTo>
                    <a:pt x="227745" y="321604"/>
                  </a:lnTo>
                  <a:lnTo>
                    <a:pt x="232642" y="319610"/>
                  </a:lnTo>
                  <a:lnTo>
                    <a:pt x="237474" y="317462"/>
                  </a:lnTo>
                  <a:lnTo>
                    <a:pt x="242236" y="315162"/>
                  </a:lnTo>
                  <a:lnTo>
                    <a:pt x="246922" y="312712"/>
                  </a:lnTo>
                  <a:lnTo>
                    <a:pt x="251528" y="310116"/>
                  </a:lnTo>
                  <a:lnTo>
                    <a:pt x="256050" y="307375"/>
                  </a:lnTo>
                  <a:lnTo>
                    <a:pt x="260483" y="304493"/>
                  </a:lnTo>
                  <a:lnTo>
                    <a:pt x="264823" y="301472"/>
                  </a:lnTo>
                  <a:lnTo>
                    <a:pt x="269065" y="298315"/>
                  </a:lnTo>
                  <a:lnTo>
                    <a:pt x="273205" y="295026"/>
                  </a:lnTo>
                  <a:lnTo>
                    <a:pt x="277239" y="291607"/>
                  </a:lnTo>
                  <a:lnTo>
                    <a:pt x="281163" y="288062"/>
                  </a:lnTo>
                  <a:lnTo>
                    <a:pt x="284972" y="284395"/>
                  </a:lnTo>
                  <a:lnTo>
                    <a:pt x="288664" y="280610"/>
                  </a:lnTo>
                  <a:lnTo>
                    <a:pt x="292234" y="276709"/>
                  </a:lnTo>
                  <a:lnTo>
                    <a:pt x="295679" y="272698"/>
                  </a:lnTo>
                  <a:lnTo>
                    <a:pt x="298996" y="268579"/>
                  </a:lnTo>
                  <a:lnTo>
                    <a:pt x="302181" y="264358"/>
                  </a:lnTo>
                  <a:lnTo>
                    <a:pt x="305230" y="260038"/>
                  </a:lnTo>
                  <a:lnTo>
                    <a:pt x="308141" y="255624"/>
                  </a:lnTo>
                  <a:lnTo>
                    <a:pt x="310912" y="251120"/>
                  </a:lnTo>
                  <a:lnTo>
                    <a:pt x="313538" y="246531"/>
                  </a:lnTo>
                  <a:lnTo>
                    <a:pt x="316018" y="241861"/>
                  </a:lnTo>
                  <a:lnTo>
                    <a:pt x="318349" y="237115"/>
                  </a:lnTo>
                  <a:lnTo>
                    <a:pt x="320529" y="232297"/>
                  </a:lnTo>
                  <a:lnTo>
                    <a:pt x="322555" y="227413"/>
                  </a:lnTo>
                  <a:lnTo>
                    <a:pt x="324426" y="222467"/>
                  </a:lnTo>
                  <a:lnTo>
                    <a:pt x="326139" y="217465"/>
                  </a:lnTo>
                  <a:lnTo>
                    <a:pt x="327694" y="212411"/>
                  </a:lnTo>
                  <a:lnTo>
                    <a:pt x="329087" y="207310"/>
                  </a:lnTo>
                  <a:lnTo>
                    <a:pt x="330319" y="202168"/>
                  </a:lnTo>
                  <a:lnTo>
                    <a:pt x="331388" y="196989"/>
                  </a:lnTo>
                  <a:lnTo>
                    <a:pt x="332292" y="191779"/>
                  </a:lnTo>
                  <a:lnTo>
                    <a:pt x="333031" y="186543"/>
                  </a:lnTo>
                  <a:lnTo>
                    <a:pt x="333604" y="181287"/>
                  </a:lnTo>
                  <a:lnTo>
                    <a:pt x="334010" y="176015"/>
                  </a:lnTo>
                  <a:lnTo>
                    <a:pt x="334249" y="170732"/>
                  </a:lnTo>
                  <a:lnTo>
                    <a:pt x="334322" y="165445"/>
                  </a:lnTo>
                  <a:lnTo>
                    <a:pt x="334227" y="160158"/>
                  </a:lnTo>
                  <a:lnTo>
                    <a:pt x="333965" y="154877"/>
                  </a:lnTo>
                  <a:lnTo>
                    <a:pt x="333536" y="149607"/>
                  </a:lnTo>
                  <a:lnTo>
                    <a:pt x="332940" y="144353"/>
                  </a:lnTo>
                  <a:lnTo>
                    <a:pt x="332179" y="139120"/>
                  </a:lnTo>
                  <a:lnTo>
                    <a:pt x="331252" y="133914"/>
                  </a:lnTo>
                  <a:lnTo>
                    <a:pt x="330162" y="128740"/>
                  </a:lnTo>
                  <a:lnTo>
                    <a:pt x="328908" y="123603"/>
                  </a:lnTo>
                  <a:lnTo>
                    <a:pt x="327492" y="118508"/>
                  </a:lnTo>
                  <a:lnTo>
                    <a:pt x="325916" y="113461"/>
                  </a:lnTo>
                  <a:lnTo>
                    <a:pt x="324181" y="108466"/>
                  </a:lnTo>
                  <a:lnTo>
                    <a:pt x="322289" y="103528"/>
                  </a:lnTo>
                  <a:lnTo>
                    <a:pt x="320242" y="98653"/>
                  </a:lnTo>
                  <a:lnTo>
                    <a:pt x="318042" y="93845"/>
                  </a:lnTo>
                  <a:lnTo>
                    <a:pt x="315690" y="89108"/>
                  </a:lnTo>
                  <a:lnTo>
                    <a:pt x="313190" y="84449"/>
                  </a:lnTo>
                  <a:lnTo>
                    <a:pt x="310544" y="79871"/>
                  </a:lnTo>
                  <a:lnTo>
                    <a:pt x="307755" y="75379"/>
                  </a:lnTo>
                  <a:lnTo>
                    <a:pt x="304824" y="70977"/>
                  </a:lnTo>
                  <a:lnTo>
                    <a:pt x="301756" y="66671"/>
                  </a:lnTo>
                  <a:lnTo>
                    <a:pt x="298554" y="62463"/>
                  </a:lnTo>
                  <a:lnTo>
                    <a:pt x="295219" y="58359"/>
                  </a:lnTo>
                  <a:lnTo>
                    <a:pt x="291757" y="54362"/>
                  </a:lnTo>
                  <a:lnTo>
                    <a:pt x="288170" y="50477"/>
                  </a:lnTo>
                  <a:lnTo>
                    <a:pt x="284462" y="46708"/>
                  </a:lnTo>
                  <a:lnTo>
                    <a:pt x="280637" y="43057"/>
                  </a:lnTo>
                  <a:lnTo>
                    <a:pt x="276698" y="39529"/>
                  </a:lnTo>
                  <a:lnTo>
                    <a:pt x="272649" y="36128"/>
                  </a:lnTo>
                  <a:lnTo>
                    <a:pt x="268495" y="32856"/>
                  </a:lnTo>
                  <a:lnTo>
                    <a:pt x="264240" y="29718"/>
                  </a:lnTo>
                  <a:lnTo>
                    <a:pt x="259887" y="26715"/>
                  </a:lnTo>
                  <a:lnTo>
                    <a:pt x="255442" y="23852"/>
                  </a:lnTo>
                  <a:lnTo>
                    <a:pt x="250908" y="21131"/>
                  </a:lnTo>
                  <a:lnTo>
                    <a:pt x="246291" y="18554"/>
                  </a:lnTo>
                  <a:lnTo>
                    <a:pt x="241594" y="16125"/>
                  </a:lnTo>
                  <a:lnTo>
                    <a:pt x="236823" y="13845"/>
                  </a:lnTo>
                  <a:lnTo>
                    <a:pt x="231982" y="11718"/>
                  </a:lnTo>
                  <a:lnTo>
                    <a:pt x="227076" y="9745"/>
                  </a:lnTo>
                  <a:lnTo>
                    <a:pt x="222110" y="7928"/>
                  </a:lnTo>
                  <a:lnTo>
                    <a:pt x="217090" y="6269"/>
                  </a:lnTo>
                  <a:lnTo>
                    <a:pt x="212019" y="4769"/>
                  </a:lnTo>
                  <a:lnTo>
                    <a:pt x="206903" y="3431"/>
                  </a:lnTo>
                  <a:lnTo>
                    <a:pt x="201748" y="2255"/>
                  </a:lnTo>
                  <a:lnTo>
                    <a:pt x="196558" y="1243"/>
                  </a:lnTo>
                  <a:lnTo>
                    <a:pt x="191339" y="395"/>
                  </a:lnTo>
                  <a:lnTo>
                    <a:pt x="167155" y="1658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81287" y="2126963"/>
              <a:ext cx="24183" cy="167167"/>
            </a:xfrm>
            <a:custGeom>
              <a:avLst/>
              <a:pathLst>
                <a:path w="24183" h="167167">
                  <a:moveTo>
                    <a:pt x="24183" y="1758"/>
                  </a:moveTo>
                  <a:lnTo>
                    <a:pt x="16154" y="782"/>
                  </a:lnTo>
                  <a:lnTo>
                    <a:pt x="8086" y="1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422" y="2633064"/>
              <a:ext cx="3325" cy="167167"/>
            </a:xfrm>
            <a:custGeom>
              <a:avLst/>
              <a:pathLst>
                <a:path w="3325" h="167167">
                  <a:moveTo>
                    <a:pt x="3325" y="0"/>
                  </a:moveTo>
                  <a:lnTo>
                    <a:pt x="0" y="33"/>
                  </a:lnTo>
                  <a:lnTo>
                    <a:pt x="332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422" y="2633097"/>
              <a:ext cx="3325" cy="167134"/>
            </a:xfrm>
            <a:custGeom>
              <a:avLst/>
              <a:pathLst>
                <a:path w="3325" h="167134">
                  <a:moveTo>
                    <a:pt x="0" y="0"/>
                  </a:moveTo>
                  <a:lnTo>
                    <a:pt x="3325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423582" y="2633097"/>
              <a:ext cx="334330" cy="334291"/>
            </a:xfrm>
            <a:custGeom>
              <a:avLst/>
              <a:pathLst>
                <a:path w="334330" h="334291">
                  <a:moveTo>
                    <a:pt x="163840" y="0"/>
                  </a:moveTo>
                  <a:lnTo>
                    <a:pt x="158537" y="189"/>
                  </a:lnTo>
                  <a:lnTo>
                    <a:pt x="153243" y="547"/>
                  </a:lnTo>
                  <a:lnTo>
                    <a:pt x="147963" y="1073"/>
                  </a:lnTo>
                  <a:lnTo>
                    <a:pt x="142703" y="1766"/>
                  </a:lnTo>
                  <a:lnTo>
                    <a:pt x="137467" y="2626"/>
                  </a:lnTo>
                  <a:lnTo>
                    <a:pt x="132261" y="3651"/>
                  </a:lnTo>
                  <a:lnTo>
                    <a:pt x="127090" y="4841"/>
                  </a:lnTo>
                  <a:lnTo>
                    <a:pt x="121959" y="6195"/>
                  </a:lnTo>
                  <a:lnTo>
                    <a:pt x="116874" y="7711"/>
                  </a:lnTo>
                  <a:lnTo>
                    <a:pt x="111840" y="9387"/>
                  </a:lnTo>
                  <a:lnTo>
                    <a:pt x="106861" y="11222"/>
                  </a:lnTo>
                  <a:lnTo>
                    <a:pt x="101944" y="13215"/>
                  </a:lnTo>
                  <a:lnTo>
                    <a:pt x="97092" y="15362"/>
                  </a:lnTo>
                  <a:lnTo>
                    <a:pt x="92310" y="17663"/>
                  </a:lnTo>
                  <a:lnTo>
                    <a:pt x="87604" y="20114"/>
                  </a:lnTo>
                  <a:lnTo>
                    <a:pt x="82978" y="22713"/>
                  </a:lnTo>
                  <a:lnTo>
                    <a:pt x="78437" y="25457"/>
                  </a:lnTo>
                  <a:lnTo>
                    <a:pt x="73985" y="28345"/>
                  </a:lnTo>
                  <a:lnTo>
                    <a:pt x="69628" y="31372"/>
                  </a:lnTo>
                  <a:lnTo>
                    <a:pt x="65368" y="34536"/>
                  </a:lnTo>
                  <a:lnTo>
                    <a:pt x="61211" y="37833"/>
                  </a:lnTo>
                  <a:lnTo>
                    <a:pt x="57161" y="41261"/>
                  </a:lnTo>
                  <a:lnTo>
                    <a:pt x="53221" y="44816"/>
                  </a:lnTo>
                  <a:lnTo>
                    <a:pt x="49397" y="48494"/>
                  </a:lnTo>
                  <a:lnTo>
                    <a:pt x="45691" y="52291"/>
                  </a:lnTo>
                  <a:lnTo>
                    <a:pt x="42107" y="56204"/>
                  </a:lnTo>
                  <a:lnTo>
                    <a:pt x="38650" y="60229"/>
                  </a:lnTo>
                  <a:lnTo>
                    <a:pt x="35322" y="64361"/>
                  </a:lnTo>
                  <a:lnTo>
                    <a:pt x="32126" y="68598"/>
                  </a:lnTo>
                  <a:lnTo>
                    <a:pt x="29067" y="72933"/>
                  </a:lnTo>
                  <a:lnTo>
                    <a:pt x="26147" y="77363"/>
                  </a:lnTo>
                  <a:lnTo>
                    <a:pt x="23369" y="81884"/>
                  </a:lnTo>
                  <a:lnTo>
                    <a:pt x="20736" y="86490"/>
                  </a:lnTo>
                  <a:lnTo>
                    <a:pt x="18250" y="91178"/>
                  </a:lnTo>
                  <a:lnTo>
                    <a:pt x="15915" y="95943"/>
                  </a:lnTo>
                  <a:lnTo>
                    <a:pt x="13731" y="100779"/>
                  </a:lnTo>
                  <a:lnTo>
                    <a:pt x="11703" y="105682"/>
                  </a:lnTo>
                  <a:lnTo>
                    <a:pt x="9831" y="110647"/>
                  </a:lnTo>
                  <a:lnTo>
                    <a:pt x="8117" y="115668"/>
                  </a:lnTo>
                  <a:lnTo>
                    <a:pt x="6564" y="120742"/>
                  </a:lnTo>
                  <a:lnTo>
                    <a:pt x="5173" y="125862"/>
                  </a:lnTo>
                  <a:lnTo>
                    <a:pt x="3944" y="131024"/>
                  </a:lnTo>
                  <a:lnTo>
                    <a:pt x="2881" y="136223"/>
                  </a:lnTo>
                  <a:lnTo>
                    <a:pt x="1982" y="141452"/>
                  </a:lnTo>
                  <a:lnTo>
                    <a:pt x="1250" y="146708"/>
                  </a:lnTo>
                  <a:lnTo>
                    <a:pt x="686" y="151983"/>
                  </a:lnTo>
                  <a:lnTo>
                    <a:pt x="289" y="157275"/>
                  </a:lnTo>
                  <a:lnTo>
                    <a:pt x="60" y="162576"/>
                  </a:lnTo>
                  <a:lnTo>
                    <a:pt x="0" y="167881"/>
                  </a:lnTo>
                  <a:lnTo>
                    <a:pt x="107" y="173186"/>
                  </a:lnTo>
                  <a:lnTo>
                    <a:pt x="384" y="178485"/>
                  </a:lnTo>
                  <a:lnTo>
                    <a:pt x="828" y="183773"/>
                  </a:lnTo>
                  <a:lnTo>
                    <a:pt x="1440" y="189043"/>
                  </a:lnTo>
                  <a:lnTo>
                    <a:pt x="2219" y="194292"/>
                  </a:lnTo>
                  <a:lnTo>
                    <a:pt x="3164" y="199513"/>
                  </a:lnTo>
                  <a:lnTo>
                    <a:pt x="4274" y="204702"/>
                  </a:lnTo>
                  <a:lnTo>
                    <a:pt x="5548" y="209853"/>
                  </a:lnTo>
                  <a:lnTo>
                    <a:pt x="6985" y="214960"/>
                  </a:lnTo>
                  <a:lnTo>
                    <a:pt x="8584" y="220020"/>
                  </a:lnTo>
                  <a:lnTo>
                    <a:pt x="10342" y="225026"/>
                  </a:lnTo>
                  <a:lnTo>
                    <a:pt x="12259" y="229974"/>
                  </a:lnTo>
                  <a:lnTo>
                    <a:pt x="14331" y="234859"/>
                  </a:lnTo>
                  <a:lnTo>
                    <a:pt x="16557" y="239675"/>
                  </a:lnTo>
                  <a:lnTo>
                    <a:pt x="18935" y="244418"/>
                  </a:lnTo>
                  <a:lnTo>
                    <a:pt x="21463" y="249084"/>
                  </a:lnTo>
                  <a:lnTo>
                    <a:pt x="24137" y="253667"/>
                  </a:lnTo>
                  <a:lnTo>
                    <a:pt x="26956" y="258162"/>
                  </a:lnTo>
                  <a:lnTo>
                    <a:pt x="29915" y="262566"/>
                  </a:lnTo>
                  <a:lnTo>
                    <a:pt x="33013" y="266874"/>
                  </a:lnTo>
                  <a:lnTo>
                    <a:pt x="36246" y="271081"/>
                  </a:lnTo>
                  <a:lnTo>
                    <a:pt x="39611" y="275184"/>
                  </a:lnTo>
                  <a:lnTo>
                    <a:pt x="43104" y="279178"/>
                  </a:lnTo>
                  <a:lnTo>
                    <a:pt x="46723" y="283059"/>
                  </a:lnTo>
                  <a:lnTo>
                    <a:pt x="50463" y="286823"/>
                  </a:lnTo>
                  <a:lnTo>
                    <a:pt x="54320" y="290466"/>
                  </a:lnTo>
                  <a:lnTo>
                    <a:pt x="58291" y="293986"/>
                  </a:lnTo>
                  <a:lnTo>
                    <a:pt x="62372" y="297377"/>
                  </a:lnTo>
                  <a:lnTo>
                    <a:pt x="66558" y="300637"/>
                  </a:lnTo>
                  <a:lnTo>
                    <a:pt x="70846" y="303763"/>
                  </a:lnTo>
                  <a:lnTo>
                    <a:pt x="75230" y="306751"/>
                  </a:lnTo>
                  <a:lnTo>
                    <a:pt x="79708" y="309598"/>
                  </a:lnTo>
                  <a:lnTo>
                    <a:pt x="84273" y="312302"/>
                  </a:lnTo>
                  <a:lnTo>
                    <a:pt x="88922" y="314860"/>
                  </a:lnTo>
                  <a:lnTo>
                    <a:pt x="93650" y="317269"/>
                  </a:lnTo>
                  <a:lnTo>
                    <a:pt x="98452" y="319526"/>
                  </a:lnTo>
                  <a:lnTo>
                    <a:pt x="103323" y="321630"/>
                  </a:lnTo>
                  <a:lnTo>
                    <a:pt x="108258" y="323579"/>
                  </a:lnTo>
                  <a:lnTo>
                    <a:pt x="113253" y="325369"/>
                  </a:lnTo>
                  <a:lnTo>
                    <a:pt x="118302" y="327001"/>
                  </a:lnTo>
                  <a:lnTo>
                    <a:pt x="123400" y="328471"/>
                  </a:lnTo>
                  <a:lnTo>
                    <a:pt x="128543" y="329778"/>
                  </a:lnTo>
                  <a:lnTo>
                    <a:pt x="133724" y="330922"/>
                  </a:lnTo>
                  <a:lnTo>
                    <a:pt x="138939" y="331901"/>
                  </a:lnTo>
                  <a:lnTo>
                    <a:pt x="144183" y="332714"/>
                  </a:lnTo>
                  <a:lnTo>
                    <a:pt x="149449" y="333360"/>
                  </a:lnTo>
                  <a:lnTo>
                    <a:pt x="154734" y="333838"/>
                  </a:lnTo>
                  <a:lnTo>
                    <a:pt x="160031" y="334149"/>
                  </a:lnTo>
                  <a:lnTo>
                    <a:pt x="165335" y="334291"/>
                  </a:lnTo>
                  <a:lnTo>
                    <a:pt x="170641" y="334265"/>
                  </a:lnTo>
                  <a:lnTo>
                    <a:pt x="175943" y="334071"/>
                  </a:lnTo>
                  <a:lnTo>
                    <a:pt x="181237" y="333708"/>
                  </a:lnTo>
                  <a:lnTo>
                    <a:pt x="186516" y="333177"/>
                  </a:lnTo>
                  <a:lnTo>
                    <a:pt x="191776" y="332480"/>
                  </a:lnTo>
                  <a:lnTo>
                    <a:pt x="197012" y="331615"/>
                  </a:lnTo>
                  <a:lnTo>
                    <a:pt x="202217" y="330585"/>
                  </a:lnTo>
                  <a:lnTo>
                    <a:pt x="207386" y="329390"/>
                  </a:lnTo>
                  <a:lnTo>
                    <a:pt x="212516" y="328032"/>
                  </a:lnTo>
                  <a:lnTo>
                    <a:pt x="217599" y="326512"/>
                  </a:lnTo>
                  <a:lnTo>
                    <a:pt x="222632" y="324831"/>
                  </a:lnTo>
                  <a:lnTo>
                    <a:pt x="227609" y="322991"/>
                  </a:lnTo>
                  <a:lnTo>
                    <a:pt x="232525" y="320994"/>
                  </a:lnTo>
                  <a:lnTo>
                    <a:pt x="237375" y="318843"/>
                  </a:lnTo>
                  <a:lnTo>
                    <a:pt x="242155" y="316538"/>
                  </a:lnTo>
                  <a:lnTo>
                    <a:pt x="246858" y="314083"/>
                  </a:lnTo>
                  <a:lnTo>
                    <a:pt x="251482" y="311479"/>
                  </a:lnTo>
                  <a:lnTo>
                    <a:pt x="256021" y="308731"/>
                  </a:lnTo>
                  <a:lnTo>
                    <a:pt x="260470" y="305839"/>
                  </a:lnTo>
                  <a:lnTo>
                    <a:pt x="264825" y="302808"/>
                  </a:lnTo>
                  <a:lnTo>
                    <a:pt x="269081" y="299641"/>
                  </a:lnTo>
                  <a:lnTo>
                    <a:pt x="273235" y="296339"/>
                  </a:lnTo>
                  <a:lnTo>
                    <a:pt x="277283" y="292908"/>
                  </a:lnTo>
                  <a:lnTo>
                    <a:pt x="281219" y="289350"/>
                  </a:lnTo>
                  <a:lnTo>
                    <a:pt x="285040" y="285668"/>
                  </a:lnTo>
                  <a:lnTo>
                    <a:pt x="288743" y="281868"/>
                  </a:lnTo>
                  <a:lnTo>
                    <a:pt x="292323" y="277951"/>
                  </a:lnTo>
                  <a:lnTo>
                    <a:pt x="295777" y="273924"/>
                  </a:lnTo>
                  <a:lnTo>
                    <a:pt x="299101" y="269788"/>
                  </a:lnTo>
                  <a:lnTo>
                    <a:pt x="302293" y="265549"/>
                  </a:lnTo>
                  <a:lnTo>
                    <a:pt x="305348" y="261211"/>
                  </a:lnTo>
                  <a:lnTo>
                    <a:pt x="308264" y="256778"/>
                  </a:lnTo>
                  <a:lnTo>
                    <a:pt x="311038" y="252255"/>
                  </a:lnTo>
                  <a:lnTo>
                    <a:pt x="313667" y="247646"/>
                  </a:lnTo>
                  <a:lnTo>
                    <a:pt x="316148" y="242956"/>
                  </a:lnTo>
                  <a:lnTo>
                    <a:pt x="318480" y="238189"/>
                  </a:lnTo>
                  <a:lnTo>
                    <a:pt x="320659" y="233351"/>
                  </a:lnTo>
                  <a:lnTo>
                    <a:pt x="322683" y="228446"/>
                  </a:lnTo>
                  <a:lnTo>
                    <a:pt x="324550" y="223480"/>
                  </a:lnTo>
                  <a:lnTo>
                    <a:pt x="326259" y="218457"/>
                  </a:lnTo>
                  <a:lnTo>
                    <a:pt x="327808" y="213382"/>
                  </a:lnTo>
                  <a:lnTo>
                    <a:pt x="329195" y="208260"/>
                  </a:lnTo>
                  <a:lnTo>
                    <a:pt x="330418" y="203097"/>
                  </a:lnTo>
                  <a:lnTo>
                    <a:pt x="331478" y="197898"/>
                  </a:lnTo>
                  <a:lnTo>
                    <a:pt x="332371" y="192667"/>
                  </a:lnTo>
                  <a:lnTo>
                    <a:pt x="333098" y="187411"/>
                  </a:lnTo>
                  <a:lnTo>
                    <a:pt x="333658" y="182135"/>
                  </a:lnTo>
                  <a:lnTo>
                    <a:pt x="334050" y="176843"/>
                  </a:lnTo>
                  <a:lnTo>
                    <a:pt x="334275" y="171542"/>
                  </a:lnTo>
                  <a:lnTo>
                    <a:pt x="334330" y="166236"/>
                  </a:lnTo>
                  <a:lnTo>
                    <a:pt x="334218" y="160931"/>
                  </a:lnTo>
                  <a:lnTo>
                    <a:pt x="333937" y="155633"/>
                  </a:lnTo>
                  <a:lnTo>
                    <a:pt x="333488" y="150346"/>
                  </a:lnTo>
                  <a:lnTo>
                    <a:pt x="332871" y="145076"/>
                  </a:lnTo>
                  <a:lnTo>
                    <a:pt x="332087" y="139828"/>
                  </a:lnTo>
                  <a:lnTo>
                    <a:pt x="331138" y="134607"/>
                  </a:lnTo>
                  <a:lnTo>
                    <a:pt x="330023" y="129420"/>
                  </a:lnTo>
                  <a:lnTo>
                    <a:pt x="328744" y="124270"/>
                  </a:lnTo>
                  <a:lnTo>
                    <a:pt x="327302" y="119164"/>
                  </a:lnTo>
                  <a:lnTo>
                    <a:pt x="325699" y="114106"/>
                  </a:lnTo>
                  <a:lnTo>
                    <a:pt x="323936" y="109101"/>
                  </a:lnTo>
                  <a:lnTo>
                    <a:pt x="322015" y="104155"/>
                  </a:lnTo>
                  <a:lnTo>
                    <a:pt x="319939" y="99272"/>
                  </a:lnTo>
                  <a:lnTo>
                    <a:pt x="317708" y="94458"/>
                  </a:lnTo>
                  <a:lnTo>
                    <a:pt x="315326" y="89716"/>
                  </a:lnTo>
                  <a:lnTo>
                    <a:pt x="312794" y="85053"/>
                  </a:lnTo>
                  <a:lnTo>
                    <a:pt x="310116" y="80473"/>
                  </a:lnTo>
                  <a:lnTo>
                    <a:pt x="307293" y="75980"/>
                  </a:lnTo>
                  <a:lnTo>
                    <a:pt x="304330" y="71578"/>
                  </a:lnTo>
                  <a:lnTo>
                    <a:pt x="301228" y="67273"/>
                  </a:lnTo>
                  <a:lnTo>
                    <a:pt x="297991" y="63069"/>
                  </a:lnTo>
                  <a:lnTo>
                    <a:pt x="294623" y="58969"/>
                  </a:lnTo>
                  <a:lnTo>
                    <a:pt x="291126" y="54979"/>
                  </a:lnTo>
                  <a:lnTo>
                    <a:pt x="287504" y="51101"/>
                  </a:lnTo>
                  <a:lnTo>
                    <a:pt x="283761" y="47340"/>
                  </a:lnTo>
                  <a:lnTo>
                    <a:pt x="279900" y="43700"/>
                  </a:lnTo>
                  <a:lnTo>
                    <a:pt x="275926" y="40185"/>
                  </a:lnTo>
                  <a:lnTo>
                    <a:pt x="271842" y="36797"/>
                  </a:lnTo>
                  <a:lnTo>
                    <a:pt x="267653" y="33540"/>
                  </a:lnTo>
                  <a:lnTo>
                    <a:pt x="263362" y="30418"/>
                  </a:lnTo>
                  <a:lnTo>
                    <a:pt x="258975" y="27434"/>
                  </a:lnTo>
                  <a:lnTo>
                    <a:pt x="254495" y="24591"/>
                  </a:lnTo>
                  <a:lnTo>
                    <a:pt x="249927" y="21891"/>
                  </a:lnTo>
                  <a:lnTo>
                    <a:pt x="245276" y="19338"/>
                  </a:lnTo>
                  <a:lnTo>
                    <a:pt x="240546" y="16933"/>
                  </a:lnTo>
                  <a:lnTo>
                    <a:pt x="235742" y="14680"/>
                  </a:lnTo>
                  <a:lnTo>
                    <a:pt x="230869" y="12580"/>
                  </a:lnTo>
                  <a:lnTo>
                    <a:pt x="225932" y="10636"/>
                  </a:lnTo>
                  <a:lnTo>
                    <a:pt x="220935" y="8850"/>
                  </a:lnTo>
                  <a:lnTo>
                    <a:pt x="215885" y="7223"/>
                  </a:lnTo>
                  <a:lnTo>
                    <a:pt x="167165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90748" y="2633064"/>
              <a:ext cx="48719" cy="167167"/>
            </a:xfrm>
            <a:custGeom>
              <a:avLst/>
              <a:pathLst>
                <a:path w="48719" h="167167">
                  <a:moveTo>
                    <a:pt x="48719" y="7256"/>
                  </a:moveTo>
                  <a:lnTo>
                    <a:pt x="42776" y="5565"/>
                  </a:lnTo>
                  <a:lnTo>
                    <a:pt x="36774" y="4095"/>
                  </a:lnTo>
                  <a:lnTo>
                    <a:pt x="30722" y="2847"/>
                  </a:lnTo>
                  <a:lnTo>
                    <a:pt x="24628" y="1824"/>
                  </a:lnTo>
                  <a:lnTo>
                    <a:pt x="18500" y="1026"/>
                  </a:lnTo>
                  <a:lnTo>
                    <a:pt x="12348" y="456"/>
                  </a:lnTo>
                  <a:lnTo>
                    <a:pt x="6178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7948" y="3170392"/>
              <a:ext cx="18031" cy="167167"/>
            </a:xfrm>
            <a:custGeom>
              <a:avLst/>
              <a:pathLst>
                <a:path w="18031" h="167167">
                  <a:moveTo>
                    <a:pt x="18031" y="0"/>
                  </a:moveTo>
                  <a:lnTo>
                    <a:pt x="9002" y="244"/>
                  </a:lnTo>
                  <a:lnTo>
                    <a:pt x="0" y="975"/>
                  </a:lnTo>
                  <a:lnTo>
                    <a:pt x="1803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7948" y="3171367"/>
              <a:ext cx="18031" cy="166192"/>
            </a:xfrm>
            <a:custGeom>
              <a:avLst/>
              <a:pathLst>
                <a:path w="18031" h="166192">
                  <a:moveTo>
                    <a:pt x="0" y="0"/>
                  </a:moveTo>
                  <a:lnTo>
                    <a:pt x="18031" y="166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7948" y="3171367"/>
              <a:ext cx="18031" cy="166192"/>
            </a:xfrm>
            <a:custGeom>
              <a:avLst/>
              <a:pathLst>
                <a:path w="18031" h="166192">
                  <a:moveTo>
                    <a:pt x="0" y="0"/>
                  </a:moveTo>
                  <a:lnTo>
                    <a:pt x="18031" y="166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7948" y="3171367"/>
              <a:ext cx="18031" cy="166192"/>
            </a:xfrm>
            <a:custGeom>
              <a:avLst/>
              <a:pathLst>
                <a:path w="18031" h="166192">
                  <a:moveTo>
                    <a:pt x="0" y="0"/>
                  </a:moveTo>
                  <a:lnTo>
                    <a:pt x="18031" y="1661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7948" y="3171367"/>
              <a:ext cx="18031" cy="166192"/>
            </a:xfrm>
            <a:custGeom>
              <a:avLst/>
              <a:pathLst>
                <a:path w="18031" h="166192">
                  <a:moveTo>
                    <a:pt x="0" y="0"/>
                  </a:moveTo>
                  <a:lnTo>
                    <a:pt x="18031" y="166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7948" y="3171367"/>
              <a:ext cx="18031" cy="166192"/>
            </a:xfrm>
            <a:custGeom>
              <a:avLst/>
              <a:pathLst>
                <a:path w="18031" h="166192">
                  <a:moveTo>
                    <a:pt x="0" y="0"/>
                  </a:moveTo>
                  <a:lnTo>
                    <a:pt x="18031" y="166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7948" y="3171367"/>
              <a:ext cx="18031" cy="166192"/>
            </a:xfrm>
            <a:custGeom>
              <a:avLst/>
              <a:pathLst>
                <a:path w="18031" h="166192">
                  <a:moveTo>
                    <a:pt x="0" y="0"/>
                  </a:moveTo>
                  <a:lnTo>
                    <a:pt x="18031" y="1661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7948" y="3171367"/>
              <a:ext cx="18031" cy="166192"/>
            </a:xfrm>
            <a:custGeom>
              <a:avLst/>
              <a:pathLst>
                <a:path w="18031" h="166192">
                  <a:moveTo>
                    <a:pt x="0" y="0"/>
                  </a:moveTo>
                  <a:lnTo>
                    <a:pt x="18031" y="166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7948" y="3171367"/>
              <a:ext cx="18031" cy="166192"/>
            </a:xfrm>
            <a:custGeom>
              <a:avLst/>
              <a:pathLst>
                <a:path w="18031" h="166192">
                  <a:moveTo>
                    <a:pt x="0" y="0"/>
                  </a:moveTo>
                  <a:lnTo>
                    <a:pt x="18031" y="166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7948" y="3171367"/>
              <a:ext cx="18031" cy="166192"/>
            </a:xfrm>
            <a:custGeom>
              <a:avLst/>
              <a:pathLst>
                <a:path w="18031" h="166192">
                  <a:moveTo>
                    <a:pt x="0" y="0"/>
                  </a:moveTo>
                  <a:lnTo>
                    <a:pt x="18031" y="166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7948" y="3171367"/>
              <a:ext cx="18031" cy="166192"/>
            </a:xfrm>
            <a:custGeom>
              <a:avLst/>
              <a:pathLst>
                <a:path w="18031" h="166192">
                  <a:moveTo>
                    <a:pt x="0" y="0"/>
                  </a:moveTo>
                  <a:lnTo>
                    <a:pt x="18031" y="166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7948" y="3171367"/>
              <a:ext cx="18031" cy="166192"/>
            </a:xfrm>
            <a:custGeom>
              <a:avLst/>
              <a:pathLst>
                <a:path w="18031" h="166192">
                  <a:moveTo>
                    <a:pt x="0" y="0"/>
                  </a:moveTo>
                  <a:lnTo>
                    <a:pt x="18031" y="1661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7948" y="3171367"/>
              <a:ext cx="18031" cy="166192"/>
            </a:xfrm>
            <a:custGeom>
              <a:avLst/>
              <a:pathLst>
                <a:path w="18031" h="166192">
                  <a:moveTo>
                    <a:pt x="0" y="0"/>
                  </a:moveTo>
                  <a:lnTo>
                    <a:pt x="18031" y="1661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358818" y="3171367"/>
              <a:ext cx="334312" cy="333358"/>
            </a:xfrm>
            <a:custGeom>
              <a:avLst/>
              <a:pathLst>
                <a:path w="334312" h="333358">
                  <a:moveTo>
                    <a:pt x="149130" y="0"/>
                  </a:moveTo>
                  <a:lnTo>
                    <a:pt x="143883" y="653"/>
                  </a:lnTo>
                  <a:lnTo>
                    <a:pt x="138658" y="1472"/>
                  </a:lnTo>
                  <a:lnTo>
                    <a:pt x="133462" y="2456"/>
                  </a:lnTo>
                  <a:lnTo>
                    <a:pt x="128300" y="3604"/>
                  </a:lnTo>
                  <a:lnTo>
                    <a:pt x="123177" y="4915"/>
                  </a:lnTo>
                  <a:lnTo>
                    <a:pt x="118098" y="6387"/>
                  </a:lnTo>
                  <a:lnTo>
                    <a:pt x="113068" y="8018"/>
                  </a:lnTo>
                  <a:lnTo>
                    <a:pt x="108092" y="9809"/>
                  </a:lnTo>
                  <a:lnTo>
                    <a:pt x="103175" y="11755"/>
                  </a:lnTo>
                  <a:lnTo>
                    <a:pt x="98322" y="13857"/>
                  </a:lnTo>
                  <a:lnTo>
                    <a:pt x="93538" y="16110"/>
                  </a:lnTo>
                  <a:lnTo>
                    <a:pt x="88828" y="18514"/>
                  </a:lnTo>
                  <a:lnTo>
                    <a:pt x="84196" y="21066"/>
                  </a:lnTo>
                  <a:lnTo>
                    <a:pt x="79647" y="23763"/>
                  </a:lnTo>
                  <a:lnTo>
                    <a:pt x="75186" y="26602"/>
                  </a:lnTo>
                  <a:lnTo>
                    <a:pt x="70817" y="29581"/>
                  </a:lnTo>
                  <a:lnTo>
                    <a:pt x="66544" y="32697"/>
                  </a:lnTo>
                  <a:lnTo>
                    <a:pt x="62372" y="35946"/>
                  </a:lnTo>
                  <a:lnTo>
                    <a:pt x="58304" y="39326"/>
                  </a:lnTo>
                  <a:lnTo>
                    <a:pt x="54346" y="42833"/>
                  </a:lnTo>
                  <a:lnTo>
                    <a:pt x="50501" y="46463"/>
                  </a:lnTo>
                  <a:lnTo>
                    <a:pt x="46772" y="50213"/>
                  </a:lnTo>
                  <a:lnTo>
                    <a:pt x="43164" y="54079"/>
                  </a:lnTo>
                  <a:lnTo>
                    <a:pt x="39680" y="58057"/>
                  </a:lnTo>
                  <a:lnTo>
                    <a:pt x="36323" y="62143"/>
                  </a:lnTo>
                  <a:lnTo>
                    <a:pt x="33097" y="66334"/>
                  </a:lnTo>
                  <a:lnTo>
                    <a:pt x="30006" y="70624"/>
                  </a:lnTo>
                  <a:lnTo>
                    <a:pt x="27052" y="75010"/>
                  </a:lnTo>
                  <a:lnTo>
                    <a:pt x="24238" y="79488"/>
                  </a:lnTo>
                  <a:lnTo>
                    <a:pt x="21567" y="84052"/>
                  </a:lnTo>
                  <a:lnTo>
                    <a:pt x="19042" y="88698"/>
                  </a:lnTo>
                  <a:lnTo>
                    <a:pt x="16665" y="93422"/>
                  </a:lnTo>
                  <a:lnTo>
                    <a:pt x="14438" y="98219"/>
                  </a:lnTo>
                  <a:lnTo>
                    <a:pt x="12365" y="103084"/>
                  </a:lnTo>
                  <a:lnTo>
                    <a:pt x="10446" y="108011"/>
                  </a:lnTo>
                  <a:lnTo>
                    <a:pt x="8684" y="112998"/>
                  </a:lnTo>
                  <a:lnTo>
                    <a:pt x="7081" y="118037"/>
                  </a:lnTo>
                  <a:lnTo>
                    <a:pt x="5638" y="123124"/>
                  </a:lnTo>
                  <a:lnTo>
                    <a:pt x="4356" y="128255"/>
                  </a:lnTo>
                  <a:lnTo>
                    <a:pt x="3238" y="133424"/>
                  </a:lnTo>
                  <a:lnTo>
                    <a:pt x="2283" y="138625"/>
                  </a:lnTo>
                  <a:lnTo>
                    <a:pt x="1494" y="143854"/>
                  </a:lnTo>
                  <a:lnTo>
                    <a:pt x="870" y="149105"/>
                  </a:lnTo>
                  <a:lnTo>
                    <a:pt x="413" y="154374"/>
                  </a:lnTo>
                  <a:lnTo>
                    <a:pt x="123" y="159654"/>
                  </a:lnTo>
                  <a:lnTo>
                    <a:pt x="0" y="164941"/>
                  </a:lnTo>
                  <a:lnTo>
                    <a:pt x="44" y="170229"/>
                  </a:lnTo>
                  <a:lnTo>
                    <a:pt x="255" y="175513"/>
                  </a:lnTo>
                  <a:lnTo>
                    <a:pt x="633" y="180787"/>
                  </a:lnTo>
                  <a:lnTo>
                    <a:pt x="1178" y="186047"/>
                  </a:lnTo>
                  <a:lnTo>
                    <a:pt x="1889" y="191288"/>
                  </a:lnTo>
                  <a:lnTo>
                    <a:pt x="2766" y="196503"/>
                  </a:lnTo>
                  <a:lnTo>
                    <a:pt x="3807" y="201687"/>
                  </a:lnTo>
                  <a:lnTo>
                    <a:pt x="5011" y="206837"/>
                  </a:lnTo>
                  <a:lnTo>
                    <a:pt x="6378" y="211945"/>
                  </a:lnTo>
                  <a:lnTo>
                    <a:pt x="7906" y="217008"/>
                  </a:lnTo>
                  <a:lnTo>
                    <a:pt x="9593" y="222020"/>
                  </a:lnTo>
                  <a:lnTo>
                    <a:pt x="11437" y="226976"/>
                  </a:lnTo>
                  <a:lnTo>
                    <a:pt x="13438" y="231871"/>
                  </a:lnTo>
                  <a:lnTo>
                    <a:pt x="15592" y="236701"/>
                  </a:lnTo>
                  <a:lnTo>
                    <a:pt x="17898" y="241459"/>
                  </a:lnTo>
                  <a:lnTo>
                    <a:pt x="20354" y="246143"/>
                  </a:lnTo>
                  <a:lnTo>
                    <a:pt x="22956" y="250747"/>
                  </a:lnTo>
                  <a:lnTo>
                    <a:pt x="25703" y="255266"/>
                  </a:lnTo>
                  <a:lnTo>
                    <a:pt x="28591" y="259695"/>
                  </a:lnTo>
                  <a:lnTo>
                    <a:pt x="31618" y="264032"/>
                  </a:lnTo>
                  <a:lnTo>
                    <a:pt x="34781" y="268270"/>
                  </a:lnTo>
                  <a:lnTo>
                    <a:pt x="38076" y="272406"/>
                  </a:lnTo>
                  <a:lnTo>
                    <a:pt x="41500" y="276436"/>
                  </a:lnTo>
                  <a:lnTo>
                    <a:pt x="45050" y="280356"/>
                  </a:lnTo>
                  <a:lnTo>
                    <a:pt x="48722" y="284161"/>
                  </a:lnTo>
                  <a:lnTo>
                    <a:pt x="52512" y="287848"/>
                  </a:lnTo>
                  <a:lnTo>
                    <a:pt x="56418" y="291414"/>
                  </a:lnTo>
                  <a:lnTo>
                    <a:pt x="60434" y="294854"/>
                  </a:lnTo>
                  <a:lnTo>
                    <a:pt x="64557" y="298166"/>
                  </a:lnTo>
                  <a:lnTo>
                    <a:pt x="68783" y="301345"/>
                  </a:lnTo>
                  <a:lnTo>
                    <a:pt x="73107" y="304389"/>
                  </a:lnTo>
                  <a:lnTo>
                    <a:pt x="77525" y="307295"/>
                  </a:lnTo>
                  <a:lnTo>
                    <a:pt x="82033" y="310060"/>
                  </a:lnTo>
                  <a:lnTo>
                    <a:pt x="86626" y="312680"/>
                  </a:lnTo>
                  <a:lnTo>
                    <a:pt x="91300" y="315154"/>
                  </a:lnTo>
                  <a:lnTo>
                    <a:pt x="96050" y="317479"/>
                  </a:lnTo>
                  <a:lnTo>
                    <a:pt x="100871" y="319653"/>
                  </a:lnTo>
                  <a:lnTo>
                    <a:pt x="105758" y="321673"/>
                  </a:lnTo>
                  <a:lnTo>
                    <a:pt x="110707" y="323537"/>
                  </a:lnTo>
                  <a:lnTo>
                    <a:pt x="115712" y="325244"/>
                  </a:lnTo>
                  <a:lnTo>
                    <a:pt x="120768" y="326792"/>
                  </a:lnTo>
                  <a:lnTo>
                    <a:pt x="125872" y="328179"/>
                  </a:lnTo>
                  <a:lnTo>
                    <a:pt x="131016" y="329404"/>
                  </a:lnTo>
                  <a:lnTo>
                    <a:pt x="136196" y="330466"/>
                  </a:lnTo>
                  <a:lnTo>
                    <a:pt x="141408" y="331363"/>
                  </a:lnTo>
                  <a:lnTo>
                    <a:pt x="146645" y="332095"/>
                  </a:lnTo>
                  <a:lnTo>
                    <a:pt x="151903" y="332661"/>
                  </a:lnTo>
                  <a:lnTo>
                    <a:pt x="157176" y="333060"/>
                  </a:lnTo>
                  <a:lnTo>
                    <a:pt x="162459" y="333293"/>
                  </a:lnTo>
                  <a:lnTo>
                    <a:pt x="167747" y="333358"/>
                  </a:lnTo>
                  <a:lnTo>
                    <a:pt x="173034" y="333256"/>
                  </a:lnTo>
                  <a:lnTo>
                    <a:pt x="178316" y="332987"/>
                  </a:lnTo>
                  <a:lnTo>
                    <a:pt x="183586" y="332550"/>
                  </a:lnTo>
                  <a:lnTo>
                    <a:pt x="188840" y="331948"/>
                  </a:lnTo>
                  <a:lnTo>
                    <a:pt x="194072" y="331179"/>
                  </a:lnTo>
                  <a:lnTo>
                    <a:pt x="199277" y="330245"/>
                  </a:lnTo>
                  <a:lnTo>
                    <a:pt x="204450" y="329147"/>
                  </a:lnTo>
                  <a:lnTo>
                    <a:pt x="209586" y="327886"/>
                  </a:lnTo>
                  <a:lnTo>
                    <a:pt x="214679" y="326464"/>
                  </a:lnTo>
                  <a:lnTo>
                    <a:pt x="219724" y="324880"/>
                  </a:lnTo>
                  <a:lnTo>
                    <a:pt x="224718" y="323139"/>
                  </a:lnTo>
                  <a:lnTo>
                    <a:pt x="229653" y="321239"/>
                  </a:lnTo>
                  <a:lnTo>
                    <a:pt x="234526" y="319185"/>
                  </a:lnTo>
                  <a:lnTo>
                    <a:pt x="239331" y="316978"/>
                  </a:lnTo>
                  <a:lnTo>
                    <a:pt x="244065" y="314620"/>
                  </a:lnTo>
                  <a:lnTo>
                    <a:pt x="248721" y="312113"/>
                  </a:lnTo>
                  <a:lnTo>
                    <a:pt x="253296" y="309460"/>
                  </a:lnTo>
                  <a:lnTo>
                    <a:pt x="257784" y="306664"/>
                  </a:lnTo>
                  <a:lnTo>
                    <a:pt x="262182" y="303728"/>
                  </a:lnTo>
                  <a:lnTo>
                    <a:pt x="266485" y="300653"/>
                  </a:lnTo>
                  <a:lnTo>
                    <a:pt x="270688" y="297444"/>
                  </a:lnTo>
                  <a:lnTo>
                    <a:pt x="274788" y="294104"/>
                  </a:lnTo>
                  <a:lnTo>
                    <a:pt x="278780" y="290636"/>
                  </a:lnTo>
                  <a:lnTo>
                    <a:pt x="282661" y="287043"/>
                  </a:lnTo>
                  <a:lnTo>
                    <a:pt x="286425" y="283329"/>
                  </a:lnTo>
                  <a:lnTo>
                    <a:pt x="290071" y="279498"/>
                  </a:lnTo>
                  <a:lnTo>
                    <a:pt x="293593" y="275554"/>
                  </a:lnTo>
                  <a:lnTo>
                    <a:pt x="296989" y="271500"/>
                  </a:lnTo>
                  <a:lnTo>
                    <a:pt x="300255" y="267341"/>
                  </a:lnTo>
                  <a:lnTo>
                    <a:pt x="303388" y="263081"/>
                  </a:lnTo>
                  <a:lnTo>
                    <a:pt x="306384" y="258723"/>
                  </a:lnTo>
                  <a:lnTo>
                    <a:pt x="309242" y="254274"/>
                  </a:lnTo>
                  <a:lnTo>
                    <a:pt x="311956" y="249735"/>
                  </a:lnTo>
                  <a:lnTo>
                    <a:pt x="314527" y="245114"/>
                  </a:lnTo>
                  <a:lnTo>
                    <a:pt x="316949" y="240413"/>
                  </a:lnTo>
                  <a:lnTo>
                    <a:pt x="319222" y="235638"/>
                  </a:lnTo>
                  <a:lnTo>
                    <a:pt x="321342" y="230794"/>
                  </a:lnTo>
                  <a:lnTo>
                    <a:pt x="323309" y="225885"/>
                  </a:lnTo>
                  <a:lnTo>
                    <a:pt x="325119" y="220916"/>
                  </a:lnTo>
                  <a:lnTo>
                    <a:pt x="326771" y="215892"/>
                  </a:lnTo>
                  <a:lnTo>
                    <a:pt x="328263" y="210819"/>
                  </a:lnTo>
                  <a:lnTo>
                    <a:pt x="329594" y="205701"/>
                  </a:lnTo>
                  <a:lnTo>
                    <a:pt x="330762" y="200543"/>
                  </a:lnTo>
                  <a:lnTo>
                    <a:pt x="331767" y="195352"/>
                  </a:lnTo>
                  <a:lnTo>
                    <a:pt x="332607" y="190130"/>
                  </a:lnTo>
                  <a:lnTo>
                    <a:pt x="333281" y="184885"/>
                  </a:lnTo>
                  <a:lnTo>
                    <a:pt x="333789" y="179622"/>
                  </a:lnTo>
                  <a:lnTo>
                    <a:pt x="334131" y="174344"/>
                  </a:lnTo>
                  <a:lnTo>
                    <a:pt x="334305" y="169059"/>
                  </a:lnTo>
                  <a:lnTo>
                    <a:pt x="334312" y="163771"/>
                  </a:lnTo>
                  <a:lnTo>
                    <a:pt x="334152" y="158485"/>
                  </a:lnTo>
                  <a:lnTo>
                    <a:pt x="333825" y="153207"/>
                  </a:lnTo>
                  <a:lnTo>
                    <a:pt x="333331" y="147942"/>
                  </a:lnTo>
                  <a:lnTo>
                    <a:pt x="332670" y="142695"/>
                  </a:lnTo>
                  <a:lnTo>
                    <a:pt x="331844" y="137472"/>
                  </a:lnTo>
                  <a:lnTo>
                    <a:pt x="330853" y="132277"/>
                  </a:lnTo>
                  <a:lnTo>
                    <a:pt x="329699" y="127117"/>
                  </a:lnTo>
                  <a:lnTo>
                    <a:pt x="328381" y="121995"/>
                  </a:lnTo>
                  <a:lnTo>
                    <a:pt x="326903" y="116918"/>
                  </a:lnTo>
                  <a:lnTo>
                    <a:pt x="325264" y="111890"/>
                  </a:lnTo>
                  <a:lnTo>
                    <a:pt x="323468" y="106916"/>
                  </a:lnTo>
                  <a:lnTo>
                    <a:pt x="321515" y="102002"/>
                  </a:lnTo>
                  <a:lnTo>
                    <a:pt x="319407" y="97152"/>
                  </a:lnTo>
                  <a:lnTo>
                    <a:pt x="317147" y="92371"/>
                  </a:lnTo>
                  <a:lnTo>
                    <a:pt x="314737" y="87664"/>
                  </a:lnTo>
                  <a:lnTo>
                    <a:pt x="312179" y="83035"/>
                  </a:lnTo>
                  <a:lnTo>
                    <a:pt x="309477" y="78490"/>
                  </a:lnTo>
                  <a:lnTo>
                    <a:pt x="306631" y="74032"/>
                  </a:lnTo>
                  <a:lnTo>
                    <a:pt x="303646" y="69667"/>
                  </a:lnTo>
                  <a:lnTo>
                    <a:pt x="300525" y="65398"/>
                  </a:lnTo>
                  <a:lnTo>
                    <a:pt x="297270" y="61230"/>
                  </a:lnTo>
                  <a:lnTo>
                    <a:pt x="293885" y="57167"/>
                  </a:lnTo>
                  <a:lnTo>
                    <a:pt x="290373" y="53214"/>
                  </a:lnTo>
                  <a:lnTo>
                    <a:pt x="286738" y="49373"/>
                  </a:lnTo>
                  <a:lnTo>
                    <a:pt x="282983" y="45649"/>
                  </a:lnTo>
                  <a:lnTo>
                    <a:pt x="279113" y="42046"/>
                  </a:lnTo>
                  <a:lnTo>
                    <a:pt x="275130" y="38567"/>
                  </a:lnTo>
                  <a:lnTo>
                    <a:pt x="271039" y="35216"/>
                  </a:lnTo>
                  <a:lnTo>
                    <a:pt x="266844" y="31996"/>
                  </a:lnTo>
                  <a:lnTo>
                    <a:pt x="262550" y="28910"/>
                  </a:lnTo>
                  <a:lnTo>
                    <a:pt x="258160" y="25962"/>
                  </a:lnTo>
                  <a:lnTo>
                    <a:pt x="253679" y="23154"/>
                  </a:lnTo>
                  <a:lnTo>
                    <a:pt x="249111" y="20489"/>
                  </a:lnTo>
                  <a:lnTo>
                    <a:pt x="244461" y="17969"/>
                  </a:lnTo>
                  <a:lnTo>
                    <a:pt x="239734" y="15599"/>
                  </a:lnTo>
                  <a:lnTo>
                    <a:pt x="234935" y="13379"/>
                  </a:lnTo>
                  <a:lnTo>
                    <a:pt x="230067" y="11311"/>
                  </a:lnTo>
                  <a:lnTo>
                    <a:pt x="225137" y="9399"/>
                  </a:lnTo>
                  <a:lnTo>
                    <a:pt x="167162" y="1661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3170392"/>
              <a:ext cx="57974" cy="167167"/>
            </a:xfrm>
            <a:custGeom>
              <a:avLst/>
              <a:pathLst>
                <a:path w="57974" h="167167">
                  <a:moveTo>
                    <a:pt x="57974" y="10374"/>
                  </a:moveTo>
                  <a:lnTo>
                    <a:pt x="52386" y="8420"/>
                  </a:lnTo>
                  <a:lnTo>
                    <a:pt x="46732" y="6665"/>
                  </a:lnTo>
                  <a:lnTo>
                    <a:pt x="41020" y="5110"/>
                  </a:lnTo>
                  <a:lnTo>
                    <a:pt x="35256" y="3760"/>
                  </a:lnTo>
                  <a:lnTo>
                    <a:pt x="29447" y="2614"/>
                  </a:lnTo>
                  <a:lnTo>
                    <a:pt x="23602" y="1674"/>
                  </a:lnTo>
                  <a:lnTo>
                    <a:pt x="17728" y="942"/>
                  </a:lnTo>
                  <a:lnTo>
                    <a:pt x="11831" y="419"/>
                  </a:lnTo>
                  <a:lnTo>
                    <a:pt x="5919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7363" y="3707720"/>
              <a:ext cx="3385" cy="167167"/>
            </a:xfrm>
            <a:custGeom>
              <a:avLst/>
              <a:pathLst>
                <a:path w="3385" h="167167">
                  <a:moveTo>
                    <a:pt x="3385" y="0"/>
                  </a:moveTo>
                  <a:lnTo>
                    <a:pt x="0" y="34"/>
                  </a:lnTo>
                  <a:lnTo>
                    <a:pt x="338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7363" y="37077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363" y="37077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363" y="37077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363" y="37077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363" y="37077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363" y="37077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363" y="37077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363" y="37077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363" y="37077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363" y="37077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7363" y="37077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423581" y="3707720"/>
              <a:ext cx="334324" cy="334326"/>
            </a:xfrm>
            <a:custGeom>
              <a:avLst/>
              <a:pathLst>
                <a:path w="334324" h="334326">
                  <a:moveTo>
                    <a:pt x="163781" y="34"/>
                  </a:moveTo>
                  <a:lnTo>
                    <a:pt x="158498" y="224"/>
                  </a:lnTo>
                  <a:lnTo>
                    <a:pt x="153222" y="582"/>
                  </a:lnTo>
                  <a:lnTo>
                    <a:pt x="147961" y="1106"/>
                  </a:lnTo>
                  <a:lnTo>
                    <a:pt x="142719" y="1797"/>
                  </a:lnTo>
                  <a:lnTo>
                    <a:pt x="137502" y="2653"/>
                  </a:lnTo>
                  <a:lnTo>
                    <a:pt x="132314" y="3673"/>
                  </a:lnTo>
                  <a:lnTo>
                    <a:pt x="127161" y="4857"/>
                  </a:lnTo>
                  <a:lnTo>
                    <a:pt x="122048" y="6204"/>
                  </a:lnTo>
                  <a:lnTo>
                    <a:pt x="116980" y="7711"/>
                  </a:lnTo>
                  <a:lnTo>
                    <a:pt x="111962" y="9378"/>
                  </a:lnTo>
                  <a:lnTo>
                    <a:pt x="107000" y="11203"/>
                  </a:lnTo>
                  <a:lnTo>
                    <a:pt x="102097" y="13183"/>
                  </a:lnTo>
                  <a:lnTo>
                    <a:pt x="97260" y="15318"/>
                  </a:lnTo>
                  <a:lnTo>
                    <a:pt x="92493" y="17605"/>
                  </a:lnTo>
                  <a:lnTo>
                    <a:pt x="87801" y="20041"/>
                  </a:lnTo>
                  <a:lnTo>
                    <a:pt x="83187" y="22625"/>
                  </a:lnTo>
                  <a:lnTo>
                    <a:pt x="78658" y="25353"/>
                  </a:lnTo>
                  <a:lnTo>
                    <a:pt x="74218" y="28223"/>
                  </a:lnTo>
                  <a:lnTo>
                    <a:pt x="69870" y="31232"/>
                  </a:lnTo>
                  <a:lnTo>
                    <a:pt x="65620" y="34377"/>
                  </a:lnTo>
                  <a:lnTo>
                    <a:pt x="61471" y="37655"/>
                  </a:lnTo>
                  <a:lnTo>
                    <a:pt x="57428" y="41062"/>
                  </a:lnTo>
                  <a:lnTo>
                    <a:pt x="53495" y="44596"/>
                  </a:lnTo>
                  <a:lnTo>
                    <a:pt x="49676" y="48252"/>
                  </a:lnTo>
                  <a:lnTo>
                    <a:pt x="45974" y="52027"/>
                  </a:lnTo>
                  <a:lnTo>
                    <a:pt x="42393" y="55917"/>
                  </a:lnTo>
                  <a:lnTo>
                    <a:pt x="38937" y="59919"/>
                  </a:lnTo>
                  <a:lnTo>
                    <a:pt x="35610" y="64028"/>
                  </a:lnTo>
                  <a:lnTo>
                    <a:pt x="32414" y="68240"/>
                  </a:lnTo>
                  <a:lnTo>
                    <a:pt x="29353" y="72551"/>
                  </a:lnTo>
                  <a:lnTo>
                    <a:pt x="26429" y="76956"/>
                  </a:lnTo>
                  <a:lnTo>
                    <a:pt x="23647" y="81452"/>
                  </a:lnTo>
                  <a:lnTo>
                    <a:pt x="21008" y="86034"/>
                  </a:lnTo>
                  <a:lnTo>
                    <a:pt x="18515" y="90697"/>
                  </a:lnTo>
                  <a:lnTo>
                    <a:pt x="16171" y="95436"/>
                  </a:lnTo>
                  <a:lnTo>
                    <a:pt x="13978" y="100247"/>
                  </a:lnTo>
                  <a:lnTo>
                    <a:pt x="11939" y="105125"/>
                  </a:lnTo>
                  <a:lnTo>
                    <a:pt x="10054" y="110065"/>
                  </a:lnTo>
                  <a:lnTo>
                    <a:pt x="8327" y="115063"/>
                  </a:lnTo>
                  <a:lnTo>
                    <a:pt x="6759" y="120112"/>
                  </a:lnTo>
                  <a:lnTo>
                    <a:pt x="5351" y="125208"/>
                  </a:lnTo>
                  <a:lnTo>
                    <a:pt x="4105" y="130347"/>
                  </a:lnTo>
                  <a:lnTo>
                    <a:pt x="3022" y="135522"/>
                  </a:lnTo>
                  <a:lnTo>
                    <a:pt x="2103" y="140729"/>
                  </a:lnTo>
                  <a:lnTo>
                    <a:pt x="1350" y="145962"/>
                  </a:lnTo>
                  <a:lnTo>
                    <a:pt x="762" y="151217"/>
                  </a:lnTo>
                  <a:lnTo>
                    <a:pt x="341" y="156487"/>
                  </a:lnTo>
                  <a:lnTo>
                    <a:pt x="87" y="161768"/>
                  </a:lnTo>
                  <a:lnTo>
                    <a:pt x="0" y="167055"/>
                  </a:lnTo>
                  <a:lnTo>
                    <a:pt x="80" y="172342"/>
                  </a:lnTo>
                  <a:lnTo>
                    <a:pt x="327" y="177623"/>
                  </a:lnTo>
                  <a:lnTo>
                    <a:pt x="741" y="182894"/>
                  </a:lnTo>
                  <a:lnTo>
                    <a:pt x="1322" y="188150"/>
                  </a:lnTo>
                  <a:lnTo>
                    <a:pt x="2068" y="193384"/>
                  </a:lnTo>
                  <a:lnTo>
                    <a:pt x="2980" y="198592"/>
                  </a:lnTo>
                  <a:lnTo>
                    <a:pt x="4056" y="203769"/>
                  </a:lnTo>
                  <a:lnTo>
                    <a:pt x="5295" y="208909"/>
                  </a:lnTo>
                  <a:lnTo>
                    <a:pt x="6696" y="214007"/>
                  </a:lnTo>
                  <a:lnTo>
                    <a:pt x="8257" y="219058"/>
                  </a:lnTo>
                  <a:lnTo>
                    <a:pt x="9978" y="224058"/>
                  </a:lnTo>
                  <a:lnTo>
                    <a:pt x="11856" y="229001"/>
                  </a:lnTo>
                  <a:lnTo>
                    <a:pt x="13889" y="233881"/>
                  </a:lnTo>
                  <a:lnTo>
                    <a:pt x="16075" y="238695"/>
                  </a:lnTo>
                  <a:lnTo>
                    <a:pt x="18413" y="243438"/>
                  </a:lnTo>
                  <a:lnTo>
                    <a:pt x="20899" y="248104"/>
                  </a:lnTo>
                  <a:lnTo>
                    <a:pt x="23532" y="252689"/>
                  </a:lnTo>
                  <a:lnTo>
                    <a:pt x="26309" y="257189"/>
                  </a:lnTo>
                  <a:lnTo>
                    <a:pt x="29226" y="261598"/>
                  </a:lnTo>
                  <a:lnTo>
                    <a:pt x="32281" y="265913"/>
                  </a:lnTo>
                  <a:lnTo>
                    <a:pt x="35472" y="270130"/>
                  </a:lnTo>
                  <a:lnTo>
                    <a:pt x="38794" y="274243"/>
                  </a:lnTo>
                  <a:lnTo>
                    <a:pt x="42244" y="278249"/>
                  </a:lnTo>
                  <a:lnTo>
                    <a:pt x="45820" y="282144"/>
                  </a:lnTo>
                  <a:lnTo>
                    <a:pt x="49517" y="285924"/>
                  </a:lnTo>
                  <a:lnTo>
                    <a:pt x="53331" y="289586"/>
                  </a:lnTo>
                  <a:lnTo>
                    <a:pt x="57260" y="293125"/>
                  </a:lnTo>
                  <a:lnTo>
                    <a:pt x="61298" y="296537"/>
                  </a:lnTo>
                  <a:lnTo>
                    <a:pt x="65442" y="299821"/>
                  </a:lnTo>
                  <a:lnTo>
                    <a:pt x="69688" y="302971"/>
                  </a:lnTo>
                  <a:lnTo>
                    <a:pt x="74032" y="305986"/>
                  </a:lnTo>
                  <a:lnTo>
                    <a:pt x="78468" y="308862"/>
                  </a:lnTo>
                  <a:lnTo>
                    <a:pt x="82994" y="311596"/>
                  </a:lnTo>
                  <a:lnTo>
                    <a:pt x="87604" y="314186"/>
                  </a:lnTo>
                  <a:lnTo>
                    <a:pt x="92293" y="316629"/>
                  </a:lnTo>
                  <a:lnTo>
                    <a:pt x="97057" y="318922"/>
                  </a:lnTo>
                  <a:lnTo>
                    <a:pt x="101891" y="321063"/>
                  </a:lnTo>
                  <a:lnTo>
                    <a:pt x="106791" y="323050"/>
                  </a:lnTo>
                  <a:lnTo>
                    <a:pt x="111751" y="324882"/>
                  </a:lnTo>
                  <a:lnTo>
                    <a:pt x="116766" y="326556"/>
                  </a:lnTo>
                  <a:lnTo>
                    <a:pt x="121832" y="328070"/>
                  </a:lnTo>
                  <a:lnTo>
                    <a:pt x="126943" y="329423"/>
                  </a:lnTo>
                  <a:lnTo>
                    <a:pt x="132095" y="330614"/>
                  </a:lnTo>
                  <a:lnTo>
                    <a:pt x="137281" y="331641"/>
                  </a:lnTo>
                  <a:lnTo>
                    <a:pt x="142498" y="332504"/>
                  </a:lnTo>
                  <a:lnTo>
                    <a:pt x="147739" y="333202"/>
                  </a:lnTo>
                  <a:lnTo>
                    <a:pt x="152999" y="333733"/>
                  </a:lnTo>
                  <a:lnTo>
                    <a:pt x="158274" y="334098"/>
                  </a:lnTo>
                  <a:lnTo>
                    <a:pt x="163558" y="334295"/>
                  </a:lnTo>
                  <a:lnTo>
                    <a:pt x="168845" y="334326"/>
                  </a:lnTo>
                  <a:lnTo>
                    <a:pt x="174130" y="334189"/>
                  </a:lnTo>
                  <a:lnTo>
                    <a:pt x="179409" y="333886"/>
                  </a:lnTo>
                  <a:lnTo>
                    <a:pt x="184675" y="333415"/>
                  </a:lnTo>
                  <a:lnTo>
                    <a:pt x="189924" y="332778"/>
                  </a:lnTo>
                  <a:lnTo>
                    <a:pt x="195150" y="331976"/>
                  </a:lnTo>
                  <a:lnTo>
                    <a:pt x="200348" y="331008"/>
                  </a:lnTo>
                  <a:lnTo>
                    <a:pt x="205513" y="329877"/>
                  </a:lnTo>
                  <a:lnTo>
                    <a:pt x="210639" y="328583"/>
                  </a:lnTo>
                  <a:lnTo>
                    <a:pt x="215722" y="327127"/>
                  </a:lnTo>
                  <a:lnTo>
                    <a:pt x="220757" y="325512"/>
                  </a:lnTo>
                  <a:lnTo>
                    <a:pt x="225738" y="323738"/>
                  </a:lnTo>
                  <a:lnTo>
                    <a:pt x="230660" y="321807"/>
                  </a:lnTo>
                  <a:lnTo>
                    <a:pt x="235519" y="319722"/>
                  </a:lnTo>
                  <a:lnTo>
                    <a:pt x="240309" y="317484"/>
                  </a:lnTo>
                  <a:lnTo>
                    <a:pt x="245026" y="315096"/>
                  </a:lnTo>
                  <a:lnTo>
                    <a:pt x="249665" y="312559"/>
                  </a:lnTo>
                  <a:lnTo>
                    <a:pt x="254222" y="309878"/>
                  </a:lnTo>
                  <a:lnTo>
                    <a:pt x="258692" y="307053"/>
                  </a:lnTo>
                  <a:lnTo>
                    <a:pt x="263070" y="304089"/>
                  </a:lnTo>
                  <a:lnTo>
                    <a:pt x="267352" y="300987"/>
                  </a:lnTo>
                  <a:lnTo>
                    <a:pt x="271534" y="297752"/>
                  </a:lnTo>
                  <a:lnTo>
                    <a:pt x="275611" y="294386"/>
                  </a:lnTo>
                  <a:lnTo>
                    <a:pt x="279580" y="290893"/>
                  </a:lnTo>
                  <a:lnTo>
                    <a:pt x="283437" y="287276"/>
                  </a:lnTo>
                  <a:lnTo>
                    <a:pt x="287177" y="283539"/>
                  </a:lnTo>
                  <a:lnTo>
                    <a:pt x="290798" y="279685"/>
                  </a:lnTo>
                  <a:lnTo>
                    <a:pt x="294294" y="275719"/>
                  </a:lnTo>
                  <a:lnTo>
                    <a:pt x="297663" y="271645"/>
                  </a:lnTo>
                  <a:lnTo>
                    <a:pt x="300902" y="267466"/>
                  </a:lnTo>
                  <a:lnTo>
                    <a:pt x="304007" y="263186"/>
                  </a:lnTo>
                  <a:lnTo>
                    <a:pt x="306975" y="258810"/>
                  </a:lnTo>
                  <a:lnTo>
                    <a:pt x="309804" y="254343"/>
                  </a:lnTo>
                  <a:lnTo>
                    <a:pt x="312489" y="249789"/>
                  </a:lnTo>
                  <a:lnTo>
                    <a:pt x="315029" y="245152"/>
                  </a:lnTo>
                  <a:lnTo>
                    <a:pt x="317422" y="240437"/>
                  </a:lnTo>
                  <a:lnTo>
                    <a:pt x="319664" y="235648"/>
                  </a:lnTo>
                  <a:lnTo>
                    <a:pt x="321753" y="230791"/>
                  </a:lnTo>
                  <a:lnTo>
                    <a:pt x="323688" y="225871"/>
                  </a:lnTo>
                  <a:lnTo>
                    <a:pt x="325466" y="220891"/>
                  </a:lnTo>
                  <a:lnTo>
                    <a:pt x="327086" y="215858"/>
                  </a:lnTo>
                  <a:lnTo>
                    <a:pt x="328546" y="210776"/>
                  </a:lnTo>
                  <a:lnTo>
                    <a:pt x="329844" y="205651"/>
                  </a:lnTo>
                  <a:lnTo>
                    <a:pt x="330980" y="200487"/>
                  </a:lnTo>
                  <a:lnTo>
                    <a:pt x="331952" y="195290"/>
                  </a:lnTo>
                  <a:lnTo>
                    <a:pt x="332759" y="190065"/>
                  </a:lnTo>
                  <a:lnTo>
                    <a:pt x="333400" y="184816"/>
                  </a:lnTo>
                  <a:lnTo>
                    <a:pt x="333875" y="179550"/>
                  </a:lnTo>
                  <a:lnTo>
                    <a:pt x="334183" y="174272"/>
                  </a:lnTo>
                  <a:lnTo>
                    <a:pt x="334324" y="168987"/>
                  </a:lnTo>
                  <a:lnTo>
                    <a:pt x="334298" y="163699"/>
                  </a:lnTo>
                  <a:lnTo>
                    <a:pt x="334105" y="158416"/>
                  </a:lnTo>
                  <a:lnTo>
                    <a:pt x="333745" y="153141"/>
                  </a:lnTo>
                  <a:lnTo>
                    <a:pt x="333218" y="147880"/>
                  </a:lnTo>
                  <a:lnTo>
                    <a:pt x="332525" y="142638"/>
                  </a:lnTo>
                  <a:lnTo>
                    <a:pt x="331667" y="137421"/>
                  </a:lnTo>
                  <a:lnTo>
                    <a:pt x="330644" y="132234"/>
                  </a:lnTo>
                  <a:lnTo>
                    <a:pt x="329457" y="127081"/>
                  </a:lnTo>
                  <a:lnTo>
                    <a:pt x="328108" y="121969"/>
                  </a:lnTo>
                  <a:lnTo>
                    <a:pt x="326598" y="116902"/>
                  </a:lnTo>
                  <a:lnTo>
                    <a:pt x="324929" y="111885"/>
                  </a:lnTo>
                  <a:lnTo>
                    <a:pt x="323102" y="106923"/>
                  </a:lnTo>
                  <a:lnTo>
                    <a:pt x="321118" y="102022"/>
                  </a:lnTo>
                  <a:lnTo>
                    <a:pt x="318981" y="97186"/>
                  </a:lnTo>
                  <a:lnTo>
                    <a:pt x="316692" y="92420"/>
                  </a:lnTo>
                  <a:lnTo>
                    <a:pt x="314254" y="87728"/>
                  </a:lnTo>
                  <a:lnTo>
                    <a:pt x="311668" y="83117"/>
                  </a:lnTo>
                  <a:lnTo>
                    <a:pt x="308937" y="78589"/>
                  </a:lnTo>
                  <a:lnTo>
                    <a:pt x="306065" y="74150"/>
                  </a:lnTo>
                  <a:lnTo>
                    <a:pt x="303054" y="69804"/>
                  </a:lnTo>
                  <a:lnTo>
                    <a:pt x="299907" y="65555"/>
                  </a:lnTo>
                  <a:lnTo>
                    <a:pt x="296627" y="61408"/>
                  </a:lnTo>
                  <a:lnTo>
                    <a:pt x="293218" y="57367"/>
                  </a:lnTo>
                  <a:lnTo>
                    <a:pt x="289682" y="53435"/>
                  </a:lnTo>
                  <a:lnTo>
                    <a:pt x="286024" y="49618"/>
                  </a:lnTo>
                  <a:lnTo>
                    <a:pt x="282247" y="45917"/>
                  </a:lnTo>
                  <a:lnTo>
                    <a:pt x="278355" y="42339"/>
                  </a:lnTo>
                  <a:lnTo>
                    <a:pt x="274352" y="38885"/>
                  </a:lnTo>
                  <a:lnTo>
                    <a:pt x="270242" y="35559"/>
                  </a:lnTo>
                  <a:lnTo>
                    <a:pt x="266028" y="32365"/>
                  </a:lnTo>
                  <a:lnTo>
                    <a:pt x="261715" y="29306"/>
                  </a:lnTo>
                  <a:lnTo>
                    <a:pt x="257308" y="26385"/>
                  </a:lnTo>
                  <a:lnTo>
                    <a:pt x="252811" y="23605"/>
                  </a:lnTo>
                  <a:lnTo>
                    <a:pt x="248228" y="20968"/>
                  </a:lnTo>
                  <a:lnTo>
                    <a:pt x="243564" y="18478"/>
                  </a:lnTo>
                  <a:lnTo>
                    <a:pt x="238824" y="16136"/>
                  </a:lnTo>
                  <a:lnTo>
                    <a:pt x="234011" y="13946"/>
                  </a:lnTo>
                  <a:lnTo>
                    <a:pt x="229132" y="11908"/>
                  </a:lnTo>
                  <a:lnTo>
                    <a:pt x="224191" y="10026"/>
                  </a:lnTo>
                  <a:lnTo>
                    <a:pt x="219193" y="8302"/>
                  </a:lnTo>
                  <a:lnTo>
                    <a:pt x="214143" y="6736"/>
                  </a:lnTo>
                  <a:lnTo>
                    <a:pt x="209046" y="5330"/>
                  </a:lnTo>
                  <a:lnTo>
                    <a:pt x="203907" y="4087"/>
                  </a:lnTo>
                  <a:lnTo>
                    <a:pt x="198731" y="3007"/>
                  </a:lnTo>
                  <a:lnTo>
                    <a:pt x="193524" y="2090"/>
                  </a:lnTo>
                  <a:lnTo>
                    <a:pt x="188290" y="1339"/>
                  </a:lnTo>
                  <a:lnTo>
                    <a:pt x="183035" y="754"/>
                  </a:lnTo>
                  <a:lnTo>
                    <a:pt x="177765" y="336"/>
                  </a:lnTo>
                  <a:lnTo>
                    <a:pt x="172483" y="84"/>
                  </a:lnTo>
                  <a:lnTo>
                    <a:pt x="16719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7902" y="4213821"/>
              <a:ext cx="3385" cy="167167"/>
            </a:xfrm>
            <a:custGeom>
              <a:avLst/>
              <a:pathLst>
                <a:path w="3385" h="167167">
                  <a:moveTo>
                    <a:pt x="3385" y="0"/>
                  </a:moveTo>
                  <a:lnTo>
                    <a:pt x="0" y="34"/>
                  </a:lnTo>
                  <a:lnTo>
                    <a:pt x="338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902" y="42138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902" y="42138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902" y="42138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902" y="42138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902" y="42138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902" y="42138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902" y="42138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902" y="42138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902" y="42138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902" y="4213855"/>
              <a:ext cx="3385" cy="167133"/>
            </a:xfrm>
            <a:custGeom>
              <a:avLst/>
              <a:pathLst>
                <a:path w="3385" h="167133">
                  <a:moveTo>
                    <a:pt x="0" y="0"/>
                  </a:moveTo>
                  <a:lnTo>
                    <a:pt x="3385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14120" y="4213821"/>
              <a:ext cx="334324" cy="334326"/>
            </a:xfrm>
            <a:custGeom>
              <a:avLst/>
              <a:pathLst>
                <a:path w="334324" h="334326">
                  <a:moveTo>
                    <a:pt x="163781" y="34"/>
                  </a:moveTo>
                  <a:lnTo>
                    <a:pt x="158498" y="224"/>
                  </a:lnTo>
                  <a:lnTo>
                    <a:pt x="153222" y="582"/>
                  </a:lnTo>
                  <a:lnTo>
                    <a:pt x="147961" y="1106"/>
                  </a:lnTo>
                  <a:lnTo>
                    <a:pt x="142719" y="1797"/>
                  </a:lnTo>
                  <a:lnTo>
                    <a:pt x="137502" y="2653"/>
                  </a:lnTo>
                  <a:lnTo>
                    <a:pt x="132314" y="3673"/>
                  </a:lnTo>
                  <a:lnTo>
                    <a:pt x="127161" y="4857"/>
                  </a:lnTo>
                  <a:lnTo>
                    <a:pt x="122048" y="6204"/>
                  </a:lnTo>
                  <a:lnTo>
                    <a:pt x="116980" y="7711"/>
                  </a:lnTo>
                  <a:lnTo>
                    <a:pt x="111962" y="9378"/>
                  </a:lnTo>
                  <a:lnTo>
                    <a:pt x="107000" y="11203"/>
                  </a:lnTo>
                  <a:lnTo>
                    <a:pt x="102097" y="13183"/>
                  </a:lnTo>
                  <a:lnTo>
                    <a:pt x="97260" y="15318"/>
                  </a:lnTo>
                  <a:lnTo>
                    <a:pt x="92493" y="17605"/>
                  </a:lnTo>
                  <a:lnTo>
                    <a:pt x="87801" y="20041"/>
                  </a:lnTo>
                  <a:lnTo>
                    <a:pt x="83187" y="22625"/>
                  </a:lnTo>
                  <a:lnTo>
                    <a:pt x="78658" y="25353"/>
                  </a:lnTo>
                  <a:lnTo>
                    <a:pt x="74218" y="28223"/>
                  </a:lnTo>
                  <a:lnTo>
                    <a:pt x="69870" y="31232"/>
                  </a:lnTo>
                  <a:lnTo>
                    <a:pt x="65620" y="34377"/>
                  </a:lnTo>
                  <a:lnTo>
                    <a:pt x="61471" y="37655"/>
                  </a:lnTo>
                  <a:lnTo>
                    <a:pt x="57428" y="41062"/>
                  </a:lnTo>
                  <a:lnTo>
                    <a:pt x="53495" y="44596"/>
                  </a:lnTo>
                  <a:lnTo>
                    <a:pt x="49676" y="48252"/>
                  </a:lnTo>
                  <a:lnTo>
                    <a:pt x="45974" y="52027"/>
                  </a:lnTo>
                  <a:lnTo>
                    <a:pt x="42393" y="55917"/>
                  </a:lnTo>
                  <a:lnTo>
                    <a:pt x="38937" y="59919"/>
                  </a:lnTo>
                  <a:lnTo>
                    <a:pt x="35610" y="64028"/>
                  </a:lnTo>
                  <a:lnTo>
                    <a:pt x="32414" y="68240"/>
                  </a:lnTo>
                  <a:lnTo>
                    <a:pt x="29353" y="72551"/>
                  </a:lnTo>
                  <a:lnTo>
                    <a:pt x="26429" y="76956"/>
                  </a:lnTo>
                  <a:lnTo>
                    <a:pt x="23647" y="81452"/>
                  </a:lnTo>
                  <a:lnTo>
                    <a:pt x="21008" y="86034"/>
                  </a:lnTo>
                  <a:lnTo>
                    <a:pt x="18515" y="90697"/>
                  </a:lnTo>
                  <a:lnTo>
                    <a:pt x="16171" y="95436"/>
                  </a:lnTo>
                  <a:lnTo>
                    <a:pt x="13978" y="100247"/>
                  </a:lnTo>
                  <a:lnTo>
                    <a:pt x="11939" y="105125"/>
                  </a:lnTo>
                  <a:lnTo>
                    <a:pt x="10054" y="110065"/>
                  </a:lnTo>
                  <a:lnTo>
                    <a:pt x="8327" y="115063"/>
                  </a:lnTo>
                  <a:lnTo>
                    <a:pt x="6759" y="120112"/>
                  </a:lnTo>
                  <a:lnTo>
                    <a:pt x="5351" y="125208"/>
                  </a:lnTo>
                  <a:lnTo>
                    <a:pt x="4105" y="130347"/>
                  </a:lnTo>
                  <a:lnTo>
                    <a:pt x="3022" y="135522"/>
                  </a:lnTo>
                  <a:lnTo>
                    <a:pt x="2103" y="140729"/>
                  </a:lnTo>
                  <a:lnTo>
                    <a:pt x="1350" y="145962"/>
                  </a:lnTo>
                  <a:lnTo>
                    <a:pt x="762" y="151217"/>
                  </a:lnTo>
                  <a:lnTo>
                    <a:pt x="341" y="156487"/>
                  </a:lnTo>
                  <a:lnTo>
                    <a:pt x="87" y="161768"/>
                  </a:lnTo>
                  <a:lnTo>
                    <a:pt x="0" y="167055"/>
                  </a:lnTo>
                  <a:lnTo>
                    <a:pt x="80" y="172342"/>
                  </a:lnTo>
                  <a:lnTo>
                    <a:pt x="327" y="177623"/>
                  </a:lnTo>
                  <a:lnTo>
                    <a:pt x="741" y="182894"/>
                  </a:lnTo>
                  <a:lnTo>
                    <a:pt x="1322" y="188150"/>
                  </a:lnTo>
                  <a:lnTo>
                    <a:pt x="2068" y="193384"/>
                  </a:lnTo>
                  <a:lnTo>
                    <a:pt x="2980" y="198592"/>
                  </a:lnTo>
                  <a:lnTo>
                    <a:pt x="4056" y="203769"/>
                  </a:lnTo>
                  <a:lnTo>
                    <a:pt x="5295" y="208909"/>
                  </a:lnTo>
                  <a:lnTo>
                    <a:pt x="6696" y="214007"/>
                  </a:lnTo>
                  <a:lnTo>
                    <a:pt x="8257" y="219058"/>
                  </a:lnTo>
                  <a:lnTo>
                    <a:pt x="9978" y="224058"/>
                  </a:lnTo>
                  <a:lnTo>
                    <a:pt x="11856" y="229001"/>
                  </a:lnTo>
                  <a:lnTo>
                    <a:pt x="13889" y="233881"/>
                  </a:lnTo>
                  <a:lnTo>
                    <a:pt x="16075" y="238695"/>
                  </a:lnTo>
                  <a:lnTo>
                    <a:pt x="18413" y="243438"/>
                  </a:lnTo>
                  <a:lnTo>
                    <a:pt x="20899" y="248104"/>
                  </a:lnTo>
                  <a:lnTo>
                    <a:pt x="23532" y="252689"/>
                  </a:lnTo>
                  <a:lnTo>
                    <a:pt x="26309" y="257189"/>
                  </a:lnTo>
                  <a:lnTo>
                    <a:pt x="29226" y="261598"/>
                  </a:lnTo>
                  <a:lnTo>
                    <a:pt x="32281" y="265913"/>
                  </a:lnTo>
                  <a:lnTo>
                    <a:pt x="35472" y="270130"/>
                  </a:lnTo>
                  <a:lnTo>
                    <a:pt x="38794" y="274243"/>
                  </a:lnTo>
                  <a:lnTo>
                    <a:pt x="42244" y="278249"/>
                  </a:lnTo>
                  <a:lnTo>
                    <a:pt x="45820" y="282144"/>
                  </a:lnTo>
                  <a:lnTo>
                    <a:pt x="49517" y="285924"/>
                  </a:lnTo>
                  <a:lnTo>
                    <a:pt x="53331" y="289586"/>
                  </a:lnTo>
                  <a:lnTo>
                    <a:pt x="57260" y="293125"/>
                  </a:lnTo>
                  <a:lnTo>
                    <a:pt x="61298" y="296537"/>
                  </a:lnTo>
                  <a:lnTo>
                    <a:pt x="65442" y="299821"/>
                  </a:lnTo>
                  <a:lnTo>
                    <a:pt x="69688" y="302971"/>
                  </a:lnTo>
                  <a:lnTo>
                    <a:pt x="74032" y="305986"/>
                  </a:lnTo>
                  <a:lnTo>
                    <a:pt x="78468" y="308862"/>
                  </a:lnTo>
                  <a:lnTo>
                    <a:pt x="82994" y="311596"/>
                  </a:lnTo>
                  <a:lnTo>
                    <a:pt x="87604" y="314186"/>
                  </a:lnTo>
                  <a:lnTo>
                    <a:pt x="92293" y="316629"/>
                  </a:lnTo>
                  <a:lnTo>
                    <a:pt x="97057" y="318922"/>
                  </a:lnTo>
                  <a:lnTo>
                    <a:pt x="101891" y="321063"/>
                  </a:lnTo>
                  <a:lnTo>
                    <a:pt x="106791" y="323050"/>
                  </a:lnTo>
                  <a:lnTo>
                    <a:pt x="111751" y="324882"/>
                  </a:lnTo>
                  <a:lnTo>
                    <a:pt x="116766" y="326556"/>
                  </a:lnTo>
                  <a:lnTo>
                    <a:pt x="121832" y="328070"/>
                  </a:lnTo>
                  <a:lnTo>
                    <a:pt x="126943" y="329423"/>
                  </a:lnTo>
                  <a:lnTo>
                    <a:pt x="132095" y="330614"/>
                  </a:lnTo>
                  <a:lnTo>
                    <a:pt x="137281" y="331641"/>
                  </a:lnTo>
                  <a:lnTo>
                    <a:pt x="142498" y="332504"/>
                  </a:lnTo>
                  <a:lnTo>
                    <a:pt x="147739" y="333202"/>
                  </a:lnTo>
                  <a:lnTo>
                    <a:pt x="152999" y="333733"/>
                  </a:lnTo>
                  <a:lnTo>
                    <a:pt x="158274" y="334098"/>
                  </a:lnTo>
                  <a:lnTo>
                    <a:pt x="163558" y="334295"/>
                  </a:lnTo>
                  <a:lnTo>
                    <a:pt x="168845" y="334326"/>
                  </a:lnTo>
                  <a:lnTo>
                    <a:pt x="174130" y="334189"/>
                  </a:lnTo>
                  <a:lnTo>
                    <a:pt x="179409" y="333886"/>
                  </a:lnTo>
                  <a:lnTo>
                    <a:pt x="184675" y="333415"/>
                  </a:lnTo>
                  <a:lnTo>
                    <a:pt x="189924" y="332778"/>
                  </a:lnTo>
                  <a:lnTo>
                    <a:pt x="195150" y="331976"/>
                  </a:lnTo>
                  <a:lnTo>
                    <a:pt x="200348" y="331008"/>
                  </a:lnTo>
                  <a:lnTo>
                    <a:pt x="205513" y="329877"/>
                  </a:lnTo>
                  <a:lnTo>
                    <a:pt x="210639" y="328583"/>
                  </a:lnTo>
                  <a:lnTo>
                    <a:pt x="215722" y="327127"/>
                  </a:lnTo>
                  <a:lnTo>
                    <a:pt x="220757" y="325512"/>
                  </a:lnTo>
                  <a:lnTo>
                    <a:pt x="225738" y="323738"/>
                  </a:lnTo>
                  <a:lnTo>
                    <a:pt x="230660" y="321807"/>
                  </a:lnTo>
                  <a:lnTo>
                    <a:pt x="235519" y="319722"/>
                  </a:lnTo>
                  <a:lnTo>
                    <a:pt x="240309" y="317484"/>
                  </a:lnTo>
                  <a:lnTo>
                    <a:pt x="245026" y="315096"/>
                  </a:lnTo>
                  <a:lnTo>
                    <a:pt x="249665" y="312559"/>
                  </a:lnTo>
                  <a:lnTo>
                    <a:pt x="254222" y="309878"/>
                  </a:lnTo>
                  <a:lnTo>
                    <a:pt x="258692" y="307053"/>
                  </a:lnTo>
                  <a:lnTo>
                    <a:pt x="263070" y="304089"/>
                  </a:lnTo>
                  <a:lnTo>
                    <a:pt x="267352" y="300987"/>
                  </a:lnTo>
                  <a:lnTo>
                    <a:pt x="271534" y="297752"/>
                  </a:lnTo>
                  <a:lnTo>
                    <a:pt x="275611" y="294386"/>
                  </a:lnTo>
                  <a:lnTo>
                    <a:pt x="279580" y="290893"/>
                  </a:lnTo>
                  <a:lnTo>
                    <a:pt x="283437" y="287276"/>
                  </a:lnTo>
                  <a:lnTo>
                    <a:pt x="287177" y="283539"/>
                  </a:lnTo>
                  <a:lnTo>
                    <a:pt x="290798" y="279685"/>
                  </a:lnTo>
                  <a:lnTo>
                    <a:pt x="294294" y="275719"/>
                  </a:lnTo>
                  <a:lnTo>
                    <a:pt x="297663" y="271645"/>
                  </a:lnTo>
                  <a:lnTo>
                    <a:pt x="300902" y="267466"/>
                  </a:lnTo>
                  <a:lnTo>
                    <a:pt x="304007" y="263186"/>
                  </a:lnTo>
                  <a:lnTo>
                    <a:pt x="306975" y="258810"/>
                  </a:lnTo>
                  <a:lnTo>
                    <a:pt x="309804" y="254343"/>
                  </a:lnTo>
                  <a:lnTo>
                    <a:pt x="312489" y="249789"/>
                  </a:lnTo>
                  <a:lnTo>
                    <a:pt x="315029" y="245152"/>
                  </a:lnTo>
                  <a:lnTo>
                    <a:pt x="317422" y="240437"/>
                  </a:lnTo>
                  <a:lnTo>
                    <a:pt x="319664" y="235648"/>
                  </a:lnTo>
                  <a:lnTo>
                    <a:pt x="321753" y="230791"/>
                  </a:lnTo>
                  <a:lnTo>
                    <a:pt x="323688" y="225871"/>
                  </a:lnTo>
                  <a:lnTo>
                    <a:pt x="325466" y="220891"/>
                  </a:lnTo>
                  <a:lnTo>
                    <a:pt x="327086" y="215858"/>
                  </a:lnTo>
                  <a:lnTo>
                    <a:pt x="328546" y="210776"/>
                  </a:lnTo>
                  <a:lnTo>
                    <a:pt x="329844" y="205651"/>
                  </a:lnTo>
                  <a:lnTo>
                    <a:pt x="330980" y="200487"/>
                  </a:lnTo>
                  <a:lnTo>
                    <a:pt x="331952" y="195290"/>
                  </a:lnTo>
                  <a:lnTo>
                    <a:pt x="332759" y="190065"/>
                  </a:lnTo>
                  <a:lnTo>
                    <a:pt x="333400" y="184816"/>
                  </a:lnTo>
                  <a:lnTo>
                    <a:pt x="333875" y="179550"/>
                  </a:lnTo>
                  <a:lnTo>
                    <a:pt x="334183" y="174272"/>
                  </a:lnTo>
                  <a:lnTo>
                    <a:pt x="334324" y="168987"/>
                  </a:lnTo>
                  <a:lnTo>
                    <a:pt x="334298" y="163699"/>
                  </a:lnTo>
                  <a:lnTo>
                    <a:pt x="334105" y="158416"/>
                  </a:lnTo>
                  <a:lnTo>
                    <a:pt x="333745" y="153141"/>
                  </a:lnTo>
                  <a:lnTo>
                    <a:pt x="333218" y="147880"/>
                  </a:lnTo>
                  <a:lnTo>
                    <a:pt x="332525" y="142638"/>
                  </a:lnTo>
                  <a:lnTo>
                    <a:pt x="331667" y="137421"/>
                  </a:lnTo>
                  <a:lnTo>
                    <a:pt x="330644" y="132234"/>
                  </a:lnTo>
                  <a:lnTo>
                    <a:pt x="329457" y="127081"/>
                  </a:lnTo>
                  <a:lnTo>
                    <a:pt x="328108" y="121969"/>
                  </a:lnTo>
                  <a:lnTo>
                    <a:pt x="326598" y="116902"/>
                  </a:lnTo>
                  <a:lnTo>
                    <a:pt x="324929" y="111885"/>
                  </a:lnTo>
                  <a:lnTo>
                    <a:pt x="323102" y="106923"/>
                  </a:lnTo>
                  <a:lnTo>
                    <a:pt x="321118" y="102022"/>
                  </a:lnTo>
                  <a:lnTo>
                    <a:pt x="318981" y="97186"/>
                  </a:lnTo>
                  <a:lnTo>
                    <a:pt x="316692" y="92420"/>
                  </a:lnTo>
                  <a:lnTo>
                    <a:pt x="314254" y="87728"/>
                  </a:lnTo>
                  <a:lnTo>
                    <a:pt x="311668" y="83117"/>
                  </a:lnTo>
                  <a:lnTo>
                    <a:pt x="308937" y="78589"/>
                  </a:lnTo>
                  <a:lnTo>
                    <a:pt x="306065" y="74150"/>
                  </a:lnTo>
                  <a:lnTo>
                    <a:pt x="303054" y="69804"/>
                  </a:lnTo>
                  <a:lnTo>
                    <a:pt x="299907" y="65555"/>
                  </a:lnTo>
                  <a:lnTo>
                    <a:pt x="296627" y="61408"/>
                  </a:lnTo>
                  <a:lnTo>
                    <a:pt x="293218" y="57367"/>
                  </a:lnTo>
                  <a:lnTo>
                    <a:pt x="289682" y="53435"/>
                  </a:lnTo>
                  <a:lnTo>
                    <a:pt x="286024" y="49618"/>
                  </a:lnTo>
                  <a:lnTo>
                    <a:pt x="282247" y="45917"/>
                  </a:lnTo>
                  <a:lnTo>
                    <a:pt x="278355" y="42339"/>
                  </a:lnTo>
                  <a:lnTo>
                    <a:pt x="274352" y="38885"/>
                  </a:lnTo>
                  <a:lnTo>
                    <a:pt x="270242" y="35559"/>
                  </a:lnTo>
                  <a:lnTo>
                    <a:pt x="266028" y="32365"/>
                  </a:lnTo>
                  <a:lnTo>
                    <a:pt x="261715" y="29306"/>
                  </a:lnTo>
                  <a:lnTo>
                    <a:pt x="257308" y="26385"/>
                  </a:lnTo>
                  <a:lnTo>
                    <a:pt x="252811" y="23605"/>
                  </a:lnTo>
                  <a:lnTo>
                    <a:pt x="248228" y="20968"/>
                  </a:lnTo>
                  <a:lnTo>
                    <a:pt x="243564" y="18478"/>
                  </a:lnTo>
                  <a:lnTo>
                    <a:pt x="238824" y="16136"/>
                  </a:lnTo>
                  <a:lnTo>
                    <a:pt x="234011" y="13946"/>
                  </a:lnTo>
                  <a:lnTo>
                    <a:pt x="229132" y="11908"/>
                  </a:lnTo>
                  <a:lnTo>
                    <a:pt x="224191" y="10026"/>
                  </a:lnTo>
                  <a:lnTo>
                    <a:pt x="219193" y="8302"/>
                  </a:lnTo>
                  <a:lnTo>
                    <a:pt x="214143" y="6736"/>
                  </a:lnTo>
                  <a:lnTo>
                    <a:pt x="209046" y="5330"/>
                  </a:lnTo>
                  <a:lnTo>
                    <a:pt x="203907" y="4087"/>
                  </a:lnTo>
                  <a:lnTo>
                    <a:pt x="198731" y="3007"/>
                  </a:lnTo>
                  <a:lnTo>
                    <a:pt x="193524" y="2090"/>
                  </a:lnTo>
                  <a:lnTo>
                    <a:pt x="188290" y="1339"/>
                  </a:lnTo>
                  <a:lnTo>
                    <a:pt x="183035" y="754"/>
                  </a:lnTo>
                  <a:lnTo>
                    <a:pt x="177765" y="336"/>
                  </a:lnTo>
                  <a:lnTo>
                    <a:pt x="172483" y="84"/>
                  </a:lnTo>
                  <a:lnTo>
                    <a:pt x="16719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805" y="4659281"/>
              <a:ext cx="719" cy="167167"/>
            </a:xfrm>
            <a:custGeom>
              <a:avLst/>
              <a:pathLst>
                <a:path w="719" h="167167">
                  <a:moveTo>
                    <a:pt x="719" y="0"/>
                  </a:moveTo>
                  <a:lnTo>
                    <a:pt x="0" y="1"/>
                  </a:lnTo>
                  <a:lnTo>
                    <a:pt x="71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805" y="4659283"/>
              <a:ext cx="719" cy="167165"/>
            </a:xfrm>
            <a:custGeom>
              <a:avLst/>
              <a:pathLst>
                <a:path w="719" h="167165">
                  <a:moveTo>
                    <a:pt x="0" y="0"/>
                  </a:moveTo>
                  <a:lnTo>
                    <a:pt x="719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42594" y="4659283"/>
              <a:ext cx="143930" cy="167165"/>
            </a:xfrm>
            <a:custGeom>
              <a:avLst/>
              <a:pathLst>
                <a:path w="143930" h="167165">
                  <a:moveTo>
                    <a:pt x="143211" y="0"/>
                  </a:moveTo>
                  <a:lnTo>
                    <a:pt x="137642" y="116"/>
                  </a:lnTo>
                  <a:lnTo>
                    <a:pt x="132080" y="418"/>
                  </a:lnTo>
                  <a:lnTo>
                    <a:pt x="126532" y="906"/>
                  </a:lnTo>
                  <a:lnTo>
                    <a:pt x="121003" y="1578"/>
                  </a:lnTo>
                  <a:lnTo>
                    <a:pt x="115499" y="2433"/>
                  </a:lnTo>
                  <a:lnTo>
                    <a:pt x="110027" y="3472"/>
                  </a:lnTo>
                  <a:lnTo>
                    <a:pt x="104593" y="4692"/>
                  </a:lnTo>
                  <a:lnTo>
                    <a:pt x="99202" y="6093"/>
                  </a:lnTo>
                  <a:lnTo>
                    <a:pt x="93861" y="7672"/>
                  </a:lnTo>
                  <a:lnTo>
                    <a:pt x="88575" y="9429"/>
                  </a:lnTo>
                  <a:lnTo>
                    <a:pt x="83351" y="11360"/>
                  </a:lnTo>
                  <a:lnTo>
                    <a:pt x="78195" y="13465"/>
                  </a:lnTo>
                  <a:lnTo>
                    <a:pt x="73111" y="15740"/>
                  </a:lnTo>
                  <a:lnTo>
                    <a:pt x="68105" y="18183"/>
                  </a:lnTo>
                  <a:lnTo>
                    <a:pt x="63184" y="20792"/>
                  </a:lnTo>
                  <a:lnTo>
                    <a:pt x="58353" y="23563"/>
                  </a:lnTo>
                  <a:lnTo>
                    <a:pt x="53616" y="26494"/>
                  </a:lnTo>
                  <a:lnTo>
                    <a:pt x="48980" y="29581"/>
                  </a:lnTo>
                  <a:lnTo>
                    <a:pt x="44450" y="32820"/>
                  </a:lnTo>
                  <a:lnTo>
                    <a:pt x="40029" y="36209"/>
                  </a:lnTo>
                  <a:lnTo>
                    <a:pt x="35724" y="39743"/>
                  </a:lnTo>
                  <a:lnTo>
                    <a:pt x="31539" y="43418"/>
                  </a:lnTo>
                  <a:lnTo>
                    <a:pt x="27479" y="47231"/>
                  </a:lnTo>
                  <a:lnTo>
                    <a:pt x="23548" y="51177"/>
                  </a:lnTo>
                  <a:lnTo>
                    <a:pt x="19751" y="55252"/>
                  </a:lnTo>
                  <a:lnTo>
                    <a:pt x="16092" y="59451"/>
                  </a:lnTo>
                  <a:lnTo>
                    <a:pt x="12574" y="63769"/>
                  </a:lnTo>
                  <a:lnTo>
                    <a:pt x="9203" y="68203"/>
                  </a:lnTo>
                  <a:lnTo>
                    <a:pt x="5981" y="72746"/>
                  </a:lnTo>
                  <a:lnTo>
                    <a:pt x="2912" y="77394"/>
                  </a:lnTo>
                  <a:lnTo>
                    <a:pt x="0" y="82141"/>
                  </a:lnTo>
                  <a:lnTo>
                    <a:pt x="143930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361" y="4659281"/>
              <a:ext cx="334316" cy="334331"/>
            </a:xfrm>
            <a:custGeom>
              <a:avLst/>
              <a:pathLst>
                <a:path w="334316" h="334331">
                  <a:moveTo>
                    <a:pt x="23233" y="82143"/>
                  </a:moveTo>
                  <a:lnTo>
                    <a:pt x="20603" y="86761"/>
                  </a:lnTo>
                  <a:lnTo>
                    <a:pt x="18121" y="91461"/>
                  </a:lnTo>
                  <a:lnTo>
                    <a:pt x="15790" y="96237"/>
                  </a:lnTo>
                  <a:lnTo>
                    <a:pt x="13611" y="101085"/>
                  </a:lnTo>
                  <a:lnTo>
                    <a:pt x="11588" y="105999"/>
                  </a:lnTo>
                  <a:lnTo>
                    <a:pt x="9723" y="110976"/>
                  </a:lnTo>
                  <a:lnTo>
                    <a:pt x="8016" y="116009"/>
                  </a:lnTo>
                  <a:lnTo>
                    <a:pt x="6470" y="121094"/>
                  </a:lnTo>
                  <a:lnTo>
                    <a:pt x="5087" y="126225"/>
                  </a:lnTo>
                  <a:lnTo>
                    <a:pt x="3867" y="131398"/>
                  </a:lnTo>
                  <a:lnTo>
                    <a:pt x="2813" y="136607"/>
                  </a:lnTo>
                  <a:lnTo>
                    <a:pt x="1924" y="141847"/>
                  </a:lnTo>
                  <a:lnTo>
                    <a:pt x="1203" y="147112"/>
                  </a:lnTo>
                  <a:lnTo>
                    <a:pt x="649" y="152398"/>
                  </a:lnTo>
                  <a:lnTo>
                    <a:pt x="264" y="157699"/>
                  </a:lnTo>
                  <a:lnTo>
                    <a:pt x="47" y="163009"/>
                  </a:lnTo>
                  <a:lnTo>
                    <a:pt x="0" y="168323"/>
                  </a:lnTo>
                  <a:lnTo>
                    <a:pt x="121" y="173637"/>
                  </a:lnTo>
                  <a:lnTo>
                    <a:pt x="411" y="178943"/>
                  </a:lnTo>
                  <a:lnTo>
                    <a:pt x="869" y="184238"/>
                  </a:lnTo>
                  <a:lnTo>
                    <a:pt x="1496" y="189516"/>
                  </a:lnTo>
                  <a:lnTo>
                    <a:pt x="2290" y="194771"/>
                  </a:lnTo>
                  <a:lnTo>
                    <a:pt x="3251" y="199998"/>
                  </a:lnTo>
                  <a:lnTo>
                    <a:pt x="4378" y="205192"/>
                  </a:lnTo>
                  <a:lnTo>
                    <a:pt x="5669" y="210347"/>
                  </a:lnTo>
                  <a:lnTo>
                    <a:pt x="7123" y="215459"/>
                  </a:lnTo>
                  <a:lnTo>
                    <a:pt x="8739" y="220522"/>
                  </a:lnTo>
                  <a:lnTo>
                    <a:pt x="10515" y="225531"/>
                  </a:lnTo>
                  <a:lnTo>
                    <a:pt x="12449" y="230481"/>
                  </a:lnTo>
                  <a:lnTo>
                    <a:pt x="14540" y="235367"/>
                  </a:lnTo>
                  <a:lnTo>
                    <a:pt x="16785" y="240184"/>
                  </a:lnTo>
                  <a:lnTo>
                    <a:pt x="19182" y="244928"/>
                  </a:lnTo>
                  <a:lnTo>
                    <a:pt x="21729" y="249592"/>
                  </a:lnTo>
                  <a:lnTo>
                    <a:pt x="24423" y="254174"/>
                  </a:lnTo>
                  <a:lnTo>
                    <a:pt x="27261" y="258667"/>
                  </a:lnTo>
                  <a:lnTo>
                    <a:pt x="30240" y="263068"/>
                  </a:lnTo>
                  <a:lnTo>
                    <a:pt x="33358" y="267373"/>
                  </a:lnTo>
                  <a:lnTo>
                    <a:pt x="36611" y="271575"/>
                  </a:lnTo>
                  <a:lnTo>
                    <a:pt x="39996" y="275673"/>
                  </a:lnTo>
                  <a:lnTo>
                    <a:pt x="43509" y="279660"/>
                  </a:lnTo>
                  <a:lnTo>
                    <a:pt x="47148" y="283534"/>
                  </a:lnTo>
                  <a:lnTo>
                    <a:pt x="50908" y="287290"/>
                  </a:lnTo>
                  <a:lnTo>
                    <a:pt x="54785" y="290925"/>
                  </a:lnTo>
                  <a:lnTo>
                    <a:pt x="58776" y="294435"/>
                  </a:lnTo>
                  <a:lnTo>
                    <a:pt x="62876" y="297816"/>
                  </a:lnTo>
                  <a:lnTo>
                    <a:pt x="67082" y="301065"/>
                  </a:lnTo>
                  <a:lnTo>
                    <a:pt x="71389" y="304179"/>
                  </a:lnTo>
                  <a:lnTo>
                    <a:pt x="75793" y="307154"/>
                  </a:lnTo>
                  <a:lnTo>
                    <a:pt x="80289" y="309988"/>
                  </a:lnTo>
                  <a:lnTo>
                    <a:pt x="84873" y="312677"/>
                  </a:lnTo>
                  <a:lnTo>
                    <a:pt x="89540" y="315220"/>
                  </a:lnTo>
                  <a:lnTo>
                    <a:pt x="94286" y="317612"/>
                  </a:lnTo>
                  <a:lnTo>
                    <a:pt x="99105" y="319853"/>
                  </a:lnTo>
                  <a:lnTo>
                    <a:pt x="103993" y="321939"/>
                  </a:lnTo>
                  <a:lnTo>
                    <a:pt x="108945" y="323869"/>
                  </a:lnTo>
                  <a:lnTo>
                    <a:pt x="113955" y="325641"/>
                  </a:lnTo>
                  <a:lnTo>
                    <a:pt x="119020" y="327252"/>
                  </a:lnTo>
                  <a:lnTo>
                    <a:pt x="124133" y="328701"/>
                  </a:lnTo>
                  <a:lnTo>
                    <a:pt x="129290" y="329988"/>
                  </a:lnTo>
                  <a:lnTo>
                    <a:pt x="134485" y="331109"/>
                  </a:lnTo>
                  <a:lnTo>
                    <a:pt x="139713" y="332065"/>
                  </a:lnTo>
                  <a:lnTo>
                    <a:pt x="144968" y="332854"/>
                  </a:lnTo>
                  <a:lnTo>
                    <a:pt x="150247" y="333476"/>
                  </a:lnTo>
                  <a:lnTo>
                    <a:pt x="155542" y="333930"/>
                  </a:lnTo>
                  <a:lnTo>
                    <a:pt x="160849" y="334215"/>
                  </a:lnTo>
                  <a:lnTo>
                    <a:pt x="166162" y="334331"/>
                  </a:lnTo>
                  <a:lnTo>
                    <a:pt x="171477" y="334279"/>
                  </a:lnTo>
                  <a:lnTo>
                    <a:pt x="176787" y="334057"/>
                  </a:lnTo>
                  <a:lnTo>
                    <a:pt x="182087" y="333667"/>
                  </a:lnTo>
                  <a:lnTo>
                    <a:pt x="187372" y="333108"/>
                  </a:lnTo>
                  <a:lnTo>
                    <a:pt x="192637" y="332382"/>
                  </a:lnTo>
                  <a:lnTo>
                    <a:pt x="197876" y="331489"/>
                  </a:lnTo>
                  <a:lnTo>
                    <a:pt x="203084" y="330429"/>
                  </a:lnTo>
                  <a:lnTo>
                    <a:pt x="208256" y="329205"/>
                  </a:lnTo>
                  <a:lnTo>
                    <a:pt x="213386" y="327817"/>
                  </a:lnTo>
                  <a:lnTo>
                    <a:pt x="218469" y="326266"/>
                  </a:lnTo>
                  <a:lnTo>
                    <a:pt x="223501" y="324555"/>
                  </a:lnTo>
                  <a:lnTo>
                    <a:pt x="228476" y="322685"/>
                  </a:lnTo>
                  <a:lnTo>
                    <a:pt x="233388" y="320657"/>
                  </a:lnTo>
                  <a:lnTo>
                    <a:pt x="238234" y="318474"/>
                  </a:lnTo>
                  <a:lnTo>
                    <a:pt x="243008" y="316138"/>
                  </a:lnTo>
                  <a:lnTo>
                    <a:pt x="247705" y="313652"/>
                  </a:lnTo>
                  <a:lnTo>
                    <a:pt x="252321" y="311018"/>
                  </a:lnTo>
                  <a:lnTo>
                    <a:pt x="256851" y="308238"/>
                  </a:lnTo>
                  <a:lnTo>
                    <a:pt x="261290" y="305316"/>
                  </a:lnTo>
                  <a:lnTo>
                    <a:pt x="265634" y="302254"/>
                  </a:lnTo>
                  <a:lnTo>
                    <a:pt x="269878" y="299055"/>
                  </a:lnTo>
                  <a:lnTo>
                    <a:pt x="274019" y="295724"/>
                  </a:lnTo>
                  <a:lnTo>
                    <a:pt x="278051" y="292262"/>
                  </a:lnTo>
                  <a:lnTo>
                    <a:pt x="281972" y="288674"/>
                  </a:lnTo>
                  <a:lnTo>
                    <a:pt x="285776" y="284963"/>
                  </a:lnTo>
                  <a:lnTo>
                    <a:pt x="289461" y="281133"/>
                  </a:lnTo>
                  <a:lnTo>
                    <a:pt x="293022" y="277187"/>
                  </a:lnTo>
                  <a:lnTo>
                    <a:pt x="296456" y="273131"/>
                  </a:lnTo>
                  <a:lnTo>
                    <a:pt x="299759" y="268967"/>
                  </a:lnTo>
                  <a:lnTo>
                    <a:pt x="302928" y="264701"/>
                  </a:lnTo>
                  <a:lnTo>
                    <a:pt x="305960" y="260336"/>
                  </a:lnTo>
                  <a:lnTo>
                    <a:pt x="308851" y="255877"/>
                  </a:lnTo>
                  <a:lnTo>
                    <a:pt x="311599" y="251328"/>
                  </a:lnTo>
                  <a:lnTo>
                    <a:pt x="314202" y="246694"/>
                  </a:lnTo>
                  <a:lnTo>
                    <a:pt x="316656" y="241980"/>
                  </a:lnTo>
                  <a:lnTo>
                    <a:pt x="318958" y="237190"/>
                  </a:lnTo>
                  <a:lnTo>
                    <a:pt x="321107" y="232329"/>
                  </a:lnTo>
                  <a:lnTo>
                    <a:pt x="323101" y="227402"/>
                  </a:lnTo>
                  <a:lnTo>
                    <a:pt x="324937" y="222415"/>
                  </a:lnTo>
                  <a:lnTo>
                    <a:pt x="326613" y="217372"/>
                  </a:lnTo>
                  <a:lnTo>
                    <a:pt x="328129" y="212277"/>
                  </a:lnTo>
                  <a:lnTo>
                    <a:pt x="329481" y="207138"/>
                  </a:lnTo>
                  <a:lnTo>
                    <a:pt x="330670" y="201958"/>
                  </a:lnTo>
                  <a:lnTo>
                    <a:pt x="331693" y="196743"/>
                  </a:lnTo>
                  <a:lnTo>
                    <a:pt x="332550" y="191498"/>
                  </a:lnTo>
                  <a:lnTo>
                    <a:pt x="333240" y="186228"/>
                  </a:lnTo>
                  <a:lnTo>
                    <a:pt x="333762" y="180939"/>
                  </a:lnTo>
                  <a:lnTo>
                    <a:pt x="334116" y="175636"/>
                  </a:lnTo>
                  <a:lnTo>
                    <a:pt x="334301" y="170325"/>
                  </a:lnTo>
                  <a:lnTo>
                    <a:pt x="334316" y="165010"/>
                  </a:lnTo>
                  <a:lnTo>
                    <a:pt x="334163" y="159697"/>
                  </a:lnTo>
                  <a:lnTo>
                    <a:pt x="333842" y="154393"/>
                  </a:lnTo>
                  <a:lnTo>
                    <a:pt x="333351" y="149101"/>
                  </a:lnTo>
                  <a:lnTo>
                    <a:pt x="332693" y="143827"/>
                  </a:lnTo>
                  <a:lnTo>
                    <a:pt x="331867" y="138577"/>
                  </a:lnTo>
                  <a:lnTo>
                    <a:pt x="330875" y="133355"/>
                  </a:lnTo>
                  <a:lnTo>
                    <a:pt x="329718" y="128168"/>
                  </a:lnTo>
                  <a:lnTo>
                    <a:pt x="328396" y="123021"/>
                  </a:lnTo>
                  <a:lnTo>
                    <a:pt x="326911" y="117918"/>
                  </a:lnTo>
                  <a:lnTo>
                    <a:pt x="325265" y="112865"/>
                  </a:lnTo>
                  <a:lnTo>
                    <a:pt x="323459" y="107866"/>
                  </a:lnTo>
                  <a:lnTo>
                    <a:pt x="321495" y="102928"/>
                  </a:lnTo>
                  <a:lnTo>
                    <a:pt x="319375" y="98054"/>
                  </a:lnTo>
                  <a:lnTo>
                    <a:pt x="317101" y="93251"/>
                  </a:lnTo>
                  <a:lnTo>
                    <a:pt x="314675" y="88522"/>
                  </a:lnTo>
                  <a:lnTo>
                    <a:pt x="312101" y="83872"/>
                  </a:lnTo>
                  <a:lnTo>
                    <a:pt x="309380" y="79307"/>
                  </a:lnTo>
                  <a:lnTo>
                    <a:pt x="306515" y="74831"/>
                  </a:lnTo>
                  <a:lnTo>
                    <a:pt x="303509" y="70447"/>
                  </a:lnTo>
                  <a:lnTo>
                    <a:pt x="300366" y="66162"/>
                  </a:lnTo>
                  <a:lnTo>
                    <a:pt x="297088" y="61979"/>
                  </a:lnTo>
                  <a:lnTo>
                    <a:pt x="293678" y="57902"/>
                  </a:lnTo>
                  <a:lnTo>
                    <a:pt x="290141" y="53935"/>
                  </a:lnTo>
                  <a:lnTo>
                    <a:pt x="286479" y="50083"/>
                  </a:lnTo>
                  <a:lnTo>
                    <a:pt x="282697" y="46350"/>
                  </a:lnTo>
                  <a:lnTo>
                    <a:pt x="278798" y="42738"/>
                  </a:lnTo>
                  <a:lnTo>
                    <a:pt x="274786" y="39252"/>
                  </a:lnTo>
                  <a:lnTo>
                    <a:pt x="270666" y="35896"/>
                  </a:lnTo>
                  <a:lnTo>
                    <a:pt x="266441" y="32672"/>
                  </a:lnTo>
                  <a:lnTo>
                    <a:pt x="262115" y="29584"/>
                  </a:lnTo>
                  <a:lnTo>
                    <a:pt x="257693" y="26635"/>
                  </a:lnTo>
                  <a:lnTo>
                    <a:pt x="253180" y="23828"/>
                  </a:lnTo>
                  <a:lnTo>
                    <a:pt x="248580" y="21166"/>
                  </a:lnTo>
                  <a:lnTo>
                    <a:pt x="243898" y="18652"/>
                  </a:lnTo>
                  <a:lnTo>
                    <a:pt x="239138" y="16288"/>
                  </a:lnTo>
                  <a:lnTo>
                    <a:pt x="234306" y="14076"/>
                  </a:lnTo>
                  <a:lnTo>
                    <a:pt x="229405" y="12019"/>
                  </a:lnTo>
                  <a:lnTo>
                    <a:pt x="224442" y="10119"/>
                  </a:lnTo>
                  <a:lnTo>
                    <a:pt x="219421" y="8378"/>
                  </a:lnTo>
                  <a:lnTo>
                    <a:pt x="214347" y="6797"/>
                  </a:lnTo>
                  <a:lnTo>
                    <a:pt x="209225" y="5378"/>
                  </a:lnTo>
                  <a:lnTo>
                    <a:pt x="204061" y="4122"/>
                  </a:lnTo>
                  <a:lnTo>
                    <a:pt x="198859" y="3032"/>
                  </a:lnTo>
                  <a:lnTo>
                    <a:pt x="193626" y="2107"/>
                  </a:lnTo>
                  <a:lnTo>
                    <a:pt x="188365" y="1350"/>
                  </a:lnTo>
                  <a:lnTo>
                    <a:pt x="183083" y="759"/>
                  </a:lnTo>
                  <a:lnTo>
                    <a:pt x="177786" y="337"/>
                  </a:lnTo>
                  <a:lnTo>
                    <a:pt x="172477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321570" y="5018213"/>
              <a:ext cx="334308" cy="334333"/>
            </a:xfrm>
            <a:custGeom>
              <a:avLst/>
              <a:pathLst>
                <a:path w="334308" h="334333">
                  <a:moveTo>
                    <a:pt x="167060" y="0"/>
                  </a:moveTo>
                  <a:lnTo>
                    <a:pt x="161762" y="86"/>
                  </a:lnTo>
                  <a:lnTo>
                    <a:pt x="156470" y="341"/>
                  </a:lnTo>
                  <a:lnTo>
                    <a:pt x="151189" y="763"/>
                  </a:lnTo>
                  <a:lnTo>
                    <a:pt x="145924" y="1352"/>
                  </a:lnTo>
                  <a:lnTo>
                    <a:pt x="140680" y="2108"/>
                  </a:lnTo>
                  <a:lnTo>
                    <a:pt x="135463" y="3030"/>
                  </a:lnTo>
                  <a:lnTo>
                    <a:pt x="130277" y="4117"/>
                  </a:lnTo>
                  <a:lnTo>
                    <a:pt x="125129" y="5367"/>
                  </a:lnTo>
                  <a:lnTo>
                    <a:pt x="120023" y="6780"/>
                  </a:lnTo>
                  <a:lnTo>
                    <a:pt x="114964" y="8354"/>
                  </a:lnTo>
                  <a:lnTo>
                    <a:pt x="109958" y="10087"/>
                  </a:lnTo>
                  <a:lnTo>
                    <a:pt x="105009" y="11978"/>
                  </a:lnTo>
                  <a:lnTo>
                    <a:pt x="100122" y="14026"/>
                  </a:lnTo>
                  <a:lnTo>
                    <a:pt x="95303" y="16226"/>
                  </a:lnTo>
                  <a:lnTo>
                    <a:pt x="90556" y="18579"/>
                  </a:lnTo>
                  <a:lnTo>
                    <a:pt x="85886" y="21081"/>
                  </a:lnTo>
                  <a:lnTo>
                    <a:pt x="81297" y="23729"/>
                  </a:lnTo>
                  <a:lnTo>
                    <a:pt x="76795" y="26522"/>
                  </a:lnTo>
                  <a:lnTo>
                    <a:pt x="72383" y="29456"/>
                  </a:lnTo>
                  <a:lnTo>
                    <a:pt x="68067" y="32528"/>
                  </a:lnTo>
                  <a:lnTo>
                    <a:pt x="63850" y="35736"/>
                  </a:lnTo>
                  <a:lnTo>
                    <a:pt x="59737" y="39075"/>
                  </a:lnTo>
                  <a:lnTo>
                    <a:pt x="55732" y="42543"/>
                  </a:lnTo>
                  <a:lnTo>
                    <a:pt x="51839" y="46136"/>
                  </a:lnTo>
                  <a:lnTo>
                    <a:pt x="48061" y="49851"/>
                  </a:lnTo>
                  <a:lnTo>
                    <a:pt x="44403" y="53684"/>
                  </a:lnTo>
                  <a:lnTo>
                    <a:pt x="40869" y="57631"/>
                  </a:lnTo>
                  <a:lnTo>
                    <a:pt x="37461" y="61687"/>
                  </a:lnTo>
                  <a:lnTo>
                    <a:pt x="34184" y="65850"/>
                  </a:lnTo>
                  <a:lnTo>
                    <a:pt x="31040" y="70115"/>
                  </a:lnTo>
                  <a:lnTo>
                    <a:pt x="28033" y="74476"/>
                  </a:lnTo>
                  <a:lnTo>
                    <a:pt x="25165" y="78931"/>
                  </a:lnTo>
                  <a:lnTo>
                    <a:pt x="22441" y="83475"/>
                  </a:lnTo>
                  <a:lnTo>
                    <a:pt x="19861" y="88103"/>
                  </a:lnTo>
                  <a:lnTo>
                    <a:pt x="17430" y="92810"/>
                  </a:lnTo>
                  <a:lnTo>
                    <a:pt x="15149" y="97592"/>
                  </a:lnTo>
                  <a:lnTo>
                    <a:pt x="13020" y="102443"/>
                  </a:lnTo>
                  <a:lnTo>
                    <a:pt x="11047" y="107360"/>
                  </a:lnTo>
                  <a:lnTo>
                    <a:pt x="9230" y="112337"/>
                  </a:lnTo>
                  <a:lnTo>
                    <a:pt x="7572" y="117369"/>
                  </a:lnTo>
                  <a:lnTo>
                    <a:pt x="6074" y="122451"/>
                  </a:lnTo>
                  <a:lnTo>
                    <a:pt x="4738" y="127577"/>
                  </a:lnTo>
                  <a:lnTo>
                    <a:pt x="3565" y="132744"/>
                  </a:lnTo>
                  <a:lnTo>
                    <a:pt x="2556" y="137945"/>
                  </a:lnTo>
                  <a:lnTo>
                    <a:pt x="1713" y="143176"/>
                  </a:lnTo>
                  <a:lnTo>
                    <a:pt x="1035" y="148430"/>
                  </a:lnTo>
                  <a:lnTo>
                    <a:pt x="525" y="153704"/>
                  </a:lnTo>
                  <a:lnTo>
                    <a:pt x="182" y="158991"/>
                  </a:lnTo>
                  <a:lnTo>
                    <a:pt x="7" y="164286"/>
                  </a:lnTo>
                  <a:lnTo>
                    <a:pt x="0" y="169584"/>
                  </a:lnTo>
                  <a:lnTo>
                    <a:pt x="160" y="174879"/>
                  </a:lnTo>
                  <a:lnTo>
                    <a:pt x="488" y="180167"/>
                  </a:lnTo>
                  <a:lnTo>
                    <a:pt x="984" y="185442"/>
                  </a:lnTo>
                  <a:lnTo>
                    <a:pt x="1647" y="190698"/>
                  </a:lnTo>
                  <a:lnTo>
                    <a:pt x="2475" y="195931"/>
                  </a:lnTo>
                  <a:lnTo>
                    <a:pt x="3470" y="201135"/>
                  </a:lnTo>
                  <a:lnTo>
                    <a:pt x="4628" y="206305"/>
                  </a:lnTo>
                  <a:lnTo>
                    <a:pt x="5950" y="211435"/>
                  </a:lnTo>
                  <a:lnTo>
                    <a:pt x="7434" y="216522"/>
                  </a:lnTo>
                  <a:lnTo>
                    <a:pt x="9078" y="221558"/>
                  </a:lnTo>
                  <a:lnTo>
                    <a:pt x="10881" y="226540"/>
                  </a:lnTo>
                  <a:lnTo>
                    <a:pt x="12841" y="231462"/>
                  </a:lnTo>
                  <a:lnTo>
                    <a:pt x="14956" y="236320"/>
                  </a:lnTo>
                  <a:lnTo>
                    <a:pt x="17224" y="241108"/>
                  </a:lnTo>
                  <a:lnTo>
                    <a:pt x="19642" y="245822"/>
                  </a:lnTo>
                  <a:lnTo>
                    <a:pt x="22209" y="250456"/>
                  </a:lnTo>
                  <a:lnTo>
                    <a:pt x="24921" y="255008"/>
                  </a:lnTo>
                  <a:lnTo>
                    <a:pt x="27776" y="259471"/>
                  </a:lnTo>
                  <a:lnTo>
                    <a:pt x="30771" y="263841"/>
                  </a:lnTo>
                  <a:lnTo>
                    <a:pt x="33903" y="268114"/>
                  </a:lnTo>
                  <a:lnTo>
                    <a:pt x="37169" y="272286"/>
                  </a:lnTo>
                  <a:lnTo>
                    <a:pt x="40565" y="276352"/>
                  </a:lnTo>
                  <a:lnTo>
                    <a:pt x="44089" y="280308"/>
                  </a:lnTo>
                  <a:lnTo>
                    <a:pt x="47736" y="284151"/>
                  </a:lnTo>
                  <a:lnTo>
                    <a:pt x="51503" y="287877"/>
                  </a:lnTo>
                  <a:lnTo>
                    <a:pt x="55386" y="291481"/>
                  </a:lnTo>
                  <a:lnTo>
                    <a:pt x="59382" y="294960"/>
                  </a:lnTo>
                  <a:lnTo>
                    <a:pt x="63485" y="298311"/>
                  </a:lnTo>
                  <a:lnTo>
                    <a:pt x="67693" y="301530"/>
                  </a:lnTo>
                  <a:lnTo>
                    <a:pt x="72001" y="304614"/>
                  </a:lnTo>
                  <a:lnTo>
                    <a:pt x="76404" y="307560"/>
                  </a:lnTo>
                  <a:lnTo>
                    <a:pt x="80899" y="310365"/>
                  </a:lnTo>
                  <a:lnTo>
                    <a:pt x="85480" y="313027"/>
                  </a:lnTo>
                  <a:lnTo>
                    <a:pt x="90143" y="315541"/>
                  </a:lnTo>
                  <a:lnTo>
                    <a:pt x="94884" y="317907"/>
                  </a:lnTo>
                  <a:lnTo>
                    <a:pt x="99697" y="320122"/>
                  </a:lnTo>
                  <a:lnTo>
                    <a:pt x="104578" y="322182"/>
                  </a:lnTo>
                  <a:lnTo>
                    <a:pt x="109521" y="324087"/>
                  </a:lnTo>
                  <a:lnTo>
                    <a:pt x="114523" y="325835"/>
                  </a:lnTo>
                  <a:lnTo>
                    <a:pt x="119578" y="327423"/>
                  </a:lnTo>
                  <a:lnTo>
                    <a:pt x="124680" y="328850"/>
                  </a:lnTo>
                  <a:lnTo>
                    <a:pt x="129825" y="330114"/>
                  </a:lnTo>
                  <a:lnTo>
                    <a:pt x="135007" y="331215"/>
                  </a:lnTo>
                  <a:lnTo>
                    <a:pt x="140222" y="332151"/>
                  </a:lnTo>
                  <a:lnTo>
                    <a:pt x="145463" y="332922"/>
                  </a:lnTo>
                  <a:lnTo>
                    <a:pt x="150727" y="333526"/>
                  </a:lnTo>
                  <a:lnTo>
                    <a:pt x="156007" y="333963"/>
                  </a:lnTo>
                  <a:lnTo>
                    <a:pt x="161298" y="334232"/>
                  </a:lnTo>
                  <a:lnTo>
                    <a:pt x="166595" y="334333"/>
                  </a:lnTo>
                  <a:lnTo>
                    <a:pt x="171893" y="334267"/>
                  </a:lnTo>
                  <a:lnTo>
                    <a:pt x="177186" y="334033"/>
                  </a:lnTo>
                  <a:lnTo>
                    <a:pt x="182468" y="333631"/>
                  </a:lnTo>
                  <a:lnTo>
                    <a:pt x="187736" y="333062"/>
                  </a:lnTo>
                  <a:lnTo>
                    <a:pt x="192983" y="332326"/>
                  </a:lnTo>
                  <a:lnTo>
                    <a:pt x="198203" y="331425"/>
                  </a:lnTo>
                  <a:lnTo>
                    <a:pt x="203393" y="330358"/>
                  </a:lnTo>
                  <a:lnTo>
                    <a:pt x="208546" y="329128"/>
                  </a:lnTo>
                  <a:lnTo>
                    <a:pt x="213658" y="327734"/>
                  </a:lnTo>
                  <a:lnTo>
                    <a:pt x="218723" y="326180"/>
                  </a:lnTo>
                  <a:lnTo>
                    <a:pt x="223736" y="324466"/>
                  </a:lnTo>
                  <a:lnTo>
                    <a:pt x="228692" y="322594"/>
                  </a:lnTo>
                  <a:lnTo>
                    <a:pt x="233586" y="320565"/>
                  </a:lnTo>
                  <a:lnTo>
                    <a:pt x="238414" y="318383"/>
                  </a:lnTo>
                  <a:lnTo>
                    <a:pt x="243170" y="316049"/>
                  </a:lnTo>
                  <a:lnTo>
                    <a:pt x="247850" y="313565"/>
                  </a:lnTo>
                  <a:lnTo>
                    <a:pt x="252448" y="310934"/>
                  </a:lnTo>
                  <a:lnTo>
                    <a:pt x="256961" y="308159"/>
                  </a:lnTo>
                  <a:lnTo>
                    <a:pt x="261384" y="305242"/>
                  </a:lnTo>
                  <a:lnTo>
                    <a:pt x="265712" y="302187"/>
                  </a:lnTo>
                  <a:lnTo>
                    <a:pt x="269942" y="298995"/>
                  </a:lnTo>
                  <a:lnTo>
                    <a:pt x="274067" y="295672"/>
                  </a:lnTo>
                  <a:lnTo>
                    <a:pt x="278086" y="292219"/>
                  </a:lnTo>
                  <a:lnTo>
                    <a:pt x="281993" y="288641"/>
                  </a:lnTo>
                  <a:lnTo>
                    <a:pt x="285785" y="284941"/>
                  </a:lnTo>
                  <a:lnTo>
                    <a:pt x="289457" y="281122"/>
                  </a:lnTo>
                  <a:lnTo>
                    <a:pt x="293007" y="277189"/>
                  </a:lnTo>
                  <a:lnTo>
                    <a:pt x="296430" y="273145"/>
                  </a:lnTo>
                  <a:lnTo>
                    <a:pt x="299724" y="268995"/>
                  </a:lnTo>
                  <a:lnTo>
                    <a:pt x="302884" y="264743"/>
                  </a:lnTo>
                  <a:lnTo>
                    <a:pt x="305908" y="260393"/>
                  </a:lnTo>
                  <a:lnTo>
                    <a:pt x="308792" y="255949"/>
                  </a:lnTo>
                  <a:lnTo>
                    <a:pt x="311535" y="251416"/>
                  </a:lnTo>
                  <a:lnTo>
                    <a:pt x="314132" y="246798"/>
                  </a:lnTo>
                  <a:lnTo>
                    <a:pt x="316582" y="242100"/>
                  </a:lnTo>
                  <a:lnTo>
                    <a:pt x="318881" y="237327"/>
                  </a:lnTo>
                  <a:lnTo>
                    <a:pt x="321028" y="232484"/>
                  </a:lnTo>
                  <a:lnTo>
                    <a:pt x="323021" y="227575"/>
                  </a:lnTo>
                  <a:lnTo>
                    <a:pt x="324857" y="222605"/>
                  </a:lnTo>
                  <a:lnTo>
                    <a:pt x="326534" y="217580"/>
                  </a:lnTo>
                  <a:lnTo>
                    <a:pt x="328052" y="212504"/>
                  </a:lnTo>
                  <a:lnTo>
                    <a:pt x="329408" y="207382"/>
                  </a:lnTo>
                  <a:lnTo>
                    <a:pt x="330601" y="202220"/>
                  </a:lnTo>
                  <a:lnTo>
                    <a:pt x="331629" y="197023"/>
                  </a:lnTo>
                  <a:lnTo>
                    <a:pt x="332493" y="191795"/>
                  </a:lnTo>
                  <a:lnTo>
                    <a:pt x="333190" y="186544"/>
                  </a:lnTo>
                  <a:lnTo>
                    <a:pt x="333721" y="181272"/>
                  </a:lnTo>
                  <a:lnTo>
                    <a:pt x="334084" y="175987"/>
                  </a:lnTo>
                  <a:lnTo>
                    <a:pt x="334280" y="170692"/>
                  </a:lnTo>
                  <a:lnTo>
                    <a:pt x="334308" y="165394"/>
                  </a:lnTo>
                  <a:lnTo>
                    <a:pt x="334167" y="160098"/>
                  </a:lnTo>
                  <a:lnTo>
                    <a:pt x="333859" y="154809"/>
                  </a:lnTo>
                  <a:lnTo>
                    <a:pt x="333384" y="149532"/>
                  </a:lnTo>
                  <a:lnTo>
                    <a:pt x="332742" y="144273"/>
                  </a:lnTo>
                  <a:lnTo>
                    <a:pt x="331933" y="139037"/>
                  </a:lnTo>
                  <a:lnTo>
                    <a:pt x="330959" y="133830"/>
                  </a:lnTo>
                  <a:lnTo>
                    <a:pt x="329820" y="128655"/>
                  </a:lnTo>
                  <a:lnTo>
                    <a:pt x="328518" y="123520"/>
                  </a:lnTo>
                  <a:lnTo>
                    <a:pt x="327054" y="118428"/>
                  </a:lnTo>
                  <a:lnTo>
                    <a:pt x="325429" y="113385"/>
                  </a:lnTo>
                  <a:lnTo>
                    <a:pt x="323646" y="108397"/>
                  </a:lnTo>
                  <a:lnTo>
                    <a:pt x="321705" y="103467"/>
                  </a:lnTo>
                  <a:lnTo>
                    <a:pt x="319608" y="98601"/>
                  </a:lnTo>
                  <a:lnTo>
                    <a:pt x="317359" y="93804"/>
                  </a:lnTo>
                  <a:lnTo>
                    <a:pt x="314959" y="89081"/>
                  </a:lnTo>
                  <a:lnTo>
                    <a:pt x="312410" y="84437"/>
                  </a:lnTo>
                  <a:lnTo>
                    <a:pt x="309715" y="79875"/>
                  </a:lnTo>
                  <a:lnTo>
                    <a:pt x="306878" y="75401"/>
                  </a:lnTo>
                  <a:lnTo>
                    <a:pt x="303900" y="71019"/>
                  </a:lnTo>
                  <a:lnTo>
                    <a:pt x="300784" y="66734"/>
                  </a:lnTo>
                  <a:lnTo>
                    <a:pt x="297534" y="62550"/>
                  </a:lnTo>
                  <a:lnTo>
                    <a:pt x="294154" y="58471"/>
                  </a:lnTo>
                  <a:lnTo>
                    <a:pt x="290645" y="54500"/>
                  </a:lnTo>
                  <a:lnTo>
                    <a:pt x="287013" y="50644"/>
                  </a:lnTo>
                  <a:lnTo>
                    <a:pt x="283260" y="46904"/>
                  </a:lnTo>
                  <a:lnTo>
                    <a:pt x="279391" y="43285"/>
                  </a:lnTo>
                  <a:lnTo>
                    <a:pt x="275409" y="39790"/>
                  </a:lnTo>
                  <a:lnTo>
                    <a:pt x="271318" y="36423"/>
                  </a:lnTo>
                  <a:lnTo>
                    <a:pt x="267123" y="33188"/>
                  </a:lnTo>
                  <a:lnTo>
                    <a:pt x="262827" y="30087"/>
                  </a:lnTo>
                  <a:lnTo>
                    <a:pt x="258435" y="27124"/>
                  </a:lnTo>
                  <a:lnTo>
                    <a:pt x="253951" y="24302"/>
                  </a:lnTo>
                  <a:lnTo>
                    <a:pt x="249380" y="21623"/>
                  </a:lnTo>
                  <a:lnTo>
                    <a:pt x="244727" y="19090"/>
                  </a:lnTo>
                  <a:lnTo>
                    <a:pt x="239995" y="16706"/>
                  </a:lnTo>
                  <a:lnTo>
                    <a:pt x="235191" y="14473"/>
                  </a:lnTo>
                  <a:lnTo>
                    <a:pt x="230318" y="12394"/>
                  </a:lnTo>
                  <a:lnTo>
                    <a:pt x="225382" y="10470"/>
                  </a:lnTo>
                  <a:lnTo>
                    <a:pt x="220387" y="8703"/>
                  </a:lnTo>
                  <a:lnTo>
                    <a:pt x="215339" y="7096"/>
                  </a:lnTo>
                  <a:lnTo>
                    <a:pt x="210242" y="5649"/>
                  </a:lnTo>
                  <a:lnTo>
                    <a:pt x="205102" y="4365"/>
                  </a:lnTo>
                  <a:lnTo>
                    <a:pt x="199924" y="3244"/>
                  </a:lnTo>
                  <a:lnTo>
                    <a:pt x="194713" y="2288"/>
                  </a:lnTo>
                  <a:lnTo>
                    <a:pt x="189474" y="1497"/>
                  </a:lnTo>
                  <a:lnTo>
                    <a:pt x="184213" y="873"/>
                  </a:lnTo>
                  <a:lnTo>
                    <a:pt x="178935" y="415"/>
                  </a:lnTo>
                  <a:lnTo>
                    <a:pt x="173645" y="126"/>
                  </a:lnTo>
                  <a:lnTo>
                    <a:pt x="168348" y="4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1198" cy="167167"/>
            </a:xfrm>
            <a:custGeom>
              <a:avLst/>
              <a:pathLst>
                <a:path w="1198" h="167167">
                  <a:moveTo>
                    <a:pt x="1198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815361" y="5269756"/>
              <a:ext cx="149139" cy="167167"/>
            </a:xfrm>
            <a:custGeom>
              <a:avLst/>
              <a:pathLst>
                <a:path w="149139" h="167167">
                  <a:moveTo>
                    <a:pt x="149139" y="0"/>
                  </a:moveTo>
                  <a:lnTo>
                    <a:pt x="143722" y="87"/>
                  </a:lnTo>
                  <a:lnTo>
                    <a:pt x="138310" y="351"/>
                  </a:lnTo>
                  <a:lnTo>
                    <a:pt x="132909" y="789"/>
                  </a:lnTo>
                  <a:lnTo>
                    <a:pt x="127525" y="1403"/>
                  </a:lnTo>
                  <a:lnTo>
                    <a:pt x="122164" y="2190"/>
                  </a:lnTo>
                  <a:lnTo>
                    <a:pt x="116832" y="3151"/>
                  </a:lnTo>
                  <a:lnTo>
                    <a:pt x="111533" y="4284"/>
                  </a:lnTo>
                  <a:lnTo>
                    <a:pt x="106274" y="5589"/>
                  </a:lnTo>
                  <a:lnTo>
                    <a:pt x="101060" y="7063"/>
                  </a:lnTo>
                  <a:lnTo>
                    <a:pt x="95896" y="8705"/>
                  </a:lnTo>
                  <a:lnTo>
                    <a:pt x="90789" y="10514"/>
                  </a:lnTo>
                  <a:lnTo>
                    <a:pt x="85742" y="12487"/>
                  </a:lnTo>
                  <a:lnTo>
                    <a:pt x="80763" y="14623"/>
                  </a:lnTo>
                  <a:lnTo>
                    <a:pt x="75855" y="16919"/>
                  </a:lnTo>
                  <a:lnTo>
                    <a:pt x="71024" y="19373"/>
                  </a:lnTo>
                  <a:lnTo>
                    <a:pt x="66275" y="21983"/>
                  </a:lnTo>
                  <a:lnTo>
                    <a:pt x="61613" y="24745"/>
                  </a:lnTo>
                  <a:lnTo>
                    <a:pt x="57044" y="27656"/>
                  </a:lnTo>
                  <a:lnTo>
                    <a:pt x="52571" y="30714"/>
                  </a:lnTo>
                  <a:lnTo>
                    <a:pt x="48199" y="33915"/>
                  </a:lnTo>
                  <a:lnTo>
                    <a:pt x="43933" y="37257"/>
                  </a:lnTo>
                  <a:lnTo>
                    <a:pt x="39778" y="40735"/>
                  </a:lnTo>
                  <a:lnTo>
                    <a:pt x="35738" y="44345"/>
                  </a:lnTo>
                  <a:lnTo>
                    <a:pt x="31817" y="48085"/>
                  </a:lnTo>
                  <a:lnTo>
                    <a:pt x="28020" y="51950"/>
                  </a:lnTo>
                  <a:lnTo>
                    <a:pt x="24349" y="55936"/>
                  </a:lnTo>
                  <a:lnTo>
                    <a:pt x="20810" y="60039"/>
                  </a:lnTo>
                  <a:lnTo>
                    <a:pt x="17405" y="64254"/>
                  </a:lnTo>
                  <a:lnTo>
                    <a:pt x="14139" y="68577"/>
                  </a:lnTo>
                  <a:lnTo>
                    <a:pt x="11015" y="73004"/>
                  </a:lnTo>
                  <a:lnTo>
                    <a:pt x="8036" y="77530"/>
                  </a:lnTo>
                  <a:lnTo>
                    <a:pt x="5205" y="82151"/>
                  </a:lnTo>
                  <a:lnTo>
                    <a:pt x="2525" y="86860"/>
                  </a:lnTo>
                  <a:lnTo>
                    <a:pt x="0" y="91654"/>
                  </a:lnTo>
                  <a:lnTo>
                    <a:pt x="14913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39" y="5269756"/>
              <a:ext cx="334314" cy="334332"/>
            </a:xfrm>
            <a:custGeom>
              <a:avLst/>
              <a:pathLst>
                <a:path w="334314" h="334332">
                  <a:moveTo>
                    <a:pt x="18022" y="91654"/>
                  </a:moveTo>
                  <a:lnTo>
                    <a:pt x="15697" y="96432"/>
                  </a:lnTo>
                  <a:lnTo>
                    <a:pt x="13526" y="101281"/>
                  </a:lnTo>
                  <a:lnTo>
                    <a:pt x="11509" y="106197"/>
                  </a:lnTo>
                  <a:lnTo>
                    <a:pt x="9650" y="111174"/>
                  </a:lnTo>
                  <a:lnTo>
                    <a:pt x="7950" y="116209"/>
                  </a:lnTo>
                  <a:lnTo>
                    <a:pt x="6411" y="121294"/>
                  </a:lnTo>
                  <a:lnTo>
                    <a:pt x="5035" y="126426"/>
                  </a:lnTo>
                  <a:lnTo>
                    <a:pt x="3822" y="131599"/>
                  </a:lnTo>
                  <a:lnTo>
                    <a:pt x="2774" y="136808"/>
                  </a:lnTo>
                  <a:lnTo>
                    <a:pt x="1892" y="142048"/>
                  </a:lnTo>
                  <a:lnTo>
                    <a:pt x="1177" y="147313"/>
                  </a:lnTo>
                  <a:lnTo>
                    <a:pt x="630" y="152598"/>
                  </a:lnTo>
                  <a:lnTo>
                    <a:pt x="251" y="157897"/>
                  </a:lnTo>
                  <a:lnTo>
                    <a:pt x="41" y="163207"/>
                  </a:lnTo>
                  <a:lnTo>
                    <a:pt x="0" y="168520"/>
                  </a:lnTo>
                  <a:lnTo>
                    <a:pt x="127" y="173832"/>
                  </a:lnTo>
                  <a:lnTo>
                    <a:pt x="423" y="179137"/>
                  </a:lnTo>
                  <a:lnTo>
                    <a:pt x="888" y="184430"/>
                  </a:lnTo>
                  <a:lnTo>
                    <a:pt x="1520" y="189705"/>
                  </a:lnTo>
                  <a:lnTo>
                    <a:pt x="2320" y="194958"/>
                  </a:lnTo>
                  <a:lnTo>
                    <a:pt x="3287" y="200183"/>
                  </a:lnTo>
                  <a:lnTo>
                    <a:pt x="4419" y="205374"/>
                  </a:lnTo>
                  <a:lnTo>
                    <a:pt x="5715" y="210527"/>
                  </a:lnTo>
                  <a:lnTo>
                    <a:pt x="7175" y="215636"/>
                  </a:lnTo>
                  <a:lnTo>
                    <a:pt x="8796" y="220696"/>
                  </a:lnTo>
                  <a:lnTo>
                    <a:pt x="10577" y="225701"/>
                  </a:lnTo>
                  <a:lnTo>
                    <a:pt x="12516" y="230648"/>
                  </a:lnTo>
                  <a:lnTo>
                    <a:pt x="14612" y="235531"/>
                  </a:lnTo>
                  <a:lnTo>
                    <a:pt x="16862" y="240344"/>
                  </a:lnTo>
                  <a:lnTo>
                    <a:pt x="19263" y="245084"/>
                  </a:lnTo>
                  <a:lnTo>
                    <a:pt x="21814" y="249745"/>
                  </a:lnTo>
                  <a:lnTo>
                    <a:pt x="24512" y="254322"/>
                  </a:lnTo>
                  <a:lnTo>
                    <a:pt x="27354" y="258812"/>
                  </a:lnTo>
                  <a:lnTo>
                    <a:pt x="30337" y="263209"/>
                  </a:lnTo>
                  <a:lnTo>
                    <a:pt x="33458" y="267509"/>
                  </a:lnTo>
                  <a:lnTo>
                    <a:pt x="36715" y="271707"/>
                  </a:lnTo>
                  <a:lnTo>
                    <a:pt x="40103" y="275800"/>
                  </a:lnTo>
                  <a:lnTo>
                    <a:pt x="43620" y="279783"/>
                  </a:lnTo>
                  <a:lnTo>
                    <a:pt x="47261" y="283652"/>
                  </a:lnTo>
                  <a:lnTo>
                    <a:pt x="51024" y="287404"/>
                  </a:lnTo>
                  <a:lnTo>
                    <a:pt x="54903" y="291034"/>
                  </a:lnTo>
                  <a:lnTo>
                    <a:pt x="58897" y="294539"/>
                  </a:lnTo>
                  <a:lnTo>
                    <a:pt x="62999" y="297915"/>
                  </a:lnTo>
                  <a:lnTo>
                    <a:pt x="67207" y="301160"/>
                  </a:lnTo>
                  <a:lnTo>
                    <a:pt x="71516" y="304269"/>
                  </a:lnTo>
                  <a:lnTo>
                    <a:pt x="75921" y="307239"/>
                  </a:lnTo>
                  <a:lnTo>
                    <a:pt x="80419" y="310068"/>
                  </a:lnTo>
                  <a:lnTo>
                    <a:pt x="85004" y="312753"/>
                  </a:lnTo>
                  <a:lnTo>
                    <a:pt x="89673" y="315290"/>
                  </a:lnTo>
                  <a:lnTo>
                    <a:pt x="94419" y="317678"/>
                  </a:lnTo>
                  <a:lnTo>
                    <a:pt x="99239" y="319914"/>
                  </a:lnTo>
                  <a:lnTo>
                    <a:pt x="104128" y="321995"/>
                  </a:lnTo>
                  <a:lnTo>
                    <a:pt x="109080" y="323920"/>
                  </a:lnTo>
                  <a:lnTo>
                    <a:pt x="114091" y="325687"/>
                  </a:lnTo>
                  <a:lnTo>
                    <a:pt x="119156" y="327293"/>
                  </a:lnTo>
                  <a:lnTo>
                    <a:pt x="124269" y="328738"/>
                  </a:lnTo>
                  <a:lnTo>
                    <a:pt x="129425" y="330019"/>
                  </a:lnTo>
                  <a:lnTo>
                    <a:pt x="134620" y="331136"/>
                  </a:lnTo>
                  <a:lnTo>
                    <a:pt x="139847" y="332088"/>
                  </a:lnTo>
                  <a:lnTo>
                    <a:pt x="145103" y="332873"/>
                  </a:lnTo>
                  <a:lnTo>
                    <a:pt x="150380" y="333490"/>
                  </a:lnTo>
                  <a:lnTo>
                    <a:pt x="155674" y="333939"/>
                  </a:lnTo>
                  <a:lnTo>
                    <a:pt x="160980" y="334220"/>
                  </a:lnTo>
                  <a:lnTo>
                    <a:pt x="166292" y="334332"/>
                  </a:lnTo>
                  <a:lnTo>
                    <a:pt x="171605" y="334275"/>
                  </a:lnTo>
                  <a:lnTo>
                    <a:pt x="176914" y="334050"/>
                  </a:lnTo>
                  <a:lnTo>
                    <a:pt x="182212" y="333655"/>
                  </a:lnTo>
                  <a:lnTo>
                    <a:pt x="187496" y="333093"/>
                  </a:lnTo>
                  <a:lnTo>
                    <a:pt x="192759" y="332363"/>
                  </a:lnTo>
                  <a:lnTo>
                    <a:pt x="197996" y="331466"/>
                  </a:lnTo>
                  <a:lnTo>
                    <a:pt x="203202" y="330403"/>
                  </a:lnTo>
                  <a:lnTo>
                    <a:pt x="208371" y="329175"/>
                  </a:lnTo>
                  <a:lnTo>
                    <a:pt x="213499" y="327784"/>
                  </a:lnTo>
                  <a:lnTo>
                    <a:pt x="218580" y="326230"/>
                  </a:lnTo>
                  <a:lnTo>
                    <a:pt x="223609" y="324516"/>
                  </a:lnTo>
                  <a:lnTo>
                    <a:pt x="228582" y="322642"/>
                  </a:lnTo>
                  <a:lnTo>
                    <a:pt x="233492" y="320612"/>
                  </a:lnTo>
                  <a:lnTo>
                    <a:pt x="238335" y="318426"/>
                  </a:lnTo>
                  <a:lnTo>
                    <a:pt x="243106" y="316088"/>
                  </a:lnTo>
                  <a:lnTo>
                    <a:pt x="247800" y="313599"/>
                  </a:lnTo>
                  <a:lnTo>
                    <a:pt x="252413" y="310962"/>
                  </a:lnTo>
                  <a:lnTo>
                    <a:pt x="256940" y="308180"/>
                  </a:lnTo>
                  <a:lnTo>
                    <a:pt x="261376" y="305256"/>
                  </a:lnTo>
                  <a:lnTo>
                    <a:pt x="265717" y="302192"/>
                  </a:lnTo>
                  <a:lnTo>
                    <a:pt x="269958" y="298992"/>
                  </a:lnTo>
                  <a:lnTo>
                    <a:pt x="274096" y="295658"/>
                  </a:lnTo>
                  <a:lnTo>
                    <a:pt x="278125" y="292195"/>
                  </a:lnTo>
                  <a:lnTo>
                    <a:pt x="282043" y="288605"/>
                  </a:lnTo>
                  <a:lnTo>
                    <a:pt x="285844" y="284893"/>
                  </a:lnTo>
                  <a:lnTo>
                    <a:pt x="289525" y="281062"/>
                  </a:lnTo>
                  <a:lnTo>
                    <a:pt x="293083" y="277115"/>
                  </a:lnTo>
                  <a:lnTo>
                    <a:pt x="296514" y="273058"/>
                  </a:lnTo>
                  <a:lnTo>
                    <a:pt x="299814" y="268894"/>
                  </a:lnTo>
                  <a:lnTo>
                    <a:pt x="302980" y="264626"/>
                  </a:lnTo>
                  <a:lnTo>
                    <a:pt x="306008" y="260261"/>
                  </a:lnTo>
                  <a:lnTo>
                    <a:pt x="308897" y="255801"/>
                  </a:lnTo>
                  <a:lnTo>
                    <a:pt x="311642" y="251252"/>
                  </a:lnTo>
                  <a:lnTo>
                    <a:pt x="314241" y="246618"/>
                  </a:lnTo>
                  <a:lnTo>
                    <a:pt x="316692" y="241904"/>
                  </a:lnTo>
                  <a:lnTo>
                    <a:pt x="318992" y="237114"/>
                  </a:lnTo>
                  <a:lnTo>
                    <a:pt x="321138" y="232253"/>
                  </a:lnTo>
                  <a:lnTo>
                    <a:pt x="323129" y="227327"/>
                  </a:lnTo>
                  <a:lnTo>
                    <a:pt x="324962" y="222340"/>
                  </a:lnTo>
                  <a:lnTo>
                    <a:pt x="326635" y="217297"/>
                  </a:lnTo>
                  <a:lnTo>
                    <a:pt x="328148" y="212203"/>
                  </a:lnTo>
                  <a:lnTo>
                    <a:pt x="329498" y="207064"/>
                  </a:lnTo>
                  <a:lnTo>
                    <a:pt x="330684" y="201885"/>
                  </a:lnTo>
                  <a:lnTo>
                    <a:pt x="331705" y="196671"/>
                  </a:lnTo>
                  <a:lnTo>
                    <a:pt x="332559" y="191427"/>
                  </a:lnTo>
                  <a:lnTo>
                    <a:pt x="333247" y="186158"/>
                  </a:lnTo>
                  <a:lnTo>
                    <a:pt x="333766" y="180870"/>
                  </a:lnTo>
                  <a:lnTo>
                    <a:pt x="334118" y="175568"/>
                  </a:lnTo>
                  <a:lnTo>
                    <a:pt x="334300" y="170258"/>
                  </a:lnTo>
                  <a:lnTo>
                    <a:pt x="334314" y="164945"/>
                  </a:lnTo>
                  <a:lnTo>
                    <a:pt x="334159" y="159634"/>
                  </a:lnTo>
                  <a:lnTo>
                    <a:pt x="333835" y="154330"/>
                  </a:lnTo>
                  <a:lnTo>
                    <a:pt x="333343" y="149040"/>
                  </a:lnTo>
                  <a:lnTo>
                    <a:pt x="332683" y="143768"/>
                  </a:lnTo>
                  <a:lnTo>
                    <a:pt x="331856" y="138519"/>
                  </a:lnTo>
                  <a:lnTo>
                    <a:pt x="330862" y="133300"/>
                  </a:lnTo>
                  <a:lnTo>
                    <a:pt x="329703" y="128114"/>
                  </a:lnTo>
                  <a:lnTo>
                    <a:pt x="328380" y="122968"/>
                  </a:lnTo>
                  <a:lnTo>
                    <a:pt x="326894" y="117867"/>
                  </a:lnTo>
                  <a:lnTo>
                    <a:pt x="325247" y="112816"/>
                  </a:lnTo>
                  <a:lnTo>
                    <a:pt x="323439" y="107819"/>
                  </a:lnTo>
                  <a:lnTo>
                    <a:pt x="321474" y="102882"/>
                  </a:lnTo>
                  <a:lnTo>
                    <a:pt x="319353" y="98011"/>
                  </a:lnTo>
                  <a:lnTo>
                    <a:pt x="317079" y="93209"/>
                  </a:lnTo>
                  <a:lnTo>
                    <a:pt x="314653" y="88482"/>
                  </a:lnTo>
                  <a:lnTo>
                    <a:pt x="312077" y="83834"/>
                  </a:lnTo>
                  <a:lnTo>
                    <a:pt x="309356" y="79271"/>
                  </a:lnTo>
                  <a:lnTo>
                    <a:pt x="306491" y="74796"/>
                  </a:lnTo>
                  <a:lnTo>
                    <a:pt x="303485" y="70415"/>
                  </a:lnTo>
                  <a:lnTo>
                    <a:pt x="300341" y="66131"/>
                  </a:lnTo>
                  <a:lnTo>
                    <a:pt x="297063" y="61950"/>
                  </a:lnTo>
                  <a:lnTo>
                    <a:pt x="293653" y="57875"/>
                  </a:lnTo>
                  <a:lnTo>
                    <a:pt x="290116" y="53910"/>
                  </a:lnTo>
                  <a:lnTo>
                    <a:pt x="286455" y="50060"/>
                  </a:lnTo>
                  <a:lnTo>
                    <a:pt x="282673" y="46328"/>
                  </a:lnTo>
                  <a:lnTo>
                    <a:pt x="278774" y="42718"/>
                  </a:lnTo>
                  <a:lnTo>
                    <a:pt x="274763" y="39234"/>
                  </a:lnTo>
                  <a:lnTo>
                    <a:pt x="270642" y="35879"/>
                  </a:lnTo>
                  <a:lnTo>
                    <a:pt x="266418" y="32656"/>
                  </a:lnTo>
                  <a:lnTo>
                    <a:pt x="262093" y="29570"/>
                  </a:lnTo>
                  <a:lnTo>
                    <a:pt x="257672" y="26622"/>
                  </a:lnTo>
                  <a:lnTo>
                    <a:pt x="253160" y="23817"/>
                  </a:lnTo>
                  <a:lnTo>
                    <a:pt x="248560" y="21156"/>
                  </a:lnTo>
                  <a:lnTo>
                    <a:pt x="243879" y="18643"/>
                  </a:lnTo>
                  <a:lnTo>
                    <a:pt x="239120" y="16280"/>
                  </a:lnTo>
                  <a:lnTo>
                    <a:pt x="234289" y="14069"/>
                  </a:lnTo>
                  <a:lnTo>
                    <a:pt x="229389" y="12013"/>
                  </a:lnTo>
                  <a:lnTo>
                    <a:pt x="224427" y="10114"/>
                  </a:lnTo>
                  <a:lnTo>
                    <a:pt x="219407" y="8373"/>
                  </a:lnTo>
                  <a:lnTo>
                    <a:pt x="214334" y="6793"/>
                  </a:lnTo>
                  <a:lnTo>
                    <a:pt x="209213" y="5375"/>
                  </a:lnTo>
                  <a:lnTo>
                    <a:pt x="204050" y="4120"/>
                  </a:lnTo>
                  <a:lnTo>
                    <a:pt x="198850" y="3030"/>
                  </a:lnTo>
                  <a:lnTo>
                    <a:pt x="193618" y="2106"/>
                  </a:lnTo>
                  <a:lnTo>
                    <a:pt x="188358" y="1349"/>
                  </a:lnTo>
                  <a:lnTo>
                    <a:pt x="183078" y="759"/>
                  </a:lnTo>
                  <a:lnTo>
                    <a:pt x="177781" y="337"/>
                  </a:lnTo>
                  <a:lnTo>
                    <a:pt x="172474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2261" y="5399291"/>
              <a:ext cx="3954" cy="167167"/>
            </a:xfrm>
            <a:custGeom>
              <a:avLst/>
              <a:pathLst>
                <a:path w="3954" h="167167">
                  <a:moveTo>
                    <a:pt x="3954" y="0"/>
                  </a:moveTo>
                  <a:lnTo>
                    <a:pt x="0" y="46"/>
                  </a:lnTo>
                  <a:lnTo>
                    <a:pt x="395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261" y="539933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261" y="539933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261" y="539933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261" y="539933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261" y="539933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261" y="5399338"/>
              <a:ext cx="3954" cy="167120"/>
            </a:xfrm>
            <a:custGeom>
              <a:avLst/>
              <a:pathLst>
                <a:path w="3954" h="167120">
                  <a:moveTo>
                    <a:pt x="0" y="0"/>
                  </a:moveTo>
                  <a:lnTo>
                    <a:pt x="3954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319054" y="5399338"/>
              <a:ext cx="334322" cy="334283"/>
            </a:xfrm>
            <a:custGeom>
              <a:avLst/>
              <a:pathLst>
                <a:path w="334322" h="334283">
                  <a:moveTo>
                    <a:pt x="163207" y="0"/>
                  </a:moveTo>
                  <a:lnTo>
                    <a:pt x="157905" y="209"/>
                  </a:lnTo>
                  <a:lnTo>
                    <a:pt x="152612" y="587"/>
                  </a:lnTo>
                  <a:lnTo>
                    <a:pt x="147334" y="1133"/>
                  </a:lnTo>
                  <a:lnTo>
                    <a:pt x="142076" y="1846"/>
                  </a:lnTo>
                  <a:lnTo>
                    <a:pt x="136844" y="2725"/>
                  </a:lnTo>
                  <a:lnTo>
                    <a:pt x="131642" y="3770"/>
                  </a:lnTo>
                  <a:lnTo>
                    <a:pt x="126475" y="4979"/>
                  </a:lnTo>
                  <a:lnTo>
                    <a:pt x="121350" y="6352"/>
                  </a:lnTo>
                  <a:lnTo>
                    <a:pt x="116271" y="7887"/>
                  </a:lnTo>
                  <a:lnTo>
                    <a:pt x="111243" y="9583"/>
                  </a:lnTo>
                  <a:lnTo>
                    <a:pt x="106271" y="11437"/>
                  </a:lnTo>
                  <a:lnTo>
                    <a:pt x="101361" y="13447"/>
                  </a:lnTo>
                  <a:lnTo>
                    <a:pt x="96517" y="15613"/>
                  </a:lnTo>
                  <a:lnTo>
                    <a:pt x="91744" y="17932"/>
                  </a:lnTo>
                  <a:lnTo>
                    <a:pt x="87048" y="20400"/>
                  </a:lnTo>
                  <a:lnTo>
                    <a:pt x="82432" y="23017"/>
                  </a:lnTo>
                  <a:lnTo>
                    <a:pt x="77901" y="25778"/>
                  </a:lnTo>
                  <a:lnTo>
                    <a:pt x="73460" y="28682"/>
                  </a:lnTo>
                  <a:lnTo>
                    <a:pt x="69114" y="31726"/>
                  </a:lnTo>
                  <a:lnTo>
                    <a:pt x="64866" y="34906"/>
                  </a:lnTo>
                  <a:lnTo>
                    <a:pt x="60722" y="38219"/>
                  </a:lnTo>
                  <a:lnTo>
                    <a:pt x="56684" y="41662"/>
                  </a:lnTo>
                  <a:lnTo>
                    <a:pt x="52758" y="45231"/>
                  </a:lnTo>
                  <a:lnTo>
                    <a:pt x="48948" y="48923"/>
                  </a:lnTo>
                  <a:lnTo>
                    <a:pt x="45256" y="52735"/>
                  </a:lnTo>
                  <a:lnTo>
                    <a:pt x="41687" y="56661"/>
                  </a:lnTo>
                  <a:lnTo>
                    <a:pt x="38245" y="60699"/>
                  </a:lnTo>
                  <a:lnTo>
                    <a:pt x="34932" y="64844"/>
                  </a:lnTo>
                  <a:lnTo>
                    <a:pt x="31753" y="69092"/>
                  </a:lnTo>
                  <a:lnTo>
                    <a:pt x="28710" y="73439"/>
                  </a:lnTo>
                  <a:lnTo>
                    <a:pt x="25807" y="77880"/>
                  </a:lnTo>
                  <a:lnTo>
                    <a:pt x="23046" y="82411"/>
                  </a:lnTo>
                  <a:lnTo>
                    <a:pt x="20430" y="87028"/>
                  </a:lnTo>
                  <a:lnTo>
                    <a:pt x="17962" y="91725"/>
                  </a:lnTo>
                  <a:lnTo>
                    <a:pt x="15644" y="96498"/>
                  </a:lnTo>
                  <a:lnTo>
                    <a:pt x="13479" y="101342"/>
                  </a:lnTo>
                  <a:lnTo>
                    <a:pt x="11469" y="106253"/>
                  </a:lnTo>
                  <a:lnTo>
                    <a:pt x="9616" y="111224"/>
                  </a:lnTo>
                  <a:lnTo>
                    <a:pt x="7921" y="116253"/>
                  </a:lnTo>
                  <a:lnTo>
                    <a:pt x="6387" y="121332"/>
                  </a:lnTo>
                  <a:lnTo>
                    <a:pt x="5015" y="126457"/>
                  </a:lnTo>
                  <a:lnTo>
                    <a:pt x="3806" y="131624"/>
                  </a:lnTo>
                  <a:lnTo>
                    <a:pt x="2762" y="136826"/>
                  </a:lnTo>
                  <a:lnTo>
                    <a:pt x="1883" y="142059"/>
                  </a:lnTo>
                  <a:lnTo>
                    <a:pt x="1171" y="147317"/>
                  </a:lnTo>
                  <a:lnTo>
                    <a:pt x="626" y="152595"/>
                  </a:lnTo>
                  <a:lnTo>
                    <a:pt x="249" y="157888"/>
                  </a:lnTo>
                  <a:lnTo>
                    <a:pt x="40" y="163190"/>
                  </a:lnTo>
                  <a:lnTo>
                    <a:pt x="0" y="168495"/>
                  </a:lnTo>
                  <a:lnTo>
                    <a:pt x="127" y="173800"/>
                  </a:lnTo>
                  <a:lnTo>
                    <a:pt x="423" y="179098"/>
                  </a:lnTo>
                  <a:lnTo>
                    <a:pt x="888" y="184383"/>
                  </a:lnTo>
                  <a:lnTo>
                    <a:pt x="1519" y="189652"/>
                  </a:lnTo>
                  <a:lnTo>
                    <a:pt x="2318" y="194897"/>
                  </a:lnTo>
                  <a:lnTo>
                    <a:pt x="3282" y="200115"/>
                  </a:lnTo>
                  <a:lnTo>
                    <a:pt x="4412" y="205299"/>
                  </a:lnTo>
                  <a:lnTo>
                    <a:pt x="5706" y="210445"/>
                  </a:lnTo>
                  <a:lnTo>
                    <a:pt x="7162" y="215547"/>
                  </a:lnTo>
                  <a:lnTo>
                    <a:pt x="8780" y="220601"/>
                  </a:lnTo>
                  <a:lnTo>
                    <a:pt x="10557" y="225600"/>
                  </a:lnTo>
                  <a:lnTo>
                    <a:pt x="12492" y="230541"/>
                  </a:lnTo>
                  <a:lnTo>
                    <a:pt x="14582" y="235418"/>
                  </a:lnTo>
                  <a:lnTo>
                    <a:pt x="16827" y="240226"/>
                  </a:lnTo>
                  <a:lnTo>
                    <a:pt x="19222" y="244960"/>
                  </a:lnTo>
                  <a:lnTo>
                    <a:pt x="21767" y="249616"/>
                  </a:lnTo>
                  <a:lnTo>
                    <a:pt x="24459" y="254189"/>
                  </a:lnTo>
                  <a:lnTo>
                    <a:pt x="27294" y="258674"/>
                  </a:lnTo>
                  <a:lnTo>
                    <a:pt x="30270" y="263067"/>
                  </a:lnTo>
                  <a:lnTo>
                    <a:pt x="33384" y="267363"/>
                  </a:lnTo>
                  <a:lnTo>
                    <a:pt x="36633" y="271558"/>
                  </a:lnTo>
                  <a:lnTo>
                    <a:pt x="40013" y="275648"/>
                  </a:lnTo>
                  <a:lnTo>
                    <a:pt x="43521" y="279629"/>
                  </a:lnTo>
                  <a:lnTo>
                    <a:pt x="47154" y="283496"/>
                  </a:lnTo>
                  <a:lnTo>
                    <a:pt x="50908" y="287246"/>
                  </a:lnTo>
                  <a:lnTo>
                    <a:pt x="54779" y="290875"/>
                  </a:lnTo>
                  <a:lnTo>
                    <a:pt x="58763" y="294379"/>
                  </a:lnTo>
                  <a:lnTo>
                    <a:pt x="62857" y="297755"/>
                  </a:lnTo>
                  <a:lnTo>
                    <a:pt x="67055" y="301000"/>
                  </a:lnTo>
                  <a:lnTo>
                    <a:pt x="71355" y="304109"/>
                  </a:lnTo>
                  <a:lnTo>
                    <a:pt x="75750" y="307081"/>
                  </a:lnTo>
                  <a:lnTo>
                    <a:pt x="80238" y="309912"/>
                  </a:lnTo>
                  <a:lnTo>
                    <a:pt x="84814" y="312598"/>
                  </a:lnTo>
                  <a:lnTo>
                    <a:pt x="89472" y="315138"/>
                  </a:lnTo>
                  <a:lnTo>
                    <a:pt x="94209" y="317529"/>
                  </a:lnTo>
                  <a:lnTo>
                    <a:pt x="99019" y="319769"/>
                  </a:lnTo>
                  <a:lnTo>
                    <a:pt x="103898" y="321855"/>
                  </a:lnTo>
                  <a:lnTo>
                    <a:pt x="108841" y="323784"/>
                  </a:lnTo>
                  <a:lnTo>
                    <a:pt x="113842" y="325556"/>
                  </a:lnTo>
                  <a:lnTo>
                    <a:pt x="118898" y="327169"/>
                  </a:lnTo>
                  <a:lnTo>
                    <a:pt x="124001" y="328620"/>
                  </a:lnTo>
                  <a:lnTo>
                    <a:pt x="129149" y="329908"/>
                  </a:lnTo>
                  <a:lnTo>
                    <a:pt x="134334" y="331033"/>
                  </a:lnTo>
                  <a:lnTo>
                    <a:pt x="139553" y="331992"/>
                  </a:lnTo>
                  <a:lnTo>
                    <a:pt x="144799" y="332785"/>
                  </a:lnTo>
                  <a:lnTo>
                    <a:pt x="150068" y="333411"/>
                  </a:lnTo>
                  <a:lnTo>
                    <a:pt x="155354" y="333870"/>
                  </a:lnTo>
                  <a:lnTo>
                    <a:pt x="160652" y="334161"/>
                  </a:lnTo>
                  <a:lnTo>
                    <a:pt x="165957" y="334283"/>
                  </a:lnTo>
                  <a:lnTo>
                    <a:pt x="171263" y="334237"/>
                  </a:lnTo>
                  <a:lnTo>
                    <a:pt x="176564" y="334023"/>
                  </a:lnTo>
                  <a:lnTo>
                    <a:pt x="181857" y="333640"/>
                  </a:lnTo>
                  <a:lnTo>
                    <a:pt x="187134" y="333090"/>
                  </a:lnTo>
                  <a:lnTo>
                    <a:pt x="192391" y="332373"/>
                  </a:lnTo>
                  <a:lnTo>
                    <a:pt x="197623" y="331489"/>
                  </a:lnTo>
                  <a:lnTo>
                    <a:pt x="202824" y="330439"/>
                  </a:lnTo>
                  <a:lnTo>
                    <a:pt x="207990" y="329225"/>
                  </a:lnTo>
                  <a:lnTo>
                    <a:pt x="213114" y="327848"/>
                  </a:lnTo>
                  <a:lnTo>
                    <a:pt x="218192" y="326308"/>
                  </a:lnTo>
                  <a:lnTo>
                    <a:pt x="223218" y="324609"/>
                  </a:lnTo>
                  <a:lnTo>
                    <a:pt x="228188" y="322750"/>
                  </a:lnTo>
                  <a:lnTo>
                    <a:pt x="233096" y="320735"/>
                  </a:lnTo>
                  <a:lnTo>
                    <a:pt x="237938" y="318565"/>
                  </a:lnTo>
                  <a:lnTo>
                    <a:pt x="242709" y="316243"/>
                  </a:lnTo>
                  <a:lnTo>
                    <a:pt x="247404" y="313770"/>
                  </a:lnTo>
                  <a:lnTo>
                    <a:pt x="252018" y="311149"/>
                  </a:lnTo>
                  <a:lnTo>
                    <a:pt x="256546" y="308384"/>
                  </a:lnTo>
                  <a:lnTo>
                    <a:pt x="260984" y="305476"/>
                  </a:lnTo>
                  <a:lnTo>
                    <a:pt x="265328" y="302428"/>
                  </a:lnTo>
                  <a:lnTo>
                    <a:pt x="269573" y="299245"/>
                  </a:lnTo>
                  <a:lnTo>
                    <a:pt x="273714" y="295928"/>
                  </a:lnTo>
                  <a:lnTo>
                    <a:pt x="277748" y="292481"/>
                  </a:lnTo>
                  <a:lnTo>
                    <a:pt x="281671" y="288909"/>
                  </a:lnTo>
                  <a:lnTo>
                    <a:pt x="285479" y="285213"/>
                  </a:lnTo>
                  <a:lnTo>
                    <a:pt x="289167" y="281399"/>
                  </a:lnTo>
                  <a:lnTo>
                    <a:pt x="292732" y="277469"/>
                  </a:lnTo>
                  <a:lnTo>
                    <a:pt x="296171" y="273428"/>
                  </a:lnTo>
                  <a:lnTo>
                    <a:pt x="299480" y="269280"/>
                  </a:lnTo>
                  <a:lnTo>
                    <a:pt x="302656" y="265029"/>
                  </a:lnTo>
                  <a:lnTo>
                    <a:pt x="305695" y="260680"/>
                  </a:lnTo>
                  <a:lnTo>
                    <a:pt x="308594" y="256236"/>
                  </a:lnTo>
                  <a:lnTo>
                    <a:pt x="311351" y="251703"/>
                  </a:lnTo>
                  <a:lnTo>
                    <a:pt x="313963" y="247084"/>
                  </a:lnTo>
                  <a:lnTo>
                    <a:pt x="316427" y="242385"/>
                  </a:lnTo>
                  <a:lnTo>
                    <a:pt x="318740" y="237609"/>
                  </a:lnTo>
                  <a:lnTo>
                    <a:pt x="320901" y="232763"/>
                  </a:lnTo>
                  <a:lnTo>
                    <a:pt x="322907" y="227851"/>
                  </a:lnTo>
                  <a:lnTo>
                    <a:pt x="324756" y="222878"/>
                  </a:lnTo>
                  <a:lnTo>
                    <a:pt x="326446" y="217848"/>
                  </a:lnTo>
                  <a:lnTo>
                    <a:pt x="327976" y="212767"/>
                  </a:lnTo>
                  <a:lnTo>
                    <a:pt x="329343" y="207640"/>
                  </a:lnTo>
                  <a:lnTo>
                    <a:pt x="330548" y="202473"/>
                  </a:lnTo>
                  <a:lnTo>
                    <a:pt x="331587" y="197270"/>
                  </a:lnTo>
                  <a:lnTo>
                    <a:pt x="332461" y="192036"/>
                  </a:lnTo>
                  <a:lnTo>
                    <a:pt x="333169" y="186778"/>
                  </a:lnTo>
                  <a:lnTo>
                    <a:pt x="333709" y="181499"/>
                  </a:lnTo>
                  <a:lnTo>
                    <a:pt x="334082" y="176206"/>
                  </a:lnTo>
                  <a:lnTo>
                    <a:pt x="334286" y="170904"/>
                  </a:lnTo>
                  <a:lnTo>
                    <a:pt x="334322" y="165598"/>
                  </a:lnTo>
                  <a:lnTo>
                    <a:pt x="334189" y="160294"/>
                  </a:lnTo>
                  <a:lnTo>
                    <a:pt x="333889" y="154996"/>
                  </a:lnTo>
                  <a:lnTo>
                    <a:pt x="333420" y="149711"/>
                  </a:lnTo>
                  <a:lnTo>
                    <a:pt x="332783" y="144443"/>
                  </a:lnTo>
                  <a:lnTo>
                    <a:pt x="331980" y="139198"/>
                  </a:lnTo>
                  <a:lnTo>
                    <a:pt x="331011" y="133982"/>
                  </a:lnTo>
                  <a:lnTo>
                    <a:pt x="329877" y="128798"/>
                  </a:lnTo>
                  <a:lnTo>
                    <a:pt x="328579" y="123653"/>
                  </a:lnTo>
                  <a:lnTo>
                    <a:pt x="327118" y="118552"/>
                  </a:lnTo>
                  <a:lnTo>
                    <a:pt x="325496" y="113500"/>
                  </a:lnTo>
                  <a:lnTo>
                    <a:pt x="323714" y="108502"/>
                  </a:lnTo>
                  <a:lnTo>
                    <a:pt x="321775" y="103563"/>
                  </a:lnTo>
                  <a:lnTo>
                    <a:pt x="319680" y="98688"/>
                  </a:lnTo>
                  <a:lnTo>
                    <a:pt x="317432" y="93882"/>
                  </a:lnTo>
                  <a:lnTo>
                    <a:pt x="315032" y="89150"/>
                  </a:lnTo>
                  <a:lnTo>
                    <a:pt x="312483" y="84497"/>
                  </a:lnTo>
                  <a:lnTo>
                    <a:pt x="309787" y="79926"/>
                  </a:lnTo>
                  <a:lnTo>
                    <a:pt x="306948" y="75444"/>
                  </a:lnTo>
                  <a:lnTo>
                    <a:pt x="303968" y="71053"/>
                  </a:lnTo>
                  <a:lnTo>
                    <a:pt x="300850" y="66760"/>
                  </a:lnTo>
                  <a:lnTo>
                    <a:pt x="297598" y="62568"/>
                  </a:lnTo>
                  <a:lnTo>
                    <a:pt x="294214" y="58481"/>
                  </a:lnTo>
                  <a:lnTo>
                    <a:pt x="290702" y="54503"/>
                  </a:lnTo>
                  <a:lnTo>
                    <a:pt x="287066" y="50639"/>
                  </a:lnTo>
                  <a:lnTo>
                    <a:pt x="283309" y="46892"/>
                  </a:lnTo>
                  <a:lnTo>
                    <a:pt x="279435" y="43267"/>
                  </a:lnTo>
                  <a:lnTo>
                    <a:pt x="275447" y="39766"/>
                  </a:lnTo>
                  <a:lnTo>
                    <a:pt x="271351" y="36394"/>
                  </a:lnTo>
                  <a:lnTo>
                    <a:pt x="267150" y="33153"/>
                  </a:lnTo>
                  <a:lnTo>
                    <a:pt x="262848" y="30047"/>
                  </a:lnTo>
                  <a:lnTo>
                    <a:pt x="258449" y="27079"/>
                  </a:lnTo>
                  <a:lnTo>
                    <a:pt x="253959" y="24253"/>
                  </a:lnTo>
                  <a:lnTo>
                    <a:pt x="249381" y="21570"/>
                  </a:lnTo>
                  <a:lnTo>
                    <a:pt x="244720" y="19034"/>
                  </a:lnTo>
                  <a:lnTo>
                    <a:pt x="239981" y="16647"/>
                  </a:lnTo>
                  <a:lnTo>
                    <a:pt x="235169" y="14412"/>
                  </a:lnTo>
                  <a:lnTo>
                    <a:pt x="230288" y="12330"/>
                  </a:lnTo>
                  <a:lnTo>
                    <a:pt x="225344" y="10405"/>
                  </a:lnTo>
                  <a:lnTo>
                    <a:pt x="220341" y="8637"/>
                  </a:lnTo>
                  <a:lnTo>
                    <a:pt x="215284" y="7029"/>
                  </a:lnTo>
                  <a:lnTo>
                    <a:pt x="210179" y="5583"/>
                  </a:lnTo>
                  <a:lnTo>
                    <a:pt x="205031" y="4299"/>
                  </a:lnTo>
                  <a:lnTo>
                    <a:pt x="167161" y="1671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37869" cy="167167"/>
            </a:xfrm>
            <a:custGeom>
              <a:avLst/>
              <a:pathLst>
                <a:path w="37869" h="167167">
                  <a:moveTo>
                    <a:pt x="37869" y="4345"/>
                  </a:moveTo>
                  <a:lnTo>
                    <a:pt x="31642" y="3022"/>
                  </a:lnTo>
                  <a:lnTo>
                    <a:pt x="25369" y="1936"/>
                  </a:lnTo>
                  <a:lnTo>
                    <a:pt x="19059" y="1090"/>
                  </a:lnTo>
                  <a:lnTo>
                    <a:pt x="12721" y="484"/>
                  </a:lnTo>
                  <a:lnTo>
                    <a:pt x="6365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8361" y="5399291"/>
              <a:ext cx="45182" cy="167167"/>
            </a:xfrm>
            <a:custGeom>
              <a:avLst/>
              <a:pathLst>
                <a:path w="45182" h="167167">
                  <a:moveTo>
                    <a:pt x="45182" y="0"/>
                  </a:moveTo>
                  <a:lnTo>
                    <a:pt x="38648" y="127"/>
                  </a:lnTo>
                  <a:lnTo>
                    <a:pt x="32124" y="510"/>
                  </a:lnTo>
                  <a:lnTo>
                    <a:pt x="25619" y="1148"/>
                  </a:lnTo>
                  <a:lnTo>
                    <a:pt x="19145" y="2040"/>
                  </a:lnTo>
                  <a:lnTo>
                    <a:pt x="12710" y="3184"/>
                  </a:lnTo>
                  <a:lnTo>
                    <a:pt x="6325" y="4578"/>
                  </a:lnTo>
                  <a:lnTo>
                    <a:pt x="0" y="6221"/>
                  </a:lnTo>
                  <a:lnTo>
                    <a:pt x="451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8361" y="5405513"/>
              <a:ext cx="45182" cy="160945"/>
            </a:xfrm>
            <a:custGeom>
              <a:avLst/>
              <a:pathLst>
                <a:path w="45182" h="160945">
                  <a:moveTo>
                    <a:pt x="0" y="0"/>
                  </a:moveTo>
                  <a:lnTo>
                    <a:pt x="45182" y="1609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8361" y="5405513"/>
              <a:ext cx="45182" cy="160945"/>
            </a:xfrm>
            <a:custGeom>
              <a:avLst/>
              <a:pathLst>
                <a:path w="45182" h="160945">
                  <a:moveTo>
                    <a:pt x="0" y="0"/>
                  </a:moveTo>
                  <a:lnTo>
                    <a:pt x="45182" y="1609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8361" y="5405513"/>
              <a:ext cx="45182" cy="160945"/>
            </a:xfrm>
            <a:custGeom>
              <a:avLst/>
              <a:pathLst>
                <a:path w="45182" h="160945">
                  <a:moveTo>
                    <a:pt x="0" y="0"/>
                  </a:moveTo>
                  <a:lnTo>
                    <a:pt x="45182" y="1609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8361" y="5405513"/>
              <a:ext cx="45182" cy="160945"/>
            </a:xfrm>
            <a:custGeom>
              <a:avLst/>
              <a:pathLst>
                <a:path w="45182" h="160945">
                  <a:moveTo>
                    <a:pt x="0" y="0"/>
                  </a:moveTo>
                  <a:lnTo>
                    <a:pt x="45182" y="1609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8361" y="5405513"/>
              <a:ext cx="45182" cy="160945"/>
            </a:xfrm>
            <a:custGeom>
              <a:avLst/>
              <a:pathLst>
                <a:path w="45182" h="160945">
                  <a:moveTo>
                    <a:pt x="0" y="0"/>
                  </a:moveTo>
                  <a:lnTo>
                    <a:pt x="45182" y="1609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856386" y="5405513"/>
              <a:ext cx="167157" cy="272225"/>
            </a:xfrm>
            <a:custGeom>
              <a:avLst/>
              <a:pathLst>
                <a:path w="167157" h="272225">
                  <a:moveTo>
                    <a:pt x="121974" y="0"/>
                  </a:moveTo>
                  <a:lnTo>
                    <a:pt x="116824" y="1535"/>
                  </a:lnTo>
                  <a:lnTo>
                    <a:pt x="111725" y="3235"/>
                  </a:lnTo>
                  <a:lnTo>
                    <a:pt x="106684" y="5099"/>
                  </a:lnTo>
                  <a:lnTo>
                    <a:pt x="101706" y="7123"/>
                  </a:lnTo>
                  <a:lnTo>
                    <a:pt x="96795" y="9307"/>
                  </a:lnTo>
                  <a:lnTo>
                    <a:pt x="91957" y="11647"/>
                  </a:lnTo>
                  <a:lnTo>
                    <a:pt x="87197" y="14141"/>
                  </a:lnTo>
                  <a:lnTo>
                    <a:pt x="82519" y="16788"/>
                  </a:lnTo>
                  <a:lnTo>
                    <a:pt x="77929" y="19583"/>
                  </a:lnTo>
                  <a:lnTo>
                    <a:pt x="73430" y="22524"/>
                  </a:lnTo>
                  <a:lnTo>
                    <a:pt x="69029" y="25609"/>
                  </a:lnTo>
                  <a:lnTo>
                    <a:pt x="64730" y="28833"/>
                  </a:lnTo>
                  <a:lnTo>
                    <a:pt x="60536" y="32194"/>
                  </a:lnTo>
                  <a:lnTo>
                    <a:pt x="56452" y="35688"/>
                  </a:lnTo>
                  <a:lnTo>
                    <a:pt x="52483" y="39311"/>
                  </a:lnTo>
                  <a:lnTo>
                    <a:pt x="48632" y="43060"/>
                  </a:lnTo>
                  <a:lnTo>
                    <a:pt x="44904" y="46931"/>
                  </a:lnTo>
                  <a:lnTo>
                    <a:pt x="41302" y="50920"/>
                  </a:lnTo>
                  <a:lnTo>
                    <a:pt x="37830" y="55022"/>
                  </a:lnTo>
                  <a:lnTo>
                    <a:pt x="34492" y="59234"/>
                  </a:lnTo>
                  <a:lnTo>
                    <a:pt x="31291" y="63551"/>
                  </a:lnTo>
                  <a:lnTo>
                    <a:pt x="28231" y="67969"/>
                  </a:lnTo>
                  <a:lnTo>
                    <a:pt x="25314" y="72483"/>
                  </a:lnTo>
                  <a:lnTo>
                    <a:pt x="22543" y="77088"/>
                  </a:lnTo>
                  <a:lnTo>
                    <a:pt x="19922" y="81780"/>
                  </a:lnTo>
                  <a:lnTo>
                    <a:pt x="17454" y="86554"/>
                  </a:lnTo>
                  <a:lnTo>
                    <a:pt x="15140" y="91405"/>
                  </a:lnTo>
                  <a:lnTo>
                    <a:pt x="12983" y="96328"/>
                  </a:lnTo>
                  <a:lnTo>
                    <a:pt x="10986" y="101317"/>
                  </a:lnTo>
                  <a:lnTo>
                    <a:pt x="9149" y="106368"/>
                  </a:lnTo>
                  <a:lnTo>
                    <a:pt x="7477" y="111475"/>
                  </a:lnTo>
                  <a:lnTo>
                    <a:pt x="5969" y="116634"/>
                  </a:lnTo>
                  <a:lnTo>
                    <a:pt x="4628" y="121838"/>
                  </a:lnTo>
                  <a:lnTo>
                    <a:pt x="3455" y="127083"/>
                  </a:lnTo>
                  <a:lnTo>
                    <a:pt x="2451" y="132363"/>
                  </a:lnTo>
                  <a:lnTo>
                    <a:pt x="1617" y="137672"/>
                  </a:lnTo>
                  <a:lnTo>
                    <a:pt x="955" y="143005"/>
                  </a:lnTo>
                  <a:lnTo>
                    <a:pt x="464" y="148357"/>
                  </a:lnTo>
                  <a:lnTo>
                    <a:pt x="145" y="153722"/>
                  </a:lnTo>
                  <a:lnTo>
                    <a:pt x="0" y="159095"/>
                  </a:lnTo>
                  <a:lnTo>
                    <a:pt x="26" y="164469"/>
                  </a:lnTo>
                  <a:lnTo>
                    <a:pt x="226" y="169840"/>
                  </a:lnTo>
                  <a:lnTo>
                    <a:pt x="598" y="175201"/>
                  </a:lnTo>
                  <a:lnTo>
                    <a:pt x="1143" y="180548"/>
                  </a:lnTo>
                  <a:lnTo>
                    <a:pt x="1859" y="185874"/>
                  </a:lnTo>
                  <a:lnTo>
                    <a:pt x="2745" y="191175"/>
                  </a:lnTo>
                  <a:lnTo>
                    <a:pt x="3802" y="196444"/>
                  </a:lnTo>
                  <a:lnTo>
                    <a:pt x="5028" y="201677"/>
                  </a:lnTo>
                  <a:lnTo>
                    <a:pt x="6421" y="206868"/>
                  </a:lnTo>
                  <a:lnTo>
                    <a:pt x="7980" y="212011"/>
                  </a:lnTo>
                  <a:lnTo>
                    <a:pt x="9704" y="217101"/>
                  </a:lnTo>
                  <a:lnTo>
                    <a:pt x="11590" y="222134"/>
                  </a:lnTo>
                  <a:lnTo>
                    <a:pt x="13638" y="227103"/>
                  </a:lnTo>
                  <a:lnTo>
                    <a:pt x="15844" y="232004"/>
                  </a:lnTo>
                  <a:lnTo>
                    <a:pt x="18206" y="236831"/>
                  </a:lnTo>
                  <a:lnTo>
                    <a:pt x="20722" y="241580"/>
                  </a:lnTo>
                  <a:lnTo>
                    <a:pt x="23390" y="246245"/>
                  </a:lnTo>
                  <a:lnTo>
                    <a:pt x="26206" y="250823"/>
                  </a:lnTo>
                  <a:lnTo>
                    <a:pt x="29168" y="255307"/>
                  </a:lnTo>
                  <a:lnTo>
                    <a:pt x="32273" y="259694"/>
                  </a:lnTo>
                  <a:lnTo>
                    <a:pt x="35517" y="263979"/>
                  </a:lnTo>
                  <a:lnTo>
                    <a:pt x="38897" y="268157"/>
                  </a:lnTo>
                  <a:lnTo>
                    <a:pt x="42410" y="272225"/>
                  </a:lnTo>
                  <a:lnTo>
                    <a:pt x="167157" y="1609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98797" y="5399291"/>
              <a:ext cx="291907" cy="334319"/>
            </a:xfrm>
            <a:custGeom>
              <a:avLst/>
              <a:pathLst>
                <a:path w="291907" h="334319">
                  <a:moveTo>
                    <a:pt x="0" y="278447"/>
                  </a:moveTo>
                  <a:lnTo>
                    <a:pt x="3609" y="282365"/>
                  </a:lnTo>
                  <a:lnTo>
                    <a:pt x="7341" y="286167"/>
                  </a:lnTo>
                  <a:lnTo>
                    <a:pt x="11193" y="289848"/>
                  </a:lnTo>
                  <a:lnTo>
                    <a:pt x="15160" y="293404"/>
                  </a:lnTo>
                  <a:lnTo>
                    <a:pt x="19239" y="296832"/>
                  </a:lnTo>
                  <a:lnTo>
                    <a:pt x="23424" y="300129"/>
                  </a:lnTo>
                  <a:lnTo>
                    <a:pt x="27713" y="303290"/>
                  </a:lnTo>
                  <a:lnTo>
                    <a:pt x="32100" y="306313"/>
                  </a:lnTo>
                  <a:lnTo>
                    <a:pt x="36581" y="309194"/>
                  </a:lnTo>
                  <a:lnTo>
                    <a:pt x="41152" y="311932"/>
                  </a:lnTo>
                  <a:lnTo>
                    <a:pt x="45807" y="314522"/>
                  </a:lnTo>
                  <a:lnTo>
                    <a:pt x="50543" y="316963"/>
                  </a:lnTo>
                  <a:lnTo>
                    <a:pt x="55354" y="319251"/>
                  </a:lnTo>
                  <a:lnTo>
                    <a:pt x="60236" y="321385"/>
                  </a:lnTo>
                  <a:lnTo>
                    <a:pt x="65183" y="323363"/>
                  </a:lnTo>
                  <a:lnTo>
                    <a:pt x="70191" y="325182"/>
                  </a:lnTo>
                  <a:lnTo>
                    <a:pt x="75254" y="326840"/>
                  </a:lnTo>
                  <a:lnTo>
                    <a:pt x="80367" y="328336"/>
                  </a:lnTo>
                  <a:lnTo>
                    <a:pt x="85525" y="329668"/>
                  </a:lnTo>
                  <a:lnTo>
                    <a:pt x="90724" y="330836"/>
                  </a:lnTo>
                  <a:lnTo>
                    <a:pt x="95957" y="331837"/>
                  </a:lnTo>
                  <a:lnTo>
                    <a:pt x="101219" y="332670"/>
                  </a:lnTo>
                  <a:lnTo>
                    <a:pt x="106505" y="333336"/>
                  </a:lnTo>
                  <a:lnTo>
                    <a:pt x="111809" y="333833"/>
                  </a:lnTo>
                  <a:lnTo>
                    <a:pt x="117127" y="334161"/>
                  </a:lnTo>
                  <a:lnTo>
                    <a:pt x="122452" y="334319"/>
                  </a:lnTo>
                  <a:lnTo>
                    <a:pt x="127780" y="334307"/>
                  </a:lnTo>
                  <a:lnTo>
                    <a:pt x="133104" y="334125"/>
                  </a:lnTo>
                  <a:lnTo>
                    <a:pt x="138421" y="333774"/>
                  </a:lnTo>
                  <a:lnTo>
                    <a:pt x="143723" y="333254"/>
                  </a:lnTo>
                  <a:lnTo>
                    <a:pt x="149006" y="332565"/>
                  </a:lnTo>
                  <a:lnTo>
                    <a:pt x="154264" y="331708"/>
                  </a:lnTo>
                  <a:lnTo>
                    <a:pt x="159492" y="330684"/>
                  </a:lnTo>
                  <a:lnTo>
                    <a:pt x="164685" y="329493"/>
                  </a:lnTo>
                  <a:lnTo>
                    <a:pt x="169838" y="328138"/>
                  </a:lnTo>
                  <a:lnTo>
                    <a:pt x="174945" y="326619"/>
                  </a:lnTo>
                  <a:lnTo>
                    <a:pt x="180000" y="324939"/>
                  </a:lnTo>
                  <a:lnTo>
                    <a:pt x="185000" y="323098"/>
                  </a:lnTo>
                  <a:lnTo>
                    <a:pt x="189938" y="321099"/>
                  </a:lnTo>
                  <a:lnTo>
                    <a:pt x="194810" y="318943"/>
                  </a:lnTo>
                  <a:lnTo>
                    <a:pt x="199611" y="316633"/>
                  </a:lnTo>
                  <a:lnTo>
                    <a:pt x="204336" y="314172"/>
                  </a:lnTo>
                  <a:lnTo>
                    <a:pt x="208980" y="311561"/>
                  </a:lnTo>
                  <a:lnTo>
                    <a:pt x="213539" y="308803"/>
                  </a:lnTo>
                  <a:lnTo>
                    <a:pt x="218007" y="305902"/>
                  </a:lnTo>
                  <a:lnTo>
                    <a:pt x="222381" y="302859"/>
                  </a:lnTo>
                  <a:lnTo>
                    <a:pt x="226655" y="299679"/>
                  </a:lnTo>
                  <a:lnTo>
                    <a:pt x="230826" y="296364"/>
                  </a:lnTo>
                  <a:lnTo>
                    <a:pt x="234890" y="292918"/>
                  </a:lnTo>
                  <a:lnTo>
                    <a:pt x="238841" y="289345"/>
                  </a:lnTo>
                  <a:lnTo>
                    <a:pt x="242676" y="285647"/>
                  </a:lnTo>
                  <a:lnTo>
                    <a:pt x="246392" y="281829"/>
                  </a:lnTo>
                  <a:lnTo>
                    <a:pt x="249984" y="277894"/>
                  </a:lnTo>
                  <a:lnTo>
                    <a:pt x="253449" y="273847"/>
                  </a:lnTo>
                  <a:lnTo>
                    <a:pt x="256783" y="269691"/>
                  </a:lnTo>
                  <a:lnTo>
                    <a:pt x="259983" y="265432"/>
                  </a:lnTo>
                  <a:lnTo>
                    <a:pt x="263046" y="261072"/>
                  </a:lnTo>
                  <a:lnTo>
                    <a:pt x="265968" y="256617"/>
                  </a:lnTo>
                  <a:lnTo>
                    <a:pt x="268747" y="252072"/>
                  </a:lnTo>
                  <a:lnTo>
                    <a:pt x="271379" y="247440"/>
                  </a:lnTo>
                  <a:lnTo>
                    <a:pt x="273863" y="242726"/>
                  </a:lnTo>
                  <a:lnTo>
                    <a:pt x="276195" y="237936"/>
                  </a:lnTo>
                  <a:lnTo>
                    <a:pt x="278373" y="233074"/>
                  </a:lnTo>
                  <a:lnTo>
                    <a:pt x="280395" y="228145"/>
                  </a:lnTo>
                  <a:lnTo>
                    <a:pt x="282259" y="223154"/>
                  </a:lnTo>
                  <a:lnTo>
                    <a:pt x="283964" y="218106"/>
                  </a:lnTo>
                  <a:lnTo>
                    <a:pt x="285506" y="213007"/>
                  </a:lnTo>
                  <a:lnTo>
                    <a:pt x="286885" y="207861"/>
                  </a:lnTo>
                  <a:lnTo>
                    <a:pt x="288100" y="202673"/>
                  </a:lnTo>
                  <a:lnTo>
                    <a:pt x="289148" y="197450"/>
                  </a:lnTo>
                  <a:lnTo>
                    <a:pt x="290030" y="192195"/>
                  </a:lnTo>
                  <a:lnTo>
                    <a:pt x="290743" y="186916"/>
                  </a:lnTo>
                  <a:lnTo>
                    <a:pt x="291288" y="181616"/>
                  </a:lnTo>
                  <a:lnTo>
                    <a:pt x="291664" y="176301"/>
                  </a:lnTo>
                  <a:lnTo>
                    <a:pt x="291870" y="170978"/>
                  </a:lnTo>
                  <a:lnTo>
                    <a:pt x="291907" y="165650"/>
                  </a:lnTo>
                  <a:lnTo>
                    <a:pt x="291774" y="160324"/>
                  </a:lnTo>
                  <a:lnTo>
                    <a:pt x="291471" y="155005"/>
                  </a:lnTo>
                  <a:lnTo>
                    <a:pt x="290999" y="149698"/>
                  </a:lnTo>
                  <a:lnTo>
                    <a:pt x="290357" y="144409"/>
                  </a:lnTo>
                  <a:lnTo>
                    <a:pt x="289548" y="139143"/>
                  </a:lnTo>
                  <a:lnTo>
                    <a:pt x="288571" y="133906"/>
                  </a:lnTo>
                  <a:lnTo>
                    <a:pt x="287428" y="128702"/>
                  </a:lnTo>
                  <a:lnTo>
                    <a:pt x="286120" y="123538"/>
                  </a:lnTo>
                  <a:lnTo>
                    <a:pt x="284648" y="118417"/>
                  </a:lnTo>
                  <a:lnTo>
                    <a:pt x="283013" y="113347"/>
                  </a:lnTo>
                  <a:lnTo>
                    <a:pt x="281218" y="108331"/>
                  </a:lnTo>
                  <a:lnTo>
                    <a:pt x="279263" y="103374"/>
                  </a:lnTo>
                  <a:lnTo>
                    <a:pt x="277152" y="98483"/>
                  </a:lnTo>
                  <a:lnTo>
                    <a:pt x="274886" y="93661"/>
                  </a:lnTo>
                  <a:lnTo>
                    <a:pt x="272467" y="88914"/>
                  </a:lnTo>
                  <a:lnTo>
                    <a:pt x="269898" y="84246"/>
                  </a:lnTo>
                  <a:lnTo>
                    <a:pt x="267182" y="79663"/>
                  </a:lnTo>
                  <a:lnTo>
                    <a:pt x="264322" y="75169"/>
                  </a:lnTo>
                  <a:lnTo>
                    <a:pt x="261319" y="70767"/>
                  </a:lnTo>
                  <a:lnTo>
                    <a:pt x="258178" y="66464"/>
                  </a:lnTo>
                  <a:lnTo>
                    <a:pt x="254901" y="62264"/>
                  </a:lnTo>
                  <a:lnTo>
                    <a:pt x="251492" y="58169"/>
                  </a:lnTo>
                  <a:lnTo>
                    <a:pt x="247954" y="54186"/>
                  </a:lnTo>
                  <a:lnTo>
                    <a:pt x="244291" y="50317"/>
                  </a:lnTo>
                  <a:lnTo>
                    <a:pt x="240507" y="46567"/>
                  </a:lnTo>
                  <a:lnTo>
                    <a:pt x="236605" y="42939"/>
                  </a:lnTo>
                  <a:lnTo>
                    <a:pt x="232590" y="39438"/>
                  </a:lnTo>
                  <a:lnTo>
                    <a:pt x="228465" y="36066"/>
                  </a:lnTo>
                  <a:lnTo>
                    <a:pt x="224234" y="32827"/>
                  </a:lnTo>
                  <a:lnTo>
                    <a:pt x="219903" y="29725"/>
                  </a:lnTo>
                  <a:lnTo>
                    <a:pt x="215475" y="26763"/>
                  </a:lnTo>
                  <a:lnTo>
                    <a:pt x="210954" y="23943"/>
                  </a:lnTo>
                  <a:lnTo>
                    <a:pt x="206346" y="21268"/>
                  </a:lnTo>
                  <a:lnTo>
                    <a:pt x="201656" y="18742"/>
                  </a:lnTo>
                  <a:lnTo>
                    <a:pt x="196887" y="16367"/>
                  </a:lnTo>
                  <a:lnTo>
                    <a:pt x="192045" y="14144"/>
                  </a:lnTo>
                  <a:lnTo>
                    <a:pt x="187134" y="12078"/>
                  </a:lnTo>
                  <a:lnTo>
                    <a:pt x="182160" y="10168"/>
                  </a:lnTo>
                  <a:lnTo>
                    <a:pt x="177128" y="8418"/>
                  </a:lnTo>
                  <a:lnTo>
                    <a:pt x="172043" y="6830"/>
                  </a:lnTo>
                  <a:lnTo>
                    <a:pt x="166910" y="5404"/>
                  </a:lnTo>
                  <a:lnTo>
                    <a:pt x="161733" y="4143"/>
                  </a:lnTo>
                  <a:lnTo>
                    <a:pt x="156520" y="3047"/>
                  </a:lnTo>
                  <a:lnTo>
                    <a:pt x="151273" y="2118"/>
                  </a:lnTo>
                  <a:lnTo>
                    <a:pt x="146000" y="1356"/>
                  </a:lnTo>
                  <a:lnTo>
                    <a:pt x="140706" y="763"/>
                  </a:lnTo>
                  <a:lnTo>
                    <a:pt x="135395" y="339"/>
                  </a:lnTo>
                  <a:lnTo>
                    <a:pt x="130073" y="84"/>
                  </a:lnTo>
                  <a:lnTo>
                    <a:pt x="124746" y="0"/>
                  </a:lnTo>
                  <a:lnTo>
                    <a:pt x="1247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19090" y="5269756"/>
              <a:ext cx="26168" cy="167167"/>
            </a:xfrm>
            <a:custGeom>
              <a:avLst/>
              <a:pathLst>
                <a:path w="26168" h="167167">
                  <a:moveTo>
                    <a:pt x="26168" y="0"/>
                  </a:moveTo>
                  <a:lnTo>
                    <a:pt x="19601" y="129"/>
                  </a:lnTo>
                  <a:lnTo>
                    <a:pt x="13043" y="516"/>
                  </a:lnTo>
                  <a:lnTo>
                    <a:pt x="6506" y="1160"/>
                  </a:lnTo>
                  <a:lnTo>
                    <a:pt x="0" y="2060"/>
                  </a:lnTo>
                  <a:lnTo>
                    <a:pt x="261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19090" y="5271817"/>
              <a:ext cx="26168" cy="165106"/>
            </a:xfrm>
            <a:custGeom>
              <a:avLst/>
              <a:pathLst>
                <a:path w="26168" h="165106">
                  <a:moveTo>
                    <a:pt x="0" y="0"/>
                  </a:moveTo>
                  <a:lnTo>
                    <a:pt x="26168" y="165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19090" y="5271817"/>
              <a:ext cx="26168" cy="165106"/>
            </a:xfrm>
            <a:custGeom>
              <a:avLst/>
              <a:pathLst>
                <a:path w="26168" h="165106">
                  <a:moveTo>
                    <a:pt x="0" y="0"/>
                  </a:moveTo>
                  <a:lnTo>
                    <a:pt x="26168" y="165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19090" y="5271817"/>
              <a:ext cx="26168" cy="165106"/>
            </a:xfrm>
            <a:custGeom>
              <a:avLst/>
              <a:pathLst>
                <a:path w="26168" h="165106">
                  <a:moveTo>
                    <a:pt x="0" y="0"/>
                  </a:moveTo>
                  <a:lnTo>
                    <a:pt x="26168" y="1651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19090" y="5271817"/>
              <a:ext cx="26168" cy="165106"/>
            </a:xfrm>
            <a:custGeom>
              <a:avLst/>
              <a:pathLst>
                <a:path w="26168" h="165106">
                  <a:moveTo>
                    <a:pt x="0" y="0"/>
                  </a:moveTo>
                  <a:lnTo>
                    <a:pt x="26168" y="1651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379986" y="5271817"/>
              <a:ext cx="165271" cy="165106"/>
            </a:xfrm>
            <a:custGeom>
              <a:avLst/>
              <a:pathLst>
                <a:path w="165271" h="165106">
                  <a:moveTo>
                    <a:pt x="139103" y="0"/>
                  </a:moveTo>
                  <a:lnTo>
                    <a:pt x="133771" y="933"/>
                  </a:lnTo>
                  <a:lnTo>
                    <a:pt x="128472" y="2039"/>
                  </a:lnTo>
                  <a:lnTo>
                    <a:pt x="123212" y="3316"/>
                  </a:lnTo>
                  <a:lnTo>
                    <a:pt x="117996" y="4763"/>
                  </a:lnTo>
                  <a:lnTo>
                    <a:pt x="112830" y="6377"/>
                  </a:lnTo>
                  <a:lnTo>
                    <a:pt x="107718" y="8158"/>
                  </a:lnTo>
                  <a:lnTo>
                    <a:pt x="102667" y="10104"/>
                  </a:lnTo>
                  <a:lnTo>
                    <a:pt x="97682" y="12212"/>
                  </a:lnTo>
                  <a:lnTo>
                    <a:pt x="92767" y="14480"/>
                  </a:lnTo>
                  <a:lnTo>
                    <a:pt x="87929" y="16907"/>
                  </a:lnTo>
                  <a:lnTo>
                    <a:pt x="83171" y="19488"/>
                  </a:lnTo>
                  <a:lnTo>
                    <a:pt x="78500" y="22223"/>
                  </a:lnTo>
                  <a:lnTo>
                    <a:pt x="73919" y="25107"/>
                  </a:lnTo>
                  <a:lnTo>
                    <a:pt x="69434" y="28138"/>
                  </a:lnTo>
                  <a:lnTo>
                    <a:pt x="65050" y="31313"/>
                  </a:lnTo>
                  <a:lnTo>
                    <a:pt x="60771" y="34627"/>
                  </a:lnTo>
                  <a:lnTo>
                    <a:pt x="56602" y="38079"/>
                  </a:lnTo>
                  <a:lnTo>
                    <a:pt x="52546" y="41664"/>
                  </a:lnTo>
                  <a:lnTo>
                    <a:pt x="48609" y="45378"/>
                  </a:lnTo>
                  <a:lnTo>
                    <a:pt x="44793" y="49218"/>
                  </a:lnTo>
                  <a:lnTo>
                    <a:pt x="41105" y="53179"/>
                  </a:lnTo>
                  <a:lnTo>
                    <a:pt x="37546" y="57258"/>
                  </a:lnTo>
                  <a:lnTo>
                    <a:pt x="34121" y="61450"/>
                  </a:lnTo>
                  <a:lnTo>
                    <a:pt x="30834" y="65750"/>
                  </a:lnTo>
                  <a:lnTo>
                    <a:pt x="27688" y="70155"/>
                  </a:lnTo>
                  <a:lnTo>
                    <a:pt x="24686" y="74659"/>
                  </a:lnTo>
                  <a:lnTo>
                    <a:pt x="21831" y="79258"/>
                  </a:lnTo>
                  <a:lnTo>
                    <a:pt x="19127" y="83947"/>
                  </a:lnTo>
                  <a:lnTo>
                    <a:pt x="16576" y="88721"/>
                  </a:lnTo>
                  <a:lnTo>
                    <a:pt x="14181" y="93575"/>
                  </a:lnTo>
                  <a:lnTo>
                    <a:pt x="11944" y="98504"/>
                  </a:lnTo>
                  <a:lnTo>
                    <a:pt x="9869" y="103503"/>
                  </a:lnTo>
                  <a:lnTo>
                    <a:pt x="7956" y="108567"/>
                  </a:lnTo>
                  <a:lnTo>
                    <a:pt x="6208" y="113690"/>
                  </a:lnTo>
                  <a:lnTo>
                    <a:pt x="4626" y="118867"/>
                  </a:lnTo>
                  <a:lnTo>
                    <a:pt x="3213" y="124092"/>
                  </a:lnTo>
                  <a:lnTo>
                    <a:pt x="1971" y="129360"/>
                  </a:lnTo>
                  <a:lnTo>
                    <a:pt x="899" y="134666"/>
                  </a:lnTo>
                  <a:lnTo>
                    <a:pt x="0" y="140003"/>
                  </a:lnTo>
                  <a:lnTo>
                    <a:pt x="165271" y="1651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78096" y="5269756"/>
              <a:ext cx="334314" cy="334332"/>
            </a:xfrm>
            <a:custGeom>
              <a:avLst/>
              <a:pathLst>
                <a:path w="334314" h="334332">
                  <a:moveTo>
                    <a:pt x="1889" y="142064"/>
                  </a:moveTo>
                  <a:lnTo>
                    <a:pt x="1175" y="147329"/>
                  </a:lnTo>
                  <a:lnTo>
                    <a:pt x="629" y="152614"/>
                  </a:lnTo>
                  <a:lnTo>
                    <a:pt x="250" y="157914"/>
                  </a:lnTo>
                  <a:lnTo>
                    <a:pt x="40" y="163223"/>
                  </a:lnTo>
                  <a:lnTo>
                    <a:pt x="0" y="168536"/>
                  </a:lnTo>
                  <a:lnTo>
                    <a:pt x="127" y="173848"/>
                  </a:lnTo>
                  <a:lnTo>
                    <a:pt x="424" y="179153"/>
                  </a:lnTo>
                  <a:lnTo>
                    <a:pt x="889" y="184446"/>
                  </a:lnTo>
                  <a:lnTo>
                    <a:pt x="1522" y="189721"/>
                  </a:lnTo>
                  <a:lnTo>
                    <a:pt x="2323" y="194974"/>
                  </a:lnTo>
                  <a:lnTo>
                    <a:pt x="3290" y="200198"/>
                  </a:lnTo>
                  <a:lnTo>
                    <a:pt x="4422" y="205389"/>
                  </a:lnTo>
                  <a:lnTo>
                    <a:pt x="5719" y="210542"/>
                  </a:lnTo>
                  <a:lnTo>
                    <a:pt x="7179" y="215650"/>
                  </a:lnTo>
                  <a:lnTo>
                    <a:pt x="8801" y="220710"/>
                  </a:lnTo>
                  <a:lnTo>
                    <a:pt x="10582" y="225716"/>
                  </a:lnTo>
                  <a:lnTo>
                    <a:pt x="12522" y="230662"/>
                  </a:lnTo>
                  <a:lnTo>
                    <a:pt x="14618" y="235544"/>
                  </a:lnTo>
                  <a:lnTo>
                    <a:pt x="16868" y="240358"/>
                  </a:lnTo>
                  <a:lnTo>
                    <a:pt x="19270" y="245097"/>
                  </a:lnTo>
                  <a:lnTo>
                    <a:pt x="21821" y="249758"/>
                  </a:lnTo>
                  <a:lnTo>
                    <a:pt x="24519" y="254335"/>
                  </a:lnTo>
                  <a:lnTo>
                    <a:pt x="27362" y="258824"/>
                  </a:lnTo>
                  <a:lnTo>
                    <a:pt x="30345" y="263220"/>
                  </a:lnTo>
                  <a:lnTo>
                    <a:pt x="33467" y="267520"/>
                  </a:lnTo>
                  <a:lnTo>
                    <a:pt x="36723" y="271718"/>
                  </a:lnTo>
                  <a:lnTo>
                    <a:pt x="40112" y="275810"/>
                  </a:lnTo>
                  <a:lnTo>
                    <a:pt x="43629" y="279793"/>
                  </a:lnTo>
                  <a:lnTo>
                    <a:pt x="47270" y="283662"/>
                  </a:lnTo>
                  <a:lnTo>
                    <a:pt x="51033" y="287413"/>
                  </a:lnTo>
                  <a:lnTo>
                    <a:pt x="54913" y="291043"/>
                  </a:lnTo>
                  <a:lnTo>
                    <a:pt x="58907" y="294548"/>
                  </a:lnTo>
                  <a:lnTo>
                    <a:pt x="63009" y="297924"/>
                  </a:lnTo>
                  <a:lnTo>
                    <a:pt x="67218" y="301168"/>
                  </a:lnTo>
                  <a:lnTo>
                    <a:pt x="71527" y="304276"/>
                  </a:lnTo>
                  <a:lnTo>
                    <a:pt x="75932" y="307246"/>
                  </a:lnTo>
                  <a:lnTo>
                    <a:pt x="80430" y="310075"/>
                  </a:lnTo>
                  <a:lnTo>
                    <a:pt x="85015" y="312759"/>
                  </a:lnTo>
                  <a:lnTo>
                    <a:pt x="89684" y="315296"/>
                  </a:lnTo>
                  <a:lnTo>
                    <a:pt x="94430" y="317683"/>
                  </a:lnTo>
                  <a:lnTo>
                    <a:pt x="99250" y="319919"/>
                  </a:lnTo>
                  <a:lnTo>
                    <a:pt x="104139" y="322000"/>
                  </a:lnTo>
                  <a:lnTo>
                    <a:pt x="109091" y="323924"/>
                  </a:lnTo>
                  <a:lnTo>
                    <a:pt x="114103" y="325690"/>
                  </a:lnTo>
                  <a:lnTo>
                    <a:pt x="119167" y="327297"/>
                  </a:lnTo>
                  <a:lnTo>
                    <a:pt x="124280" y="328741"/>
                  </a:lnTo>
                  <a:lnTo>
                    <a:pt x="129437" y="330022"/>
                  </a:lnTo>
                  <a:lnTo>
                    <a:pt x="134631" y="331139"/>
                  </a:lnTo>
                  <a:lnTo>
                    <a:pt x="139859" y="332090"/>
                  </a:lnTo>
                  <a:lnTo>
                    <a:pt x="145114" y="332874"/>
                  </a:lnTo>
                  <a:lnTo>
                    <a:pt x="150391" y="333491"/>
                  </a:lnTo>
                  <a:lnTo>
                    <a:pt x="155685" y="333940"/>
                  </a:lnTo>
                  <a:lnTo>
                    <a:pt x="160991" y="334220"/>
                  </a:lnTo>
                  <a:lnTo>
                    <a:pt x="166303" y="334332"/>
                  </a:lnTo>
                  <a:lnTo>
                    <a:pt x="171616" y="334275"/>
                  </a:lnTo>
                  <a:lnTo>
                    <a:pt x="176924" y="334049"/>
                  </a:lnTo>
                  <a:lnTo>
                    <a:pt x="182223" y="333654"/>
                  </a:lnTo>
                  <a:lnTo>
                    <a:pt x="187506" y="333092"/>
                  </a:lnTo>
                  <a:lnTo>
                    <a:pt x="192769" y="332361"/>
                  </a:lnTo>
                  <a:lnTo>
                    <a:pt x="198006" y="331464"/>
                  </a:lnTo>
                  <a:lnTo>
                    <a:pt x="203212" y="330401"/>
                  </a:lnTo>
                  <a:lnTo>
                    <a:pt x="208381" y="329173"/>
                  </a:lnTo>
                  <a:lnTo>
                    <a:pt x="213509" y="327781"/>
                  </a:lnTo>
                  <a:lnTo>
                    <a:pt x="218590" y="326227"/>
                  </a:lnTo>
                  <a:lnTo>
                    <a:pt x="223618" y="324512"/>
                  </a:lnTo>
                  <a:lnTo>
                    <a:pt x="228590" y="322639"/>
                  </a:lnTo>
                  <a:lnTo>
                    <a:pt x="233500" y="320608"/>
                  </a:lnTo>
                  <a:lnTo>
                    <a:pt x="238343" y="318422"/>
                  </a:lnTo>
                  <a:lnTo>
                    <a:pt x="243114" y="316084"/>
                  </a:lnTo>
                  <a:lnTo>
                    <a:pt x="247808" y="313595"/>
                  </a:lnTo>
                  <a:lnTo>
                    <a:pt x="252421" y="310958"/>
                  </a:lnTo>
                  <a:lnTo>
                    <a:pt x="256947" y="308176"/>
                  </a:lnTo>
                  <a:lnTo>
                    <a:pt x="261383" y="305251"/>
                  </a:lnTo>
                  <a:lnTo>
                    <a:pt x="265724" y="302187"/>
                  </a:lnTo>
                  <a:lnTo>
                    <a:pt x="269965" y="298986"/>
                  </a:lnTo>
                  <a:lnTo>
                    <a:pt x="274102" y="295653"/>
                  </a:lnTo>
                  <a:lnTo>
                    <a:pt x="278131" y="292189"/>
                  </a:lnTo>
                  <a:lnTo>
                    <a:pt x="282049" y="288600"/>
                  </a:lnTo>
                  <a:lnTo>
                    <a:pt x="285850" y="284887"/>
                  </a:lnTo>
                  <a:lnTo>
                    <a:pt x="289531" y="281056"/>
                  </a:lnTo>
                  <a:lnTo>
                    <a:pt x="293088" y="277109"/>
                  </a:lnTo>
                  <a:lnTo>
                    <a:pt x="296519" y="273052"/>
                  </a:lnTo>
                  <a:lnTo>
                    <a:pt x="299818" y="268887"/>
                  </a:lnTo>
                  <a:lnTo>
                    <a:pt x="302984" y="264620"/>
                  </a:lnTo>
                  <a:lnTo>
                    <a:pt x="306012" y="260255"/>
                  </a:lnTo>
                  <a:lnTo>
                    <a:pt x="308901" y="255795"/>
                  </a:lnTo>
                  <a:lnTo>
                    <a:pt x="311646" y="251246"/>
                  </a:lnTo>
                  <a:lnTo>
                    <a:pt x="314245" y="246612"/>
                  </a:lnTo>
                  <a:lnTo>
                    <a:pt x="316695" y="241897"/>
                  </a:lnTo>
                  <a:lnTo>
                    <a:pt x="318994" y="237107"/>
                  </a:lnTo>
                  <a:lnTo>
                    <a:pt x="321140" y="232247"/>
                  </a:lnTo>
                  <a:lnTo>
                    <a:pt x="323131" y="227320"/>
                  </a:lnTo>
                  <a:lnTo>
                    <a:pt x="324964" y="222333"/>
                  </a:lnTo>
                  <a:lnTo>
                    <a:pt x="326637" y="217291"/>
                  </a:lnTo>
                  <a:lnTo>
                    <a:pt x="328150" y="212197"/>
                  </a:lnTo>
                  <a:lnTo>
                    <a:pt x="329499" y="207058"/>
                  </a:lnTo>
                  <a:lnTo>
                    <a:pt x="330685" y="201879"/>
                  </a:lnTo>
                  <a:lnTo>
                    <a:pt x="331706" y="196665"/>
                  </a:lnTo>
                  <a:lnTo>
                    <a:pt x="332560" y="191421"/>
                  </a:lnTo>
                  <a:lnTo>
                    <a:pt x="333247" y="186152"/>
                  </a:lnTo>
                  <a:lnTo>
                    <a:pt x="333767" y="180864"/>
                  </a:lnTo>
                  <a:lnTo>
                    <a:pt x="334118" y="175563"/>
                  </a:lnTo>
                  <a:lnTo>
                    <a:pt x="334300" y="170253"/>
                  </a:lnTo>
                  <a:lnTo>
                    <a:pt x="334314" y="164939"/>
                  </a:lnTo>
                  <a:lnTo>
                    <a:pt x="334159" y="159629"/>
                  </a:lnTo>
                  <a:lnTo>
                    <a:pt x="333835" y="154325"/>
                  </a:lnTo>
                  <a:lnTo>
                    <a:pt x="333342" y="149035"/>
                  </a:lnTo>
                  <a:lnTo>
                    <a:pt x="332682" y="143763"/>
                  </a:lnTo>
                  <a:lnTo>
                    <a:pt x="331855" y="138514"/>
                  </a:lnTo>
                  <a:lnTo>
                    <a:pt x="330861" y="133295"/>
                  </a:lnTo>
                  <a:lnTo>
                    <a:pt x="329702" y="128110"/>
                  </a:lnTo>
                  <a:lnTo>
                    <a:pt x="328379" y="122964"/>
                  </a:lnTo>
                  <a:lnTo>
                    <a:pt x="326893" y="117863"/>
                  </a:lnTo>
                  <a:lnTo>
                    <a:pt x="325245" y="112811"/>
                  </a:lnTo>
                  <a:lnTo>
                    <a:pt x="323438" y="107815"/>
                  </a:lnTo>
                  <a:lnTo>
                    <a:pt x="321473" y="102879"/>
                  </a:lnTo>
                  <a:lnTo>
                    <a:pt x="319352" y="98007"/>
                  </a:lnTo>
                  <a:lnTo>
                    <a:pt x="317077" y="93205"/>
                  </a:lnTo>
                  <a:lnTo>
                    <a:pt x="314651" y="88479"/>
                  </a:lnTo>
                  <a:lnTo>
                    <a:pt x="312075" y="83831"/>
                  </a:lnTo>
                  <a:lnTo>
                    <a:pt x="309354" y="79268"/>
                  </a:lnTo>
                  <a:lnTo>
                    <a:pt x="306489" y="74793"/>
                  </a:lnTo>
                  <a:lnTo>
                    <a:pt x="303483" y="70412"/>
                  </a:lnTo>
                  <a:lnTo>
                    <a:pt x="300339" y="66129"/>
                  </a:lnTo>
                  <a:lnTo>
                    <a:pt x="297061" y="61948"/>
                  </a:lnTo>
                  <a:lnTo>
                    <a:pt x="293651" y="57873"/>
                  </a:lnTo>
                  <a:lnTo>
                    <a:pt x="290114" y="53908"/>
                  </a:lnTo>
                  <a:lnTo>
                    <a:pt x="286453" y="50058"/>
                  </a:lnTo>
                  <a:lnTo>
                    <a:pt x="282671" y="46326"/>
                  </a:lnTo>
                  <a:lnTo>
                    <a:pt x="278772" y="42716"/>
                  </a:lnTo>
                  <a:lnTo>
                    <a:pt x="274761" y="39232"/>
                  </a:lnTo>
                  <a:lnTo>
                    <a:pt x="270640" y="35877"/>
                  </a:lnTo>
                  <a:lnTo>
                    <a:pt x="266416" y="32655"/>
                  </a:lnTo>
                  <a:lnTo>
                    <a:pt x="262091" y="29569"/>
                  </a:lnTo>
                  <a:lnTo>
                    <a:pt x="257670" y="26621"/>
                  </a:lnTo>
                  <a:lnTo>
                    <a:pt x="253158" y="23816"/>
                  </a:lnTo>
                  <a:lnTo>
                    <a:pt x="248559" y="21155"/>
                  </a:lnTo>
                  <a:lnTo>
                    <a:pt x="243877" y="18642"/>
                  </a:lnTo>
                  <a:lnTo>
                    <a:pt x="239119" y="16279"/>
                  </a:lnTo>
                  <a:lnTo>
                    <a:pt x="234287" y="14069"/>
                  </a:lnTo>
                  <a:lnTo>
                    <a:pt x="229388" y="12013"/>
                  </a:lnTo>
                  <a:lnTo>
                    <a:pt x="224426" y="10114"/>
                  </a:lnTo>
                  <a:lnTo>
                    <a:pt x="219406" y="8373"/>
                  </a:lnTo>
                  <a:lnTo>
                    <a:pt x="214333" y="6793"/>
                  </a:lnTo>
                  <a:lnTo>
                    <a:pt x="209212" y="5375"/>
                  </a:lnTo>
                  <a:lnTo>
                    <a:pt x="204049" y="4120"/>
                  </a:lnTo>
                  <a:lnTo>
                    <a:pt x="198849" y="3030"/>
                  </a:lnTo>
                  <a:lnTo>
                    <a:pt x="193617" y="2106"/>
                  </a:lnTo>
                  <a:lnTo>
                    <a:pt x="188358" y="1349"/>
                  </a:lnTo>
                  <a:lnTo>
                    <a:pt x="183078" y="759"/>
                  </a:lnTo>
                  <a:lnTo>
                    <a:pt x="177781" y="337"/>
                  </a:lnTo>
                  <a:lnTo>
                    <a:pt x="172474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02739" y="5018213"/>
              <a:ext cx="18299" cy="167167"/>
            </a:xfrm>
            <a:custGeom>
              <a:avLst/>
              <a:pathLst>
                <a:path w="18299" h="167167">
                  <a:moveTo>
                    <a:pt x="18299" y="0"/>
                  </a:moveTo>
                  <a:lnTo>
                    <a:pt x="9136" y="251"/>
                  </a:lnTo>
                  <a:lnTo>
                    <a:pt x="0" y="1004"/>
                  </a:lnTo>
                  <a:lnTo>
                    <a:pt x="182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02739" y="5019218"/>
              <a:ext cx="18299" cy="166162"/>
            </a:xfrm>
            <a:custGeom>
              <a:avLst/>
              <a:pathLst>
                <a:path w="18299" h="166162">
                  <a:moveTo>
                    <a:pt x="0" y="0"/>
                  </a:moveTo>
                  <a:lnTo>
                    <a:pt x="18299" y="166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02739" y="5019218"/>
              <a:ext cx="18299" cy="166162"/>
            </a:xfrm>
            <a:custGeom>
              <a:avLst/>
              <a:pathLst>
                <a:path w="18299" h="166162">
                  <a:moveTo>
                    <a:pt x="0" y="0"/>
                  </a:moveTo>
                  <a:lnTo>
                    <a:pt x="18299" y="166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02739" y="5019218"/>
              <a:ext cx="18299" cy="166162"/>
            </a:xfrm>
            <a:custGeom>
              <a:avLst/>
              <a:pathLst>
                <a:path w="18299" h="166162">
                  <a:moveTo>
                    <a:pt x="0" y="0"/>
                  </a:moveTo>
                  <a:lnTo>
                    <a:pt x="18299" y="166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87551" y="5019218"/>
              <a:ext cx="133487" cy="166162"/>
            </a:xfrm>
            <a:custGeom>
              <a:avLst/>
              <a:pathLst>
                <a:path w="133487" h="166162">
                  <a:moveTo>
                    <a:pt x="115187" y="0"/>
                  </a:moveTo>
                  <a:lnTo>
                    <a:pt x="109555" y="717"/>
                  </a:lnTo>
                  <a:lnTo>
                    <a:pt x="103951" y="1625"/>
                  </a:lnTo>
                  <a:lnTo>
                    <a:pt x="98380" y="2723"/>
                  </a:lnTo>
                  <a:lnTo>
                    <a:pt x="92850" y="4009"/>
                  </a:lnTo>
                  <a:lnTo>
                    <a:pt x="87367" y="5483"/>
                  </a:lnTo>
                  <a:lnTo>
                    <a:pt x="81938" y="7141"/>
                  </a:lnTo>
                  <a:lnTo>
                    <a:pt x="76567" y="8984"/>
                  </a:lnTo>
                  <a:lnTo>
                    <a:pt x="71263" y="11007"/>
                  </a:lnTo>
                  <a:lnTo>
                    <a:pt x="66030" y="13210"/>
                  </a:lnTo>
                  <a:lnTo>
                    <a:pt x="60875" y="15589"/>
                  </a:lnTo>
                  <a:lnTo>
                    <a:pt x="55803" y="18141"/>
                  </a:lnTo>
                  <a:lnTo>
                    <a:pt x="50822" y="20865"/>
                  </a:lnTo>
                  <a:lnTo>
                    <a:pt x="45935" y="23756"/>
                  </a:lnTo>
                  <a:lnTo>
                    <a:pt x="41150" y="26811"/>
                  </a:lnTo>
                  <a:lnTo>
                    <a:pt x="36471" y="30027"/>
                  </a:lnTo>
                  <a:lnTo>
                    <a:pt x="31904" y="33400"/>
                  </a:lnTo>
                  <a:lnTo>
                    <a:pt x="27454" y="36926"/>
                  </a:lnTo>
                  <a:lnTo>
                    <a:pt x="23127" y="40601"/>
                  </a:lnTo>
                  <a:lnTo>
                    <a:pt x="18927" y="44421"/>
                  </a:lnTo>
                  <a:lnTo>
                    <a:pt x="14859" y="48382"/>
                  </a:lnTo>
                  <a:lnTo>
                    <a:pt x="10928" y="52478"/>
                  </a:lnTo>
                  <a:lnTo>
                    <a:pt x="7138" y="56705"/>
                  </a:lnTo>
                  <a:lnTo>
                    <a:pt x="3494" y="61059"/>
                  </a:lnTo>
                  <a:lnTo>
                    <a:pt x="0" y="65534"/>
                  </a:lnTo>
                  <a:lnTo>
                    <a:pt x="133487" y="166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883" y="5018213"/>
              <a:ext cx="334305" cy="334334"/>
            </a:xfrm>
            <a:custGeom>
              <a:avLst/>
              <a:pathLst>
                <a:path w="334305" h="334334">
                  <a:moveTo>
                    <a:pt x="33668" y="66539"/>
                  </a:moveTo>
                  <a:lnTo>
                    <a:pt x="30545" y="70821"/>
                  </a:lnTo>
                  <a:lnTo>
                    <a:pt x="27559" y="75200"/>
                  </a:lnTo>
                  <a:lnTo>
                    <a:pt x="24714" y="79671"/>
                  </a:lnTo>
                  <a:lnTo>
                    <a:pt x="22012" y="84231"/>
                  </a:lnTo>
                  <a:lnTo>
                    <a:pt x="19456" y="88874"/>
                  </a:lnTo>
                  <a:lnTo>
                    <a:pt x="17048" y="93595"/>
                  </a:lnTo>
                  <a:lnTo>
                    <a:pt x="14791" y="98391"/>
                  </a:lnTo>
                  <a:lnTo>
                    <a:pt x="12688" y="103256"/>
                  </a:lnTo>
                  <a:lnTo>
                    <a:pt x="10739" y="108184"/>
                  </a:lnTo>
                  <a:lnTo>
                    <a:pt x="8948" y="113173"/>
                  </a:lnTo>
                  <a:lnTo>
                    <a:pt x="7316" y="118215"/>
                  </a:lnTo>
                  <a:lnTo>
                    <a:pt x="5844" y="123307"/>
                  </a:lnTo>
                  <a:lnTo>
                    <a:pt x="4535" y="128442"/>
                  </a:lnTo>
                  <a:lnTo>
                    <a:pt x="3389" y="133617"/>
                  </a:lnTo>
                  <a:lnTo>
                    <a:pt x="2408" y="138825"/>
                  </a:lnTo>
                  <a:lnTo>
                    <a:pt x="1592" y="144062"/>
                  </a:lnTo>
                  <a:lnTo>
                    <a:pt x="943" y="149322"/>
                  </a:lnTo>
                  <a:lnTo>
                    <a:pt x="461" y="154600"/>
                  </a:lnTo>
                  <a:lnTo>
                    <a:pt x="146" y="159891"/>
                  </a:lnTo>
                  <a:lnTo>
                    <a:pt x="0" y="165189"/>
                  </a:lnTo>
                  <a:lnTo>
                    <a:pt x="21" y="170489"/>
                  </a:lnTo>
                  <a:lnTo>
                    <a:pt x="210" y="175786"/>
                  </a:lnTo>
                  <a:lnTo>
                    <a:pt x="567" y="181074"/>
                  </a:lnTo>
                  <a:lnTo>
                    <a:pt x="1092" y="186348"/>
                  </a:lnTo>
                  <a:lnTo>
                    <a:pt x="1783" y="191602"/>
                  </a:lnTo>
                  <a:lnTo>
                    <a:pt x="2641" y="196833"/>
                  </a:lnTo>
                  <a:lnTo>
                    <a:pt x="3664" y="202033"/>
                  </a:lnTo>
                  <a:lnTo>
                    <a:pt x="4852" y="207198"/>
                  </a:lnTo>
                  <a:lnTo>
                    <a:pt x="6202" y="212323"/>
                  </a:lnTo>
                  <a:lnTo>
                    <a:pt x="7715" y="217403"/>
                  </a:lnTo>
                  <a:lnTo>
                    <a:pt x="9387" y="222432"/>
                  </a:lnTo>
                  <a:lnTo>
                    <a:pt x="11219" y="227406"/>
                  </a:lnTo>
                  <a:lnTo>
                    <a:pt x="13207" y="232319"/>
                  </a:lnTo>
                  <a:lnTo>
                    <a:pt x="15349" y="237166"/>
                  </a:lnTo>
                  <a:lnTo>
                    <a:pt x="17645" y="241943"/>
                  </a:lnTo>
                  <a:lnTo>
                    <a:pt x="20090" y="246646"/>
                  </a:lnTo>
                  <a:lnTo>
                    <a:pt x="22684" y="251268"/>
                  </a:lnTo>
                  <a:lnTo>
                    <a:pt x="25422" y="255805"/>
                  </a:lnTo>
                  <a:lnTo>
                    <a:pt x="28304" y="260254"/>
                  </a:lnTo>
                  <a:lnTo>
                    <a:pt x="31324" y="264609"/>
                  </a:lnTo>
                  <a:lnTo>
                    <a:pt x="34482" y="268866"/>
                  </a:lnTo>
                  <a:lnTo>
                    <a:pt x="37772" y="273020"/>
                  </a:lnTo>
                  <a:lnTo>
                    <a:pt x="41193" y="277069"/>
                  </a:lnTo>
                  <a:lnTo>
                    <a:pt x="44740" y="281007"/>
                  </a:lnTo>
                  <a:lnTo>
                    <a:pt x="48410" y="284830"/>
                  </a:lnTo>
                  <a:lnTo>
                    <a:pt x="52200" y="288535"/>
                  </a:lnTo>
                  <a:lnTo>
                    <a:pt x="56105" y="292118"/>
                  </a:lnTo>
                  <a:lnTo>
                    <a:pt x="60122" y="295576"/>
                  </a:lnTo>
                  <a:lnTo>
                    <a:pt x="64247" y="298905"/>
                  </a:lnTo>
                  <a:lnTo>
                    <a:pt x="68475" y="302101"/>
                  </a:lnTo>
                  <a:lnTo>
                    <a:pt x="72802" y="305161"/>
                  </a:lnTo>
                  <a:lnTo>
                    <a:pt x="77224" y="308083"/>
                  </a:lnTo>
                  <a:lnTo>
                    <a:pt x="81736" y="310863"/>
                  </a:lnTo>
                  <a:lnTo>
                    <a:pt x="86334" y="313499"/>
                  </a:lnTo>
                  <a:lnTo>
                    <a:pt x="91014" y="315987"/>
                  </a:lnTo>
                  <a:lnTo>
                    <a:pt x="95770" y="318326"/>
                  </a:lnTo>
                  <a:lnTo>
                    <a:pt x="100598" y="320513"/>
                  </a:lnTo>
                  <a:lnTo>
                    <a:pt x="105492" y="322546"/>
                  </a:lnTo>
                  <a:lnTo>
                    <a:pt x="110449" y="324423"/>
                  </a:lnTo>
                  <a:lnTo>
                    <a:pt x="115462" y="326141"/>
                  </a:lnTo>
                  <a:lnTo>
                    <a:pt x="120528" y="327700"/>
                  </a:lnTo>
                  <a:lnTo>
                    <a:pt x="125641" y="329097"/>
                  </a:lnTo>
                  <a:lnTo>
                    <a:pt x="130795" y="330332"/>
                  </a:lnTo>
                  <a:lnTo>
                    <a:pt x="135985" y="331403"/>
                  </a:lnTo>
                  <a:lnTo>
                    <a:pt x="141208" y="332308"/>
                  </a:lnTo>
                  <a:lnTo>
                    <a:pt x="146456" y="333048"/>
                  </a:lnTo>
                  <a:lnTo>
                    <a:pt x="151725" y="333621"/>
                  </a:lnTo>
                  <a:lnTo>
                    <a:pt x="157009" y="334026"/>
                  </a:lnTo>
                  <a:lnTo>
                    <a:pt x="162304" y="334264"/>
                  </a:lnTo>
                  <a:lnTo>
                    <a:pt x="167603" y="334334"/>
                  </a:lnTo>
                  <a:lnTo>
                    <a:pt x="172903" y="334236"/>
                  </a:lnTo>
                  <a:lnTo>
                    <a:pt x="178196" y="333969"/>
                  </a:lnTo>
                  <a:lnTo>
                    <a:pt x="183478" y="333536"/>
                  </a:lnTo>
                  <a:lnTo>
                    <a:pt x="188744" y="332934"/>
                  </a:lnTo>
                  <a:lnTo>
                    <a:pt x="193988" y="332167"/>
                  </a:lnTo>
                  <a:lnTo>
                    <a:pt x="199205" y="331233"/>
                  </a:lnTo>
                  <a:lnTo>
                    <a:pt x="204390" y="330135"/>
                  </a:lnTo>
                  <a:lnTo>
                    <a:pt x="209538" y="328872"/>
                  </a:lnTo>
                  <a:lnTo>
                    <a:pt x="214643" y="327448"/>
                  </a:lnTo>
                  <a:lnTo>
                    <a:pt x="219700" y="325862"/>
                  </a:lnTo>
                  <a:lnTo>
                    <a:pt x="224704" y="324116"/>
                  </a:lnTo>
                  <a:lnTo>
                    <a:pt x="229651" y="322213"/>
                  </a:lnTo>
                  <a:lnTo>
                    <a:pt x="234534" y="320154"/>
                  </a:lnTo>
                  <a:lnTo>
                    <a:pt x="239350" y="317941"/>
                  </a:lnTo>
                  <a:lnTo>
                    <a:pt x="244094" y="315577"/>
                  </a:lnTo>
                  <a:lnTo>
                    <a:pt x="248760" y="313063"/>
                  </a:lnTo>
                  <a:lnTo>
                    <a:pt x="253344" y="310403"/>
                  </a:lnTo>
                  <a:lnTo>
                    <a:pt x="257841" y="307599"/>
                  </a:lnTo>
                  <a:lnTo>
                    <a:pt x="262247" y="304653"/>
                  </a:lnTo>
                  <a:lnTo>
                    <a:pt x="266558" y="301570"/>
                  </a:lnTo>
                  <a:lnTo>
                    <a:pt x="270769" y="298351"/>
                  </a:lnTo>
                  <a:lnTo>
                    <a:pt x="274875" y="295000"/>
                  </a:lnTo>
                  <a:lnTo>
                    <a:pt x="278873" y="291521"/>
                  </a:lnTo>
                  <a:lnTo>
                    <a:pt x="282759" y="287917"/>
                  </a:lnTo>
                  <a:lnTo>
                    <a:pt x="286529" y="284192"/>
                  </a:lnTo>
                  <a:lnTo>
                    <a:pt x="290179" y="280349"/>
                  </a:lnTo>
                  <a:lnTo>
                    <a:pt x="293705" y="276392"/>
                  </a:lnTo>
                  <a:lnTo>
                    <a:pt x="297104" y="272325"/>
                  </a:lnTo>
                  <a:lnTo>
                    <a:pt x="300372" y="268153"/>
                  </a:lnTo>
                  <a:lnTo>
                    <a:pt x="303507" y="263879"/>
                  </a:lnTo>
                  <a:lnTo>
                    <a:pt x="306504" y="259508"/>
                  </a:lnTo>
                  <a:lnTo>
                    <a:pt x="309361" y="255044"/>
                  </a:lnTo>
                  <a:lnTo>
                    <a:pt x="312076" y="250492"/>
                  </a:lnTo>
                  <a:lnTo>
                    <a:pt x="314644" y="245856"/>
                  </a:lnTo>
                  <a:lnTo>
                    <a:pt x="317065" y="241141"/>
                  </a:lnTo>
                  <a:lnTo>
                    <a:pt x="319334" y="236351"/>
                  </a:lnTo>
                  <a:lnTo>
                    <a:pt x="321451" y="231492"/>
                  </a:lnTo>
                  <a:lnTo>
                    <a:pt x="323413" y="226569"/>
                  </a:lnTo>
                  <a:lnTo>
                    <a:pt x="325217" y="221585"/>
                  </a:lnTo>
                  <a:lnTo>
                    <a:pt x="326863" y="216547"/>
                  </a:lnTo>
                  <a:lnTo>
                    <a:pt x="328348" y="211460"/>
                  </a:lnTo>
                  <a:lnTo>
                    <a:pt x="329671" y="206327"/>
                  </a:lnTo>
                  <a:lnTo>
                    <a:pt x="330831" y="201156"/>
                  </a:lnTo>
                  <a:lnTo>
                    <a:pt x="331826" y="195950"/>
                  </a:lnTo>
                  <a:lnTo>
                    <a:pt x="332656" y="190715"/>
                  </a:lnTo>
                  <a:lnTo>
                    <a:pt x="333319" y="185457"/>
                  </a:lnTo>
                  <a:lnTo>
                    <a:pt x="333815" y="180180"/>
                  </a:lnTo>
                  <a:lnTo>
                    <a:pt x="334144" y="174890"/>
                  </a:lnTo>
                  <a:lnTo>
                    <a:pt x="334305" y="169593"/>
                  </a:lnTo>
                  <a:lnTo>
                    <a:pt x="334298" y="164293"/>
                  </a:lnTo>
                  <a:lnTo>
                    <a:pt x="334123" y="158996"/>
                  </a:lnTo>
                  <a:lnTo>
                    <a:pt x="333780" y="153707"/>
                  </a:lnTo>
                  <a:lnTo>
                    <a:pt x="333269" y="148431"/>
                  </a:lnTo>
                  <a:lnTo>
                    <a:pt x="332592" y="143175"/>
                  </a:lnTo>
                  <a:lnTo>
                    <a:pt x="331748" y="137942"/>
                  </a:lnTo>
                  <a:lnTo>
                    <a:pt x="330739" y="132739"/>
                  </a:lnTo>
                  <a:lnTo>
                    <a:pt x="329566" y="127571"/>
                  </a:lnTo>
                  <a:lnTo>
                    <a:pt x="328229" y="122442"/>
                  </a:lnTo>
                  <a:lnTo>
                    <a:pt x="326730" y="117359"/>
                  </a:lnTo>
                  <a:lnTo>
                    <a:pt x="325071" y="112325"/>
                  </a:lnTo>
                  <a:lnTo>
                    <a:pt x="323253" y="107347"/>
                  </a:lnTo>
                  <a:lnTo>
                    <a:pt x="321278" y="102428"/>
                  </a:lnTo>
                  <a:lnTo>
                    <a:pt x="319148" y="97575"/>
                  </a:lnTo>
                  <a:lnTo>
                    <a:pt x="316866" y="92792"/>
                  </a:lnTo>
                  <a:lnTo>
                    <a:pt x="314433" y="88083"/>
                  </a:lnTo>
                  <a:lnTo>
                    <a:pt x="311852" y="83454"/>
                  </a:lnTo>
                  <a:lnTo>
                    <a:pt x="309125" y="78909"/>
                  </a:lnTo>
                  <a:lnTo>
                    <a:pt x="306256" y="74453"/>
                  </a:lnTo>
                  <a:lnTo>
                    <a:pt x="303247" y="70090"/>
                  </a:lnTo>
                  <a:lnTo>
                    <a:pt x="300101" y="65824"/>
                  </a:lnTo>
                  <a:lnTo>
                    <a:pt x="296822" y="61661"/>
                  </a:lnTo>
                  <a:lnTo>
                    <a:pt x="293412" y="57603"/>
                  </a:lnTo>
                  <a:lnTo>
                    <a:pt x="289875" y="53656"/>
                  </a:lnTo>
                  <a:lnTo>
                    <a:pt x="286215" y="49823"/>
                  </a:lnTo>
                  <a:lnTo>
                    <a:pt x="282435" y="46107"/>
                  </a:lnTo>
                  <a:lnTo>
                    <a:pt x="278540" y="42514"/>
                  </a:lnTo>
                  <a:lnTo>
                    <a:pt x="274532" y="39045"/>
                  </a:lnTo>
                  <a:lnTo>
                    <a:pt x="270417" y="35706"/>
                  </a:lnTo>
                  <a:lnTo>
                    <a:pt x="266197" y="32498"/>
                  </a:lnTo>
                  <a:lnTo>
                    <a:pt x="261878" y="29426"/>
                  </a:lnTo>
                  <a:lnTo>
                    <a:pt x="257464" y="26493"/>
                  </a:lnTo>
                  <a:lnTo>
                    <a:pt x="252959" y="23701"/>
                  </a:lnTo>
                  <a:lnTo>
                    <a:pt x="248368" y="21053"/>
                  </a:lnTo>
                  <a:lnTo>
                    <a:pt x="243695" y="18551"/>
                  </a:lnTo>
                  <a:lnTo>
                    <a:pt x="238946" y="16200"/>
                  </a:lnTo>
                  <a:lnTo>
                    <a:pt x="234124" y="14000"/>
                  </a:lnTo>
                  <a:lnTo>
                    <a:pt x="229235" y="11954"/>
                  </a:lnTo>
                  <a:lnTo>
                    <a:pt x="224283" y="10064"/>
                  </a:lnTo>
                  <a:lnTo>
                    <a:pt x="219274" y="8332"/>
                  </a:lnTo>
                  <a:lnTo>
                    <a:pt x="214213" y="6759"/>
                  </a:lnTo>
                  <a:lnTo>
                    <a:pt x="209104" y="5348"/>
                  </a:lnTo>
                  <a:lnTo>
                    <a:pt x="203953" y="4100"/>
                  </a:lnTo>
                  <a:lnTo>
                    <a:pt x="198765" y="3015"/>
                  </a:lnTo>
                  <a:lnTo>
                    <a:pt x="193546" y="2096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11464" y="4659281"/>
              <a:ext cx="111770" cy="167167"/>
            </a:xfrm>
            <a:custGeom>
              <a:avLst/>
              <a:pathLst>
                <a:path w="111770" h="167167">
                  <a:moveTo>
                    <a:pt x="111770" y="0"/>
                  </a:moveTo>
                  <a:lnTo>
                    <a:pt x="106207" y="92"/>
                  </a:lnTo>
                  <a:lnTo>
                    <a:pt x="100649" y="370"/>
                  </a:lnTo>
                  <a:lnTo>
                    <a:pt x="95104" y="832"/>
                  </a:lnTo>
                  <a:lnTo>
                    <a:pt x="89577" y="1479"/>
                  </a:lnTo>
                  <a:lnTo>
                    <a:pt x="84075" y="2310"/>
                  </a:lnTo>
                  <a:lnTo>
                    <a:pt x="78603" y="3323"/>
                  </a:lnTo>
                  <a:lnTo>
                    <a:pt x="73169" y="4517"/>
                  </a:lnTo>
                  <a:lnTo>
                    <a:pt x="67777" y="5892"/>
                  </a:lnTo>
                  <a:lnTo>
                    <a:pt x="62433" y="7446"/>
                  </a:lnTo>
                  <a:lnTo>
                    <a:pt x="57145" y="9176"/>
                  </a:lnTo>
                  <a:lnTo>
                    <a:pt x="51917" y="11082"/>
                  </a:lnTo>
                  <a:lnTo>
                    <a:pt x="46755" y="13160"/>
                  </a:lnTo>
                  <a:lnTo>
                    <a:pt x="41665" y="15410"/>
                  </a:lnTo>
                  <a:lnTo>
                    <a:pt x="36653" y="17827"/>
                  </a:lnTo>
                  <a:lnTo>
                    <a:pt x="31725" y="20410"/>
                  </a:lnTo>
                  <a:lnTo>
                    <a:pt x="26885" y="23155"/>
                  </a:lnTo>
                  <a:lnTo>
                    <a:pt x="22139" y="26060"/>
                  </a:lnTo>
                  <a:lnTo>
                    <a:pt x="17492" y="29121"/>
                  </a:lnTo>
                  <a:lnTo>
                    <a:pt x="12950" y="32336"/>
                  </a:lnTo>
                  <a:lnTo>
                    <a:pt x="8517" y="35699"/>
                  </a:lnTo>
                  <a:lnTo>
                    <a:pt x="4199" y="39209"/>
                  </a:lnTo>
                  <a:lnTo>
                    <a:pt x="0" y="42860"/>
                  </a:lnTo>
                  <a:lnTo>
                    <a:pt x="11177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11464" y="4702142"/>
              <a:ext cx="111770" cy="124307"/>
            </a:xfrm>
            <a:custGeom>
              <a:avLst/>
              <a:pathLst>
                <a:path w="111770" h="124307">
                  <a:moveTo>
                    <a:pt x="0" y="0"/>
                  </a:moveTo>
                  <a:lnTo>
                    <a:pt x="111770" y="1243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11464" y="4702142"/>
              <a:ext cx="111770" cy="124307"/>
            </a:xfrm>
            <a:custGeom>
              <a:avLst/>
              <a:pathLst>
                <a:path w="111770" h="124307">
                  <a:moveTo>
                    <a:pt x="0" y="0"/>
                  </a:moveTo>
                  <a:lnTo>
                    <a:pt x="111770" y="1243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256081" y="4702142"/>
              <a:ext cx="334312" cy="291472"/>
            </a:xfrm>
            <a:custGeom>
              <a:avLst/>
              <a:pathLst>
                <a:path w="334312" h="291472">
                  <a:moveTo>
                    <a:pt x="55383" y="0"/>
                  </a:moveTo>
                  <a:lnTo>
                    <a:pt x="51492" y="3611"/>
                  </a:lnTo>
                  <a:lnTo>
                    <a:pt x="47718" y="7345"/>
                  </a:lnTo>
                  <a:lnTo>
                    <a:pt x="44064" y="11196"/>
                  </a:lnTo>
                  <a:lnTo>
                    <a:pt x="40534" y="15162"/>
                  </a:lnTo>
                  <a:lnTo>
                    <a:pt x="37133" y="19237"/>
                  </a:lnTo>
                  <a:lnTo>
                    <a:pt x="33862" y="23419"/>
                  </a:lnTo>
                  <a:lnTo>
                    <a:pt x="30725" y="27702"/>
                  </a:lnTo>
                  <a:lnTo>
                    <a:pt x="27727" y="32083"/>
                  </a:lnTo>
                  <a:lnTo>
                    <a:pt x="24869" y="36557"/>
                  </a:lnTo>
                  <a:lnTo>
                    <a:pt x="22154" y="41119"/>
                  </a:lnTo>
                  <a:lnTo>
                    <a:pt x="19586" y="45765"/>
                  </a:lnTo>
                  <a:lnTo>
                    <a:pt x="17166" y="50491"/>
                  </a:lnTo>
                  <a:lnTo>
                    <a:pt x="14898" y="55291"/>
                  </a:lnTo>
                  <a:lnTo>
                    <a:pt x="12783" y="60160"/>
                  </a:lnTo>
                  <a:lnTo>
                    <a:pt x="10824" y="65094"/>
                  </a:lnTo>
                  <a:lnTo>
                    <a:pt x="9023" y="70088"/>
                  </a:lnTo>
                  <a:lnTo>
                    <a:pt x="7381" y="75137"/>
                  </a:lnTo>
                  <a:lnTo>
                    <a:pt x="5900" y="80235"/>
                  </a:lnTo>
                  <a:lnTo>
                    <a:pt x="4582" y="85377"/>
                  </a:lnTo>
                  <a:lnTo>
                    <a:pt x="3428" y="90559"/>
                  </a:lnTo>
                  <a:lnTo>
                    <a:pt x="2439" y="95775"/>
                  </a:lnTo>
                  <a:lnTo>
                    <a:pt x="1616" y="101020"/>
                  </a:lnTo>
                  <a:lnTo>
                    <a:pt x="960" y="106288"/>
                  </a:lnTo>
                  <a:lnTo>
                    <a:pt x="472" y="111574"/>
                  </a:lnTo>
                  <a:lnTo>
                    <a:pt x="151" y="116873"/>
                  </a:lnTo>
                  <a:lnTo>
                    <a:pt x="0" y="122180"/>
                  </a:lnTo>
                  <a:lnTo>
                    <a:pt x="16" y="127489"/>
                  </a:lnTo>
                  <a:lnTo>
                    <a:pt x="202" y="132794"/>
                  </a:lnTo>
                  <a:lnTo>
                    <a:pt x="555" y="138091"/>
                  </a:lnTo>
                  <a:lnTo>
                    <a:pt x="1077" y="143374"/>
                  </a:lnTo>
                  <a:lnTo>
                    <a:pt x="1766" y="148638"/>
                  </a:lnTo>
                  <a:lnTo>
                    <a:pt x="2622" y="153878"/>
                  </a:lnTo>
                  <a:lnTo>
                    <a:pt x="3644" y="159087"/>
                  </a:lnTo>
                  <a:lnTo>
                    <a:pt x="4831" y="164261"/>
                  </a:lnTo>
                  <a:lnTo>
                    <a:pt x="6182" y="169396"/>
                  </a:lnTo>
                  <a:lnTo>
                    <a:pt x="7694" y="174484"/>
                  </a:lnTo>
                  <a:lnTo>
                    <a:pt x="9368" y="179522"/>
                  </a:lnTo>
                  <a:lnTo>
                    <a:pt x="11201" y="184505"/>
                  </a:lnTo>
                  <a:lnTo>
                    <a:pt x="13191" y="189426"/>
                  </a:lnTo>
                  <a:lnTo>
                    <a:pt x="15337" y="194282"/>
                  </a:lnTo>
                  <a:lnTo>
                    <a:pt x="17635" y="199068"/>
                  </a:lnTo>
                  <a:lnTo>
                    <a:pt x="20084" y="203778"/>
                  </a:lnTo>
                  <a:lnTo>
                    <a:pt x="22682" y="208408"/>
                  </a:lnTo>
                  <a:lnTo>
                    <a:pt x="25425" y="212953"/>
                  </a:lnTo>
                  <a:lnTo>
                    <a:pt x="28312" y="217408"/>
                  </a:lnTo>
                  <a:lnTo>
                    <a:pt x="31338" y="221770"/>
                  </a:lnTo>
                  <a:lnTo>
                    <a:pt x="34501" y="226034"/>
                  </a:lnTo>
                  <a:lnTo>
                    <a:pt x="37798" y="230194"/>
                  </a:lnTo>
                  <a:lnTo>
                    <a:pt x="41226" y="234249"/>
                  </a:lnTo>
                  <a:lnTo>
                    <a:pt x="44780" y="238192"/>
                  </a:lnTo>
                  <a:lnTo>
                    <a:pt x="48458" y="242020"/>
                  </a:lnTo>
                  <a:lnTo>
                    <a:pt x="52256" y="245730"/>
                  </a:lnTo>
                  <a:lnTo>
                    <a:pt x="56170" y="249317"/>
                  </a:lnTo>
                  <a:lnTo>
                    <a:pt x="60195" y="252778"/>
                  </a:lnTo>
                  <a:lnTo>
                    <a:pt x="64328" y="256109"/>
                  </a:lnTo>
                  <a:lnTo>
                    <a:pt x="68565" y="259308"/>
                  </a:lnTo>
                  <a:lnTo>
                    <a:pt x="72902" y="262370"/>
                  </a:lnTo>
                  <a:lnTo>
                    <a:pt x="77333" y="265294"/>
                  </a:lnTo>
                  <a:lnTo>
                    <a:pt x="81856" y="268075"/>
                  </a:lnTo>
                  <a:lnTo>
                    <a:pt x="86464" y="270711"/>
                  </a:lnTo>
                  <a:lnTo>
                    <a:pt x="91153" y="273199"/>
                  </a:lnTo>
                  <a:lnTo>
                    <a:pt x="95919" y="275537"/>
                  </a:lnTo>
                  <a:lnTo>
                    <a:pt x="100757" y="277723"/>
                  </a:lnTo>
                  <a:lnTo>
                    <a:pt x="105662" y="279754"/>
                  </a:lnTo>
                  <a:lnTo>
                    <a:pt x="110629" y="281628"/>
                  </a:lnTo>
                  <a:lnTo>
                    <a:pt x="115653" y="283343"/>
                  </a:lnTo>
                  <a:lnTo>
                    <a:pt x="120729" y="284899"/>
                  </a:lnTo>
                  <a:lnTo>
                    <a:pt x="125852" y="286292"/>
                  </a:lnTo>
                  <a:lnTo>
                    <a:pt x="131016" y="287521"/>
                  </a:lnTo>
                  <a:lnTo>
                    <a:pt x="136217" y="288587"/>
                  </a:lnTo>
                  <a:lnTo>
                    <a:pt x="141449" y="289486"/>
                  </a:lnTo>
                  <a:lnTo>
                    <a:pt x="146707" y="290219"/>
                  </a:lnTo>
                  <a:lnTo>
                    <a:pt x="151986" y="290785"/>
                  </a:lnTo>
                  <a:lnTo>
                    <a:pt x="157280" y="291182"/>
                  </a:lnTo>
                  <a:lnTo>
                    <a:pt x="162584" y="291412"/>
                  </a:lnTo>
                  <a:lnTo>
                    <a:pt x="167892" y="291472"/>
                  </a:lnTo>
                  <a:lnTo>
                    <a:pt x="173200" y="291365"/>
                  </a:lnTo>
                  <a:lnTo>
                    <a:pt x="178502" y="291088"/>
                  </a:lnTo>
                  <a:lnTo>
                    <a:pt x="183792" y="290644"/>
                  </a:lnTo>
                  <a:lnTo>
                    <a:pt x="189065" y="290032"/>
                  </a:lnTo>
                  <a:lnTo>
                    <a:pt x="194316" y="289252"/>
                  </a:lnTo>
                  <a:lnTo>
                    <a:pt x="199540" y="288307"/>
                  </a:lnTo>
                  <a:lnTo>
                    <a:pt x="204732" y="287196"/>
                  </a:lnTo>
                  <a:lnTo>
                    <a:pt x="209885" y="285920"/>
                  </a:lnTo>
                  <a:lnTo>
                    <a:pt x="214995" y="284482"/>
                  </a:lnTo>
                  <a:lnTo>
                    <a:pt x="220057" y="282882"/>
                  </a:lnTo>
                  <a:lnTo>
                    <a:pt x="225066" y="281122"/>
                  </a:lnTo>
                  <a:lnTo>
                    <a:pt x="230016" y="279204"/>
                  </a:lnTo>
                  <a:lnTo>
                    <a:pt x="234903" y="277130"/>
                  </a:lnTo>
                  <a:lnTo>
                    <a:pt x="239721" y="274902"/>
                  </a:lnTo>
                  <a:lnTo>
                    <a:pt x="244467" y="272521"/>
                  </a:lnTo>
                  <a:lnTo>
                    <a:pt x="249134" y="269992"/>
                  </a:lnTo>
                  <a:lnTo>
                    <a:pt x="253719" y="267315"/>
                  </a:lnTo>
                  <a:lnTo>
                    <a:pt x="258216" y="264494"/>
                  </a:lnTo>
                  <a:lnTo>
                    <a:pt x="262621" y="261532"/>
                  </a:lnTo>
                  <a:lnTo>
                    <a:pt x="266931" y="258431"/>
                  </a:lnTo>
                  <a:lnTo>
                    <a:pt x="271139" y="255195"/>
                  </a:lnTo>
                  <a:lnTo>
                    <a:pt x="275243" y="251828"/>
                  </a:lnTo>
                  <a:lnTo>
                    <a:pt x="279238" y="248331"/>
                  </a:lnTo>
                  <a:lnTo>
                    <a:pt x="283119" y="244709"/>
                  </a:lnTo>
                  <a:lnTo>
                    <a:pt x="286884" y="240966"/>
                  </a:lnTo>
                  <a:lnTo>
                    <a:pt x="290528" y="237106"/>
                  </a:lnTo>
                  <a:lnTo>
                    <a:pt x="294048" y="233131"/>
                  </a:lnTo>
                  <a:lnTo>
                    <a:pt x="297439" y="229047"/>
                  </a:lnTo>
                  <a:lnTo>
                    <a:pt x="300699" y="224857"/>
                  </a:lnTo>
                  <a:lnTo>
                    <a:pt x="303825" y="220566"/>
                  </a:lnTo>
                  <a:lnTo>
                    <a:pt x="306813" y="216178"/>
                  </a:lnTo>
                  <a:lnTo>
                    <a:pt x="309659" y="211697"/>
                  </a:lnTo>
                  <a:lnTo>
                    <a:pt x="312362" y="207127"/>
                  </a:lnTo>
                  <a:lnTo>
                    <a:pt x="314919" y="202475"/>
                  </a:lnTo>
                  <a:lnTo>
                    <a:pt x="317327" y="197743"/>
                  </a:lnTo>
                  <a:lnTo>
                    <a:pt x="319583" y="192938"/>
                  </a:lnTo>
                  <a:lnTo>
                    <a:pt x="321685" y="188063"/>
                  </a:lnTo>
                  <a:lnTo>
                    <a:pt x="323632" y="183124"/>
                  </a:lnTo>
                  <a:lnTo>
                    <a:pt x="325420" y="178126"/>
                  </a:lnTo>
                  <a:lnTo>
                    <a:pt x="327050" y="173073"/>
                  </a:lnTo>
                  <a:lnTo>
                    <a:pt x="328517" y="167971"/>
                  </a:lnTo>
                  <a:lnTo>
                    <a:pt x="329823" y="162825"/>
                  </a:lnTo>
                  <a:lnTo>
                    <a:pt x="330964" y="157640"/>
                  </a:lnTo>
                  <a:lnTo>
                    <a:pt x="331940" y="152422"/>
                  </a:lnTo>
                  <a:lnTo>
                    <a:pt x="332749" y="147175"/>
                  </a:lnTo>
                  <a:lnTo>
                    <a:pt x="333392" y="141906"/>
                  </a:lnTo>
                  <a:lnTo>
                    <a:pt x="333867" y="136618"/>
                  </a:lnTo>
                  <a:lnTo>
                    <a:pt x="334174" y="131318"/>
                  </a:lnTo>
                  <a:lnTo>
                    <a:pt x="334312" y="126011"/>
                  </a:lnTo>
                  <a:lnTo>
                    <a:pt x="334282" y="120702"/>
                  </a:lnTo>
                  <a:lnTo>
                    <a:pt x="334083" y="115397"/>
                  </a:lnTo>
                  <a:lnTo>
                    <a:pt x="333716" y="110101"/>
                  </a:lnTo>
                  <a:lnTo>
                    <a:pt x="333181" y="104820"/>
                  </a:lnTo>
                  <a:lnTo>
                    <a:pt x="332479" y="99557"/>
                  </a:lnTo>
                  <a:lnTo>
                    <a:pt x="331609" y="94320"/>
                  </a:lnTo>
                  <a:lnTo>
                    <a:pt x="330574" y="89113"/>
                  </a:lnTo>
                  <a:lnTo>
                    <a:pt x="329374" y="83942"/>
                  </a:lnTo>
                  <a:lnTo>
                    <a:pt x="328011" y="78811"/>
                  </a:lnTo>
                  <a:lnTo>
                    <a:pt x="326485" y="73726"/>
                  </a:lnTo>
                  <a:lnTo>
                    <a:pt x="324799" y="68692"/>
                  </a:lnTo>
                  <a:lnTo>
                    <a:pt x="322953" y="63715"/>
                  </a:lnTo>
                  <a:lnTo>
                    <a:pt x="320951" y="58798"/>
                  </a:lnTo>
                  <a:lnTo>
                    <a:pt x="318793" y="53948"/>
                  </a:lnTo>
                  <a:lnTo>
                    <a:pt x="316482" y="49168"/>
                  </a:lnTo>
                  <a:lnTo>
                    <a:pt x="167153" y="1243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149328" cy="167167"/>
            </a:xfrm>
            <a:custGeom>
              <a:avLst/>
              <a:pathLst>
                <a:path w="149328" h="167167">
                  <a:moveTo>
                    <a:pt x="149328" y="92028"/>
                  </a:moveTo>
                  <a:lnTo>
                    <a:pt x="146809" y="87217"/>
                  </a:lnTo>
                  <a:lnTo>
                    <a:pt x="144134" y="82491"/>
                  </a:lnTo>
                  <a:lnTo>
                    <a:pt x="141308" y="77853"/>
                  </a:lnTo>
                  <a:lnTo>
                    <a:pt x="138332" y="73311"/>
                  </a:lnTo>
                  <a:lnTo>
                    <a:pt x="135210" y="68867"/>
                  </a:lnTo>
                  <a:lnTo>
                    <a:pt x="131946" y="64526"/>
                  </a:lnTo>
                  <a:lnTo>
                    <a:pt x="128542" y="60295"/>
                  </a:lnTo>
                  <a:lnTo>
                    <a:pt x="125003" y="56176"/>
                  </a:lnTo>
                  <a:lnTo>
                    <a:pt x="121332" y="52174"/>
                  </a:lnTo>
                  <a:lnTo>
                    <a:pt x="117532" y="48293"/>
                  </a:lnTo>
                  <a:lnTo>
                    <a:pt x="113609" y="44538"/>
                  </a:lnTo>
                  <a:lnTo>
                    <a:pt x="109566" y="40912"/>
                  </a:lnTo>
                  <a:lnTo>
                    <a:pt x="105407" y="37420"/>
                  </a:lnTo>
                  <a:lnTo>
                    <a:pt x="101137" y="34065"/>
                  </a:lnTo>
                  <a:lnTo>
                    <a:pt x="96760" y="30850"/>
                  </a:lnTo>
                  <a:lnTo>
                    <a:pt x="92281" y="27778"/>
                  </a:lnTo>
                  <a:lnTo>
                    <a:pt x="87704" y="24854"/>
                  </a:lnTo>
                  <a:lnTo>
                    <a:pt x="83035" y="22081"/>
                  </a:lnTo>
                  <a:lnTo>
                    <a:pt x="78279" y="19460"/>
                  </a:lnTo>
                  <a:lnTo>
                    <a:pt x="73439" y="16995"/>
                  </a:lnTo>
                  <a:lnTo>
                    <a:pt x="68523" y="14689"/>
                  </a:lnTo>
                  <a:lnTo>
                    <a:pt x="63533" y="12544"/>
                  </a:lnTo>
                  <a:lnTo>
                    <a:pt x="58477" y="10561"/>
                  </a:lnTo>
                  <a:lnTo>
                    <a:pt x="53359" y="8745"/>
                  </a:lnTo>
                  <a:lnTo>
                    <a:pt x="48185" y="7095"/>
                  </a:lnTo>
                  <a:lnTo>
                    <a:pt x="42960" y="5614"/>
                  </a:lnTo>
                  <a:lnTo>
                    <a:pt x="37690" y="4304"/>
                  </a:lnTo>
                  <a:lnTo>
                    <a:pt x="32380" y="3165"/>
                  </a:lnTo>
                  <a:lnTo>
                    <a:pt x="27035" y="2200"/>
                  </a:lnTo>
                  <a:lnTo>
                    <a:pt x="21663" y="1409"/>
                  </a:lnTo>
                  <a:lnTo>
                    <a:pt x="16267" y="793"/>
                  </a:lnTo>
                  <a:lnTo>
                    <a:pt x="10854" y="352"/>
                  </a:lnTo>
                  <a:lnTo>
                    <a:pt x="543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63532" y="4213821"/>
              <a:ext cx="64939" cy="167167"/>
            </a:xfrm>
            <a:custGeom>
              <a:avLst/>
              <a:pathLst>
                <a:path w="64939" h="167167">
                  <a:moveTo>
                    <a:pt x="64939" y="0"/>
                  </a:moveTo>
                  <a:lnTo>
                    <a:pt x="58877" y="109"/>
                  </a:lnTo>
                  <a:lnTo>
                    <a:pt x="52824" y="439"/>
                  </a:lnTo>
                  <a:lnTo>
                    <a:pt x="46786" y="988"/>
                  </a:lnTo>
                  <a:lnTo>
                    <a:pt x="40771" y="1756"/>
                  </a:lnTo>
                  <a:lnTo>
                    <a:pt x="34789" y="2741"/>
                  </a:lnTo>
                  <a:lnTo>
                    <a:pt x="28847" y="3942"/>
                  </a:lnTo>
                  <a:lnTo>
                    <a:pt x="22951" y="5358"/>
                  </a:lnTo>
                  <a:lnTo>
                    <a:pt x="17111" y="6987"/>
                  </a:lnTo>
                  <a:lnTo>
                    <a:pt x="11334" y="8827"/>
                  </a:lnTo>
                  <a:lnTo>
                    <a:pt x="5628" y="10875"/>
                  </a:lnTo>
                  <a:lnTo>
                    <a:pt x="0" y="13129"/>
                  </a:lnTo>
                  <a:lnTo>
                    <a:pt x="6493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63532" y="4226950"/>
              <a:ext cx="64939" cy="154038"/>
            </a:xfrm>
            <a:custGeom>
              <a:avLst/>
              <a:pathLst>
                <a:path w="64939" h="154038">
                  <a:moveTo>
                    <a:pt x="0" y="0"/>
                  </a:moveTo>
                  <a:lnTo>
                    <a:pt x="64939" y="1540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561309" y="4226950"/>
              <a:ext cx="167162" cy="318112"/>
            </a:xfrm>
            <a:custGeom>
              <a:avLst/>
              <a:pathLst>
                <a:path w="167162" h="318112">
                  <a:moveTo>
                    <a:pt x="102222" y="0"/>
                  </a:moveTo>
                  <a:lnTo>
                    <a:pt x="97346" y="2147"/>
                  </a:lnTo>
                  <a:lnTo>
                    <a:pt x="92541" y="4449"/>
                  </a:lnTo>
                  <a:lnTo>
                    <a:pt x="87812" y="6903"/>
                  </a:lnTo>
                  <a:lnTo>
                    <a:pt x="83163" y="9507"/>
                  </a:lnTo>
                  <a:lnTo>
                    <a:pt x="78600" y="12257"/>
                  </a:lnTo>
                  <a:lnTo>
                    <a:pt x="74126" y="15152"/>
                  </a:lnTo>
                  <a:lnTo>
                    <a:pt x="69748" y="18187"/>
                  </a:lnTo>
                  <a:lnTo>
                    <a:pt x="65468" y="21361"/>
                  </a:lnTo>
                  <a:lnTo>
                    <a:pt x="61291" y="24669"/>
                  </a:lnTo>
                  <a:lnTo>
                    <a:pt x="57222" y="28109"/>
                  </a:lnTo>
                  <a:lnTo>
                    <a:pt x="53265" y="31676"/>
                  </a:lnTo>
                  <a:lnTo>
                    <a:pt x="49423" y="35368"/>
                  </a:lnTo>
                  <a:lnTo>
                    <a:pt x="45701" y="39181"/>
                  </a:lnTo>
                  <a:lnTo>
                    <a:pt x="42102" y="43110"/>
                  </a:lnTo>
                  <a:lnTo>
                    <a:pt x="38631" y="47152"/>
                  </a:lnTo>
                  <a:lnTo>
                    <a:pt x="35290" y="51302"/>
                  </a:lnTo>
                  <a:lnTo>
                    <a:pt x="32082" y="55557"/>
                  </a:lnTo>
                  <a:lnTo>
                    <a:pt x="29013" y="59912"/>
                  </a:lnTo>
                  <a:lnTo>
                    <a:pt x="26083" y="64363"/>
                  </a:lnTo>
                  <a:lnTo>
                    <a:pt x="23297" y="68904"/>
                  </a:lnTo>
                  <a:lnTo>
                    <a:pt x="20657" y="73532"/>
                  </a:lnTo>
                  <a:lnTo>
                    <a:pt x="18166" y="78242"/>
                  </a:lnTo>
                  <a:lnTo>
                    <a:pt x="15826" y="83029"/>
                  </a:lnTo>
                  <a:lnTo>
                    <a:pt x="13640" y="87888"/>
                  </a:lnTo>
                  <a:lnTo>
                    <a:pt x="11610" y="92814"/>
                  </a:lnTo>
                  <a:lnTo>
                    <a:pt x="9737" y="97803"/>
                  </a:lnTo>
                  <a:lnTo>
                    <a:pt x="8025" y="102848"/>
                  </a:lnTo>
                  <a:lnTo>
                    <a:pt x="6475" y="107946"/>
                  </a:lnTo>
                  <a:lnTo>
                    <a:pt x="5087" y="113090"/>
                  </a:lnTo>
                  <a:lnTo>
                    <a:pt x="3865" y="118276"/>
                  </a:lnTo>
                  <a:lnTo>
                    <a:pt x="2808" y="123498"/>
                  </a:lnTo>
                  <a:lnTo>
                    <a:pt x="1918" y="128751"/>
                  </a:lnTo>
                  <a:lnTo>
                    <a:pt x="1196" y="134030"/>
                  </a:lnTo>
                  <a:lnTo>
                    <a:pt x="643" y="139330"/>
                  </a:lnTo>
                  <a:lnTo>
                    <a:pt x="259" y="144644"/>
                  </a:lnTo>
                  <a:lnTo>
                    <a:pt x="44" y="149968"/>
                  </a:lnTo>
                  <a:lnTo>
                    <a:pt x="0" y="155296"/>
                  </a:lnTo>
                  <a:lnTo>
                    <a:pt x="125" y="160622"/>
                  </a:lnTo>
                  <a:lnTo>
                    <a:pt x="419" y="165942"/>
                  </a:lnTo>
                  <a:lnTo>
                    <a:pt x="883" y="171250"/>
                  </a:lnTo>
                  <a:lnTo>
                    <a:pt x="1516" y="176541"/>
                  </a:lnTo>
                  <a:lnTo>
                    <a:pt x="2318" y="181808"/>
                  </a:lnTo>
                  <a:lnTo>
                    <a:pt x="3286" y="187047"/>
                  </a:lnTo>
                  <a:lnTo>
                    <a:pt x="4422" y="192253"/>
                  </a:lnTo>
                  <a:lnTo>
                    <a:pt x="5722" y="197420"/>
                  </a:lnTo>
                  <a:lnTo>
                    <a:pt x="7187" y="202543"/>
                  </a:lnTo>
                  <a:lnTo>
                    <a:pt x="8814" y="207617"/>
                  </a:lnTo>
                  <a:lnTo>
                    <a:pt x="10602" y="212636"/>
                  </a:lnTo>
                  <a:lnTo>
                    <a:pt x="12549" y="217596"/>
                  </a:lnTo>
                  <a:lnTo>
                    <a:pt x="14653" y="222491"/>
                  </a:lnTo>
                  <a:lnTo>
                    <a:pt x="16912" y="227316"/>
                  </a:lnTo>
                  <a:lnTo>
                    <a:pt x="19323" y="232067"/>
                  </a:lnTo>
                  <a:lnTo>
                    <a:pt x="21885" y="236739"/>
                  </a:lnTo>
                  <a:lnTo>
                    <a:pt x="24594" y="241327"/>
                  </a:lnTo>
                  <a:lnTo>
                    <a:pt x="27449" y="245826"/>
                  </a:lnTo>
                  <a:lnTo>
                    <a:pt x="30445" y="250232"/>
                  </a:lnTo>
                  <a:lnTo>
                    <a:pt x="33580" y="254540"/>
                  </a:lnTo>
                  <a:lnTo>
                    <a:pt x="36851" y="258746"/>
                  </a:lnTo>
                  <a:lnTo>
                    <a:pt x="40254" y="262846"/>
                  </a:lnTo>
                  <a:lnTo>
                    <a:pt x="43786" y="266835"/>
                  </a:lnTo>
                  <a:lnTo>
                    <a:pt x="47443" y="270710"/>
                  </a:lnTo>
                  <a:lnTo>
                    <a:pt x="51222" y="274466"/>
                  </a:lnTo>
                  <a:lnTo>
                    <a:pt x="55119" y="278099"/>
                  </a:lnTo>
                  <a:lnTo>
                    <a:pt x="59130" y="281607"/>
                  </a:lnTo>
                  <a:lnTo>
                    <a:pt x="63250" y="284985"/>
                  </a:lnTo>
                  <a:lnTo>
                    <a:pt x="67476" y="288230"/>
                  </a:lnTo>
                  <a:lnTo>
                    <a:pt x="71803" y="291339"/>
                  </a:lnTo>
                  <a:lnTo>
                    <a:pt x="76227" y="294308"/>
                  </a:lnTo>
                  <a:lnTo>
                    <a:pt x="80744" y="297135"/>
                  </a:lnTo>
                  <a:lnTo>
                    <a:pt x="85348" y="299816"/>
                  </a:lnTo>
                  <a:lnTo>
                    <a:pt x="90035" y="302350"/>
                  </a:lnTo>
                  <a:lnTo>
                    <a:pt x="94801" y="304732"/>
                  </a:lnTo>
                  <a:lnTo>
                    <a:pt x="99640" y="306962"/>
                  </a:lnTo>
                  <a:lnTo>
                    <a:pt x="104548" y="309036"/>
                  </a:lnTo>
                  <a:lnTo>
                    <a:pt x="109520" y="310953"/>
                  </a:lnTo>
                  <a:lnTo>
                    <a:pt x="114550" y="312710"/>
                  </a:lnTo>
                  <a:lnTo>
                    <a:pt x="119633" y="314306"/>
                  </a:lnTo>
                  <a:lnTo>
                    <a:pt x="124765" y="315739"/>
                  </a:lnTo>
                  <a:lnTo>
                    <a:pt x="129939" y="317008"/>
                  </a:lnTo>
                  <a:lnTo>
                    <a:pt x="135152" y="318112"/>
                  </a:lnTo>
                  <a:lnTo>
                    <a:pt x="167162" y="1540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96462" y="4213821"/>
              <a:ext cx="199159" cy="334334"/>
            </a:xfrm>
            <a:custGeom>
              <a:avLst/>
              <a:pathLst>
                <a:path w="199159" h="334334">
                  <a:moveTo>
                    <a:pt x="0" y="331241"/>
                  </a:moveTo>
                  <a:lnTo>
                    <a:pt x="5225" y="332175"/>
                  </a:lnTo>
                  <a:lnTo>
                    <a:pt x="10477" y="332942"/>
                  </a:lnTo>
                  <a:lnTo>
                    <a:pt x="15751" y="333542"/>
                  </a:lnTo>
                  <a:lnTo>
                    <a:pt x="21042" y="333974"/>
                  </a:lnTo>
                  <a:lnTo>
                    <a:pt x="26344" y="334238"/>
                  </a:lnTo>
                  <a:lnTo>
                    <a:pt x="31651" y="334334"/>
                  </a:lnTo>
                  <a:lnTo>
                    <a:pt x="36959" y="334261"/>
                  </a:lnTo>
                  <a:lnTo>
                    <a:pt x="42261" y="334020"/>
                  </a:lnTo>
                  <a:lnTo>
                    <a:pt x="47554" y="333610"/>
                  </a:lnTo>
                  <a:lnTo>
                    <a:pt x="52830" y="333033"/>
                  </a:lnTo>
                  <a:lnTo>
                    <a:pt x="58086" y="332288"/>
                  </a:lnTo>
                  <a:lnTo>
                    <a:pt x="63315" y="331377"/>
                  </a:lnTo>
                  <a:lnTo>
                    <a:pt x="68513" y="330300"/>
                  </a:lnTo>
                  <a:lnTo>
                    <a:pt x="73674" y="329059"/>
                  </a:lnTo>
                  <a:lnTo>
                    <a:pt x="78793" y="327654"/>
                  </a:lnTo>
                  <a:lnTo>
                    <a:pt x="83865" y="326088"/>
                  </a:lnTo>
                  <a:lnTo>
                    <a:pt x="88885" y="324362"/>
                  </a:lnTo>
                  <a:lnTo>
                    <a:pt x="93847" y="322477"/>
                  </a:lnTo>
                  <a:lnTo>
                    <a:pt x="98747" y="320435"/>
                  </a:lnTo>
                  <a:lnTo>
                    <a:pt x="103579" y="318239"/>
                  </a:lnTo>
                  <a:lnTo>
                    <a:pt x="108340" y="315891"/>
                  </a:lnTo>
                  <a:lnTo>
                    <a:pt x="113023" y="313392"/>
                  </a:lnTo>
                  <a:lnTo>
                    <a:pt x="117625" y="310746"/>
                  </a:lnTo>
                  <a:lnTo>
                    <a:pt x="122140" y="307956"/>
                  </a:lnTo>
                  <a:lnTo>
                    <a:pt x="126565" y="305023"/>
                  </a:lnTo>
                  <a:lnTo>
                    <a:pt x="130894" y="301951"/>
                  </a:lnTo>
                  <a:lnTo>
                    <a:pt x="135123" y="298744"/>
                  </a:lnTo>
                  <a:lnTo>
                    <a:pt x="139249" y="295404"/>
                  </a:lnTo>
                  <a:lnTo>
                    <a:pt x="143266" y="291934"/>
                  </a:lnTo>
                  <a:lnTo>
                    <a:pt x="147172" y="288339"/>
                  </a:lnTo>
                  <a:lnTo>
                    <a:pt x="150961" y="284622"/>
                  </a:lnTo>
                  <a:lnTo>
                    <a:pt x="154630" y="280786"/>
                  </a:lnTo>
                  <a:lnTo>
                    <a:pt x="158175" y="276835"/>
                  </a:lnTo>
                  <a:lnTo>
                    <a:pt x="161594" y="272774"/>
                  </a:lnTo>
                  <a:lnTo>
                    <a:pt x="164881" y="268607"/>
                  </a:lnTo>
                  <a:lnTo>
                    <a:pt x="168035" y="264337"/>
                  </a:lnTo>
                  <a:lnTo>
                    <a:pt x="171052" y="259969"/>
                  </a:lnTo>
                  <a:lnTo>
                    <a:pt x="173928" y="255508"/>
                  </a:lnTo>
                  <a:lnTo>
                    <a:pt x="176661" y="250958"/>
                  </a:lnTo>
                  <a:lnTo>
                    <a:pt x="179249" y="246323"/>
                  </a:lnTo>
                  <a:lnTo>
                    <a:pt x="181687" y="241608"/>
                  </a:lnTo>
                  <a:lnTo>
                    <a:pt x="183976" y="236818"/>
                  </a:lnTo>
                  <a:lnTo>
                    <a:pt x="186110" y="231958"/>
                  </a:lnTo>
                  <a:lnTo>
                    <a:pt x="188090" y="227033"/>
                  </a:lnTo>
                  <a:lnTo>
                    <a:pt x="189912" y="222047"/>
                  </a:lnTo>
                  <a:lnTo>
                    <a:pt x="191575" y="217006"/>
                  </a:lnTo>
                  <a:lnTo>
                    <a:pt x="193077" y="211915"/>
                  </a:lnTo>
                  <a:lnTo>
                    <a:pt x="194416" y="206779"/>
                  </a:lnTo>
                  <a:lnTo>
                    <a:pt x="195592" y="201603"/>
                  </a:lnTo>
                  <a:lnTo>
                    <a:pt x="196603" y="196391"/>
                  </a:lnTo>
                  <a:lnTo>
                    <a:pt x="197448" y="191151"/>
                  </a:lnTo>
                  <a:lnTo>
                    <a:pt x="198126" y="185886"/>
                  </a:lnTo>
                  <a:lnTo>
                    <a:pt x="198636" y="180603"/>
                  </a:lnTo>
                  <a:lnTo>
                    <a:pt x="198979" y="175306"/>
                  </a:lnTo>
                  <a:lnTo>
                    <a:pt x="199153" y="170000"/>
                  </a:lnTo>
                  <a:lnTo>
                    <a:pt x="199159" y="164692"/>
                  </a:lnTo>
                  <a:lnTo>
                    <a:pt x="198996" y="159387"/>
                  </a:lnTo>
                  <a:lnTo>
                    <a:pt x="198665" y="154089"/>
                  </a:lnTo>
                  <a:lnTo>
                    <a:pt x="198165" y="148804"/>
                  </a:lnTo>
                  <a:lnTo>
                    <a:pt x="197499" y="143538"/>
                  </a:lnTo>
                  <a:lnTo>
                    <a:pt x="196665" y="138296"/>
                  </a:lnTo>
                  <a:lnTo>
                    <a:pt x="195665" y="133082"/>
                  </a:lnTo>
                  <a:lnTo>
                    <a:pt x="194501" y="127904"/>
                  </a:lnTo>
                  <a:lnTo>
                    <a:pt x="193172" y="122764"/>
                  </a:lnTo>
                  <a:lnTo>
                    <a:pt x="191681" y="117670"/>
                  </a:lnTo>
                  <a:lnTo>
                    <a:pt x="190029" y="112625"/>
                  </a:lnTo>
                  <a:lnTo>
                    <a:pt x="188218" y="107636"/>
                  </a:lnTo>
                  <a:lnTo>
                    <a:pt x="186249" y="102706"/>
                  </a:lnTo>
                  <a:lnTo>
                    <a:pt x="184125" y="97842"/>
                  </a:lnTo>
                  <a:lnTo>
                    <a:pt x="181847" y="93047"/>
                  </a:lnTo>
                  <a:lnTo>
                    <a:pt x="179418" y="88327"/>
                  </a:lnTo>
                  <a:lnTo>
                    <a:pt x="176841" y="83687"/>
                  </a:lnTo>
                  <a:lnTo>
                    <a:pt x="174117" y="79131"/>
                  </a:lnTo>
                  <a:lnTo>
                    <a:pt x="171250" y="74663"/>
                  </a:lnTo>
                  <a:lnTo>
                    <a:pt x="168243" y="70289"/>
                  </a:lnTo>
                  <a:lnTo>
                    <a:pt x="165099" y="66012"/>
                  </a:lnTo>
                  <a:lnTo>
                    <a:pt x="161820" y="61838"/>
                  </a:lnTo>
                  <a:lnTo>
                    <a:pt x="158410" y="57769"/>
                  </a:lnTo>
                  <a:lnTo>
                    <a:pt x="154873" y="53811"/>
                  </a:lnTo>
                  <a:lnTo>
                    <a:pt x="151212" y="49968"/>
                  </a:lnTo>
                  <a:lnTo>
                    <a:pt x="147431" y="46242"/>
                  </a:lnTo>
                  <a:lnTo>
                    <a:pt x="143534" y="42639"/>
                  </a:lnTo>
                  <a:lnTo>
                    <a:pt x="139524" y="39161"/>
                  </a:lnTo>
                  <a:lnTo>
                    <a:pt x="135405" y="35812"/>
                  </a:lnTo>
                  <a:lnTo>
                    <a:pt x="131183" y="32595"/>
                  </a:lnTo>
                  <a:lnTo>
                    <a:pt x="126860" y="29514"/>
                  </a:lnTo>
                  <a:lnTo>
                    <a:pt x="122442" y="26572"/>
                  </a:lnTo>
                  <a:lnTo>
                    <a:pt x="117933" y="23772"/>
                  </a:lnTo>
                  <a:lnTo>
                    <a:pt x="113337" y="21116"/>
                  </a:lnTo>
                  <a:lnTo>
                    <a:pt x="108658" y="18608"/>
                  </a:lnTo>
                  <a:lnTo>
                    <a:pt x="103903" y="16249"/>
                  </a:lnTo>
                  <a:lnTo>
                    <a:pt x="99075" y="14042"/>
                  </a:lnTo>
                  <a:lnTo>
                    <a:pt x="94180" y="11990"/>
                  </a:lnTo>
                  <a:lnTo>
                    <a:pt x="89222" y="10095"/>
                  </a:lnTo>
                  <a:lnTo>
                    <a:pt x="84206" y="8357"/>
                  </a:lnTo>
                  <a:lnTo>
                    <a:pt x="79137" y="6780"/>
                  </a:lnTo>
                  <a:lnTo>
                    <a:pt x="74021" y="5365"/>
                  </a:lnTo>
                  <a:lnTo>
                    <a:pt x="68863" y="4112"/>
                  </a:lnTo>
                  <a:lnTo>
                    <a:pt x="63668" y="3025"/>
                  </a:lnTo>
                  <a:lnTo>
                    <a:pt x="58440" y="2102"/>
                  </a:lnTo>
                  <a:lnTo>
                    <a:pt x="53186" y="1346"/>
                  </a:lnTo>
                  <a:lnTo>
                    <a:pt x="47911" y="757"/>
                  </a:lnTo>
                  <a:lnTo>
                    <a:pt x="42619" y="337"/>
                  </a:lnTo>
                  <a:lnTo>
                    <a:pt x="37317" y="84"/>
                  </a:lnTo>
                  <a:lnTo>
                    <a:pt x="32010" y="0"/>
                  </a:lnTo>
                  <a:lnTo>
                    <a:pt x="3201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57841" y="3707720"/>
              <a:ext cx="161170" cy="167167"/>
            </a:xfrm>
            <a:custGeom>
              <a:avLst/>
              <a:pathLst>
                <a:path w="161170" h="167167">
                  <a:moveTo>
                    <a:pt x="161170" y="0"/>
                  </a:moveTo>
                  <a:lnTo>
                    <a:pt x="155729" y="88"/>
                  </a:lnTo>
                  <a:lnTo>
                    <a:pt x="150294" y="354"/>
                  </a:lnTo>
                  <a:lnTo>
                    <a:pt x="144870" y="796"/>
                  </a:lnTo>
                  <a:lnTo>
                    <a:pt x="139464" y="1415"/>
                  </a:lnTo>
                  <a:lnTo>
                    <a:pt x="134081" y="2209"/>
                  </a:lnTo>
                  <a:lnTo>
                    <a:pt x="128726" y="3178"/>
                  </a:lnTo>
                  <a:lnTo>
                    <a:pt x="123406" y="4321"/>
                  </a:lnTo>
                  <a:lnTo>
                    <a:pt x="118126" y="5636"/>
                  </a:lnTo>
                  <a:lnTo>
                    <a:pt x="112891" y="7123"/>
                  </a:lnTo>
                  <a:lnTo>
                    <a:pt x="107708" y="8779"/>
                  </a:lnTo>
                  <a:lnTo>
                    <a:pt x="102581" y="10603"/>
                  </a:lnTo>
                  <a:lnTo>
                    <a:pt x="97516" y="12593"/>
                  </a:lnTo>
                  <a:lnTo>
                    <a:pt x="92519" y="14746"/>
                  </a:lnTo>
                  <a:lnTo>
                    <a:pt x="87594" y="17062"/>
                  </a:lnTo>
                  <a:lnTo>
                    <a:pt x="82748" y="19536"/>
                  </a:lnTo>
                  <a:lnTo>
                    <a:pt x="77984" y="22167"/>
                  </a:lnTo>
                  <a:lnTo>
                    <a:pt x="73309" y="24951"/>
                  </a:lnTo>
                  <a:lnTo>
                    <a:pt x="68727" y="27886"/>
                  </a:lnTo>
                  <a:lnTo>
                    <a:pt x="64242" y="30968"/>
                  </a:lnTo>
                  <a:lnTo>
                    <a:pt x="59861" y="34195"/>
                  </a:lnTo>
                  <a:lnTo>
                    <a:pt x="55587" y="37563"/>
                  </a:lnTo>
                  <a:lnTo>
                    <a:pt x="51424" y="41068"/>
                  </a:lnTo>
                  <a:lnTo>
                    <a:pt x="47378" y="44707"/>
                  </a:lnTo>
                  <a:lnTo>
                    <a:pt x="43453" y="48475"/>
                  </a:lnTo>
                  <a:lnTo>
                    <a:pt x="39652" y="52370"/>
                  </a:lnTo>
                  <a:lnTo>
                    <a:pt x="35980" y="56386"/>
                  </a:lnTo>
                  <a:lnTo>
                    <a:pt x="32441" y="60519"/>
                  </a:lnTo>
                  <a:lnTo>
                    <a:pt x="29038" y="64765"/>
                  </a:lnTo>
                  <a:lnTo>
                    <a:pt x="25775" y="69120"/>
                  </a:lnTo>
                  <a:lnTo>
                    <a:pt x="22656" y="73579"/>
                  </a:lnTo>
                  <a:lnTo>
                    <a:pt x="19683" y="78137"/>
                  </a:lnTo>
                  <a:lnTo>
                    <a:pt x="16860" y="82789"/>
                  </a:lnTo>
                  <a:lnTo>
                    <a:pt x="14190" y="87530"/>
                  </a:lnTo>
                  <a:lnTo>
                    <a:pt x="11676" y="92356"/>
                  </a:lnTo>
                  <a:lnTo>
                    <a:pt x="9321" y="97262"/>
                  </a:lnTo>
                  <a:lnTo>
                    <a:pt x="7126" y="102241"/>
                  </a:lnTo>
                  <a:lnTo>
                    <a:pt x="5094" y="107289"/>
                  </a:lnTo>
                  <a:lnTo>
                    <a:pt x="3228" y="112401"/>
                  </a:lnTo>
                  <a:lnTo>
                    <a:pt x="1529" y="117570"/>
                  </a:lnTo>
                  <a:lnTo>
                    <a:pt x="0" y="122792"/>
                  </a:lnTo>
                  <a:lnTo>
                    <a:pt x="16117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1864" y="3707736"/>
              <a:ext cx="334310" cy="334317"/>
            </a:xfrm>
            <a:custGeom>
              <a:avLst/>
              <a:pathLst>
                <a:path w="334310" h="334317">
                  <a:moveTo>
                    <a:pt x="5976" y="122777"/>
                  </a:moveTo>
                  <a:lnTo>
                    <a:pt x="4653" y="127898"/>
                  </a:lnTo>
                  <a:lnTo>
                    <a:pt x="3493" y="133058"/>
                  </a:lnTo>
                  <a:lnTo>
                    <a:pt x="2496" y="138252"/>
                  </a:lnTo>
                  <a:lnTo>
                    <a:pt x="1664" y="143475"/>
                  </a:lnTo>
                  <a:lnTo>
                    <a:pt x="998" y="148722"/>
                  </a:lnTo>
                  <a:lnTo>
                    <a:pt x="498" y="153987"/>
                  </a:lnTo>
                  <a:lnTo>
                    <a:pt x="165" y="159265"/>
                  </a:lnTo>
                  <a:lnTo>
                    <a:pt x="0" y="164552"/>
                  </a:lnTo>
                  <a:lnTo>
                    <a:pt x="1" y="169841"/>
                  </a:lnTo>
                  <a:lnTo>
                    <a:pt x="170" y="175127"/>
                  </a:lnTo>
                  <a:lnTo>
                    <a:pt x="506" y="180405"/>
                  </a:lnTo>
                  <a:lnTo>
                    <a:pt x="1008" y="185670"/>
                  </a:lnTo>
                  <a:lnTo>
                    <a:pt x="1677" y="190916"/>
                  </a:lnTo>
                  <a:lnTo>
                    <a:pt x="2512" y="196139"/>
                  </a:lnTo>
                  <a:lnTo>
                    <a:pt x="3511" y="201333"/>
                  </a:lnTo>
                  <a:lnTo>
                    <a:pt x="4674" y="206492"/>
                  </a:lnTo>
                  <a:lnTo>
                    <a:pt x="6000" y="211612"/>
                  </a:lnTo>
                  <a:lnTo>
                    <a:pt x="7487" y="216688"/>
                  </a:lnTo>
                  <a:lnTo>
                    <a:pt x="9134" y="221714"/>
                  </a:lnTo>
                  <a:lnTo>
                    <a:pt x="10939" y="226685"/>
                  </a:lnTo>
                  <a:lnTo>
                    <a:pt x="12901" y="231597"/>
                  </a:lnTo>
                  <a:lnTo>
                    <a:pt x="15017" y="236444"/>
                  </a:lnTo>
                  <a:lnTo>
                    <a:pt x="17285" y="241222"/>
                  </a:lnTo>
                  <a:lnTo>
                    <a:pt x="19703" y="245926"/>
                  </a:lnTo>
                  <a:lnTo>
                    <a:pt x="22269" y="250550"/>
                  </a:lnTo>
                  <a:lnTo>
                    <a:pt x="24980" y="255092"/>
                  </a:lnTo>
                  <a:lnTo>
                    <a:pt x="27833" y="259545"/>
                  </a:lnTo>
                  <a:lnTo>
                    <a:pt x="30825" y="263906"/>
                  </a:lnTo>
                  <a:lnTo>
                    <a:pt x="33954" y="268170"/>
                  </a:lnTo>
                  <a:lnTo>
                    <a:pt x="37217" y="272333"/>
                  </a:lnTo>
                  <a:lnTo>
                    <a:pt x="40609" y="276391"/>
                  </a:lnTo>
                  <a:lnTo>
                    <a:pt x="44128" y="280339"/>
                  </a:lnTo>
                  <a:lnTo>
                    <a:pt x="47770" y="284174"/>
                  </a:lnTo>
                  <a:lnTo>
                    <a:pt x="51532" y="287892"/>
                  </a:lnTo>
                  <a:lnTo>
                    <a:pt x="55409" y="291489"/>
                  </a:lnTo>
                  <a:lnTo>
                    <a:pt x="59399" y="294961"/>
                  </a:lnTo>
                  <a:lnTo>
                    <a:pt x="63496" y="298306"/>
                  </a:lnTo>
                  <a:lnTo>
                    <a:pt x="67697" y="301519"/>
                  </a:lnTo>
                  <a:lnTo>
                    <a:pt x="71997" y="304598"/>
                  </a:lnTo>
                  <a:lnTo>
                    <a:pt x="76393" y="307539"/>
                  </a:lnTo>
                  <a:lnTo>
                    <a:pt x="80879" y="310340"/>
                  </a:lnTo>
                  <a:lnTo>
                    <a:pt x="85452" y="312997"/>
                  </a:lnTo>
                  <a:lnTo>
                    <a:pt x="90107" y="315508"/>
                  </a:lnTo>
                  <a:lnTo>
                    <a:pt x="94839" y="317871"/>
                  </a:lnTo>
                  <a:lnTo>
                    <a:pt x="99643" y="320083"/>
                  </a:lnTo>
                  <a:lnTo>
                    <a:pt x="104514" y="322142"/>
                  </a:lnTo>
                  <a:lnTo>
                    <a:pt x="109449" y="324046"/>
                  </a:lnTo>
                  <a:lnTo>
                    <a:pt x="114441" y="325793"/>
                  </a:lnTo>
                  <a:lnTo>
                    <a:pt x="119486" y="327381"/>
                  </a:lnTo>
                  <a:lnTo>
                    <a:pt x="124578" y="328808"/>
                  </a:lnTo>
                  <a:lnTo>
                    <a:pt x="129714" y="330074"/>
                  </a:lnTo>
                  <a:lnTo>
                    <a:pt x="134886" y="331177"/>
                  </a:lnTo>
                  <a:lnTo>
                    <a:pt x="140091" y="332115"/>
                  </a:lnTo>
                  <a:lnTo>
                    <a:pt x="145323" y="332888"/>
                  </a:lnTo>
                  <a:lnTo>
                    <a:pt x="150577" y="333496"/>
                  </a:lnTo>
                  <a:lnTo>
                    <a:pt x="155848" y="333937"/>
                  </a:lnTo>
                  <a:lnTo>
                    <a:pt x="161130" y="334211"/>
                  </a:lnTo>
                  <a:lnTo>
                    <a:pt x="166418" y="334317"/>
                  </a:lnTo>
                  <a:lnTo>
                    <a:pt x="171706" y="334257"/>
                  </a:lnTo>
                  <a:lnTo>
                    <a:pt x="176990" y="334029"/>
                  </a:lnTo>
                  <a:lnTo>
                    <a:pt x="182264" y="333634"/>
                  </a:lnTo>
                  <a:lnTo>
                    <a:pt x="187523" y="333072"/>
                  </a:lnTo>
                  <a:lnTo>
                    <a:pt x="192762" y="332345"/>
                  </a:lnTo>
                  <a:lnTo>
                    <a:pt x="197975" y="331452"/>
                  </a:lnTo>
                  <a:lnTo>
                    <a:pt x="203157" y="330394"/>
                  </a:lnTo>
                  <a:lnTo>
                    <a:pt x="208303" y="329173"/>
                  </a:lnTo>
                  <a:lnTo>
                    <a:pt x="213408" y="327790"/>
                  </a:lnTo>
                  <a:lnTo>
                    <a:pt x="218466" y="326246"/>
                  </a:lnTo>
                  <a:lnTo>
                    <a:pt x="223474" y="324543"/>
                  </a:lnTo>
                  <a:lnTo>
                    <a:pt x="228425" y="322683"/>
                  </a:lnTo>
                  <a:lnTo>
                    <a:pt x="233314" y="320666"/>
                  </a:lnTo>
                  <a:lnTo>
                    <a:pt x="238137" y="318496"/>
                  </a:lnTo>
                  <a:lnTo>
                    <a:pt x="242889" y="316175"/>
                  </a:lnTo>
                  <a:lnTo>
                    <a:pt x="247566" y="313704"/>
                  </a:lnTo>
                  <a:lnTo>
                    <a:pt x="252162" y="311087"/>
                  </a:lnTo>
                  <a:lnTo>
                    <a:pt x="256672" y="308325"/>
                  </a:lnTo>
                  <a:lnTo>
                    <a:pt x="261094" y="305423"/>
                  </a:lnTo>
                  <a:lnTo>
                    <a:pt x="265421" y="302382"/>
                  </a:lnTo>
                  <a:lnTo>
                    <a:pt x="269649" y="299205"/>
                  </a:lnTo>
                  <a:lnTo>
                    <a:pt x="273776" y="295896"/>
                  </a:lnTo>
                  <a:lnTo>
                    <a:pt x="277795" y="292459"/>
                  </a:lnTo>
                  <a:lnTo>
                    <a:pt x="281704" y="288896"/>
                  </a:lnTo>
                  <a:lnTo>
                    <a:pt x="285498" y="285211"/>
                  </a:lnTo>
                  <a:lnTo>
                    <a:pt x="289173" y="281408"/>
                  </a:lnTo>
                  <a:lnTo>
                    <a:pt x="292726" y="277490"/>
                  </a:lnTo>
                  <a:lnTo>
                    <a:pt x="296154" y="273462"/>
                  </a:lnTo>
                  <a:lnTo>
                    <a:pt x="299453" y="269328"/>
                  </a:lnTo>
                  <a:lnTo>
                    <a:pt x="302619" y="265092"/>
                  </a:lnTo>
                  <a:lnTo>
                    <a:pt x="305649" y="260757"/>
                  </a:lnTo>
                  <a:lnTo>
                    <a:pt x="308541" y="256329"/>
                  </a:lnTo>
                  <a:lnTo>
                    <a:pt x="311291" y="251811"/>
                  </a:lnTo>
                  <a:lnTo>
                    <a:pt x="313897" y="247209"/>
                  </a:lnTo>
                  <a:lnTo>
                    <a:pt x="316357" y="242526"/>
                  </a:lnTo>
                  <a:lnTo>
                    <a:pt x="318666" y="237769"/>
                  </a:lnTo>
                  <a:lnTo>
                    <a:pt x="320824" y="232940"/>
                  </a:lnTo>
                  <a:lnTo>
                    <a:pt x="322829" y="228046"/>
                  </a:lnTo>
                  <a:lnTo>
                    <a:pt x="324677" y="223090"/>
                  </a:lnTo>
                  <a:lnTo>
                    <a:pt x="326368" y="218079"/>
                  </a:lnTo>
                  <a:lnTo>
                    <a:pt x="327899" y="213016"/>
                  </a:lnTo>
                  <a:lnTo>
                    <a:pt x="329270" y="207908"/>
                  </a:lnTo>
                  <a:lnTo>
                    <a:pt x="330478" y="202759"/>
                  </a:lnTo>
                  <a:lnTo>
                    <a:pt x="331523" y="197574"/>
                  </a:lnTo>
                  <a:lnTo>
                    <a:pt x="332403" y="192359"/>
                  </a:lnTo>
                  <a:lnTo>
                    <a:pt x="333117" y="187119"/>
                  </a:lnTo>
                  <a:lnTo>
                    <a:pt x="333666" y="181858"/>
                  </a:lnTo>
                  <a:lnTo>
                    <a:pt x="334048" y="176583"/>
                  </a:lnTo>
                  <a:lnTo>
                    <a:pt x="334263" y="171299"/>
                  </a:lnTo>
                  <a:lnTo>
                    <a:pt x="334310" y="166010"/>
                  </a:lnTo>
                  <a:lnTo>
                    <a:pt x="334190" y="160722"/>
                  </a:lnTo>
                  <a:lnTo>
                    <a:pt x="333904" y="155441"/>
                  </a:lnTo>
                  <a:lnTo>
                    <a:pt x="333450" y="150172"/>
                  </a:lnTo>
                  <a:lnTo>
                    <a:pt x="332829" y="144920"/>
                  </a:lnTo>
                  <a:lnTo>
                    <a:pt x="332043" y="139689"/>
                  </a:lnTo>
                  <a:lnTo>
                    <a:pt x="331092" y="134487"/>
                  </a:lnTo>
                  <a:lnTo>
                    <a:pt x="329976" y="129317"/>
                  </a:lnTo>
                  <a:lnTo>
                    <a:pt x="328698" y="124185"/>
                  </a:lnTo>
                  <a:lnTo>
                    <a:pt x="327258" y="119096"/>
                  </a:lnTo>
                  <a:lnTo>
                    <a:pt x="325658" y="114055"/>
                  </a:lnTo>
                  <a:lnTo>
                    <a:pt x="323899" y="109067"/>
                  </a:lnTo>
                  <a:lnTo>
                    <a:pt x="321983" y="104137"/>
                  </a:lnTo>
                  <a:lnTo>
                    <a:pt x="319912" y="99271"/>
                  </a:lnTo>
                  <a:lnTo>
                    <a:pt x="317688" y="94472"/>
                  </a:lnTo>
                  <a:lnTo>
                    <a:pt x="315313" y="89746"/>
                  </a:lnTo>
                  <a:lnTo>
                    <a:pt x="312790" y="85098"/>
                  </a:lnTo>
                  <a:lnTo>
                    <a:pt x="310122" y="80531"/>
                  </a:lnTo>
                  <a:lnTo>
                    <a:pt x="307310" y="76052"/>
                  </a:lnTo>
                  <a:lnTo>
                    <a:pt x="304358" y="71663"/>
                  </a:lnTo>
                  <a:lnTo>
                    <a:pt x="301269" y="67370"/>
                  </a:lnTo>
                  <a:lnTo>
                    <a:pt x="298045" y="63177"/>
                  </a:lnTo>
                  <a:lnTo>
                    <a:pt x="294690" y="59089"/>
                  </a:lnTo>
                  <a:lnTo>
                    <a:pt x="291208" y="55108"/>
                  </a:lnTo>
                  <a:lnTo>
                    <a:pt x="287602" y="51239"/>
                  </a:lnTo>
                  <a:lnTo>
                    <a:pt x="283874" y="47487"/>
                  </a:lnTo>
                  <a:lnTo>
                    <a:pt x="280030" y="43854"/>
                  </a:lnTo>
                  <a:lnTo>
                    <a:pt x="276074" y="40345"/>
                  </a:lnTo>
                  <a:lnTo>
                    <a:pt x="272008" y="36962"/>
                  </a:lnTo>
                  <a:lnTo>
                    <a:pt x="267837" y="33710"/>
                  </a:lnTo>
                  <a:lnTo>
                    <a:pt x="263565" y="30592"/>
                  </a:lnTo>
                  <a:lnTo>
                    <a:pt x="259197" y="27610"/>
                  </a:lnTo>
                  <a:lnTo>
                    <a:pt x="254736" y="24768"/>
                  </a:lnTo>
                  <a:lnTo>
                    <a:pt x="250188" y="22068"/>
                  </a:lnTo>
                  <a:lnTo>
                    <a:pt x="245557" y="19514"/>
                  </a:lnTo>
                  <a:lnTo>
                    <a:pt x="240847" y="17108"/>
                  </a:lnTo>
                  <a:lnTo>
                    <a:pt x="236064" y="14851"/>
                  </a:lnTo>
                  <a:lnTo>
                    <a:pt x="231211" y="12747"/>
                  </a:lnTo>
                  <a:lnTo>
                    <a:pt x="226295" y="10798"/>
                  </a:lnTo>
                  <a:lnTo>
                    <a:pt x="221319" y="9005"/>
                  </a:lnTo>
                  <a:lnTo>
                    <a:pt x="216289" y="7370"/>
                  </a:lnTo>
                  <a:lnTo>
                    <a:pt x="211210" y="5896"/>
                  </a:lnTo>
                  <a:lnTo>
                    <a:pt x="206087" y="4583"/>
                  </a:lnTo>
                  <a:lnTo>
                    <a:pt x="200924" y="3432"/>
                  </a:lnTo>
                  <a:lnTo>
                    <a:pt x="195728" y="2446"/>
                  </a:lnTo>
                  <a:lnTo>
                    <a:pt x="190504" y="1624"/>
                  </a:lnTo>
                  <a:lnTo>
                    <a:pt x="185256" y="968"/>
                  </a:lnTo>
                  <a:lnTo>
                    <a:pt x="179989" y="478"/>
                  </a:lnTo>
                  <a:lnTo>
                    <a:pt x="174710" y="155"/>
                  </a:lnTo>
                  <a:lnTo>
                    <a:pt x="169424" y="0"/>
                  </a:lnTo>
                  <a:lnTo>
                    <a:pt x="167147" y="167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2277" cy="167167"/>
            </a:xfrm>
            <a:custGeom>
              <a:avLst/>
              <a:pathLst>
                <a:path w="2277" h="167167">
                  <a:moveTo>
                    <a:pt x="2277" y="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tx75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2025-06-06T03:08:38Z</dcterms:modified>
  <cp:category/>
</cp:coreProperties>
</file>