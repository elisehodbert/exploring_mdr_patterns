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298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368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89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45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33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502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323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417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6679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10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058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161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538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828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892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605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937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18422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829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69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971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274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1085" y="3170392"/>
              <a:ext cx="2693" cy="167167"/>
            </a:xfrm>
            <a:custGeom>
              <a:avLst/>
              <a:pathLst>
                <a:path w="2693" h="167167">
                  <a:moveTo>
                    <a:pt x="2693" y="0"/>
                  </a:moveTo>
                  <a:lnTo>
                    <a:pt x="0" y="21"/>
                  </a:lnTo>
                  <a:lnTo>
                    <a:pt x="269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085" y="3170414"/>
              <a:ext cx="2693" cy="167145"/>
            </a:xfrm>
            <a:custGeom>
              <a:avLst/>
              <a:pathLst>
                <a:path w="2693" h="167145">
                  <a:moveTo>
                    <a:pt x="0" y="0"/>
                  </a:moveTo>
                  <a:lnTo>
                    <a:pt x="2693" y="1671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16611" y="3170414"/>
              <a:ext cx="334334" cy="334296"/>
            </a:xfrm>
            <a:custGeom>
              <a:avLst/>
              <a:pathLst>
                <a:path w="334334" h="334296">
                  <a:moveTo>
                    <a:pt x="164473" y="0"/>
                  </a:moveTo>
                  <a:lnTo>
                    <a:pt x="159174" y="169"/>
                  </a:lnTo>
                  <a:lnTo>
                    <a:pt x="153883" y="506"/>
                  </a:lnTo>
                  <a:lnTo>
                    <a:pt x="148606" y="1011"/>
                  </a:lnTo>
                  <a:lnTo>
                    <a:pt x="143347" y="1683"/>
                  </a:lnTo>
                  <a:lnTo>
                    <a:pt x="138113" y="2522"/>
                  </a:lnTo>
                  <a:lnTo>
                    <a:pt x="132907" y="3526"/>
                  </a:lnTo>
                  <a:lnTo>
                    <a:pt x="127736" y="4695"/>
                  </a:lnTo>
                  <a:lnTo>
                    <a:pt x="122605" y="6027"/>
                  </a:lnTo>
                  <a:lnTo>
                    <a:pt x="117518" y="7521"/>
                  </a:lnTo>
                  <a:lnTo>
                    <a:pt x="112482" y="9175"/>
                  </a:lnTo>
                  <a:lnTo>
                    <a:pt x="107500" y="10989"/>
                  </a:lnTo>
                  <a:lnTo>
                    <a:pt x="102578" y="12959"/>
                  </a:lnTo>
                  <a:lnTo>
                    <a:pt x="97722" y="15085"/>
                  </a:lnTo>
                  <a:lnTo>
                    <a:pt x="92935" y="17364"/>
                  </a:lnTo>
                  <a:lnTo>
                    <a:pt x="88223" y="19793"/>
                  </a:lnTo>
                  <a:lnTo>
                    <a:pt x="83590" y="22370"/>
                  </a:lnTo>
                  <a:lnTo>
                    <a:pt x="79041" y="25093"/>
                  </a:lnTo>
                  <a:lnTo>
                    <a:pt x="74581" y="27959"/>
                  </a:lnTo>
                  <a:lnTo>
                    <a:pt x="70214" y="30965"/>
                  </a:lnTo>
                  <a:lnTo>
                    <a:pt x="65945" y="34108"/>
                  </a:lnTo>
                  <a:lnTo>
                    <a:pt x="61777" y="37384"/>
                  </a:lnTo>
                  <a:lnTo>
                    <a:pt x="57715" y="40791"/>
                  </a:lnTo>
                  <a:lnTo>
                    <a:pt x="53764" y="44325"/>
                  </a:lnTo>
                  <a:lnTo>
                    <a:pt x="49926" y="47983"/>
                  </a:lnTo>
                  <a:lnTo>
                    <a:pt x="46207" y="51761"/>
                  </a:lnTo>
                  <a:lnTo>
                    <a:pt x="42609" y="55654"/>
                  </a:lnTo>
                  <a:lnTo>
                    <a:pt x="39136" y="59660"/>
                  </a:lnTo>
                  <a:lnTo>
                    <a:pt x="35792" y="63774"/>
                  </a:lnTo>
                  <a:lnTo>
                    <a:pt x="32580" y="67992"/>
                  </a:lnTo>
                  <a:lnTo>
                    <a:pt x="29504" y="72309"/>
                  </a:lnTo>
                  <a:lnTo>
                    <a:pt x="26566" y="76722"/>
                  </a:lnTo>
                  <a:lnTo>
                    <a:pt x="23769" y="81226"/>
                  </a:lnTo>
                  <a:lnTo>
                    <a:pt x="21117" y="85816"/>
                  </a:lnTo>
                  <a:lnTo>
                    <a:pt x="18612" y="90488"/>
                  </a:lnTo>
                  <a:lnTo>
                    <a:pt x="16256" y="95237"/>
                  </a:lnTo>
                  <a:lnTo>
                    <a:pt x="14051" y="100059"/>
                  </a:lnTo>
                  <a:lnTo>
                    <a:pt x="12001" y="104948"/>
                  </a:lnTo>
                  <a:lnTo>
                    <a:pt x="10107" y="109899"/>
                  </a:lnTo>
                  <a:lnTo>
                    <a:pt x="8371" y="114908"/>
                  </a:lnTo>
                  <a:lnTo>
                    <a:pt x="6794" y="119970"/>
                  </a:lnTo>
                  <a:lnTo>
                    <a:pt x="5379" y="125079"/>
                  </a:lnTo>
                  <a:lnTo>
                    <a:pt x="4126" y="130231"/>
                  </a:lnTo>
                  <a:lnTo>
                    <a:pt x="3038" y="135419"/>
                  </a:lnTo>
                  <a:lnTo>
                    <a:pt x="2114" y="140639"/>
                  </a:lnTo>
                  <a:lnTo>
                    <a:pt x="1357" y="145886"/>
                  </a:lnTo>
                  <a:lnTo>
                    <a:pt x="766" y="151155"/>
                  </a:lnTo>
                  <a:lnTo>
                    <a:pt x="343" y="156439"/>
                  </a:lnTo>
                  <a:lnTo>
                    <a:pt x="87" y="161735"/>
                  </a:lnTo>
                  <a:lnTo>
                    <a:pt x="0" y="167035"/>
                  </a:lnTo>
                  <a:lnTo>
                    <a:pt x="80" y="172336"/>
                  </a:lnTo>
                  <a:lnTo>
                    <a:pt x="329" y="177632"/>
                  </a:lnTo>
                  <a:lnTo>
                    <a:pt x="745" y="182917"/>
                  </a:lnTo>
                  <a:lnTo>
                    <a:pt x="1329" y="188186"/>
                  </a:lnTo>
                  <a:lnTo>
                    <a:pt x="2080" y="193434"/>
                  </a:lnTo>
                  <a:lnTo>
                    <a:pt x="2996" y="198656"/>
                  </a:lnTo>
                  <a:lnTo>
                    <a:pt x="4078" y="203846"/>
                  </a:lnTo>
                  <a:lnTo>
                    <a:pt x="5324" y="208999"/>
                  </a:lnTo>
                  <a:lnTo>
                    <a:pt x="6732" y="214110"/>
                  </a:lnTo>
                  <a:lnTo>
                    <a:pt x="8302" y="219173"/>
                  </a:lnTo>
                  <a:lnTo>
                    <a:pt x="10032" y="224185"/>
                  </a:lnTo>
                  <a:lnTo>
                    <a:pt x="11919" y="229139"/>
                  </a:lnTo>
                  <a:lnTo>
                    <a:pt x="13963" y="234030"/>
                  </a:lnTo>
                  <a:lnTo>
                    <a:pt x="16161" y="238855"/>
                  </a:lnTo>
                  <a:lnTo>
                    <a:pt x="18511" y="243607"/>
                  </a:lnTo>
                  <a:lnTo>
                    <a:pt x="21010" y="248282"/>
                  </a:lnTo>
                  <a:lnTo>
                    <a:pt x="23657" y="252876"/>
                  </a:lnTo>
                  <a:lnTo>
                    <a:pt x="26447" y="257384"/>
                  </a:lnTo>
                  <a:lnTo>
                    <a:pt x="29380" y="261800"/>
                  </a:lnTo>
                  <a:lnTo>
                    <a:pt x="32450" y="266122"/>
                  </a:lnTo>
                  <a:lnTo>
                    <a:pt x="35656" y="270344"/>
                  </a:lnTo>
                  <a:lnTo>
                    <a:pt x="38995" y="274462"/>
                  </a:lnTo>
                  <a:lnTo>
                    <a:pt x="42462" y="278472"/>
                  </a:lnTo>
                  <a:lnTo>
                    <a:pt x="46055" y="282371"/>
                  </a:lnTo>
                  <a:lnTo>
                    <a:pt x="49770" y="286153"/>
                  </a:lnTo>
                  <a:lnTo>
                    <a:pt x="53603" y="289816"/>
                  </a:lnTo>
                  <a:lnTo>
                    <a:pt x="57550" y="293355"/>
                  </a:lnTo>
                  <a:lnTo>
                    <a:pt x="61607" y="296768"/>
                  </a:lnTo>
                  <a:lnTo>
                    <a:pt x="65770" y="300050"/>
                  </a:lnTo>
                  <a:lnTo>
                    <a:pt x="70035" y="303198"/>
                  </a:lnTo>
                  <a:lnTo>
                    <a:pt x="74398" y="306210"/>
                  </a:lnTo>
                  <a:lnTo>
                    <a:pt x="78855" y="309082"/>
                  </a:lnTo>
                  <a:lnTo>
                    <a:pt x="83400" y="311810"/>
                  </a:lnTo>
                  <a:lnTo>
                    <a:pt x="88029" y="314394"/>
                  </a:lnTo>
                  <a:lnTo>
                    <a:pt x="92738" y="316829"/>
                  </a:lnTo>
                  <a:lnTo>
                    <a:pt x="97522" y="319114"/>
                  </a:lnTo>
                  <a:lnTo>
                    <a:pt x="102376" y="321246"/>
                  </a:lnTo>
                  <a:lnTo>
                    <a:pt x="107295" y="323223"/>
                  </a:lnTo>
                  <a:lnTo>
                    <a:pt x="112274" y="325043"/>
                  </a:lnTo>
                  <a:lnTo>
                    <a:pt x="117309" y="326704"/>
                  </a:lnTo>
                  <a:lnTo>
                    <a:pt x="122393" y="328205"/>
                  </a:lnTo>
                  <a:lnTo>
                    <a:pt x="127523" y="329544"/>
                  </a:lnTo>
                  <a:lnTo>
                    <a:pt x="132692" y="330719"/>
                  </a:lnTo>
                  <a:lnTo>
                    <a:pt x="137897" y="331730"/>
                  </a:lnTo>
                  <a:lnTo>
                    <a:pt x="143130" y="332576"/>
                  </a:lnTo>
                  <a:lnTo>
                    <a:pt x="148388" y="333255"/>
                  </a:lnTo>
                  <a:lnTo>
                    <a:pt x="153665" y="333766"/>
                  </a:lnTo>
                  <a:lnTo>
                    <a:pt x="158955" y="334111"/>
                  </a:lnTo>
                  <a:lnTo>
                    <a:pt x="164253" y="334287"/>
                  </a:lnTo>
                  <a:lnTo>
                    <a:pt x="169555" y="334296"/>
                  </a:lnTo>
                  <a:lnTo>
                    <a:pt x="174854" y="334136"/>
                  </a:lnTo>
                  <a:lnTo>
                    <a:pt x="180145" y="333808"/>
                  </a:lnTo>
                  <a:lnTo>
                    <a:pt x="185423" y="333313"/>
                  </a:lnTo>
                  <a:lnTo>
                    <a:pt x="190683" y="332650"/>
                  </a:lnTo>
                  <a:lnTo>
                    <a:pt x="195920" y="331821"/>
                  </a:lnTo>
                  <a:lnTo>
                    <a:pt x="201127" y="330827"/>
                  </a:lnTo>
                  <a:lnTo>
                    <a:pt x="206300" y="329668"/>
                  </a:lnTo>
                  <a:lnTo>
                    <a:pt x="211434" y="328345"/>
                  </a:lnTo>
                  <a:lnTo>
                    <a:pt x="216523" y="326860"/>
                  </a:lnTo>
                  <a:lnTo>
                    <a:pt x="221563" y="325215"/>
                  </a:lnTo>
                  <a:lnTo>
                    <a:pt x="226548" y="323411"/>
                  </a:lnTo>
                  <a:lnTo>
                    <a:pt x="231473" y="321449"/>
                  </a:lnTo>
                  <a:lnTo>
                    <a:pt x="236334" y="319332"/>
                  </a:lnTo>
                  <a:lnTo>
                    <a:pt x="241125" y="317063"/>
                  </a:lnTo>
                  <a:lnTo>
                    <a:pt x="245841" y="314642"/>
                  </a:lnTo>
                  <a:lnTo>
                    <a:pt x="250479" y="312073"/>
                  </a:lnTo>
                  <a:lnTo>
                    <a:pt x="255032" y="309359"/>
                  </a:lnTo>
                  <a:lnTo>
                    <a:pt x="259498" y="306501"/>
                  </a:lnTo>
                  <a:lnTo>
                    <a:pt x="263870" y="303503"/>
                  </a:lnTo>
                  <a:lnTo>
                    <a:pt x="268145" y="300368"/>
                  </a:lnTo>
                  <a:lnTo>
                    <a:pt x="272319" y="297099"/>
                  </a:lnTo>
                  <a:lnTo>
                    <a:pt x="276387" y="293699"/>
                  </a:lnTo>
                  <a:lnTo>
                    <a:pt x="280345" y="290172"/>
                  </a:lnTo>
                  <a:lnTo>
                    <a:pt x="284189" y="286522"/>
                  </a:lnTo>
                  <a:lnTo>
                    <a:pt x="287916" y="282751"/>
                  </a:lnTo>
                  <a:lnTo>
                    <a:pt x="291521" y="278864"/>
                  </a:lnTo>
                  <a:lnTo>
                    <a:pt x="295001" y="274865"/>
                  </a:lnTo>
                  <a:lnTo>
                    <a:pt x="298352" y="270757"/>
                  </a:lnTo>
                  <a:lnTo>
                    <a:pt x="301572" y="266545"/>
                  </a:lnTo>
                  <a:lnTo>
                    <a:pt x="304656" y="262233"/>
                  </a:lnTo>
                  <a:lnTo>
                    <a:pt x="307602" y="257826"/>
                  </a:lnTo>
                  <a:lnTo>
                    <a:pt x="310407" y="253327"/>
                  </a:lnTo>
                  <a:lnTo>
                    <a:pt x="313068" y="248742"/>
                  </a:lnTo>
                  <a:lnTo>
                    <a:pt x="315582" y="244074"/>
                  </a:lnTo>
                  <a:lnTo>
                    <a:pt x="317946" y="239329"/>
                  </a:lnTo>
                  <a:lnTo>
                    <a:pt x="320159" y="234512"/>
                  </a:lnTo>
                  <a:lnTo>
                    <a:pt x="322219" y="229627"/>
                  </a:lnTo>
                  <a:lnTo>
                    <a:pt x="324122" y="224679"/>
                  </a:lnTo>
                  <a:lnTo>
                    <a:pt x="325867" y="219673"/>
                  </a:lnTo>
                  <a:lnTo>
                    <a:pt x="327453" y="214614"/>
                  </a:lnTo>
                  <a:lnTo>
                    <a:pt x="328878" y="209508"/>
                  </a:lnTo>
                  <a:lnTo>
                    <a:pt x="330140" y="204358"/>
                  </a:lnTo>
                  <a:lnTo>
                    <a:pt x="331238" y="199172"/>
                  </a:lnTo>
                  <a:lnTo>
                    <a:pt x="332171" y="193953"/>
                  </a:lnTo>
                  <a:lnTo>
                    <a:pt x="332938" y="188708"/>
                  </a:lnTo>
                  <a:lnTo>
                    <a:pt x="333538" y="183440"/>
                  </a:lnTo>
                  <a:lnTo>
                    <a:pt x="333971" y="178157"/>
                  </a:lnTo>
                  <a:lnTo>
                    <a:pt x="334237" y="172862"/>
                  </a:lnTo>
                  <a:lnTo>
                    <a:pt x="334334" y="167561"/>
                  </a:lnTo>
                  <a:lnTo>
                    <a:pt x="334263" y="162260"/>
                  </a:lnTo>
                  <a:lnTo>
                    <a:pt x="334024" y="156964"/>
                  </a:lnTo>
                  <a:lnTo>
                    <a:pt x="333617" y="151678"/>
                  </a:lnTo>
                  <a:lnTo>
                    <a:pt x="333043" y="146408"/>
                  </a:lnTo>
                  <a:lnTo>
                    <a:pt x="332302" y="141159"/>
                  </a:lnTo>
                  <a:lnTo>
                    <a:pt x="331395" y="135935"/>
                  </a:lnTo>
                  <a:lnTo>
                    <a:pt x="330323" y="130743"/>
                  </a:lnTo>
                  <a:lnTo>
                    <a:pt x="329087" y="125588"/>
                  </a:lnTo>
                  <a:lnTo>
                    <a:pt x="327687" y="120475"/>
                  </a:lnTo>
                  <a:lnTo>
                    <a:pt x="326127" y="115408"/>
                  </a:lnTo>
                  <a:lnTo>
                    <a:pt x="324406" y="110394"/>
                  </a:lnTo>
                  <a:lnTo>
                    <a:pt x="322528" y="105436"/>
                  </a:lnTo>
                  <a:lnTo>
                    <a:pt x="320493" y="100541"/>
                  </a:lnTo>
                  <a:lnTo>
                    <a:pt x="318304" y="95712"/>
                  </a:lnTo>
                  <a:lnTo>
                    <a:pt x="315963" y="90956"/>
                  </a:lnTo>
                  <a:lnTo>
                    <a:pt x="313472" y="86276"/>
                  </a:lnTo>
                  <a:lnTo>
                    <a:pt x="310834" y="81677"/>
                  </a:lnTo>
                  <a:lnTo>
                    <a:pt x="308051" y="77165"/>
                  </a:lnTo>
                  <a:lnTo>
                    <a:pt x="305127" y="72743"/>
                  </a:lnTo>
                  <a:lnTo>
                    <a:pt x="302065" y="68415"/>
                  </a:lnTo>
                  <a:lnTo>
                    <a:pt x="298866" y="64188"/>
                  </a:lnTo>
                  <a:lnTo>
                    <a:pt x="295535" y="60063"/>
                  </a:lnTo>
                  <a:lnTo>
                    <a:pt x="292075" y="56047"/>
                  </a:lnTo>
                  <a:lnTo>
                    <a:pt x="288489" y="52142"/>
                  </a:lnTo>
                  <a:lnTo>
                    <a:pt x="284782" y="48352"/>
                  </a:lnTo>
                  <a:lnTo>
                    <a:pt x="280956" y="44683"/>
                  </a:lnTo>
                  <a:lnTo>
                    <a:pt x="277015" y="41136"/>
                  </a:lnTo>
                  <a:lnTo>
                    <a:pt x="272964" y="37716"/>
                  </a:lnTo>
                  <a:lnTo>
                    <a:pt x="268807" y="34427"/>
                  </a:lnTo>
                  <a:lnTo>
                    <a:pt x="264547" y="31270"/>
                  </a:lnTo>
                  <a:lnTo>
                    <a:pt x="260190" y="28251"/>
                  </a:lnTo>
                  <a:lnTo>
                    <a:pt x="255739" y="25371"/>
                  </a:lnTo>
                  <a:lnTo>
                    <a:pt x="251199" y="22634"/>
                  </a:lnTo>
                  <a:lnTo>
                    <a:pt x="246574" y="20042"/>
                  </a:lnTo>
                  <a:lnTo>
                    <a:pt x="241870" y="17598"/>
                  </a:lnTo>
                  <a:lnTo>
                    <a:pt x="237090" y="15304"/>
                  </a:lnTo>
                  <a:lnTo>
                    <a:pt x="232240" y="13163"/>
                  </a:lnTo>
                  <a:lnTo>
                    <a:pt x="227325" y="11177"/>
                  </a:lnTo>
                  <a:lnTo>
                    <a:pt x="222349" y="9348"/>
                  </a:lnTo>
                  <a:lnTo>
                    <a:pt x="217317" y="7678"/>
                  </a:lnTo>
                  <a:lnTo>
                    <a:pt x="212235" y="6168"/>
                  </a:lnTo>
                  <a:lnTo>
                    <a:pt x="207108" y="4820"/>
                  </a:lnTo>
                  <a:lnTo>
                    <a:pt x="201941" y="3635"/>
                  </a:lnTo>
                  <a:lnTo>
                    <a:pt x="196739" y="2614"/>
                  </a:lnTo>
                  <a:lnTo>
                    <a:pt x="191507" y="1759"/>
                  </a:lnTo>
                  <a:lnTo>
                    <a:pt x="186250" y="1071"/>
                  </a:lnTo>
                  <a:lnTo>
                    <a:pt x="180974" y="549"/>
                  </a:lnTo>
                  <a:lnTo>
                    <a:pt x="175685" y="195"/>
                  </a:lnTo>
                  <a:lnTo>
                    <a:pt x="170387" y="9"/>
                  </a:lnTo>
                  <a:lnTo>
                    <a:pt x="167167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3779" y="3170392"/>
              <a:ext cx="3219" cy="167167"/>
            </a:xfrm>
            <a:custGeom>
              <a:avLst/>
              <a:pathLst>
                <a:path w="3219" h="167167">
                  <a:moveTo>
                    <a:pt x="3219" y="3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86560" y="2633064"/>
              <a:ext cx="32450" cy="167167"/>
            </a:xfrm>
            <a:custGeom>
              <a:avLst/>
              <a:pathLst>
                <a:path w="32450" h="167167">
                  <a:moveTo>
                    <a:pt x="32450" y="0"/>
                  </a:moveTo>
                  <a:lnTo>
                    <a:pt x="25920" y="127"/>
                  </a:lnTo>
                  <a:lnTo>
                    <a:pt x="19400" y="510"/>
                  </a:lnTo>
                  <a:lnTo>
                    <a:pt x="12900" y="1147"/>
                  </a:lnTo>
                  <a:lnTo>
                    <a:pt x="6430" y="2037"/>
                  </a:lnTo>
                  <a:lnTo>
                    <a:pt x="0" y="3179"/>
                  </a:lnTo>
                  <a:lnTo>
                    <a:pt x="3245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6560" y="2636244"/>
              <a:ext cx="32450" cy="163987"/>
            </a:xfrm>
            <a:custGeom>
              <a:avLst/>
              <a:pathLst>
                <a:path w="32450" h="163987">
                  <a:moveTo>
                    <a:pt x="0" y="0"/>
                  </a:moveTo>
                  <a:lnTo>
                    <a:pt x="32450" y="1639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51854" y="2636244"/>
              <a:ext cx="334312" cy="331153"/>
            </a:xfrm>
            <a:custGeom>
              <a:avLst/>
              <a:pathLst>
                <a:path w="334312" h="331153">
                  <a:moveTo>
                    <a:pt x="134706" y="0"/>
                  </a:moveTo>
                  <a:lnTo>
                    <a:pt x="129520" y="1111"/>
                  </a:lnTo>
                  <a:lnTo>
                    <a:pt x="124373" y="2387"/>
                  </a:lnTo>
                  <a:lnTo>
                    <a:pt x="119269" y="3825"/>
                  </a:lnTo>
                  <a:lnTo>
                    <a:pt x="114212" y="5425"/>
                  </a:lnTo>
                  <a:lnTo>
                    <a:pt x="109210" y="7184"/>
                  </a:lnTo>
                  <a:lnTo>
                    <a:pt x="104265" y="9101"/>
                  </a:lnTo>
                  <a:lnTo>
                    <a:pt x="99384" y="11174"/>
                  </a:lnTo>
                  <a:lnTo>
                    <a:pt x="94571" y="13401"/>
                  </a:lnTo>
                  <a:lnTo>
                    <a:pt x="89831" y="15779"/>
                  </a:lnTo>
                  <a:lnTo>
                    <a:pt x="85168" y="18306"/>
                  </a:lnTo>
                  <a:lnTo>
                    <a:pt x="80589" y="20980"/>
                  </a:lnTo>
                  <a:lnTo>
                    <a:pt x="76096" y="23798"/>
                  </a:lnTo>
                  <a:lnTo>
                    <a:pt x="71695" y="26757"/>
                  </a:lnTo>
                  <a:lnTo>
                    <a:pt x="67390" y="29854"/>
                  </a:lnTo>
                  <a:lnTo>
                    <a:pt x="63186" y="33086"/>
                  </a:lnTo>
                  <a:lnTo>
                    <a:pt x="59086" y="36450"/>
                  </a:lnTo>
                  <a:lnTo>
                    <a:pt x="55095" y="39942"/>
                  </a:lnTo>
                  <a:lnTo>
                    <a:pt x="51217" y="43559"/>
                  </a:lnTo>
                  <a:lnTo>
                    <a:pt x="47455" y="47297"/>
                  </a:lnTo>
                  <a:lnTo>
                    <a:pt x="43814" y="51153"/>
                  </a:lnTo>
                  <a:lnTo>
                    <a:pt x="40297" y="55122"/>
                  </a:lnTo>
                  <a:lnTo>
                    <a:pt x="36908" y="59200"/>
                  </a:lnTo>
                  <a:lnTo>
                    <a:pt x="33649" y="63385"/>
                  </a:lnTo>
                  <a:lnTo>
                    <a:pt x="30525" y="67670"/>
                  </a:lnTo>
                  <a:lnTo>
                    <a:pt x="27539" y="72052"/>
                  </a:lnTo>
                  <a:lnTo>
                    <a:pt x="24693" y="76527"/>
                  </a:lnTo>
                  <a:lnTo>
                    <a:pt x="21991" y="81090"/>
                  </a:lnTo>
                  <a:lnTo>
                    <a:pt x="19434" y="85737"/>
                  </a:lnTo>
                  <a:lnTo>
                    <a:pt x="17027" y="90462"/>
                  </a:lnTo>
                  <a:lnTo>
                    <a:pt x="14770" y="95261"/>
                  </a:lnTo>
                  <a:lnTo>
                    <a:pt x="12667" y="100129"/>
                  </a:lnTo>
                  <a:lnTo>
                    <a:pt x="10719" y="105061"/>
                  </a:lnTo>
                  <a:lnTo>
                    <a:pt x="8928" y="110053"/>
                  </a:lnTo>
                  <a:lnTo>
                    <a:pt x="7297" y="115099"/>
                  </a:lnTo>
                  <a:lnTo>
                    <a:pt x="5827" y="120195"/>
                  </a:lnTo>
                  <a:lnTo>
                    <a:pt x="4519" y="125334"/>
                  </a:lnTo>
                  <a:lnTo>
                    <a:pt x="3375" y="130512"/>
                  </a:lnTo>
                  <a:lnTo>
                    <a:pt x="2395" y="135724"/>
                  </a:lnTo>
                  <a:lnTo>
                    <a:pt x="1582" y="140964"/>
                  </a:lnTo>
                  <a:lnTo>
                    <a:pt x="935" y="146228"/>
                  </a:lnTo>
                  <a:lnTo>
                    <a:pt x="455" y="151509"/>
                  </a:lnTo>
                  <a:lnTo>
                    <a:pt x="143" y="156803"/>
                  </a:lnTo>
                  <a:lnTo>
                    <a:pt x="0" y="162105"/>
                  </a:lnTo>
                  <a:lnTo>
                    <a:pt x="24" y="167408"/>
                  </a:lnTo>
                  <a:lnTo>
                    <a:pt x="217" y="172707"/>
                  </a:lnTo>
                  <a:lnTo>
                    <a:pt x="577" y="177998"/>
                  </a:lnTo>
                  <a:lnTo>
                    <a:pt x="1105" y="183275"/>
                  </a:lnTo>
                  <a:lnTo>
                    <a:pt x="1801" y="188533"/>
                  </a:lnTo>
                  <a:lnTo>
                    <a:pt x="2663" y="193765"/>
                  </a:lnTo>
                  <a:lnTo>
                    <a:pt x="3690" y="198968"/>
                  </a:lnTo>
                  <a:lnTo>
                    <a:pt x="4882" y="204135"/>
                  </a:lnTo>
                  <a:lnTo>
                    <a:pt x="6237" y="209262"/>
                  </a:lnTo>
                  <a:lnTo>
                    <a:pt x="7754" y="214344"/>
                  </a:lnTo>
                  <a:lnTo>
                    <a:pt x="9431" y="219375"/>
                  </a:lnTo>
                  <a:lnTo>
                    <a:pt x="11268" y="224350"/>
                  </a:lnTo>
                  <a:lnTo>
                    <a:pt x="13261" y="229264"/>
                  </a:lnTo>
                  <a:lnTo>
                    <a:pt x="15409" y="234113"/>
                  </a:lnTo>
                  <a:lnTo>
                    <a:pt x="17710" y="238891"/>
                  </a:lnTo>
                  <a:lnTo>
                    <a:pt x="20161" y="243594"/>
                  </a:lnTo>
                  <a:lnTo>
                    <a:pt x="22760" y="248216"/>
                  </a:lnTo>
                  <a:lnTo>
                    <a:pt x="25504" y="252754"/>
                  </a:lnTo>
                  <a:lnTo>
                    <a:pt x="28391" y="257203"/>
                  </a:lnTo>
                  <a:lnTo>
                    <a:pt x="31418" y="261557"/>
                  </a:lnTo>
                  <a:lnTo>
                    <a:pt x="34581" y="265814"/>
                  </a:lnTo>
                  <a:lnTo>
                    <a:pt x="37878" y="269968"/>
                  </a:lnTo>
                  <a:lnTo>
                    <a:pt x="41304" y="274015"/>
                  </a:lnTo>
                  <a:lnTo>
                    <a:pt x="44858" y="277952"/>
                  </a:lnTo>
                  <a:lnTo>
                    <a:pt x="48534" y="281774"/>
                  </a:lnTo>
                  <a:lnTo>
                    <a:pt x="52330" y="285477"/>
                  </a:lnTo>
                  <a:lnTo>
                    <a:pt x="56241" y="289058"/>
                  </a:lnTo>
                  <a:lnTo>
                    <a:pt x="60264" y="292514"/>
                  </a:lnTo>
                  <a:lnTo>
                    <a:pt x="64395" y="295839"/>
                  </a:lnTo>
                  <a:lnTo>
                    <a:pt x="68629" y="299033"/>
                  </a:lnTo>
                  <a:lnTo>
                    <a:pt x="72962" y="302090"/>
                  </a:lnTo>
                  <a:lnTo>
                    <a:pt x="77390" y="305008"/>
                  </a:lnTo>
                  <a:lnTo>
                    <a:pt x="81909" y="307785"/>
                  </a:lnTo>
                  <a:lnTo>
                    <a:pt x="86513" y="310416"/>
                  </a:lnTo>
                  <a:lnTo>
                    <a:pt x="91198" y="312901"/>
                  </a:lnTo>
                  <a:lnTo>
                    <a:pt x="95960" y="315235"/>
                  </a:lnTo>
                  <a:lnTo>
                    <a:pt x="100793" y="317417"/>
                  </a:lnTo>
                  <a:lnTo>
                    <a:pt x="105693" y="319445"/>
                  </a:lnTo>
                  <a:lnTo>
                    <a:pt x="110655" y="321317"/>
                  </a:lnTo>
                  <a:lnTo>
                    <a:pt x="115674" y="323030"/>
                  </a:lnTo>
                  <a:lnTo>
                    <a:pt x="120745" y="324583"/>
                  </a:lnTo>
                  <a:lnTo>
                    <a:pt x="125862" y="325974"/>
                  </a:lnTo>
                  <a:lnTo>
                    <a:pt x="131021" y="327202"/>
                  </a:lnTo>
                  <a:lnTo>
                    <a:pt x="136216" y="328266"/>
                  </a:lnTo>
                  <a:lnTo>
                    <a:pt x="141443" y="329165"/>
                  </a:lnTo>
                  <a:lnTo>
                    <a:pt x="146695" y="329898"/>
                  </a:lnTo>
                  <a:lnTo>
                    <a:pt x="151968" y="330463"/>
                  </a:lnTo>
                  <a:lnTo>
                    <a:pt x="157256" y="330861"/>
                  </a:lnTo>
                  <a:lnTo>
                    <a:pt x="162555" y="331091"/>
                  </a:lnTo>
                  <a:lnTo>
                    <a:pt x="167857" y="331153"/>
                  </a:lnTo>
                  <a:lnTo>
                    <a:pt x="173159" y="331047"/>
                  </a:lnTo>
                  <a:lnTo>
                    <a:pt x="178455" y="330772"/>
                  </a:lnTo>
                  <a:lnTo>
                    <a:pt x="183740" y="330330"/>
                  </a:lnTo>
                  <a:lnTo>
                    <a:pt x="189008" y="329720"/>
                  </a:lnTo>
                  <a:lnTo>
                    <a:pt x="194254" y="328944"/>
                  </a:lnTo>
                  <a:lnTo>
                    <a:pt x="199473" y="328001"/>
                  </a:lnTo>
                  <a:lnTo>
                    <a:pt x="204659" y="326893"/>
                  </a:lnTo>
                  <a:lnTo>
                    <a:pt x="209808" y="325622"/>
                  </a:lnTo>
                  <a:lnTo>
                    <a:pt x="214913" y="324188"/>
                  </a:lnTo>
                  <a:lnTo>
                    <a:pt x="219971" y="322592"/>
                  </a:lnTo>
                  <a:lnTo>
                    <a:pt x="224975" y="320837"/>
                  </a:lnTo>
                  <a:lnTo>
                    <a:pt x="229921" y="318924"/>
                  </a:lnTo>
                  <a:lnTo>
                    <a:pt x="234804" y="316855"/>
                  </a:lnTo>
                  <a:lnTo>
                    <a:pt x="239619" y="314633"/>
                  </a:lnTo>
                  <a:lnTo>
                    <a:pt x="244361" y="312258"/>
                  </a:lnTo>
                  <a:lnTo>
                    <a:pt x="249025" y="309735"/>
                  </a:lnTo>
                  <a:lnTo>
                    <a:pt x="253607" y="307065"/>
                  </a:lnTo>
                  <a:lnTo>
                    <a:pt x="258102" y="304251"/>
                  </a:lnTo>
                  <a:lnTo>
                    <a:pt x="262505" y="301295"/>
                  </a:lnTo>
                  <a:lnTo>
                    <a:pt x="266813" y="298202"/>
                  </a:lnTo>
                  <a:lnTo>
                    <a:pt x="271020" y="294973"/>
                  </a:lnTo>
                  <a:lnTo>
                    <a:pt x="275122" y="291613"/>
                  </a:lnTo>
                  <a:lnTo>
                    <a:pt x="279116" y="288124"/>
                  </a:lnTo>
                  <a:lnTo>
                    <a:pt x="282998" y="284510"/>
                  </a:lnTo>
                  <a:lnTo>
                    <a:pt x="286762" y="280775"/>
                  </a:lnTo>
                  <a:lnTo>
                    <a:pt x="290406" y="276922"/>
                  </a:lnTo>
                  <a:lnTo>
                    <a:pt x="293927" y="272956"/>
                  </a:lnTo>
                  <a:lnTo>
                    <a:pt x="297319" y="268880"/>
                  </a:lnTo>
                  <a:lnTo>
                    <a:pt x="300581" y="264699"/>
                  </a:lnTo>
                  <a:lnTo>
                    <a:pt x="303708" y="260416"/>
                  </a:lnTo>
                  <a:lnTo>
                    <a:pt x="306698" y="256036"/>
                  </a:lnTo>
                  <a:lnTo>
                    <a:pt x="309548" y="251563"/>
                  </a:lnTo>
                  <a:lnTo>
                    <a:pt x="312254" y="247003"/>
                  </a:lnTo>
                  <a:lnTo>
                    <a:pt x="314814" y="242358"/>
                  </a:lnTo>
                  <a:lnTo>
                    <a:pt x="317226" y="237635"/>
                  </a:lnTo>
                  <a:lnTo>
                    <a:pt x="319487" y="232838"/>
                  </a:lnTo>
                  <a:lnTo>
                    <a:pt x="321594" y="227971"/>
                  </a:lnTo>
                  <a:lnTo>
                    <a:pt x="323546" y="223041"/>
                  </a:lnTo>
                  <a:lnTo>
                    <a:pt x="325340" y="218050"/>
                  </a:lnTo>
                  <a:lnTo>
                    <a:pt x="326975" y="213005"/>
                  </a:lnTo>
                  <a:lnTo>
                    <a:pt x="328450" y="207911"/>
                  </a:lnTo>
                  <a:lnTo>
                    <a:pt x="329762" y="202773"/>
                  </a:lnTo>
                  <a:lnTo>
                    <a:pt x="330910" y="197596"/>
                  </a:lnTo>
                  <a:lnTo>
                    <a:pt x="331894" y="192385"/>
                  </a:lnTo>
                  <a:lnTo>
                    <a:pt x="332712" y="187145"/>
                  </a:lnTo>
                  <a:lnTo>
                    <a:pt x="333363" y="181882"/>
                  </a:lnTo>
                  <a:lnTo>
                    <a:pt x="333847" y="176601"/>
                  </a:lnTo>
                  <a:lnTo>
                    <a:pt x="334163" y="171307"/>
                  </a:lnTo>
                  <a:lnTo>
                    <a:pt x="334312" y="166006"/>
                  </a:lnTo>
                  <a:lnTo>
                    <a:pt x="334292" y="160703"/>
                  </a:lnTo>
                  <a:lnTo>
                    <a:pt x="334103" y="155403"/>
                  </a:lnTo>
                  <a:lnTo>
                    <a:pt x="333747" y="150112"/>
                  </a:lnTo>
                  <a:lnTo>
                    <a:pt x="333223" y="144835"/>
                  </a:lnTo>
                  <a:lnTo>
                    <a:pt x="332532" y="139577"/>
                  </a:lnTo>
                  <a:lnTo>
                    <a:pt x="331674" y="134343"/>
                  </a:lnTo>
                  <a:lnTo>
                    <a:pt x="330651" y="129140"/>
                  </a:lnTo>
                  <a:lnTo>
                    <a:pt x="329464" y="123971"/>
                  </a:lnTo>
                  <a:lnTo>
                    <a:pt x="328113" y="118843"/>
                  </a:lnTo>
                  <a:lnTo>
                    <a:pt x="326600" y="113760"/>
                  </a:lnTo>
                  <a:lnTo>
                    <a:pt x="324926" y="108728"/>
                  </a:lnTo>
                  <a:lnTo>
                    <a:pt x="323094" y="103752"/>
                  </a:lnTo>
                  <a:lnTo>
                    <a:pt x="321105" y="98836"/>
                  </a:lnTo>
                  <a:lnTo>
                    <a:pt x="318961" y="93985"/>
                  </a:lnTo>
                  <a:lnTo>
                    <a:pt x="316664" y="89205"/>
                  </a:lnTo>
                  <a:lnTo>
                    <a:pt x="314217" y="84500"/>
                  </a:lnTo>
                  <a:lnTo>
                    <a:pt x="311622" y="79876"/>
                  </a:lnTo>
                  <a:lnTo>
                    <a:pt x="308881" y="75336"/>
                  </a:lnTo>
                  <a:lnTo>
                    <a:pt x="305998" y="70885"/>
                  </a:lnTo>
                  <a:lnTo>
                    <a:pt x="302975" y="66528"/>
                  </a:lnTo>
                  <a:lnTo>
                    <a:pt x="299815" y="62269"/>
                  </a:lnTo>
                  <a:lnTo>
                    <a:pt x="296522" y="58112"/>
                  </a:lnTo>
                  <a:lnTo>
                    <a:pt x="293098" y="54062"/>
                  </a:lnTo>
                  <a:lnTo>
                    <a:pt x="289548" y="50122"/>
                  </a:lnTo>
                  <a:lnTo>
                    <a:pt x="285875" y="46297"/>
                  </a:lnTo>
                  <a:lnTo>
                    <a:pt x="282082" y="42591"/>
                  </a:lnTo>
                  <a:lnTo>
                    <a:pt x="278173" y="39006"/>
                  </a:lnTo>
                  <a:lnTo>
                    <a:pt x="274153" y="35548"/>
                  </a:lnTo>
                  <a:lnTo>
                    <a:pt x="270025" y="32219"/>
                  </a:lnTo>
                  <a:lnTo>
                    <a:pt x="265794" y="29022"/>
                  </a:lnTo>
                  <a:lnTo>
                    <a:pt x="261463" y="25961"/>
                  </a:lnTo>
                  <a:lnTo>
                    <a:pt x="257038" y="23039"/>
                  </a:lnTo>
                  <a:lnTo>
                    <a:pt x="252522" y="20259"/>
                  </a:lnTo>
                  <a:lnTo>
                    <a:pt x="247920" y="17624"/>
                  </a:lnTo>
                  <a:lnTo>
                    <a:pt x="243236" y="15136"/>
                  </a:lnTo>
                  <a:lnTo>
                    <a:pt x="238477" y="12797"/>
                  </a:lnTo>
                  <a:lnTo>
                    <a:pt x="233645" y="10611"/>
                  </a:lnTo>
                  <a:lnTo>
                    <a:pt x="228747" y="8579"/>
                  </a:lnTo>
                  <a:lnTo>
                    <a:pt x="223786" y="6704"/>
                  </a:lnTo>
                  <a:lnTo>
                    <a:pt x="218769" y="4987"/>
                  </a:lnTo>
                  <a:lnTo>
                    <a:pt x="167156" y="1639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9011" y="2633064"/>
              <a:ext cx="51612" cy="167167"/>
            </a:xfrm>
            <a:custGeom>
              <a:avLst/>
              <a:pathLst>
                <a:path w="51612" h="167167">
                  <a:moveTo>
                    <a:pt x="51612" y="8167"/>
                  </a:moveTo>
                  <a:lnTo>
                    <a:pt x="45335" y="6264"/>
                  </a:lnTo>
                  <a:lnTo>
                    <a:pt x="38989" y="4610"/>
                  </a:lnTo>
                  <a:lnTo>
                    <a:pt x="32583" y="3206"/>
                  </a:lnTo>
                  <a:lnTo>
                    <a:pt x="26127" y="2054"/>
                  </a:lnTo>
                  <a:lnTo>
                    <a:pt x="19630" y="1156"/>
                  </a:lnTo>
                  <a:lnTo>
                    <a:pt x="13103" y="514"/>
                  </a:lnTo>
                  <a:lnTo>
                    <a:pt x="6557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3774" y="2126963"/>
              <a:ext cx="4697" cy="167167"/>
            </a:xfrm>
            <a:custGeom>
              <a:avLst/>
              <a:pathLst>
                <a:path w="4697" h="167167">
                  <a:moveTo>
                    <a:pt x="4697" y="0"/>
                  </a:moveTo>
                  <a:lnTo>
                    <a:pt x="0" y="66"/>
                  </a:lnTo>
                  <a:lnTo>
                    <a:pt x="469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3774" y="2127029"/>
              <a:ext cx="4697" cy="167101"/>
            </a:xfrm>
            <a:custGeom>
              <a:avLst/>
              <a:pathLst>
                <a:path w="4697" h="167101">
                  <a:moveTo>
                    <a:pt x="0" y="0"/>
                  </a:moveTo>
                  <a:lnTo>
                    <a:pt x="4697" y="1671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561321" y="2127029"/>
              <a:ext cx="334301" cy="334268"/>
            </a:xfrm>
            <a:custGeom>
              <a:avLst/>
              <a:pathLst>
                <a:path w="334301" h="334268">
                  <a:moveTo>
                    <a:pt x="162453" y="0"/>
                  </a:moveTo>
                  <a:lnTo>
                    <a:pt x="157147" y="233"/>
                  </a:lnTo>
                  <a:lnTo>
                    <a:pt x="151852" y="635"/>
                  </a:lnTo>
                  <a:lnTo>
                    <a:pt x="146572" y="1205"/>
                  </a:lnTo>
                  <a:lnTo>
                    <a:pt x="141312" y="1942"/>
                  </a:lnTo>
                  <a:lnTo>
                    <a:pt x="136079" y="2846"/>
                  </a:lnTo>
                  <a:lnTo>
                    <a:pt x="130877" y="3916"/>
                  </a:lnTo>
                  <a:lnTo>
                    <a:pt x="125712" y="5151"/>
                  </a:lnTo>
                  <a:lnTo>
                    <a:pt x="120588" y="6549"/>
                  </a:lnTo>
                  <a:lnTo>
                    <a:pt x="115512" y="8109"/>
                  </a:lnTo>
                  <a:lnTo>
                    <a:pt x="110488" y="9830"/>
                  </a:lnTo>
                  <a:lnTo>
                    <a:pt x="105520" y="11709"/>
                  </a:lnTo>
                  <a:lnTo>
                    <a:pt x="100616" y="13745"/>
                  </a:lnTo>
                  <a:lnTo>
                    <a:pt x="95778" y="15936"/>
                  </a:lnTo>
                  <a:lnTo>
                    <a:pt x="91012" y="18279"/>
                  </a:lnTo>
                  <a:lnTo>
                    <a:pt x="86323" y="20773"/>
                  </a:lnTo>
                  <a:lnTo>
                    <a:pt x="81716" y="23414"/>
                  </a:lnTo>
                  <a:lnTo>
                    <a:pt x="77195" y="26201"/>
                  </a:lnTo>
                  <a:lnTo>
                    <a:pt x="72764" y="29129"/>
                  </a:lnTo>
                  <a:lnTo>
                    <a:pt x="68429" y="32197"/>
                  </a:lnTo>
                  <a:lnTo>
                    <a:pt x="64194" y="35401"/>
                  </a:lnTo>
                  <a:lnTo>
                    <a:pt x="60062" y="38738"/>
                  </a:lnTo>
                  <a:lnTo>
                    <a:pt x="56039" y="42204"/>
                  </a:lnTo>
                  <a:lnTo>
                    <a:pt x="52128" y="45797"/>
                  </a:lnTo>
                  <a:lnTo>
                    <a:pt x="48332" y="49512"/>
                  </a:lnTo>
                  <a:lnTo>
                    <a:pt x="44657" y="53345"/>
                  </a:lnTo>
                  <a:lnTo>
                    <a:pt x="41106" y="57294"/>
                  </a:lnTo>
                  <a:lnTo>
                    <a:pt x="37681" y="61353"/>
                  </a:lnTo>
                  <a:lnTo>
                    <a:pt x="34387" y="65519"/>
                  </a:lnTo>
                  <a:lnTo>
                    <a:pt x="31228" y="69787"/>
                  </a:lnTo>
                  <a:lnTo>
                    <a:pt x="28205" y="74154"/>
                  </a:lnTo>
                  <a:lnTo>
                    <a:pt x="25323" y="78615"/>
                  </a:lnTo>
                  <a:lnTo>
                    <a:pt x="22583" y="83164"/>
                  </a:lnTo>
                  <a:lnTo>
                    <a:pt x="19990" y="87799"/>
                  </a:lnTo>
                  <a:lnTo>
                    <a:pt x="17545" y="92513"/>
                  </a:lnTo>
                  <a:lnTo>
                    <a:pt x="15252" y="97303"/>
                  </a:lnTo>
                  <a:lnTo>
                    <a:pt x="13111" y="102164"/>
                  </a:lnTo>
                  <a:lnTo>
                    <a:pt x="11126" y="107089"/>
                  </a:lnTo>
                  <a:lnTo>
                    <a:pt x="9299" y="112076"/>
                  </a:lnTo>
                  <a:lnTo>
                    <a:pt x="7630" y="117118"/>
                  </a:lnTo>
                  <a:lnTo>
                    <a:pt x="6123" y="122210"/>
                  </a:lnTo>
                  <a:lnTo>
                    <a:pt x="4778" y="127348"/>
                  </a:lnTo>
                  <a:lnTo>
                    <a:pt x="3598" y="132526"/>
                  </a:lnTo>
                  <a:lnTo>
                    <a:pt x="2582" y="137738"/>
                  </a:lnTo>
                  <a:lnTo>
                    <a:pt x="1732" y="142981"/>
                  </a:lnTo>
                  <a:lnTo>
                    <a:pt x="1050" y="148247"/>
                  </a:lnTo>
                  <a:lnTo>
                    <a:pt x="534" y="153533"/>
                  </a:lnTo>
                  <a:lnTo>
                    <a:pt x="188" y="158833"/>
                  </a:lnTo>
                  <a:lnTo>
                    <a:pt x="9" y="164140"/>
                  </a:lnTo>
                  <a:lnTo>
                    <a:pt x="0" y="169451"/>
                  </a:lnTo>
                  <a:lnTo>
                    <a:pt x="159" y="174759"/>
                  </a:lnTo>
                  <a:lnTo>
                    <a:pt x="486" y="180060"/>
                  </a:lnTo>
                  <a:lnTo>
                    <a:pt x="982" y="185348"/>
                  </a:lnTo>
                  <a:lnTo>
                    <a:pt x="1645" y="190617"/>
                  </a:lnTo>
                  <a:lnTo>
                    <a:pt x="2476" y="195862"/>
                  </a:lnTo>
                  <a:lnTo>
                    <a:pt x="3472" y="201079"/>
                  </a:lnTo>
                  <a:lnTo>
                    <a:pt x="4634" y="206261"/>
                  </a:lnTo>
                  <a:lnTo>
                    <a:pt x="5960" y="211403"/>
                  </a:lnTo>
                  <a:lnTo>
                    <a:pt x="7449" y="216501"/>
                  </a:lnTo>
                  <a:lnTo>
                    <a:pt x="9099" y="221549"/>
                  </a:lnTo>
                  <a:lnTo>
                    <a:pt x="10908" y="226542"/>
                  </a:lnTo>
                  <a:lnTo>
                    <a:pt x="12875" y="231475"/>
                  </a:lnTo>
                  <a:lnTo>
                    <a:pt x="14998" y="236343"/>
                  </a:lnTo>
                  <a:lnTo>
                    <a:pt x="17274" y="241142"/>
                  </a:lnTo>
                  <a:lnTo>
                    <a:pt x="19702" y="245865"/>
                  </a:lnTo>
                  <a:lnTo>
                    <a:pt x="22278" y="250509"/>
                  </a:lnTo>
                  <a:lnTo>
                    <a:pt x="25000" y="255069"/>
                  </a:lnTo>
                  <a:lnTo>
                    <a:pt x="27867" y="259540"/>
                  </a:lnTo>
                  <a:lnTo>
                    <a:pt x="30873" y="263918"/>
                  </a:lnTo>
                  <a:lnTo>
                    <a:pt x="34017" y="268198"/>
                  </a:lnTo>
                  <a:lnTo>
                    <a:pt x="37296" y="272375"/>
                  </a:lnTo>
                  <a:lnTo>
                    <a:pt x="40705" y="276447"/>
                  </a:lnTo>
                  <a:lnTo>
                    <a:pt x="44243" y="280409"/>
                  </a:lnTo>
                  <a:lnTo>
                    <a:pt x="47904" y="284256"/>
                  </a:lnTo>
                  <a:lnTo>
                    <a:pt x="51685" y="287984"/>
                  </a:lnTo>
                  <a:lnTo>
                    <a:pt x="55584" y="291591"/>
                  </a:lnTo>
                  <a:lnTo>
                    <a:pt x="59594" y="295072"/>
                  </a:lnTo>
                  <a:lnTo>
                    <a:pt x="63714" y="298424"/>
                  </a:lnTo>
                  <a:lnTo>
                    <a:pt x="67937" y="301644"/>
                  </a:lnTo>
                  <a:lnTo>
                    <a:pt x="72261" y="304727"/>
                  </a:lnTo>
                  <a:lnTo>
                    <a:pt x="76681" y="307672"/>
                  </a:lnTo>
                  <a:lnTo>
                    <a:pt x="81192" y="310475"/>
                  </a:lnTo>
                  <a:lnTo>
                    <a:pt x="85789" y="313133"/>
                  </a:lnTo>
                  <a:lnTo>
                    <a:pt x="90469" y="315644"/>
                  </a:lnTo>
                  <a:lnTo>
                    <a:pt x="95226" y="318004"/>
                  </a:lnTo>
                  <a:lnTo>
                    <a:pt x="100056" y="320213"/>
                  </a:lnTo>
                  <a:lnTo>
                    <a:pt x="104953" y="322267"/>
                  </a:lnTo>
                  <a:lnTo>
                    <a:pt x="109914" y="324164"/>
                  </a:lnTo>
                  <a:lnTo>
                    <a:pt x="114932" y="325903"/>
                  </a:lnTo>
                  <a:lnTo>
                    <a:pt x="120002" y="327482"/>
                  </a:lnTo>
                  <a:lnTo>
                    <a:pt x="125121" y="328899"/>
                  </a:lnTo>
                  <a:lnTo>
                    <a:pt x="130281" y="330152"/>
                  </a:lnTo>
                  <a:lnTo>
                    <a:pt x="135479" y="331241"/>
                  </a:lnTo>
                  <a:lnTo>
                    <a:pt x="140709" y="332164"/>
                  </a:lnTo>
                  <a:lnTo>
                    <a:pt x="145966" y="332921"/>
                  </a:lnTo>
                  <a:lnTo>
                    <a:pt x="151244" y="333510"/>
                  </a:lnTo>
                  <a:lnTo>
                    <a:pt x="156538" y="333931"/>
                  </a:lnTo>
                  <a:lnTo>
                    <a:pt x="161843" y="334184"/>
                  </a:lnTo>
                  <a:lnTo>
                    <a:pt x="167153" y="334268"/>
                  </a:lnTo>
                  <a:lnTo>
                    <a:pt x="172463" y="334184"/>
                  </a:lnTo>
                  <a:lnTo>
                    <a:pt x="177767" y="333931"/>
                  </a:lnTo>
                  <a:lnTo>
                    <a:pt x="183061" y="333509"/>
                  </a:lnTo>
                  <a:lnTo>
                    <a:pt x="188339" y="332920"/>
                  </a:lnTo>
                  <a:lnTo>
                    <a:pt x="193596" y="332163"/>
                  </a:lnTo>
                  <a:lnTo>
                    <a:pt x="198826" y="331240"/>
                  </a:lnTo>
                  <a:lnTo>
                    <a:pt x="204024" y="330151"/>
                  </a:lnTo>
                  <a:lnTo>
                    <a:pt x="209184" y="328897"/>
                  </a:lnTo>
                  <a:lnTo>
                    <a:pt x="214303" y="327481"/>
                  </a:lnTo>
                  <a:lnTo>
                    <a:pt x="219373" y="325902"/>
                  </a:lnTo>
                  <a:lnTo>
                    <a:pt x="224391" y="324163"/>
                  </a:lnTo>
                  <a:lnTo>
                    <a:pt x="229352" y="322265"/>
                  </a:lnTo>
                  <a:lnTo>
                    <a:pt x="234249" y="320211"/>
                  </a:lnTo>
                  <a:lnTo>
                    <a:pt x="239079" y="318002"/>
                  </a:lnTo>
                  <a:lnTo>
                    <a:pt x="243836" y="315642"/>
                  </a:lnTo>
                  <a:lnTo>
                    <a:pt x="248515" y="313131"/>
                  </a:lnTo>
                  <a:lnTo>
                    <a:pt x="253113" y="310472"/>
                  </a:lnTo>
                  <a:lnTo>
                    <a:pt x="257624" y="307669"/>
                  </a:lnTo>
                  <a:lnTo>
                    <a:pt x="262043" y="304725"/>
                  </a:lnTo>
                  <a:lnTo>
                    <a:pt x="266367" y="301641"/>
                  </a:lnTo>
                  <a:lnTo>
                    <a:pt x="270591" y="298421"/>
                  </a:lnTo>
                  <a:lnTo>
                    <a:pt x="274710" y="295069"/>
                  </a:lnTo>
                  <a:lnTo>
                    <a:pt x="278721" y="291588"/>
                  </a:lnTo>
                  <a:lnTo>
                    <a:pt x="282619" y="287981"/>
                  </a:lnTo>
                  <a:lnTo>
                    <a:pt x="286400" y="284252"/>
                  </a:lnTo>
                  <a:lnTo>
                    <a:pt x="290061" y="280405"/>
                  </a:lnTo>
                  <a:lnTo>
                    <a:pt x="293598" y="276444"/>
                  </a:lnTo>
                  <a:lnTo>
                    <a:pt x="297008" y="272372"/>
                  </a:lnTo>
                  <a:lnTo>
                    <a:pt x="300286" y="268194"/>
                  </a:lnTo>
                  <a:lnTo>
                    <a:pt x="303430" y="263914"/>
                  </a:lnTo>
                  <a:lnTo>
                    <a:pt x="306437" y="259536"/>
                  </a:lnTo>
                  <a:lnTo>
                    <a:pt x="309303" y="255065"/>
                  </a:lnTo>
                  <a:lnTo>
                    <a:pt x="312025" y="250505"/>
                  </a:lnTo>
                  <a:lnTo>
                    <a:pt x="314601" y="245861"/>
                  </a:lnTo>
                  <a:lnTo>
                    <a:pt x="317029" y="241138"/>
                  </a:lnTo>
                  <a:lnTo>
                    <a:pt x="319305" y="236339"/>
                  </a:lnTo>
                  <a:lnTo>
                    <a:pt x="321428" y="231471"/>
                  </a:lnTo>
                  <a:lnTo>
                    <a:pt x="323394" y="226538"/>
                  </a:lnTo>
                  <a:lnTo>
                    <a:pt x="325204" y="221545"/>
                  </a:lnTo>
                  <a:lnTo>
                    <a:pt x="326853" y="216497"/>
                  </a:lnTo>
                  <a:lnTo>
                    <a:pt x="328342" y="211399"/>
                  </a:lnTo>
                  <a:lnTo>
                    <a:pt x="329668" y="206256"/>
                  </a:lnTo>
                  <a:lnTo>
                    <a:pt x="330829" y="201074"/>
                  </a:lnTo>
                  <a:lnTo>
                    <a:pt x="331826" y="195858"/>
                  </a:lnTo>
                  <a:lnTo>
                    <a:pt x="332656" y="190612"/>
                  </a:lnTo>
                  <a:lnTo>
                    <a:pt x="333320" y="185343"/>
                  </a:lnTo>
                  <a:lnTo>
                    <a:pt x="333815" y="180056"/>
                  </a:lnTo>
                  <a:lnTo>
                    <a:pt x="334143" y="174755"/>
                  </a:lnTo>
                  <a:lnTo>
                    <a:pt x="334301" y="169447"/>
                  </a:lnTo>
                  <a:lnTo>
                    <a:pt x="334292" y="164136"/>
                  </a:lnTo>
                  <a:lnTo>
                    <a:pt x="167150" y="1671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8472" y="2126963"/>
              <a:ext cx="167141" cy="167167"/>
            </a:xfrm>
            <a:custGeom>
              <a:avLst/>
              <a:pathLst>
                <a:path w="167141" h="167167">
                  <a:moveTo>
                    <a:pt x="167141" y="164202"/>
                  </a:moveTo>
                  <a:lnTo>
                    <a:pt x="166957" y="158797"/>
                  </a:lnTo>
                  <a:lnTo>
                    <a:pt x="166599" y="153400"/>
                  </a:lnTo>
                  <a:lnTo>
                    <a:pt x="166067" y="148018"/>
                  </a:lnTo>
                  <a:lnTo>
                    <a:pt x="165360" y="142655"/>
                  </a:lnTo>
                  <a:lnTo>
                    <a:pt x="164481" y="137319"/>
                  </a:lnTo>
                  <a:lnTo>
                    <a:pt x="163429" y="132014"/>
                  </a:lnTo>
                  <a:lnTo>
                    <a:pt x="162206" y="126745"/>
                  </a:lnTo>
                  <a:lnTo>
                    <a:pt x="160814" y="121519"/>
                  </a:lnTo>
                  <a:lnTo>
                    <a:pt x="159253" y="116340"/>
                  </a:lnTo>
                  <a:lnTo>
                    <a:pt x="157525" y="111215"/>
                  </a:lnTo>
                  <a:lnTo>
                    <a:pt x="155633" y="106149"/>
                  </a:lnTo>
                  <a:lnTo>
                    <a:pt x="153577" y="101146"/>
                  </a:lnTo>
                  <a:lnTo>
                    <a:pt x="151361" y="96212"/>
                  </a:lnTo>
                  <a:lnTo>
                    <a:pt x="148987" y="91353"/>
                  </a:lnTo>
                  <a:lnTo>
                    <a:pt x="146456" y="86573"/>
                  </a:lnTo>
                  <a:lnTo>
                    <a:pt x="143772" y="81877"/>
                  </a:lnTo>
                  <a:lnTo>
                    <a:pt x="140938" y="77271"/>
                  </a:lnTo>
                  <a:lnTo>
                    <a:pt x="137956" y="72759"/>
                  </a:lnTo>
                  <a:lnTo>
                    <a:pt x="134830" y="68345"/>
                  </a:lnTo>
                  <a:lnTo>
                    <a:pt x="131562" y="64035"/>
                  </a:lnTo>
                  <a:lnTo>
                    <a:pt x="128157" y="59833"/>
                  </a:lnTo>
                  <a:lnTo>
                    <a:pt x="124618" y="55743"/>
                  </a:lnTo>
                  <a:lnTo>
                    <a:pt x="120948" y="51770"/>
                  </a:lnTo>
                  <a:lnTo>
                    <a:pt x="117152" y="47918"/>
                  </a:lnTo>
                  <a:lnTo>
                    <a:pt x="113233" y="44191"/>
                  </a:lnTo>
                  <a:lnTo>
                    <a:pt x="109195" y="40592"/>
                  </a:lnTo>
                  <a:lnTo>
                    <a:pt x="105043" y="37126"/>
                  </a:lnTo>
                  <a:lnTo>
                    <a:pt x="100782" y="33796"/>
                  </a:lnTo>
                  <a:lnTo>
                    <a:pt x="96414" y="30605"/>
                  </a:lnTo>
                  <a:lnTo>
                    <a:pt x="91946" y="27558"/>
                  </a:lnTo>
                  <a:lnTo>
                    <a:pt x="87382" y="24656"/>
                  </a:lnTo>
                  <a:lnTo>
                    <a:pt x="82726" y="21904"/>
                  </a:lnTo>
                  <a:lnTo>
                    <a:pt x="77983" y="19304"/>
                  </a:lnTo>
                  <a:lnTo>
                    <a:pt x="73159" y="16859"/>
                  </a:lnTo>
                  <a:lnTo>
                    <a:pt x="68258" y="14570"/>
                  </a:lnTo>
                  <a:lnTo>
                    <a:pt x="63286" y="12442"/>
                  </a:lnTo>
                  <a:lnTo>
                    <a:pt x="58248" y="10476"/>
                  </a:lnTo>
                  <a:lnTo>
                    <a:pt x="53148" y="8674"/>
                  </a:lnTo>
                  <a:lnTo>
                    <a:pt x="47993" y="7037"/>
                  </a:lnTo>
                  <a:lnTo>
                    <a:pt x="42788" y="5568"/>
                  </a:lnTo>
                  <a:lnTo>
                    <a:pt x="37538" y="4269"/>
                  </a:lnTo>
                  <a:lnTo>
                    <a:pt x="32249" y="3140"/>
                  </a:lnTo>
                  <a:lnTo>
                    <a:pt x="26926" y="2182"/>
                  </a:lnTo>
                  <a:lnTo>
                    <a:pt x="21574" y="1398"/>
                  </a:lnTo>
                  <a:lnTo>
                    <a:pt x="16200" y="786"/>
                  </a:lnTo>
                  <a:lnTo>
                    <a:pt x="10809" y="349"/>
                  </a:lnTo>
                  <a:lnTo>
                    <a:pt x="5407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1187" y="1681503"/>
              <a:ext cx="12047" cy="167167"/>
            </a:xfrm>
            <a:custGeom>
              <a:avLst/>
              <a:pathLst>
                <a:path w="12047" h="167167">
                  <a:moveTo>
                    <a:pt x="12047" y="0"/>
                  </a:moveTo>
                  <a:lnTo>
                    <a:pt x="0" y="434"/>
                  </a:lnTo>
                  <a:lnTo>
                    <a:pt x="1204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1187" y="1681937"/>
              <a:ext cx="12047" cy="166732"/>
            </a:xfrm>
            <a:custGeom>
              <a:avLst/>
              <a:pathLst>
                <a:path w="12047" h="166732">
                  <a:moveTo>
                    <a:pt x="0" y="0"/>
                  </a:moveTo>
                  <a:lnTo>
                    <a:pt x="12047" y="1667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1187" y="1681937"/>
              <a:ext cx="12047" cy="166732"/>
            </a:xfrm>
            <a:custGeom>
              <a:avLst/>
              <a:pathLst>
                <a:path w="12047" h="166732">
                  <a:moveTo>
                    <a:pt x="0" y="0"/>
                  </a:moveTo>
                  <a:lnTo>
                    <a:pt x="12047" y="1667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1187" y="1681937"/>
              <a:ext cx="12047" cy="166732"/>
            </a:xfrm>
            <a:custGeom>
              <a:avLst/>
              <a:pathLst>
                <a:path w="12047" h="166732">
                  <a:moveTo>
                    <a:pt x="0" y="0"/>
                  </a:moveTo>
                  <a:lnTo>
                    <a:pt x="12047" y="1667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1187" y="1681937"/>
              <a:ext cx="12047" cy="166732"/>
            </a:xfrm>
            <a:custGeom>
              <a:avLst/>
              <a:pathLst>
                <a:path w="12047" h="166732">
                  <a:moveTo>
                    <a:pt x="0" y="0"/>
                  </a:moveTo>
                  <a:lnTo>
                    <a:pt x="12047" y="1667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1187" y="1681937"/>
              <a:ext cx="12047" cy="166732"/>
            </a:xfrm>
            <a:custGeom>
              <a:avLst/>
              <a:pathLst>
                <a:path w="12047" h="166732">
                  <a:moveTo>
                    <a:pt x="0" y="0"/>
                  </a:moveTo>
                  <a:lnTo>
                    <a:pt x="12047" y="1667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1187" y="1681937"/>
              <a:ext cx="12047" cy="166732"/>
            </a:xfrm>
            <a:custGeom>
              <a:avLst/>
              <a:pathLst>
                <a:path w="12047" h="166732">
                  <a:moveTo>
                    <a:pt x="0" y="0"/>
                  </a:moveTo>
                  <a:lnTo>
                    <a:pt x="12047" y="1667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1187" y="1681937"/>
              <a:ext cx="12047" cy="166732"/>
            </a:xfrm>
            <a:custGeom>
              <a:avLst/>
              <a:pathLst>
                <a:path w="12047" h="166732">
                  <a:moveTo>
                    <a:pt x="0" y="0"/>
                  </a:moveTo>
                  <a:lnTo>
                    <a:pt x="12047" y="1667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1187" y="1681937"/>
              <a:ext cx="12047" cy="166732"/>
            </a:xfrm>
            <a:custGeom>
              <a:avLst/>
              <a:pathLst>
                <a:path w="12047" h="166732">
                  <a:moveTo>
                    <a:pt x="0" y="0"/>
                  </a:moveTo>
                  <a:lnTo>
                    <a:pt x="12047" y="1667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1187" y="1681937"/>
              <a:ext cx="12047" cy="166732"/>
            </a:xfrm>
            <a:custGeom>
              <a:avLst/>
              <a:pathLst>
                <a:path w="12047" h="166732">
                  <a:moveTo>
                    <a:pt x="0" y="0"/>
                  </a:moveTo>
                  <a:lnTo>
                    <a:pt x="12047" y="1667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1187" y="1681937"/>
              <a:ext cx="12047" cy="166732"/>
            </a:xfrm>
            <a:custGeom>
              <a:avLst/>
              <a:pathLst>
                <a:path w="12047" h="166732">
                  <a:moveTo>
                    <a:pt x="0" y="0"/>
                  </a:moveTo>
                  <a:lnTo>
                    <a:pt x="12047" y="1667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1187" y="1681937"/>
              <a:ext cx="12047" cy="166732"/>
            </a:xfrm>
            <a:custGeom>
              <a:avLst/>
              <a:pathLst>
                <a:path w="12047" h="166732">
                  <a:moveTo>
                    <a:pt x="0" y="0"/>
                  </a:moveTo>
                  <a:lnTo>
                    <a:pt x="12047" y="1667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1187" y="1681937"/>
              <a:ext cx="12047" cy="166732"/>
            </a:xfrm>
            <a:custGeom>
              <a:avLst/>
              <a:pathLst>
                <a:path w="12047" h="166732">
                  <a:moveTo>
                    <a:pt x="0" y="0"/>
                  </a:moveTo>
                  <a:lnTo>
                    <a:pt x="12047" y="1667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1187" y="1681937"/>
              <a:ext cx="12047" cy="166732"/>
            </a:xfrm>
            <a:custGeom>
              <a:avLst/>
              <a:pathLst>
                <a:path w="12047" h="166732">
                  <a:moveTo>
                    <a:pt x="0" y="0"/>
                  </a:moveTo>
                  <a:lnTo>
                    <a:pt x="12047" y="1667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1187" y="1681937"/>
              <a:ext cx="12047" cy="166732"/>
            </a:xfrm>
            <a:custGeom>
              <a:avLst/>
              <a:pathLst>
                <a:path w="12047" h="166732">
                  <a:moveTo>
                    <a:pt x="0" y="0"/>
                  </a:moveTo>
                  <a:lnTo>
                    <a:pt x="12047" y="1667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1187" y="1681937"/>
              <a:ext cx="12047" cy="166732"/>
            </a:xfrm>
            <a:custGeom>
              <a:avLst/>
              <a:pathLst>
                <a:path w="12047" h="166732">
                  <a:moveTo>
                    <a:pt x="0" y="0"/>
                  </a:moveTo>
                  <a:lnTo>
                    <a:pt x="12047" y="1667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1187" y="1681937"/>
              <a:ext cx="12047" cy="166732"/>
            </a:xfrm>
            <a:custGeom>
              <a:avLst/>
              <a:pathLst>
                <a:path w="12047" h="166732">
                  <a:moveTo>
                    <a:pt x="0" y="0"/>
                  </a:moveTo>
                  <a:lnTo>
                    <a:pt x="12047" y="1667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1187" y="1681937"/>
              <a:ext cx="12047" cy="166732"/>
            </a:xfrm>
            <a:custGeom>
              <a:avLst/>
              <a:pathLst>
                <a:path w="12047" h="166732">
                  <a:moveTo>
                    <a:pt x="0" y="0"/>
                  </a:moveTo>
                  <a:lnTo>
                    <a:pt x="12047" y="1667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1187" y="1681937"/>
              <a:ext cx="12047" cy="166732"/>
            </a:xfrm>
            <a:custGeom>
              <a:avLst/>
              <a:pathLst>
                <a:path w="12047" h="166732">
                  <a:moveTo>
                    <a:pt x="0" y="0"/>
                  </a:moveTo>
                  <a:lnTo>
                    <a:pt x="12047" y="1667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1187" y="1681937"/>
              <a:ext cx="12047" cy="166732"/>
            </a:xfrm>
            <a:custGeom>
              <a:avLst/>
              <a:pathLst>
                <a:path w="12047" h="166732">
                  <a:moveTo>
                    <a:pt x="0" y="0"/>
                  </a:moveTo>
                  <a:lnTo>
                    <a:pt x="12047" y="1667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1187" y="1681937"/>
              <a:ext cx="12047" cy="166732"/>
            </a:xfrm>
            <a:custGeom>
              <a:avLst/>
              <a:pathLst>
                <a:path w="12047" h="166732">
                  <a:moveTo>
                    <a:pt x="0" y="0"/>
                  </a:moveTo>
                  <a:lnTo>
                    <a:pt x="12047" y="1667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1187" y="1681937"/>
              <a:ext cx="12047" cy="166732"/>
            </a:xfrm>
            <a:custGeom>
              <a:avLst/>
              <a:pathLst>
                <a:path w="12047" h="166732">
                  <a:moveTo>
                    <a:pt x="0" y="0"/>
                  </a:moveTo>
                  <a:lnTo>
                    <a:pt x="12047" y="1667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1187" y="1681937"/>
              <a:ext cx="12047" cy="166732"/>
            </a:xfrm>
            <a:custGeom>
              <a:avLst/>
              <a:pathLst>
                <a:path w="12047" h="166732">
                  <a:moveTo>
                    <a:pt x="0" y="0"/>
                  </a:moveTo>
                  <a:lnTo>
                    <a:pt x="12047" y="1667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256079" y="1681937"/>
              <a:ext cx="334315" cy="333900"/>
            </a:xfrm>
            <a:custGeom>
              <a:avLst/>
              <a:pathLst>
                <a:path w="334315" h="333900">
                  <a:moveTo>
                    <a:pt x="155107" y="0"/>
                  </a:moveTo>
                  <a:lnTo>
                    <a:pt x="149841" y="464"/>
                  </a:lnTo>
                  <a:lnTo>
                    <a:pt x="144591" y="1095"/>
                  </a:lnTo>
                  <a:lnTo>
                    <a:pt x="139364" y="1891"/>
                  </a:lnTo>
                  <a:lnTo>
                    <a:pt x="134165" y="2852"/>
                  </a:lnTo>
                  <a:lnTo>
                    <a:pt x="128999" y="3978"/>
                  </a:lnTo>
                  <a:lnTo>
                    <a:pt x="123871" y="5266"/>
                  </a:lnTo>
                  <a:lnTo>
                    <a:pt x="118786" y="6715"/>
                  </a:lnTo>
                  <a:lnTo>
                    <a:pt x="113750" y="8325"/>
                  </a:lnTo>
                  <a:lnTo>
                    <a:pt x="108767" y="10093"/>
                  </a:lnTo>
                  <a:lnTo>
                    <a:pt x="103843" y="12018"/>
                  </a:lnTo>
                  <a:lnTo>
                    <a:pt x="98982" y="14097"/>
                  </a:lnTo>
                  <a:lnTo>
                    <a:pt x="94189" y="16330"/>
                  </a:lnTo>
                  <a:lnTo>
                    <a:pt x="89469" y="18712"/>
                  </a:lnTo>
                  <a:lnTo>
                    <a:pt x="84827" y="21243"/>
                  </a:lnTo>
                  <a:lnTo>
                    <a:pt x="80267" y="23919"/>
                  </a:lnTo>
                  <a:lnTo>
                    <a:pt x="75794" y="26739"/>
                  </a:lnTo>
                  <a:lnTo>
                    <a:pt x="71413" y="29698"/>
                  </a:lnTo>
                  <a:lnTo>
                    <a:pt x="67127" y="32794"/>
                  </a:lnTo>
                  <a:lnTo>
                    <a:pt x="62941" y="36025"/>
                  </a:lnTo>
                  <a:lnTo>
                    <a:pt x="58860" y="39386"/>
                  </a:lnTo>
                  <a:lnTo>
                    <a:pt x="54887" y="42874"/>
                  </a:lnTo>
                  <a:lnTo>
                    <a:pt x="51026" y="46486"/>
                  </a:lnTo>
                  <a:lnTo>
                    <a:pt x="47281" y="50219"/>
                  </a:lnTo>
                  <a:lnTo>
                    <a:pt x="43657" y="54068"/>
                  </a:lnTo>
                  <a:lnTo>
                    <a:pt x="40156" y="58030"/>
                  </a:lnTo>
                  <a:lnTo>
                    <a:pt x="36781" y="62101"/>
                  </a:lnTo>
                  <a:lnTo>
                    <a:pt x="33538" y="66276"/>
                  </a:lnTo>
                  <a:lnTo>
                    <a:pt x="30428" y="70552"/>
                  </a:lnTo>
                  <a:lnTo>
                    <a:pt x="27454" y="74924"/>
                  </a:lnTo>
                  <a:lnTo>
                    <a:pt x="24621" y="79388"/>
                  </a:lnTo>
                  <a:lnTo>
                    <a:pt x="21930" y="83939"/>
                  </a:lnTo>
                  <a:lnTo>
                    <a:pt x="19384" y="88573"/>
                  </a:lnTo>
                  <a:lnTo>
                    <a:pt x="16987" y="93285"/>
                  </a:lnTo>
                  <a:lnTo>
                    <a:pt x="14739" y="98071"/>
                  </a:lnTo>
                  <a:lnTo>
                    <a:pt x="12644" y="102925"/>
                  </a:lnTo>
                  <a:lnTo>
                    <a:pt x="10703" y="107844"/>
                  </a:lnTo>
                  <a:lnTo>
                    <a:pt x="8919" y="112821"/>
                  </a:lnTo>
                  <a:lnTo>
                    <a:pt x="7293" y="117852"/>
                  </a:lnTo>
                  <a:lnTo>
                    <a:pt x="5828" y="122932"/>
                  </a:lnTo>
                  <a:lnTo>
                    <a:pt x="4523" y="128055"/>
                  </a:lnTo>
                  <a:lnTo>
                    <a:pt x="3381" y="133218"/>
                  </a:lnTo>
                  <a:lnTo>
                    <a:pt x="2403" y="138414"/>
                  </a:lnTo>
                  <a:lnTo>
                    <a:pt x="1590" y="143638"/>
                  </a:lnTo>
                  <a:lnTo>
                    <a:pt x="943" y="148886"/>
                  </a:lnTo>
                  <a:lnTo>
                    <a:pt x="461" y="154151"/>
                  </a:lnTo>
                  <a:lnTo>
                    <a:pt x="147" y="159429"/>
                  </a:lnTo>
                  <a:lnTo>
                    <a:pt x="0" y="164714"/>
                  </a:lnTo>
                  <a:lnTo>
                    <a:pt x="19" y="170001"/>
                  </a:lnTo>
                  <a:lnTo>
                    <a:pt x="206" y="175285"/>
                  </a:lnTo>
                  <a:lnTo>
                    <a:pt x="560" y="180560"/>
                  </a:lnTo>
                  <a:lnTo>
                    <a:pt x="1081" y="185822"/>
                  </a:lnTo>
                  <a:lnTo>
                    <a:pt x="1768" y="191064"/>
                  </a:lnTo>
                  <a:lnTo>
                    <a:pt x="2620" y="196282"/>
                  </a:lnTo>
                  <a:lnTo>
                    <a:pt x="3637" y="201471"/>
                  </a:lnTo>
                  <a:lnTo>
                    <a:pt x="4817" y="206625"/>
                  </a:lnTo>
                  <a:lnTo>
                    <a:pt x="6160" y="211739"/>
                  </a:lnTo>
                  <a:lnTo>
                    <a:pt x="7664" y="216807"/>
                  </a:lnTo>
                  <a:lnTo>
                    <a:pt x="9327" y="221826"/>
                  </a:lnTo>
                  <a:lnTo>
                    <a:pt x="11148" y="226790"/>
                  </a:lnTo>
                  <a:lnTo>
                    <a:pt x="13126" y="231693"/>
                  </a:lnTo>
                  <a:lnTo>
                    <a:pt x="15257" y="236532"/>
                  </a:lnTo>
                  <a:lnTo>
                    <a:pt x="17540" y="241301"/>
                  </a:lnTo>
                  <a:lnTo>
                    <a:pt x="19973" y="245995"/>
                  </a:lnTo>
                  <a:lnTo>
                    <a:pt x="22554" y="250610"/>
                  </a:lnTo>
                  <a:lnTo>
                    <a:pt x="25278" y="255141"/>
                  </a:lnTo>
                  <a:lnTo>
                    <a:pt x="28145" y="259583"/>
                  </a:lnTo>
                  <a:lnTo>
                    <a:pt x="31151" y="263933"/>
                  </a:lnTo>
                  <a:lnTo>
                    <a:pt x="34293" y="268185"/>
                  </a:lnTo>
                  <a:lnTo>
                    <a:pt x="37568" y="272336"/>
                  </a:lnTo>
                  <a:lnTo>
                    <a:pt x="40972" y="276382"/>
                  </a:lnTo>
                  <a:lnTo>
                    <a:pt x="44503" y="280317"/>
                  </a:lnTo>
                  <a:lnTo>
                    <a:pt x="48157" y="284139"/>
                  </a:lnTo>
                  <a:lnTo>
                    <a:pt x="51929" y="287844"/>
                  </a:lnTo>
                  <a:lnTo>
                    <a:pt x="55817" y="291427"/>
                  </a:lnTo>
                  <a:lnTo>
                    <a:pt x="59816" y="294886"/>
                  </a:lnTo>
                  <a:lnTo>
                    <a:pt x="63922" y="298216"/>
                  </a:lnTo>
                  <a:lnTo>
                    <a:pt x="68132" y="301415"/>
                  </a:lnTo>
                  <a:lnTo>
                    <a:pt x="72441" y="304479"/>
                  </a:lnTo>
                  <a:lnTo>
                    <a:pt x="76844" y="307406"/>
                  </a:lnTo>
                  <a:lnTo>
                    <a:pt x="81338" y="310191"/>
                  </a:lnTo>
                  <a:lnTo>
                    <a:pt x="85918" y="312833"/>
                  </a:lnTo>
                  <a:lnTo>
                    <a:pt x="90579" y="315329"/>
                  </a:lnTo>
                  <a:lnTo>
                    <a:pt x="95316" y="317677"/>
                  </a:lnTo>
                  <a:lnTo>
                    <a:pt x="100126" y="319873"/>
                  </a:lnTo>
                  <a:lnTo>
                    <a:pt x="105002" y="321916"/>
                  </a:lnTo>
                  <a:lnTo>
                    <a:pt x="109941" y="323804"/>
                  </a:lnTo>
                  <a:lnTo>
                    <a:pt x="114937" y="325535"/>
                  </a:lnTo>
                  <a:lnTo>
                    <a:pt x="119985" y="327107"/>
                  </a:lnTo>
                  <a:lnTo>
                    <a:pt x="125080" y="328518"/>
                  </a:lnTo>
                  <a:lnTo>
                    <a:pt x="130218" y="329768"/>
                  </a:lnTo>
                  <a:lnTo>
                    <a:pt x="135392" y="330854"/>
                  </a:lnTo>
                  <a:lnTo>
                    <a:pt x="140598" y="331777"/>
                  </a:lnTo>
                  <a:lnTo>
                    <a:pt x="145831" y="332534"/>
                  </a:lnTo>
                  <a:lnTo>
                    <a:pt x="151085" y="333126"/>
                  </a:lnTo>
                  <a:lnTo>
                    <a:pt x="156355" y="333550"/>
                  </a:lnTo>
                  <a:lnTo>
                    <a:pt x="161636" y="333809"/>
                  </a:lnTo>
                  <a:lnTo>
                    <a:pt x="166923" y="333900"/>
                  </a:lnTo>
                  <a:lnTo>
                    <a:pt x="172209" y="333823"/>
                  </a:lnTo>
                  <a:lnTo>
                    <a:pt x="177491" y="333580"/>
                  </a:lnTo>
                  <a:lnTo>
                    <a:pt x="182762" y="333170"/>
                  </a:lnTo>
                  <a:lnTo>
                    <a:pt x="188018" y="332593"/>
                  </a:lnTo>
                  <a:lnTo>
                    <a:pt x="193253" y="331850"/>
                  </a:lnTo>
                  <a:lnTo>
                    <a:pt x="198461" y="330942"/>
                  </a:lnTo>
                  <a:lnTo>
                    <a:pt x="203639" y="329870"/>
                  </a:lnTo>
                  <a:lnTo>
                    <a:pt x="208779" y="328635"/>
                  </a:lnTo>
                  <a:lnTo>
                    <a:pt x="213879" y="327237"/>
                  </a:lnTo>
                  <a:lnTo>
                    <a:pt x="218931" y="325679"/>
                  </a:lnTo>
                  <a:lnTo>
                    <a:pt x="223932" y="323962"/>
                  </a:lnTo>
                  <a:lnTo>
                    <a:pt x="228876" y="322088"/>
                  </a:lnTo>
                  <a:lnTo>
                    <a:pt x="233758" y="320059"/>
                  </a:lnTo>
                  <a:lnTo>
                    <a:pt x="238574" y="317876"/>
                  </a:lnTo>
                  <a:lnTo>
                    <a:pt x="243318" y="315541"/>
                  </a:lnTo>
                  <a:lnTo>
                    <a:pt x="247986" y="313058"/>
                  </a:lnTo>
                  <a:lnTo>
                    <a:pt x="252573" y="310429"/>
                  </a:lnTo>
                  <a:lnTo>
                    <a:pt x="257074" y="307656"/>
                  </a:lnTo>
                  <a:lnTo>
                    <a:pt x="261486" y="304742"/>
                  </a:lnTo>
                  <a:lnTo>
                    <a:pt x="265803" y="301690"/>
                  </a:lnTo>
                  <a:lnTo>
                    <a:pt x="270022" y="298502"/>
                  </a:lnTo>
                  <a:lnTo>
                    <a:pt x="274137" y="295183"/>
                  </a:lnTo>
                  <a:lnTo>
                    <a:pt x="278146" y="291736"/>
                  </a:lnTo>
                  <a:lnTo>
                    <a:pt x="282044" y="288163"/>
                  </a:lnTo>
                  <a:lnTo>
                    <a:pt x="285826" y="284469"/>
                  </a:lnTo>
                  <a:lnTo>
                    <a:pt x="289490" y="280657"/>
                  </a:lnTo>
                  <a:lnTo>
                    <a:pt x="293032" y="276732"/>
                  </a:lnTo>
                  <a:lnTo>
                    <a:pt x="296448" y="272696"/>
                  </a:lnTo>
                  <a:lnTo>
                    <a:pt x="299734" y="268554"/>
                  </a:lnTo>
                  <a:lnTo>
                    <a:pt x="302888" y="264310"/>
                  </a:lnTo>
                  <a:lnTo>
                    <a:pt x="305906" y="259969"/>
                  </a:lnTo>
                  <a:lnTo>
                    <a:pt x="308785" y="255535"/>
                  </a:lnTo>
                  <a:lnTo>
                    <a:pt x="311522" y="251011"/>
                  </a:lnTo>
                  <a:lnTo>
                    <a:pt x="314115" y="246404"/>
                  </a:lnTo>
                  <a:lnTo>
                    <a:pt x="316561" y="241716"/>
                  </a:lnTo>
                  <a:lnTo>
                    <a:pt x="318858" y="236954"/>
                  </a:lnTo>
                  <a:lnTo>
                    <a:pt x="321003" y="232121"/>
                  </a:lnTo>
                  <a:lnTo>
                    <a:pt x="322994" y="227223"/>
                  </a:lnTo>
                  <a:lnTo>
                    <a:pt x="324829" y="222265"/>
                  </a:lnTo>
                  <a:lnTo>
                    <a:pt x="326506" y="217250"/>
                  </a:lnTo>
                  <a:lnTo>
                    <a:pt x="328024" y="212186"/>
                  </a:lnTo>
                  <a:lnTo>
                    <a:pt x="329381" y="207076"/>
                  </a:lnTo>
                  <a:lnTo>
                    <a:pt x="330576" y="201925"/>
                  </a:lnTo>
                  <a:lnTo>
                    <a:pt x="331607" y="196739"/>
                  </a:lnTo>
                  <a:lnTo>
                    <a:pt x="332474" y="191524"/>
                  </a:lnTo>
                  <a:lnTo>
                    <a:pt x="333175" y="186283"/>
                  </a:lnTo>
                  <a:lnTo>
                    <a:pt x="333710" y="181023"/>
                  </a:lnTo>
                  <a:lnTo>
                    <a:pt x="334079" y="175749"/>
                  </a:lnTo>
                  <a:lnTo>
                    <a:pt x="334281" y="170465"/>
                  </a:lnTo>
                  <a:lnTo>
                    <a:pt x="334315" y="165178"/>
                  </a:lnTo>
                  <a:lnTo>
                    <a:pt x="334182" y="159893"/>
                  </a:lnTo>
                  <a:lnTo>
                    <a:pt x="333882" y="154614"/>
                  </a:lnTo>
                  <a:lnTo>
                    <a:pt x="333416" y="149347"/>
                  </a:lnTo>
                  <a:lnTo>
                    <a:pt x="332783" y="144098"/>
                  </a:lnTo>
                  <a:lnTo>
                    <a:pt x="331984" y="138872"/>
                  </a:lnTo>
                  <a:lnTo>
                    <a:pt x="331021" y="133673"/>
                  </a:lnTo>
                  <a:lnTo>
                    <a:pt x="329893" y="128507"/>
                  </a:lnTo>
                  <a:lnTo>
                    <a:pt x="328603" y="123380"/>
                  </a:lnTo>
                  <a:lnTo>
                    <a:pt x="327151" y="118296"/>
                  </a:lnTo>
                  <a:lnTo>
                    <a:pt x="325539" y="113260"/>
                  </a:lnTo>
                  <a:lnTo>
                    <a:pt x="323769" y="108278"/>
                  </a:lnTo>
                  <a:lnTo>
                    <a:pt x="321842" y="103355"/>
                  </a:lnTo>
                  <a:lnTo>
                    <a:pt x="319761" y="98495"/>
                  </a:lnTo>
                  <a:lnTo>
                    <a:pt x="317526" y="93703"/>
                  </a:lnTo>
                  <a:lnTo>
                    <a:pt x="315142" y="88984"/>
                  </a:lnTo>
                  <a:lnTo>
                    <a:pt x="312609" y="84343"/>
                  </a:lnTo>
                  <a:lnTo>
                    <a:pt x="309931" y="79784"/>
                  </a:lnTo>
                  <a:lnTo>
                    <a:pt x="307110" y="75312"/>
                  </a:lnTo>
                  <a:lnTo>
                    <a:pt x="304148" y="70932"/>
                  </a:lnTo>
                  <a:lnTo>
                    <a:pt x="301050" y="66648"/>
                  </a:lnTo>
                  <a:lnTo>
                    <a:pt x="297818" y="62463"/>
                  </a:lnTo>
                  <a:lnTo>
                    <a:pt x="294455" y="58383"/>
                  </a:lnTo>
                  <a:lnTo>
                    <a:pt x="290965" y="54412"/>
                  </a:lnTo>
                  <a:lnTo>
                    <a:pt x="287351" y="50552"/>
                  </a:lnTo>
                  <a:lnTo>
                    <a:pt x="283617" y="46809"/>
                  </a:lnTo>
                  <a:lnTo>
                    <a:pt x="279766" y="43186"/>
                  </a:lnTo>
                  <a:lnTo>
                    <a:pt x="275803" y="39687"/>
                  </a:lnTo>
                  <a:lnTo>
                    <a:pt x="271731" y="36315"/>
                  </a:lnTo>
                  <a:lnTo>
                    <a:pt x="267554" y="33073"/>
                  </a:lnTo>
                  <a:lnTo>
                    <a:pt x="263277" y="29964"/>
                  </a:lnTo>
                  <a:lnTo>
                    <a:pt x="258904" y="26993"/>
                  </a:lnTo>
                  <a:lnTo>
                    <a:pt x="254439" y="24161"/>
                  </a:lnTo>
                  <a:lnTo>
                    <a:pt x="249886" y="21472"/>
                  </a:lnTo>
                  <a:lnTo>
                    <a:pt x="245251" y="18929"/>
                  </a:lnTo>
                  <a:lnTo>
                    <a:pt x="240538" y="16533"/>
                  </a:lnTo>
                  <a:lnTo>
                    <a:pt x="235751" y="14287"/>
                  </a:lnTo>
                  <a:lnTo>
                    <a:pt x="230896" y="12194"/>
                  </a:lnTo>
                  <a:lnTo>
                    <a:pt x="225977" y="10256"/>
                  </a:lnTo>
                  <a:lnTo>
                    <a:pt x="220999" y="8474"/>
                  </a:lnTo>
                  <a:lnTo>
                    <a:pt x="215967" y="6850"/>
                  </a:lnTo>
                  <a:lnTo>
                    <a:pt x="210887" y="5386"/>
                  </a:lnTo>
                  <a:lnTo>
                    <a:pt x="205762" y="4084"/>
                  </a:lnTo>
                  <a:lnTo>
                    <a:pt x="200600" y="2945"/>
                  </a:lnTo>
                  <a:lnTo>
                    <a:pt x="195403" y="1969"/>
                  </a:lnTo>
                  <a:lnTo>
                    <a:pt x="190178" y="1158"/>
                  </a:lnTo>
                  <a:lnTo>
                    <a:pt x="167155" y="1667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23235" y="1681503"/>
              <a:ext cx="23023" cy="167167"/>
            </a:xfrm>
            <a:custGeom>
              <a:avLst/>
              <a:pathLst>
                <a:path w="23023" h="167167">
                  <a:moveTo>
                    <a:pt x="23023" y="1593"/>
                  </a:moveTo>
                  <a:lnTo>
                    <a:pt x="15376" y="708"/>
                  </a:lnTo>
                  <a:lnTo>
                    <a:pt x="7696" y="17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853871" y="1322571"/>
              <a:ext cx="167167" cy="315166"/>
            </a:xfrm>
            <a:custGeom>
              <a:avLst/>
              <a:pathLst>
                <a:path w="167167" h="315166">
                  <a:moveTo>
                    <a:pt x="167167" y="0"/>
                  </a:moveTo>
                  <a:lnTo>
                    <a:pt x="161814" y="85"/>
                  </a:lnTo>
                  <a:lnTo>
                    <a:pt x="156467" y="342"/>
                  </a:lnTo>
                  <a:lnTo>
                    <a:pt x="151131" y="770"/>
                  </a:lnTo>
                  <a:lnTo>
                    <a:pt x="145812" y="1369"/>
                  </a:lnTo>
                  <a:lnTo>
                    <a:pt x="140514" y="2138"/>
                  </a:lnTo>
                  <a:lnTo>
                    <a:pt x="135244" y="3076"/>
                  </a:lnTo>
                  <a:lnTo>
                    <a:pt x="130006" y="4182"/>
                  </a:lnTo>
                  <a:lnTo>
                    <a:pt x="124806" y="5456"/>
                  </a:lnTo>
                  <a:lnTo>
                    <a:pt x="119650" y="6895"/>
                  </a:lnTo>
                  <a:lnTo>
                    <a:pt x="114543" y="8498"/>
                  </a:lnTo>
                  <a:lnTo>
                    <a:pt x="109490" y="10265"/>
                  </a:lnTo>
                  <a:lnTo>
                    <a:pt x="104495" y="12192"/>
                  </a:lnTo>
                  <a:lnTo>
                    <a:pt x="99566" y="14278"/>
                  </a:lnTo>
                  <a:lnTo>
                    <a:pt x="94705" y="16521"/>
                  </a:lnTo>
                  <a:lnTo>
                    <a:pt x="89919" y="18918"/>
                  </a:lnTo>
                  <a:lnTo>
                    <a:pt x="85211" y="21468"/>
                  </a:lnTo>
                  <a:lnTo>
                    <a:pt x="80588" y="24166"/>
                  </a:lnTo>
                  <a:lnTo>
                    <a:pt x="76054" y="27012"/>
                  </a:lnTo>
                  <a:lnTo>
                    <a:pt x="71613" y="30001"/>
                  </a:lnTo>
                  <a:lnTo>
                    <a:pt x="67270" y="33131"/>
                  </a:lnTo>
                  <a:lnTo>
                    <a:pt x="63030" y="36398"/>
                  </a:lnTo>
                  <a:lnTo>
                    <a:pt x="58896" y="39800"/>
                  </a:lnTo>
                  <a:lnTo>
                    <a:pt x="54874" y="43332"/>
                  </a:lnTo>
                  <a:lnTo>
                    <a:pt x="50966" y="46991"/>
                  </a:lnTo>
                  <a:lnTo>
                    <a:pt x="47178" y="50773"/>
                  </a:lnTo>
                  <a:lnTo>
                    <a:pt x="43513" y="54674"/>
                  </a:lnTo>
                  <a:lnTo>
                    <a:pt x="39974" y="58691"/>
                  </a:lnTo>
                  <a:lnTo>
                    <a:pt x="36566" y="62819"/>
                  </a:lnTo>
                  <a:lnTo>
                    <a:pt x="33292" y="67055"/>
                  </a:lnTo>
                  <a:lnTo>
                    <a:pt x="30155" y="71392"/>
                  </a:lnTo>
                  <a:lnTo>
                    <a:pt x="27159" y="75828"/>
                  </a:lnTo>
                  <a:lnTo>
                    <a:pt x="24306" y="80358"/>
                  </a:lnTo>
                  <a:lnTo>
                    <a:pt x="21600" y="84977"/>
                  </a:lnTo>
                  <a:lnTo>
                    <a:pt x="19043" y="89680"/>
                  </a:lnTo>
                  <a:lnTo>
                    <a:pt x="16638" y="94462"/>
                  </a:lnTo>
                  <a:lnTo>
                    <a:pt x="14387" y="99319"/>
                  </a:lnTo>
                  <a:lnTo>
                    <a:pt x="12293" y="104246"/>
                  </a:lnTo>
                  <a:lnTo>
                    <a:pt x="10358" y="109237"/>
                  </a:lnTo>
                  <a:lnTo>
                    <a:pt x="8583" y="114288"/>
                  </a:lnTo>
                  <a:lnTo>
                    <a:pt x="6971" y="119392"/>
                  </a:lnTo>
                  <a:lnTo>
                    <a:pt x="5524" y="124546"/>
                  </a:lnTo>
                  <a:lnTo>
                    <a:pt x="4242" y="129744"/>
                  </a:lnTo>
                  <a:lnTo>
                    <a:pt x="3127" y="134979"/>
                  </a:lnTo>
                  <a:lnTo>
                    <a:pt x="2181" y="140248"/>
                  </a:lnTo>
                  <a:lnTo>
                    <a:pt x="1404" y="145545"/>
                  </a:lnTo>
                  <a:lnTo>
                    <a:pt x="796" y="150863"/>
                  </a:lnTo>
                  <a:lnTo>
                    <a:pt x="360" y="156199"/>
                  </a:lnTo>
                  <a:lnTo>
                    <a:pt x="94" y="161545"/>
                  </a:lnTo>
                  <a:lnTo>
                    <a:pt x="0" y="166897"/>
                  </a:lnTo>
                  <a:lnTo>
                    <a:pt x="77" y="172250"/>
                  </a:lnTo>
                  <a:lnTo>
                    <a:pt x="325" y="177597"/>
                  </a:lnTo>
                  <a:lnTo>
                    <a:pt x="745" y="182934"/>
                  </a:lnTo>
                  <a:lnTo>
                    <a:pt x="1335" y="188255"/>
                  </a:lnTo>
                  <a:lnTo>
                    <a:pt x="2095" y="193554"/>
                  </a:lnTo>
                  <a:lnTo>
                    <a:pt x="3024" y="198825"/>
                  </a:lnTo>
                  <a:lnTo>
                    <a:pt x="4122" y="204065"/>
                  </a:lnTo>
                  <a:lnTo>
                    <a:pt x="5387" y="209266"/>
                  </a:lnTo>
                  <a:lnTo>
                    <a:pt x="6818" y="214425"/>
                  </a:lnTo>
                  <a:lnTo>
                    <a:pt x="8414" y="219535"/>
                  </a:lnTo>
                  <a:lnTo>
                    <a:pt x="10172" y="224591"/>
                  </a:lnTo>
                  <a:lnTo>
                    <a:pt x="12091" y="229588"/>
                  </a:lnTo>
                  <a:lnTo>
                    <a:pt x="14169" y="234522"/>
                  </a:lnTo>
                  <a:lnTo>
                    <a:pt x="16404" y="239386"/>
                  </a:lnTo>
                  <a:lnTo>
                    <a:pt x="18794" y="244176"/>
                  </a:lnTo>
                  <a:lnTo>
                    <a:pt x="21336" y="248887"/>
                  </a:lnTo>
                  <a:lnTo>
                    <a:pt x="24027" y="253515"/>
                  </a:lnTo>
                  <a:lnTo>
                    <a:pt x="26865" y="258054"/>
                  </a:lnTo>
                  <a:lnTo>
                    <a:pt x="29847" y="262499"/>
                  </a:lnTo>
                  <a:lnTo>
                    <a:pt x="32970" y="266847"/>
                  </a:lnTo>
                  <a:lnTo>
                    <a:pt x="36230" y="271093"/>
                  </a:lnTo>
                  <a:lnTo>
                    <a:pt x="39625" y="275232"/>
                  </a:lnTo>
                  <a:lnTo>
                    <a:pt x="43150" y="279260"/>
                  </a:lnTo>
                  <a:lnTo>
                    <a:pt x="46803" y="283174"/>
                  </a:lnTo>
                  <a:lnTo>
                    <a:pt x="50579" y="286968"/>
                  </a:lnTo>
                  <a:lnTo>
                    <a:pt x="54475" y="290640"/>
                  </a:lnTo>
                  <a:lnTo>
                    <a:pt x="58486" y="294185"/>
                  </a:lnTo>
                  <a:lnTo>
                    <a:pt x="62609" y="297599"/>
                  </a:lnTo>
                  <a:lnTo>
                    <a:pt x="66839" y="300880"/>
                  </a:lnTo>
                  <a:lnTo>
                    <a:pt x="71171" y="304024"/>
                  </a:lnTo>
                  <a:lnTo>
                    <a:pt x="75603" y="307027"/>
                  </a:lnTo>
                  <a:lnTo>
                    <a:pt x="80128" y="309888"/>
                  </a:lnTo>
                  <a:lnTo>
                    <a:pt x="84742" y="312601"/>
                  </a:lnTo>
                  <a:lnTo>
                    <a:pt x="89441" y="315166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43313" y="1489739"/>
              <a:ext cx="77725" cy="147998"/>
            </a:xfrm>
            <a:custGeom>
              <a:avLst/>
              <a:pathLst>
                <a:path w="77725" h="147998">
                  <a:moveTo>
                    <a:pt x="0" y="147998"/>
                  </a:moveTo>
                  <a:lnTo>
                    <a:pt x="7772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43313" y="1489739"/>
              <a:ext cx="77725" cy="147998"/>
            </a:xfrm>
            <a:custGeom>
              <a:avLst/>
              <a:pathLst>
                <a:path w="77725" h="147998">
                  <a:moveTo>
                    <a:pt x="0" y="147998"/>
                  </a:moveTo>
                  <a:lnTo>
                    <a:pt x="7772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43313" y="1489739"/>
              <a:ext cx="77725" cy="147998"/>
            </a:xfrm>
            <a:custGeom>
              <a:avLst/>
              <a:pathLst>
                <a:path w="77725" h="147998">
                  <a:moveTo>
                    <a:pt x="0" y="147998"/>
                  </a:moveTo>
                  <a:lnTo>
                    <a:pt x="7772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43313" y="1489739"/>
              <a:ext cx="77725" cy="147998"/>
            </a:xfrm>
            <a:custGeom>
              <a:avLst/>
              <a:pathLst>
                <a:path w="77725" h="147998">
                  <a:moveTo>
                    <a:pt x="0" y="147998"/>
                  </a:moveTo>
                  <a:lnTo>
                    <a:pt x="7772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43313" y="1489739"/>
              <a:ext cx="77725" cy="147998"/>
            </a:xfrm>
            <a:custGeom>
              <a:avLst/>
              <a:pathLst>
                <a:path w="77725" h="147998">
                  <a:moveTo>
                    <a:pt x="0" y="147998"/>
                  </a:moveTo>
                  <a:lnTo>
                    <a:pt x="7772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43313" y="1489739"/>
              <a:ext cx="77725" cy="147998"/>
            </a:xfrm>
            <a:custGeom>
              <a:avLst/>
              <a:pathLst>
                <a:path w="77725" h="147998">
                  <a:moveTo>
                    <a:pt x="0" y="147998"/>
                  </a:moveTo>
                  <a:lnTo>
                    <a:pt x="7772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43313" y="1489739"/>
              <a:ext cx="77725" cy="147998"/>
            </a:xfrm>
            <a:custGeom>
              <a:avLst/>
              <a:pathLst>
                <a:path w="77725" h="147998">
                  <a:moveTo>
                    <a:pt x="0" y="147998"/>
                  </a:moveTo>
                  <a:lnTo>
                    <a:pt x="7772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43313" y="1489739"/>
              <a:ext cx="77725" cy="147998"/>
            </a:xfrm>
            <a:custGeom>
              <a:avLst/>
              <a:pathLst>
                <a:path w="77725" h="147998">
                  <a:moveTo>
                    <a:pt x="0" y="147998"/>
                  </a:moveTo>
                  <a:lnTo>
                    <a:pt x="7772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43313" y="1489739"/>
              <a:ext cx="77725" cy="147998"/>
            </a:xfrm>
            <a:custGeom>
              <a:avLst/>
              <a:pathLst>
                <a:path w="77725" h="147998">
                  <a:moveTo>
                    <a:pt x="0" y="147998"/>
                  </a:moveTo>
                  <a:lnTo>
                    <a:pt x="7772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43313" y="1489739"/>
              <a:ext cx="77725" cy="147998"/>
            </a:xfrm>
            <a:custGeom>
              <a:avLst/>
              <a:pathLst>
                <a:path w="77725" h="147998">
                  <a:moveTo>
                    <a:pt x="0" y="147998"/>
                  </a:moveTo>
                  <a:lnTo>
                    <a:pt x="7772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43313" y="1489739"/>
              <a:ext cx="77725" cy="147998"/>
            </a:xfrm>
            <a:custGeom>
              <a:avLst/>
              <a:pathLst>
                <a:path w="77725" h="147998">
                  <a:moveTo>
                    <a:pt x="0" y="147998"/>
                  </a:moveTo>
                  <a:lnTo>
                    <a:pt x="7772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43313" y="1489739"/>
              <a:ext cx="77725" cy="147998"/>
            </a:xfrm>
            <a:custGeom>
              <a:avLst/>
              <a:pathLst>
                <a:path w="77725" h="147998">
                  <a:moveTo>
                    <a:pt x="0" y="147998"/>
                  </a:moveTo>
                  <a:lnTo>
                    <a:pt x="7772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43313" y="1489739"/>
              <a:ext cx="77725" cy="147998"/>
            </a:xfrm>
            <a:custGeom>
              <a:avLst/>
              <a:pathLst>
                <a:path w="77725" h="147998">
                  <a:moveTo>
                    <a:pt x="0" y="147998"/>
                  </a:moveTo>
                  <a:lnTo>
                    <a:pt x="7772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43313" y="1489739"/>
              <a:ext cx="77725" cy="147998"/>
            </a:xfrm>
            <a:custGeom>
              <a:avLst/>
              <a:pathLst>
                <a:path w="77725" h="147998">
                  <a:moveTo>
                    <a:pt x="0" y="147998"/>
                  </a:moveTo>
                  <a:lnTo>
                    <a:pt x="7772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43313" y="1489739"/>
              <a:ext cx="77725" cy="147998"/>
            </a:xfrm>
            <a:custGeom>
              <a:avLst/>
              <a:pathLst>
                <a:path w="77725" h="147998">
                  <a:moveTo>
                    <a:pt x="0" y="147998"/>
                  </a:moveTo>
                  <a:lnTo>
                    <a:pt x="7772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43313" y="1489739"/>
              <a:ext cx="77725" cy="147998"/>
            </a:xfrm>
            <a:custGeom>
              <a:avLst/>
              <a:pathLst>
                <a:path w="77725" h="147998">
                  <a:moveTo>
                    <a:pt x="0" y="147998"/>
                  </a:moveTo>
                  <a:lnTo>
                    <a:pt x="777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43313" y="1489739"/>
              <a:ext cx="77725" cy="147998"/>
            </a:xfrm>
            <a:custGeom>
              <a:avLst/>
              <a:pathLst>
                <a:path w="77725" h="147998">
                  <a:moveTo>
                    <a:pt x="0" y="147998"/>
                  </a:moveTo>
                  <a:lnTo>
                    <a:pt x="777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43313" y="1489739"/>
              <a:ext cx="77725" cy="147998"/>
            </a:xfrm>
            <a:custGeom>
              <a:avLst/>
              <a:pathLst>
                <a:path w="77725" h="147998">
                  <a:moveTo>
                    <a:pt x="0" y="147998"/>
                  </a:moveTo>
                  <a:lnTo>
                    <a:pt x="777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43313" y="1489739"/>
              <a:ext cx="77725" cy="147998"/>
            </a:xfrm>
            <a:custGeom>
              <a:avLst/>
              <a:pathLst>
                <a:path w="77725" h="147998">
                  <a:moveTo>
                    <a:pt x="0" y="147998"/>
                  </a:moveTo>
                  <a:lnTo>
                    <a:pt x="777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43313" y="1489739"/>
              <a:ext cx="77725" cy="147998"/>
            </a:xfrm>
            <a:custGeom>
              <a:avLst/>
              <a:pathLst>
                <a:path w="77725" h="147998">
                  <a:moveTo>
                    <a:pt x="0" y="147998"/>
                  </a:moveTo>
                  <a:lnTo>
                    <a:pt x="7772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43313" y="1489739"/>
              <a:ext cx="77725" cy="147998"/>
            </a:xfrm>
            <a:custGeom>
              <a:avLst/>
              <a:pathLst>
                <a:path w="77725" h="147998">
                  <a:moveTo>
                    <a:pt x="0" y="147998"/>
                  </a:moveTo>
                  <a:lnTo>
                    <a:pt x="7772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43313" y="1341458"/>
              <a:ext cx="244883" cy="315443"/>
            </a:xfrm>
            <a:custGeom>
              <a:avLst/>
              <a:pathLst>
                <a:path w="244883" h="315443">
                  <a:moveTo>
                    <a:pt x="0" y="296279"/>
                  </a:moveTo>
                  <a:lnTo>
                    <a:pt x="4740" y="298673"/>
                  </a:lnTo>
                  <a:lnTo>
                    <a:pt x="9554" y="300916"/>
                  </a:lnTo>
                  <a:lnTo>
                    <a:pt x="14437" y="303004"/>
                  </a:lnTo>
                  <a:lnTo>
                    <a:pt x="19383" y="304936"/>
                  </a:lnTo>
                  <a:lnTo>
                    <a:pt x="24389" y="306710"/>
                  </a:lnTo>
                  <a:lnTo>
                    <a:pt x="29448" y="308325"/>
                  </a:lnTo>
                  <a:lnTo>
                    <a:pt x="34556" y="309777"/>
                  </a:lnTo>
                  <a:lnTo>
                    <a:pt x="39708" y="311067"/>
                  </a:lnTo>
                  <a:lnTo>
                    <a:pt x="44898" y="312193"/>
                  </a:lnTo>
                  <a:lnTo>
                    <a:pt x="50121" y="313153"/>
                  </a:lnTo>
                  <a:lnTo>
                    <a:pt x="55372" y="313946"/>
                  </a:lnTo>
                  <a:lnTo>
                    <a:pt x="60646" y="314573"/>
                  </a:lnTo>
                  <a:lnTo>
                    <a:pt x="65937" y="315031"/>
                  </a:lnTo>
                  <a:lnTo>
                    <a:pt x="71240" y="315322"/>
                  </a:lnTo>
                  <a:lnTo>
                    <a:pt x="76549" y="315443"/>
                  </a:lnTo>
                  <a:lnTo>
                    <a:pt x="81859" y="315396"/>
                  </a:lnTo>
                  <a:lnTo>
                    <a:pt x="87166" y="315181"/>
                  </a:lnTo>
                  <a:lnTo>
                    <a:pt x="92462" y="314797"/>
                  </a:lnTo>
                  <a:lnTo>
                    <a:pt x="97744" y="314244"/>
                  </a:lnTo>
                  <a:lnTo>
                    <a:pt x="103006" y="313525"/>
                  </a:lnTo>
                  <a:lnTo>
                    <a:pt x="108242" y="312638"/>
                  </a:lnTo>
                  <a:lnTo>
                    <a:pt x="113448" y="311586"/>
                  </a:lnTo>
                  <a:lnTo>
                    <a:pt x="118617" y="310369"/>
                  </a:lnTo>
                  <a:lnTo>
                    <a:pt x="123745" y="308988"/>
                  </a:lnTo>
                  <a:lnTo>
                    <a:pt x="128827" y="307445"/>
                  </a:lnTo>
                  <a:lnTo>
                    <a:pt x="133857" y="305742"/>
                  </a:lnTo>
                  <a:lnTo>
                    <a:pt x="138830" y="303879"/>
                  </a:lnTo>
                  <a:lnTo>
                    <a:pt x="143742" y="301860"/>
                  </a:lnTo>
                  <a:lnTo>
                    <a:pt x="148587" y="299685"/>
                  </a:lnTo>
                  <a:lnTo>
                    <a:pt x="153361" y="297358"/>
                  </a:lnTo>
                  <a:lnTo>
                    <a:pt x="158058" y="294880"/>
                  </a:lnTo>
                  <a:lnTo>
                    <a:pt x="162674" y="292255"/>
                  </a:lnTo>
                  <a:lnTo>
                    <a:pt x="167204" y="289484"/>
                  </a:lnTo>
                  <a:lnTo>
                    <a:pt x="171644" y="286570"/>
                  </a:lnTo>
                  <a:lnTo>
                    <a:pt x="175990" y="283517"/>
                  </a:lnTo>
                  <a:lnTo>
                    <a:pt x="180236" y="280327"/>
                  </a:lnTo>
                  <a:lnTo>
                    <a:pt x="184379" y="277004"/>
                  </a:lnTo>
                  <a:lnTo>
                    <a:pt x="188414" y="273552"/>
                  </a:lnTo>
                  <a:lnTo>
                    <a:pt x="192337" y="269973"/>
                  </a:lnTo>
                  <a:lnTo>
                    <a:pt x="196145" y="266271"/>
                  </a:lnTo>
                  <a:lnTo>
                    <a:pt x="199833" y="262449"/>
                  </a:lnTo>
                  <a:lnTo>
                    <a:pt x="203398" y="258513"/>
                  </a:lnTo>
                  <a:lnTo>
                    <a:pt x="206836" y="254466"/>
                  </a:lnTo>
                  <a:lnTo>
                    <a:pt x="210144" y="250311"/>
                  </a:lnTo>
                  <a:lnTo>
                    <a:pt x="213318" y="246053"/>
                  </a:lnTo>
                  <a:lnTo>
                    <a:pt x="216355" y="241697"/>
                  </a:lnTo>
                  <a:lnTo>
                    <a:pt x="219253" y="237246"/>
                  </a:lnTo>
                  <a:lnTo>
                    <a:pt x="222007" y="232706"/>
                  </a:lnTo>
                  <a:lnTo>
                    <a:pt x="224616" y="228080"/>
                  </a:lnTo>
                  <a:lnTo>
                    <a:pt x="227077" y="223374"/>
                  </a:lnTo>
                  <a:lnTo>
                    <a:pt x="229387" y="218592"/>
                  </a:lnTo>
                  <a:lnTo>
                    <a:pt x="231544" y="213739"/>
                  </a:lnTo>
                  <a:lnTo>
                    <a:pt x="233545" y="208820"/>
                  </a:lnTo>
                  <a:lnTo>
                    <a:pt x="235390" y="203840"/>
                  </a:lnTo>
                  <a:lnTo>
                    <a:pt x="237075" y="198803"/>
                  </a:lnTo>
                  <a:lnTo>
                    <a:pt x="238599" y="193716"/>
                  </a:lnTo>
                  <a:lnTo>
                    <a:pt x="239962" y="188583"/>
                  </a:lnTo>
                  <a:lnTo>
                    <a:pt x="241160" y="183409"/>
                  </a:lnTo>
                  <a:lnTo>
                    <a:pt x="242193" y="178200"/>
                  </a:lnTo>
                  <a:lnTo>
                    <a:pt x="243061" y="172961"/>
                  </a:lnTo>
                  <a:lnTo>
                    <a:pt x="243761" y="167697"/>
                  </a:lnTo>
                  <a:lnTo>
                    <a:pt x="244294" y="162413"/>
                  </a:lnTo>
                  <a:lnTo>
                    <a:pt x="244659" y="157115"/>
                  </a:lnTo>
                  <a:lnTo>
                    <a:pt x="244855" y="151808"/>
                  </a:lnTo>
                  <a:lnTo>
                    <a:pt x="244883" y="146497"/>
                  </a:lnTo>
                  <a:lnTo>
                    <a:pt x="244742" y="141188"/>
                  </a:lnTo>
                  <a:lnTo>
                    <a:pt x="244433" y="135887"/>
                  </a:lnTo>
                  <a:lnTo>
                    <a:pt x="243955" y="130597"/>
                  </a:lnTo>
                  <a:lnTo>
                    <a:pt x="243309" y="125326"/>
                  </a:lnTo>
                  <a:lnTo>
                    <a:pt x="242497" y="120078"/>
                  </a:lnTo>
                  <a:lnTo>
                    <a:pt x="241518" y="114858"/>
                  </a:lnTo>
                  <a:lnTo>
                    <a:pt x="240373" y="109672"/>
                  </a:lnTo>
                  <a:lnTo>
                    <a:pt x="239065" y="104525"/>
                  </a:lnTo>
                  <a:lnTo>
                    <a:pt x="237594" y="99423"/>
                  </a:lnTo>
                  <a:lnTo>
                    <a:pt x="235961" y="94369"/>
                  </a:lnTo>
                  <a:lnTo>
                    <a:pt x="234169" y="89370"/>
                  </a:lnTo>
                  <a:lnTo>
                    <a:pt x="232219" y="84430"/>
                  </a:lnTo>
                  <a:lnTo>
                    <a:pt x="230112" y="79555"/>
                  </a:lnTo>
                  <a:lnTo>
                    <a:pt x="227852" y="74749"/>
                  </a:lnTo>
                  <a:lnTo>
                    <a:pt x="225441" y="70018"/>
                  </a:lnTo>
                  <a:lnTo>
                    <a:pt x="222881" y="65365"/>
                  </a:lnTo>
                  <a:lnTo>
                    <a:pt x="220173" y="60796"/>
                  </a:lnTo>
                  <a:lnTo>
                    <a:pt x="217323" y="56315"/>
                  </a:lnTo>
                  <a:lnTo>
                    <a:pt x="214331" y="51927"/>
                  </a:lnTo>
                  <a:lnTo>
                    <a:pt x="211201" y="47637"/>
                  </a:lnTo>
                  <a:lnTo>
                    <a:pt x="207937" y="43448"/>
                  </a:lnTo>
                  <a:lnTo>
                    <a:pt x="204542" y="39365"/>
                  </a:lnTo>
                  <a:lnTo>
                    <a:pt x="201018" y="35391"/>
                  </a:lnTo>
                  <a:lnTo>
                    <a:pt x="197370" y="31532"/>
                  </a:lnTo>
                  <a:lnTo>
                    <a:pt x="193601" y="27790"/>
                  </a:lnTo>
                  <a:lnTo>
                    <a:pt x="189715" y="24170"/>
                  </a:lnTo>
                  <a:lnTo>
                    <a:pt x="185716" y="20676"/>
                  </a:lnTo>
                  <a:lnTo>
                    <a:pt x="181609" y="17310"/>
                  </a:lnTo>
                  <a:lnTo>
                    <a:pt x="177396" y="14076"/>
                  </a:lnTo>
                  <a:lnTo>
                    <a:pt x="173083" y="10978"/>
                  </a:lnTo>
                  <a:lnTo>
                    <a:pt x="168673" y="8018"/>
                  </a:lnTo>
                  <a:lnTo>
                    <a:pt x="164172" y="5200"/>
                  </a:lnTo>
                  <a:lnTo>
                    <a:pt x="159583" y="2526"/>
                  </a:lnTo>
                  <a:lnTo>
                    <a:pt x="154912" y="0"/>
                  </a:lnTo>
                  <a:lnTo>
                    <a:pt x="77725" y="1482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021039" y="1322571"/>
              <a:ext cx="77187" cy="167167"/>
            </a:xfrm>
            <a:custGeom>
              <a:avLst/>
              <a:pathLst>
                <a:path w="77187" h="167167">
                  <a:moveTo>
                    <a:pt x="77187" y="18886"/>
                  </a:moveTo>
                  <a:lnTo>
                    <a:pt x="72059" y="16328"/>
                  </a:lnTo>
                  <a:lnTo>
                    <a:pt x="66846" y="13947"/>
                  </a:lnTo>
                  <a:lnTo>
                    <a:pt x="61555" y="11746"/>
                  </a:lnTo>
                  <a:lnTo>
                    <a:pt x="56192" y="9727"/>
                  </a:lnTo>
                  <a:lnTo>
                    <a:pt x="50763" y="7893"/>
                  </a:lnTo>
                  <a:lnTo>
                    <a:pt x="45274" y="6247"/>
                  </a:lnTo>
                  <a:lnTo>
                    <a:pt x="39732" y="4790"/>
                  </a:lnTo>
                  <a:lnTo>
                    <a:pt x="34143" y="3523"/>
                  </a:lnTo>
                  <a:lnTo>
                    <a:pt x="28514" y="2449"/>
                  </a:lnTo>
                  <a:lnTo>
                    <a:pt x="22851" y="1569"/>
                  </a:lnTo>
                  <a:lnTo>
                    <a:pt x="17162" y="883"/>
                  </a:lnTo>
                  <a:lnTo>
                    <a:pt x="11452" y="392"/>
                  </a:lnTo>
                  <a:lnTo>
                    <a:pt x="5729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378097" y="1071028"/>
              <a:ext cx="167161" cy="269755"/>
            </a:xfrm>
            <a:custGeom>
              <a:avLst/>
              <a:pathLst>
                <a:path w="167161" h="269755">
                  <a:moveTo>
                    <a:pt x="167161" y="0"/>
                  </a:moveTo>
                  <a:lnTo>
                    <a:pt x="161832" y="84"/>
                  </a:lnTo>
                  <a:lnTo>
                    <a:pt x="156510" y="339"/>
                  </a:lnTo>
                  <a:lnTo>
                    <a:pt x="151198" y="763"/>
                  </a:lnTo>
                  <a:lnTo>
                    <a:pt x="145902" y="1357"/>
                  </a:lnTo>
                  <a:lnTo>
                    <a:pt x="140628" y="2119"/>
                  </a:lnTo>
                  <a:lnTo>
                    <a:pt x="135381" y="3048"/>
                  </a:lnTo>
                  <a:lnTo>
                    <a:pt x="130166" y="4144"/>
                  </a:lnTo>
                  <a:lnTo>
                    <a:pt x="124988" y="5406"/>
                  </a:lnTo>
                  <a:lnTo>
                    <a:pt x="119854" y="6833"/>
                  </a:lnTo>
                  <a:lnTo>
                    <a:pt x="114768" y="8422"/>
                  </a:lnTo>
                  <a:lnTo>
                    <a:pt x="109735" y="10173"/>
                  </a:lnTo>
                  <a:lnTo>
                    <a:pt x="104760" y="12083"/>
                  </a:lnTo>
                  <a:lnTo>
                    <a:pt x="99848" y="14150"/>
                  </a:lnTo>
                  <a:lnTo>
                    <a:pt x="95005" y="16374"/>
                  </a:lnTo>
                  <a:lnTo>
                    <a:pt x="90236" y="18750"/>
                  </a:lnTo>
                  <a:lnTo>
                    <a:pt x="85544" y="21277"/>
                  </a:lnTo>
                  <a:lnTo>
                    <a:pt x="80936" y="23953"/>
                  </a:lnTo>
                  <a:lnTo>
                    <a:pt x="76415" y="26774"/>
                  </a:lnTo>
                  <a:lnTo>
                    <a:pt x="71986" y="29738"/>
                  </a:lnTo>
                  <a:lnTo>
                    <a:pt x="67654" y="32841"/>
                  </a:lnTo>
                  <a:lnTo>
                    <a:pt x="63423" y="36081"/>
                  </a:lnTo>
                  <a:lnTo>
                    <a:pt x="59298" y="39454"/>
                  </a:lnTo>
                  <a:lnTo>
                    <a:pt x="55282" y="42957"/>
                  </a:lnTo>
                  <a:lnTo>
                    <a:pt x="51380" y="46586"/>
                  </a:lnTo>
                  <a:lnTo>
                    <a:pt x="47595" y="50337"/>
                  </a:lnTo>
                  <a:lnTo>
                    <a:pt x="43932" y="54208"/>
                  </a:lnTo>
                  <a:lnTo>
                    <a:pt x="40395" y="58193"/>
                  </a:lnTo>
                  <a:lnTo>
                    <a:pt x="36986" y="62289"/>
                  </a:lnTo>
                  <a:lnTo>
                    <a:pt x="33709" y="66491"/>
                  </a:lnTo>
                  <a:lnTo>
                    <a:pt x="30568" y="70796"/>
                  </a:lnTo>
                  <a:lnTo>
                    <a:pt x="27566" y="75198"/>
                  </a:lnTo>
                  <a:lnTo>
                    <a:pt x="24705" y="79694"/>
                  </a:lnTo>
                  <a:lnTo>
                    <a:pt x="21990" y="84279"/>
                  </a:lnTo>
                  <a:lnTo>
                    <a:pt x="19421" y="88949"/>
                  </a:lnTo>
                  <a:lnTo>
                    <a:pt x="17003" y="93697"/>
                  </a:lnTo>
                  <a:lnTo>
                    <a:pt x="14738" y="98521"/>
                  </a:lnTo>
                  <a:lnTo>
                    <a:pt x="12627" y="103414"/>
                  </a:lnTo>
                  <a:lnTo>
                    <a:pt x="10674" y="108372"/>
                  </a:lnTo>
                  <a:lnTo>
                    <a:pt x="8879" y="113389"/>
                  </a:lnTo>
                  <a:lnTo>
                    <a:pt x="7246" y="118462"/>
                  </a:lnTo>
                  <a:lnTo>
                    <a:pt x="5775" y="123583"/>
                  </a:lnTo>
                  <a:lnTo>
                    <a:pt x="4467" y="128749"/>
                  </a:lnTo>
                  <a:lnTo>
                    <a:pt x="3326" y="133954"/>
                  </a:lnTo>
                  <a:lnTo>
                    <a:pt x="2350" y="139193"/>
                  </a:lnTo>
                  <a:lnTo>
                    <a:pt x="1542" y="144461"/>
                  </a:lnTo>
                  <a:lnTo>
                    <a:pt x="903" y="149751"/>
                  </a:lnTo>
                  <a:lnTo>
                    <a:pt x="432" y="155059"/>
                  </a:lnTo>
                  <a:lnTo>
                    <a:pt x="131" y="160379"/>
                  </a:lnTo>
                  <a:lnTo>
                    <a:pt x="0" y="165707"/>
                  </a:lnTo>
                  <a:lnTo>
                    <a:pt x="38" y="171035"/>
                  </a:lnTo>
                  <a:lnTo>
                    <a:pt x="246" y="176360"/>
                  </a:lnTo>
                  <a:lnTo>
                    <a:pt x="624" y="181676"/>
                  </a:lnTo>
                  <a:lnTo>
                    <a:pt x="1171" y="186976"/>
                  </a:lnTo>
                  <a:lnTo>
                    <a:pt x="1887" y="192257"/>
                  </a:lnTo>
                  <a:lnTo>
                    <a:pt x="2770" y="197512"/>
                  </a:lnTo>
                  <a:lnTo>
                    <a:pt x="3821" y="202736"/>
                  </a:lnTo>
                  <a:lnTo>
                    <a:pt x="5038" y="207924"/>
                  </a:lnTo>
                  <a:lnTo>
                    <a:pt x="6419" y="213071"/>
                  </a:lnTo>
                  <a:lnTo>
                    <a:pt x="7964" y="218171"/>
                  </a:lnTo>
                  <a:lnTo>
                    <a:pt x="9671" y="223219"/>
                  </a:lnTo>
                  <a:lnTo>
                    <a:pt x="11537" y="228211"/>
                  </a:lnTo>
                  <a:lnTo>
                    <a:pt x="13562" y="233140"/>
                  </a:lnTo>
                  <a:lnTo>
                    <a:pt x="15743" y="238002"/>
                  </a:lnTo>
                  <a:lnTo>
                    <a:pt x="18077" y="242792"/>
                  </a:lnTo>
                  <a:lnTo>
                    <a:pt x="20564" y="247505"/>
                  </a:lnTo>
                  <a:lnTo>
                    <a:pt x="23199" y="252137"/>
                  </a:lnTo>
                  <a:lnTo>
                    <a:pt x="25980" y="256683"/>
                  </a:lnTo>
                  <a:lnTo>
                    <a:pt x="28905" y="261137"/>
                  </a:lnTo>
                  <a:lnTo>
                    <a:pt x="31970" y="265496"/>
                  </a:lnTo>
                  <a:lnTo>
                    <a:pt x="35173" y="269755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13271" y="1238196"/>
              <a:ext cx="131987" cy="102587"/>
            </a:xfrm>
            <a:custGeom>
              <a:avLst/>
              <a:pathLst>
                <a:path w="131987" h="102587">
                  <a:moveTo>
                    <a:pt x="0" y="102587"/>
                  </a:moveTo>
                  <a:lnTo>
                    <a:pt x="13198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13271" y="1238196"/>
              <a:ext cx="131987" cy="102587"/>
            </a:xfrm>
            <a:custGeom>
              <a:avLst/>
              <a:pathLst>
                <a:path w="131987" h="102587">
                  <a:moveTo>
                    <a:pt x="0" y="102587"/>
                  </a:moveTo>
                  <a:lnTo>
                    <a:pt x="13198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13271" y="1238196"/>
              <a:ext cx="131987" cy="102587"/>
            </a:xfrm>
            <a:custGeom>
              <a:avLst/>
              <a:pathLst>
                <a:path w="131987" h="102587">
                  <a:moveTo>
                    <a:pt x="0" y="102587"/>
                  </a:moveTo>
                  <a:lnTo>
                    <a:pt x="13198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13271" y="1238196"/>
              <a:ext cx="131987" cy="102587"/>
            </a:xfrm>
            <a:custGeom>
              <a:avLst/>
              <a:pathLst>
                <a:path w="131987" h="102587">
                  <a:moveTo>
                    <a:pt x="0" y="102587"/>
                  </a:moveTo>
                  <a:lnTo>
                    <a:pt x="13198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13271" y="1238196"/>
              <a:ext cx="131987" cy="102587"/>
            </a:xfrm>
            <a:custGeom>
              <a:avLst/>
              <a:pathLst>
                <a:path w="131987" h="102587">
                  <a:moveTo>
                    <a:pt x="0" y="102587"/>
                  </a:moveTo>
                  <a:lnTo>
                    <a:pt x="13198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13271" y="1238196"/>
              <a:ext cx="131987" cy="102587"/>
            </a:xfrm>
            <a:custGeom>
              <a:avLst/>
              <a:pathLst>
                <a:path w="131987" h="102587">
                  <a:moveTo>
                    <a:pt x="0" y="102587"/>
                  </a:moveTo>
                  <a:lnTo>
                    <a:pt x="13198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13271" y="1238196"/>
              <a:ext cx="131987" cy="102587"/>
            </a:xfrm>
            <a:custGeom>
              <a:avLst/>
              <a:pathLst>
                <a:path w="131987" h="102587">
                  <a:moveTo>
                    <a:pt x="0" y="102587"/>
                  </a:moveTo>
                  <a:lnTo>
                    <a:pt x="13198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13271" y="1238196"/>
              <a:ext cx="131987" cy="102587"/>
            </a:xfrm>
            <a:custGeom>
              <a:avLst/>
              <a:pathLst>
                <a:path w="131987" h="102587">
                  <a:moveTo>
                    <a:pt x="0" y="102587"/>
                  </a:moveTo>
                  <a:lnTo>
                    <a:pt x="13198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13271" y="1238196"/>
              <a:ext cx="131987" cy="102587"/>
            </a:xfrm>
            <a:custGeom>
              <a:avLst/>
              <a:pathLst>
                <a:path w="131987" h="102587">
                  <a:moveTo>
                    <a:pt x="0" y="102587"/>
                  </a:moveTo>
                  <a:lnTo>
                    <a:pt x="13198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13271" y="1238196"/>
              <a:ext cx="131987" cy="102587"/>
            </a:xfrm>
            <a:custGeom>
              <a:avLst/>
              <a:pathLst>
                <a:path w="131987" h="102587">
                  <a:moveTo>
                    <a:pt x="0" y="102587"/>
                  </a:moveTo>
                  <a:lnTo>
                    <a:pt x="13198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13271" y="1238196"/>
              <a:ext cx="131987" cy="102587"/>
            </a:xfrm>
            <a:custGeom>
              <a:avLst/>
              <a:pathLst>
                <a:path w="131987" h="102587">
                  <a:moveTo>
                    <a:pt x="0" y="102587"/>
                  </a:moveTo>
                  <a:lnTo>
                    <a:pt x="13198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13271" y="1238196"/>
              <a:ext cx="131987" cy="102587"/>
            </a:xfrm>
            <a:custGeom>
              <a:avLst/>
              <a:pathLst>
                <a:path w="131987" h="102587">
                  <a:moveTo>
                    <a:pt x="0" y="102587"/>
                  </a:moveTo>
                  <a:lnTo>
                    <a:pt x="13198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13271" y="1238196"/>
              <a:ext cx="131987" cy="102587"/>
            </a:xfrm>
            <a:custGeom>
              <a:avLst/>
              <a:pathLst>
                <a:path w="131987" h="102587">
                  <a:moveTo>
                    <a:pt x="0" y="102587"/>
                  </a:moveTo>
                  <a:lnTo>
                    <a:pt x="13198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13271" y="1238196"/>
              <a:ext cx="131987" cy="102587"/>
            </a:xfrm>
            <a:custGeom>
              <a:avLst/>
              <a:pathLst>
                <a:path w="131987" h="102587">
                  <a:moveTo>
                    <a:pt x="0" y="102587"/>
                  </a:moveTo>
                  <a:lnTo>
                    <a:pt x="13198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13271" y="1238196"/>
              <a:ext cx="131987" cy="102587"/>
            </a:xfrm>
            <a:custGeom>
              <a:avLst/>
              <a:pathLst>
                <a:path w="131987" h="102587">
                  <a:moveTo>
                    <a:pt x="0" y="102587"/>
                  </a:moveTo>
                  <a:lnTo>
                    <a:pt x="13198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13271" y="1238196"/>
              <a:ext cx="131987" cy="102587"/>
            </a:xfrm>
            <a:custGeom>
              <a:avLst/>
              <a:pathLst>
                <a:path w="131987" h="102587">
                  <a:moveTo>
                    <a:pt x="0" y="102587"/>
                  </a:moveTo>
                  <a:lnTo>
                    <a:pt x="13198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13271" y="1238196"/>
              <a:ext cx="131987" cy="102587"/>
            </a:xfrm>
            <a:custGeom>
              <a:avLst/>
              <a:pathLst>
                <a:path w="131987" h="102587">
                  <a:moveTo>
                    <a:pt x="0" y="102587"/>
                  </a:moveTo>
                  <a:lnTo>
                    <a:pt x="13198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13271" y="1238196"/>
              <a:ext cx="131987" cy="102587"/>
            </a:xfrm>
            <a:custGeom>
              <a:avLst/>
              <a:pathLst>
                <a:path w="131987" h="102587">
                  <a:moveTo>
                    <a:pt x="0" y="102587"/>
                  </a:moveTo>
                  <a:lnTo>
                    <a:pt x="13198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13271" y="1238196"/>
              <a:ext cx="131987" cy="102587"/>
            </a:xfrm>
            <a:custGeom>
              <a:avLst/>
              <a:pathLst>
                <a:path w="131987" h="102587">
                  <a:moveTo>
                    <a:pt x="0" y="102587"/>
                  </a:moveTo>
                  <a:lnTo>
                    <a:pt x="13198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13271" y="1238196"/>
              <a:ext cx="131987" cy="102587"/>
            </a:xfrm>
            <a:custGeom>
              <a:avLst/>
              <a:pathLst>
                <a:path w="131987" h="102587">
                  <a:moveTo>
                    <a:pt x="0" y="102587"/>
                  </a:moveTo>
                  <a:lnTo>
                    <a:pt x="13198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13271" y="1173036"/>
              <a:ext cx="299133" cy="232311"/>
            </a:xfrm>
            <a:custGeom>
              <a:avLst/>
              <a:pathLst>
                <a:path w="299133" h="232311">
                  <a:moveTo>
                    <a:pt x="0" y="167747"/>
                  </a:moveTo>
                  <a:lnTo>
                    <a:pt x="3351" y="171919"/>
                  </a:lnTo>
                  <a:lnTo>
                    <a:pt x="6834" y="175982"/>
                  </a:lnTo>
                  <a:lnTo>
                    <a:pt x="10445" y="179931"/>
                  </a:lnTo>
                  <a:lnTo>
                    <a:pt x="14181" y="183763"/>
                  </a:lnTo>
                  <a:lnTo>
                    <a:pt x="18038" y="187473"/>
                  </a:lnTo>
                  <a:lnTo>
                    <a:pt x="22012" y="191058"/>
                  </a:lnTo>
                  <a:lnTo>
                    <a:pt x="26098" y="194513"/>
                  </a:lnTo>
                  <a:lnTo>
                    <a:pt x="30293" y="197836"/>
                  </a:lnTo>
                  <a:lnTo>
                    <a:pt x="34591" y="201024"/>
                  </a:lnTo>
                  <a:lnTo>
                    <a:pt x="38990" y="204071"/>
                  </a:lnTo>
                  <a:lnTo>
                    <a:pt x="43484" y="206977"/>
                  </a:lnTo>
                  <a:lnTo>
                    <a:pt x="48069" y="209737"/>
                  </a:lnTo>
                  <a:lnTo>
                    <a:pt x="52740" y="212349"/>
                  </a:lnTo>
                  <a:lnTo>
                    <a:pt x="57492" y="214810"/>
                  </a:lnTo>
                  <a:lnTo>
                    <a:pt x="62320" y="217118"/>
                  </a:lnTo>
                  <a:lnTo>
                    <a:pt x="67220" y="219270"/>
                  </a:lnTo>
                  <a:lnTo>
                    <a:pt x="72186" y="221264"/>
                  </a:lnTo>
                  <a:lnTo>
                    <a:pt x="77213" y="223099"/>
                  </a:lnTo>
                  <a:lnTo>
                    <a:pt x="82297" y="224771"/>
                  </a:lnTo>
                  <a:lnTo>
                    <a:pt x="87431" y="226280"/>
                  </a:lnTo>
                  <a:lnTo>
                    <a:pt x="92611" y="227623"/>
                  </a:lnTo>
                  <a:lnTo>
                    <a:pt x="97832" y="228800"/>
                  </a:lnTo>
                  <a:lnTo>
                    <a:pt x="103087" y="229810"/>
                  </a:lnTo>
                  <a:lnTo>
                    <a:pt x="108372" y="230650"/>
                  </a:lnTo>
                  <a:lnTo>
                    <a:pt x="113681" y="231321"/>
                  </a:lnTo>
                  <a:lnTo>
                    <a:pt x="119009" y="231822"/>
                  </a:lnTo>
                  <a:lnTo>
                    <a:pt x="124351" y="232152"/>
                  </a:lnTo>
                  <a:lnTo>
                    <a:pt x="129700" y="232311"/>
                  </a:lnTo>
                  <a:lnTo>
                    <a:pt x="135051" y="232299"/>
                  </a:lnTo>
                  <a:lnTo>
                    <a:pt x="140400" y="232115"/>
                  </a:lnTo>
                  <a:lnTo>
                    <a:pt x="145739" y="231760"/>
                  </a:lnTo>
                  <a:lnTo>
                    <a:pt x="151065" y="231235"/>
                  </a:lnTo>
                  <a:lnTo>
                    <a:pt x="156371" y="230539"/>
                  </a:lnTo>
                  <a:lnTo>
                    <a:pt x="161652" y="229674"/>
                  </a:lnTo>
                  <a:lnTo>
                    <a:pt x="166903" y="228640"/>
                  </a:lnTo>
                  <a:lnTo>
                    <a:pt x="172118" y="227438"/>
                  </a:lnTo>
                  <a:lnTo>
                    <a:pt x="177292" y="226071"/>
                  </a:lnTo>
                  <a:lnTo>
                    <a:pt x="182419" y="224538"/>
                  </a:lnTo>
                  <a:lnTo>
                    <a:pt x="187495" y="222842"/>
                  </a:lnTo>
                  <a:lnTo>
                    <a:pt x="192513" y="220985"/>
                  </a:lnTo>
                  <a:lnTo>
                    <a:pt x="197470" y="218967"/>
                  </a:lnTo>
                  <a:lnTo>
                    <a:pt x="202360" y="216792"/>
                  </a:lnTo>
                  <a:lnTo>
                    <a:pt x="207177" y="214462"/>
                  </a:lnTo>
                  <a:lnTo>
                    <a:pt x="211918" y="211979"/>
                  </a:lnTo>
                  <a:lnTo>
                    <a:pt x="216576" y="209345"/>
                  </a:lnTo>
                  <a:lnTo>
                    <a:pt x="221148" y="206564"/>
                  </a:lnTo>
                  <a:lnTo>
                    <a:pt x="225629" y="203637"/>
                  </a:lnTo>
                  <a:lnTo>
                    <a:pt x="230013" y="200569"/>
                  </a:lnTo>
                  <a:lnTo>
                    <a:pt x="234297" y="197362"/>
                  </a:lnTo>
                  <a:lnTo>
                    <a:pt x="238476" y="194019"/>
                  </a:lnTo>
                  <a:lnTo>
                    <a:pt x="242546" y="190545"/>
                  </a:lnTo>
                  <a:lnTo>
                    <a:pt x="246503" y="186942"/>
                  </a:lnTo>
                  <a:lnTo>
                    <a:pt x="250343" y="183214"/>
                  </a:lnTo>
                  <a:lnTo>
                    <a:pt x="254061" y="179365"/>
                  </a:lnTo>
                  <a:lnTo>
                    <a:pt x="257654" y="175399"/>
                  </a:lnTo>
                  <a:lnTo>
                    <a:pt x="261118" y="171320"/>
                  </a:lnTo>
                  <a:lnTo>
                    <a:pt x="264450" y="167132"/>
                  </a:lnTo>
                  <a:lnTo>
                    <a:pt x="267646" y="162840"/>
                  </a:lnTo>
                  <a:lnTo>
                    <a:pt x="270703" y="158448"/>
                  </a:lnTo>
                  <a:lnTo>
                    <a:pt x="273618" y="153960"/>
                  </a:lnTo>
                  <a:lnTo>
                    <a:pt x="276388" y="149381"/>
                  </a:lnTo>
                  <a:lnTo>
                    <a:pt x="279010" y="144716"/>
                  </a:lnTo>
                  <a:lnTo>
                    <a:pt x="281481" y="139969"/>
                  </a:lnTo>
                  <a:lnTo>
                    <a:pt x="283799" y="135145"/>
                  </a:lnTo>
                  <a:lnTo>
                    <a:pt x="285961" y="130250"/>
                  </a:lnTo>
                  <a:lnTo>
                    <a:pt x="287966" y="125288"/>
                  </a:lnTo>
                  <a:lnTo>
                    <a:pt x="289811" y="120265"/>
                  </a:lnTo>
                  <a:lnTo>
                    <a:pt x="291494" y="115185"/>
                  </a:lnTo>
                  <a:lnTo>
                    <a:pt x="293013" y="110054"/>
                  </a:lnTo>
                  <a:lnTo>
                    <a:pt x="294368" y="104876"/>
                  </a:lnTo>
                  <a:lnTo>
                    <a:pt x="295556" y="99658"/>
                  </a:lnTo>
                  <a:lnTo>
                    <a:pt x="296576" y="94405"/>
                  </a:lnTo>
                  <a:lnTo>
                    <a:pt x="297428" y="89122"/>
                  </a:lnTo>
                  <a:lnTo>
                    <a:pt x="298110" y="83814"/>
                  </a:lnTo>
                  <a:lnTo>
                    <a:pt x="298622" y="78487"/>
                  </a:lnTo>
                  <a:lnTo>
                    <a:pt x="298963" y="73146"/>
                  </a:lnTo>
                  <a:lnTo>
                    <a:pt x="299133" y="67798"/>
                  </a:lnTo>
                  <a:lnTo>
                    <a:pt x="299132" y="62446"/>
                  </a:lnTo>
                  <a:lnTo>
                    <a:pt x="298960" y="57097"/>
                  </a:lnTo>
                  <a:lnTo>
                    <a:pt x="298616" y="51757"/>
                  </a:lnTo>
                  <a:lnTo>
                    <a:pt x="298102" y="46430"/>
                  </a:lnTo>
                  <a:lnTo>
                    <a:pt x="297417" y="41123"/>
                  </a:lnTo>
                  <a:lnTo>
                    <a:pt x="296563" y="35840"/>
                  </a:lnTo>
                  <a:lnTo>
                    <a:pt x="295540" y="30587"/>
                  </a:lnTo>
                  <a:lnTo>
                    <a:pt x="294350" y="25370"/>
                  </a:lnTo>
                  <a:lnTo>
                    <a:pt x="292993" y="20193"/>
                  </a:lnTo>
                  <a:lnTo>
                    <a:pt x="291471" y="15062"/>
                  </a:lnTo>
                  <a:lnTo>
                    <a:pt x="289786" y="9983"/>
                  </a:lnTo>
                  <a:lnTo>
                    <a:pt x="287939" y="4960"/>
                  </a:lnTo>
                  <a:lnTo>
                    <a:pt x="285932" y="0"/>
                  </a:lnTo>
                  <a:lnTo>
                    <a:pt x="131987" y="65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45258" y="1071028"/>
              <a:ext cx="153945" cy="167167"/>
            </a:xfrm>
            <a:custGeom>
              <a:avLst/>
              <a:pathLst>
                <a:path w="153945" h="167167">
                  <a:moveTo>
                    <a:pt x="153945" y="102007"/>
                  </a:moveTo>
                  <a:lnTo>
                    <a:pt x="151745" y="97038"/>
                  </a:lnTo>
                  <a:lnTo>
                    <a:pt x="149386" y="92142"/>
                  </a:lnTo>
                  <a:lnTo>
                    <a:pt x="146868" y="87326"/>
                  </a:lnTo>
                  <a:lnTo>
                    <a:pt x="144195" y="82594"/>
                  </a:lnTo>
                  <a:lnTo>
                    <a:pt x="141370" y="77952"/>
                  </a:lnTo>
                  <a:lnTo>
                    <a:pt x="138395" y="73404"/>
                  </a:lnTo>
                  <a:lnTo>
                    <a:pt x="135274" y="68954"/>
                  </a:lnTo>
                  <a:lnTo>
                    <a:pt x="132010" y="64609"/>
                  </a:lnTo>
                  <a:lnTo>
                    <a:pt x="128607" y="60372"/>
                  </a:lnTo>
                  <a:lnTo>
                    <a:pt x="125068" y="56248"/>
                  </a:lnTo>
                  <a:lnTo>
                    <a:pt x="121396" y="52242"/>
                  </a:lnTo>
                  <a:lnTo>
                    <a:pt x="117596" y="48356"/>
                  </a:lnTo>
                  <a:lnTo>
                    <a:pt x="113672" y="44597"/>
                  </a:lnTo>
                  <a:lnTo>
                    <a:pt x="109628" y="40966"/>
                  </a:lnTo>
                  <a:lnTo>
                    <a:pt x="105468" y="37470"/>
                  </a:lnTo>
                  <a:lnTo>
                    <a:pt x="101196" y="34110"/>
                  </a:lnTo>
                  <a:lnTo>
                    <a:pt x="96818" y="30891"/>
                  </a:lnTo>
                  <a:lnTo>
                    <a:pt x="92337" y="27816"/>
                  </a:lnTo>
                  <a:lnTo>
                    <a:pt x="87758" y="24888"/>
                  </a:lnTo>
                  <a:lnTo>
                    <a:pt x="83087" y="22110"/>
                  </a:lnTo>
                  <a:lnTo>
                    <a:pt x="78328" y="19486"/>
                  </a:lnTo>
                  <a:lnTo>
                    <a:pt x="73486" y="17018"/>
                  </a:lnTo>
                  <a:lnTo>
                    <a:pt x="68567" y="14709"/>
                  </a:lnTo>
                  <a:lnTo>
                    <a:pt x="63575" y="12561"/>
                  </a:lnTo>
                  <a:lnTo>
                    <a:pt x="58516" y="10576"/>
                  </a:lnTo>
                  <a:lnTo>
                    <a:pt x="53395" y="8756"/>
                  </a:lnTo>
                  <a:lnTo>
                    <a:pt x="48218" y="7105"/>
                  </a:lnTo>
                  <a:lnTo>
                    <a:pt x="42989" y="5622"/>
                  </a:lnTo>
                  <a:lnTo>
                    <a:pt x="37715" y="4310"/>
                  </a:lnTo>
                  <a:lnTo>
                    <a:pt x="32402" y="3170"/>
                  </a:lnTo>
                  <a:lnTo>
                    <a:pt x="27054" y="2203"/>
                  </a:lnTo>
                  <a:lnTo>
                    <a:pt x="21677" y="1411"/>
                  </a:lnTo>
                  <a:lnTo>
                    <a:pt x="16278" y="794"/>
                  </a:lnTo>
                  <a:lnTo>
                    <a:pt x="10861" y="353"/>
                  </a:lnTo>
                  <a:lnTo>
                    <a:pt x="5433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36796" y="941493"/>
              <a:ext cx="86747" cy="167167"/>
            </a:xfrm>
            <a:custGeom>
              <a:avLst/>
              <a:pathLst>
                <a:path w="86747" h="167167">
                  <a:moveTo>
                    <a:pt x="86747" y="0"/>
                  </a:moveTo>
                  <a:lnTo>
                    <a:pt x="81048" y="97"/>
                  </a:lnTo>
                  <a:lnTo>
                    <a:pt x="75355" y="388"/>
                  </a:lnTo>
                  <a:lnTo>
                    <a:pt x="69676" y="873"/>
                  </a:lnTo>
                  <a:lnTo>
                    <a:pt x="64016" y="1552"/>
                  </a:lnTo>
                  <a:lnTo>
                    <a:pt x="58383" y="2423"/>
                  </a:lnTo>
                  <a:lnTo>
                    <a:pt x="52783" y="3486"/>
                  </a:lnTo>
                  <a:lnTo>
                    <a:pt x="47222" y="4739"/>
                  </a:lnTo>
                  <a:lnTo>
                    <a:pt x="41708" y="6181"/>
                  </a:lnTo>
                  <a:lnTo>
                    <a:pt x="36245" y="7810"/>
                  </a:lnTo>
                  <a:lnTo>
                    <a:pt x="30842" y="9625"/>
                  </a:lnTo>
                  <a:lnTo>
                    <a:pt x="25503" y="11622"/>
                  </a:lnTo>
                  <a:lnTo>
                    <a:pt x="20236" y="13801"/>
                  </a:lnTo>
                  <a:lnTo>
                    <a:pt x="15046" y="16157"/>
                  </a:lnTo>
                  <a:lnTo>
                    <a:pt x="9939" y="18690"/>
                  </a:lnTo>
                  <a:lnTo>
                    <a:pt x="4922" y="21395"/>
                  </a:lnTo>
                  <a:lnTo>
                    <a:pt x="0" y="24269"/>
                  </a:lnTo>
                  <a:lnTo>
                    <a:pt x="867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856382" y="946346"/>
              <a:ext cx="334326" cy="329474"/>
            </a:xfrm>
            <a:custGeom>
              <a:avLst/>
              <a:pathLst>
                <a:path w="334326" h="329474">
                  <a:moveTo>
                    <a:pt x="80413" y="19416"/>
                  </a:moveTo>
                  <a:lnTo>
                    <a:pt x="75918" y="22244"/>
                  </a:lnTo>
                  <a:lnTo>
                    <a:pt x="71515" y="25212"/>
                  </a:lnTo>
                  <a:lnTo>
                    <a:pt x="67208" y="28320"/>
                  </a:lnTo>
                  <a:lnTo>
                    <a:pt x="63003" y="31562"/>
                  </a:lnTo>
                  <a:lnTo>
                    <a:pt x="58902" y="34937"/>
                  </a:lnTo>
                  <a:lnTo>
                    <a:pt x="54911" y="38440"/>
                  </a:lnTo>
                  <a:lnTo>
                    <a:pt x="51033" y="42068"/>
                  </a:lnTo>
                  <a:lnTo>
                    <a:pt x="47272" y="45817"/>
                  </a:lnTo>
                  <a:lnTo>
                    <a:pt x="43632" y="49684"/>
                  </a:lnTo>
                  <a:lnTo>
                    <a:pt x="40117" y="53664"/>
                  </a:lnTo>
                  <a:lnTo>
                    <a:pt x="36730" y="57755"/>
                  </a:lnTo>
                  <a:lnTo>
                    <a:pt x="33474" y="61950"/>
                  </a:lnTo>
                  <a:lnTo>
                    <a:pt x="30354" y="66247"/>
                  </a:lnTo>
                  <a:lnTo>
                    <a:pt x="27371" y="70641"/>
                  </a:lnTo>
                  <a:lnTo>
                    <a:pt x="24530" y="75128"/>
                  </a:lnTo>
                  <a:lnTo>
                    <a:pt x="21833" y="79702"/>
                  </a:lnTo>
                  <a:lnTo>
                    <a:pt x="19282" y="84360"/>
                  </a:lnTo>
                  <a:lnTo>
                    <a:pt x="16880" y="89097"/>
                  </a:lnTo>
                  <a:lnTo>
                    <a:pt x="14631" y="93907"/>
                  </a:lnTo>
                  <a:lnTo>
                    <a:pt x="12535" y="98786"/>
                  </a:lnTo>
                  <a:lnTo>
                    <a:pt x="10595" y="103730"/>
                  </a:lnTo>
                  <a:lnTo>
                    <a:pt x="8813" y="108733"/>
                  </a:lnTo>
                  <a:lnTo>
                    <a:pt x="7191" y="113789"/>
                  </a:lnTo>
                  <a:lnTo>
                    <a:pt x="5730" y="118895"/>
                  </a:lnTo>
                  <a:lnTo>
                    <a:pt x="4433" y="124045"/>
                  </a:lnTo>
                  <a:lnTo>
                    <a:pt x="3299" y="129233"/>
                  </a:lnTo>
                  <a:lnTo>
                    <a:pt x="2331" y="134454"/>
                  </a:lnTo>
                  <a:lnTo>
                    <a:pt x="1529" y="139704"/>
                  </a:lnTo>
                  <a:lnTo>
                    <a:pt x="895" y="144977"/>
                  </a:lnTo>
                  <a:lnTo>
                    <a:pt x="428" y="150266"/>
                  </a:lnTo>
                  <a:lnTo>
                    <a:pt x="129" y="155569"/>
                  </a:lnTo>
                  <a:lnTo>
                    <a:pt x="0" y="160878"/>
                  </a:lnTo>
                  <a:lnTo>
                    <a:pt x="38" y="166188"/>
                  </a:lnTo>
                  <a:lnTo>
                    <a:pt x="246" y="171494"/>
                  </a:lnTo>
                  <a:lnTo>
                    <a:pt x="621" y="176792"/>
                  </a:lnTo>
                  <a:lnTo>
                    <a:pt x="1165" y="182074"/>
                  </a:lnTo>
                  <a:lnTo>
                    <a:pt x="1877" y="187337"/>
                  </a:lnTo>
                  <a:lnTo>
                    <a:pt x="2755" y="192574"/>
                  </a:lnTo>
                  <a:lnTo>
                    <a:pt x="3799" y="197781"/>
                  </a:lnTo>
                  <a:lnTo>
                    <a:pt x="5008" y="202952"/>
                  </a:lnTo>
                  <a:lnTo>
                    <a:pt x="6381" y="208082"/>
                  </a:lnTo>
                  <a:lnTo>
                    <a:pt x="7916" y="213166"/>
                  </a:lnTo>
                  <a:lnTo>
                    <a:pt x="9611" y="218199"/>
                  </a:lnTo>
                  <a:lnTo>
                    <a:pt x="11466" y="223175"/>
                  </a:lnTo>
                  <a:lnTo>
                    <a:pt x="13478" y="228090"/>
                  </a:lnTo>
                  <a:lnTo>
                    <a:pt x="15644" y="232938"/>
                  </a:lnTo>
                  <a:lnTo>
                    <a:pt x="17964" y="237715"/>
                  </a:lnTo>
                  <a:lnTo>
                    <a:pt x="20434" y="242416"/>
                  </a:lnTo>
                  <a:lnTo>
                    <a:pt x="23053" y="247036"/>
                  </a:lnTo>
                  <a:lnTo>
                    <a:pt x="25817" y="251571"/>
                  </a:lnTo>
                  <a:lnTo>
                    <a:pt x="28723" y="256015"/>
                  </a:lnTo>
                  <a:lnTo>
                    <a:pt x="31769" y="260365"/>
                  </a:lnTo>
                  <a:lnTo>
                    <a:pt x="34952" y="264616"/>
                  </a:lnTo>
                  <a:lnTo>
                    <a:pt x="38268" y="268764"/>
                  </a:lnTo>
                  <a:lnTo>
                    <a:pt x="41715" y="272805"/>
                  </a:lnTo>
                  <a:lnTo>
                    <a:pt x="45287" y="276734"/>
                  </a:lnTo>
                  <a:lnTo>
                    <a:pt x="48983" y="280547"/>
                  </a:lnTo>
                  <a:lnTo>
                    <a:pt x="52799" y="284241"/>
                  </a:lnTo>
                  <a:lnTo>
                    <a:pt x="56729" y="287812"/>
                  </a:lnTo>
                  <a:lnTo>
                    <a:pt x="60771" y="291256"/>
                  </a:lnTo>
                  <a:lnTo>
                    <a:pt x="64920" y="294571"/>
                  </a:lnTo>
                  <a:lnTo>
                    <a:pt x="69173" y="297752"/>
                  </a:lnTo>
                  <a:lnTo>
                    <a:pt x="73524" y="300796"/>
                  </a:lnTo>
                  <a:lnTo>
                    <a:pt x="77970" y="303700"/>
                  </a:lnTo>
                  <a:lnTo>
                    <a:pt x="82506" y="306462"/>
                  </a:lnTo>
                  <a:lnTo>
                    <a:pt x="87128" y="309078"/>
                  </a:lnTo>
                  <a:lnTo>
                    <a:pt x="91830" y="311546"/>
                  </a:lnTo>
                  <a:lnTo>
                    <a:pt x="96608" y="313863"/>
                  </a:lnTo>
                  <a:lnTo>
                    <a:pt x="101457" y="316028"/>
                  </a:lnTo>
                  <a:lnTo>
                    <a:pt x="106373" y="318037"/>
                  </a:lnTo>
                  <a:lnTo>
                    <a:pt x="111350" y="319890"/>
                  </a:lnTo>
                  <a:lnTo>
                    <a:pt x="116383" y="321583"/>
                  </a:lnTo>
                  <a:lnTo>
                    <a:pt x="121468" y="323115"/>
                  </a:lnTo>
                  <a:lnTo>
                    <a:pt x="126599" y="324486"/>
                  </a:lnTo>
                  <a:lnTo>
                    <a:pt x="131770" y="325692"/>
                  </a:lnTo>
                  <a:lnTo>
                    <a:pt x="136978" y="326734"/>
                  </a:lnTo>
                  <a:lnTo>
                    <a:pt x="142216" y="327610"/>
                  </a:lnTo>
                  <a:lnTo>
                    <a:pt x="147479" y="328319"/>
                  </a:lnTo>
                  <a:lnTo>
                    <a:pt x="152761" y="328860"/>
                  </a:lnTo>
                  <a:lnTo>
                    <a:pt x="158059" y="329233"/>
                  </a:lnTo>
                  <a:lnTo>
                    <a:pt x="163365" y="329438"/>
                  </a:lnTo>
                  <a:lnTo>
                    <a:pt x="168676" y="329474"/>
                  </a:lnTo>
                  <a:lnTo>
                    <a:pt x="173985" y="329342"/>
                  </a:lnTo>
                  <a:lnTo>
                    <a:pt x="179287" y="329041"/>
                  </a:lnTo>
                  <a:lnTo>
                    <a:pt x="184576" y="328572"/>
                  </a:lnTo>
                  <a:lnTo>
                    <a:pt x="189849" y="327935"/>
                  </a:lnTo>
                  <a:lnTo>
                    <a:pt x="195098" y="327130"/>
                  </a:lnTo>
                  <a:lnTo>
                    <a:pt x="200319" y="326160"/>
                  </a:lnTo>
                  <a:lnTo>
                    <a:pt x="205507" y="325024"/>
                  </a:lnTo>
                  <a:lnTo>
                    <a:pt x="210655" y="323724"/>
                  </a:lnTo>
                  <a:lnTo>
                    <a:pt x="215760" y="322261"/>
                  </a:lnTo>
                  <a:lnTo>
                    <a:pt x="220816" y="320636"/>
                  </a:lnTo>
                  <a:lnTo>
                    <a:pt x="225818" y="318852"/>
                  </a:lnTo>
                  <a:lnTo>
                    <a:pt x="230761" y="316910"/>
                  </a:lnTo>
                  <a:lnTo>
                    <a:pt x="235639" y="314812"/>
                  </a:lnTo>
                  <a:lnTo>
                    <a:pt x="240449" y="312560"/>
                  </a:lnTo>
                  <a:lnTo>
                    <a:pt x="245184" y="310156"/>
                  </a:lnTo>
                  <a:lnTo>
                    <a:pt x="249841" y="307603"/>
                  </a:lnTo>
                  <a:lnTo>
                    <a:pt x="254414" y="304904"/>
                  </a:lnTo>
                  <a:lnTo>
                    <a:pt x="258899" y="302060"/>
                  </a:lnTo>
                  <a:lnTo>
                    <a:pt x="263292" y="299076"/>
                  </a:lnTo>
                  <a:lnTo>
                    <a:pt x="267587" y="295953"/>
                  </a:lnTo>
                  <a:lnTo>
                    <a:pt x="271781" y="292696"/>
                  </a:lnTo>
                  <a:lnTo>
                    <a:pt x="275870" y="289307"/>
                  </a:lnTo>
                  <a:lnTo>
                    <a:pt x="279849" y="285790"/>
                  </a:lnTo>
                  <a:lnTo>
                    <a:pt x="283714" y="282148"/>
                  </a:lnTo>
                  <a:lnTo>
                    <a:pt x="287462" y="278386"/>
                  </a:lnTo>
                  <a:lnTo>
                    <a:pt x="291088" y="274506"/>
                  </a:lnTo>
                  <a:lnTo>
                    <a:pt x="294589" y="270513"/>
                  </a:lnTo>
                  <a:lnTo>
                    <a:pt x="297961" y="266411"/>
                  </a:lnTo>
                  <a:lnTo>
                    <a:pt x="301202" y="262203"/>
                  </a:lnTo>
                  <a:lnTo>
                    <a:pt x="304307" y="257895"/>
                  </a:lnTo>
                  <a:lnTo>
                    <a:pt x="307274" y="253491"/>
                  </a:lnTo>
                  <a:lnTo>
                    <a:pt x="310099" y="248994"/>
                  </a:lnTo>
                  <a:lnTo>
                    <a:pt x="312781" y="244410"/>
                  </a:lnTo>
                  <a:lnTo>
                    <a:pt x="315315" y="239743"/>
                  </a:lnTo>
                  <a:lnTo>
                    <a:pt x="317700" y="234998"/>
                  </a:lnTo>
                  <a:lnTo>
                    <a:pt x="319932" y="230180"/>
                  </a:lnTo>
                  <a:lnTo>
                    <a:pt x="322011" y="225293"/>
                  </a:lnTo>
                  <a:lnTo>
                    <a:pt x="323933" y="220343"/>
                  </a:lnTo>
                  <a:lnTo>
                    <a:pt x="325697" y="215334"/>
                  </a:lnTo>
                  <a:lnTo>
                    <a:pt x="327301" y="210271"/>
                  </a:lnTo>
                  <a:lnTo>
                    <a:pt x="328744" y="205161"/>
                  </a:lnTo>
                  <a:lnTo>
                    <a:pt x="330023" y="200007"/>
                  </a:lnTo>
                  <a:lnTo>
                    <a:pt x="331138" y="194814"/>
                  </a:lnTo>
                  <a:lnTo>
                    <a:pt x="332088" y="189589"/>
                  </a:lnTo>
                  <a:lnTo>
                    <a:pt x="332871" y="184337"/>
                  </a:lnTo>
                  <a:lnTo>
                    <a:pt x="333487" y="179062"/>
                  </a:lnTo>
                  <a:lnTo>
                    <a:pt x="333935" y="173771"/>
                  </a:lnTo>
                  <a:lnTo>
                    <a:pt x="334215" y="168468"/>
                  </a:lnTo>
                  <a:lnTo>
                    <a:pt x="334326" y="163158"/>
                  </a:lnTo>
                  <a:lnTo>
                    <a:pt x="334269" y="157848"/>
                  </a:lnTo>
                  <a:lnTo>
                    <a:pt x="334042" y="152542"/>
                  </a:lnTo>
                  <a:lnTo>
                    <a:pt x="333648" y="147246"/>
                  </a:lnTo>
                  <a:lnTo>
                    <a:pt x="333085" y="141966"/>
                  </a:lnTo>
                  <a:lnTo>
                    <a:pt x="332355" y="136706"/>
                  </a:lnTo>
                  <a:lnTo>
                    <a:pt x="331458" y="131471"/>
                  </a:lnTo>
                  <a:lnTo>
                    <a:pt x="330396" y="126268"/>
                  </a:lnTo>
                  <a:lnTo>
                    <a:pt x="329168" y="121102"/>
                  </a:lnTo>
                  <a:lnTo>
                    <a:pt x="327778" y="115976"/>
                  </a:lnTo>
                  <a:lnTo>
                    <a:pt x="326225" y="110898"/>
                  </a:lnTo>
                  <a:lnTo>
                    <a:pt x="324511" y="105871"/>
                  </a:lnTo>
                  <a:lnTo>
                    <a:pt x="322639" y="100902"/>
                  </a:lnTo>
                  <a:lnTo>
                    <a:pt x="320610" y="95994"/>
                  </a:lnTo>
                  <a:lnTo>
                    <a:pt x="318426" y="91154"/>
                  </a:lnTo>
                  <a:lnTo>
                    <a:pt x="316089" y="86385"/>
                  </a:lnTo>
                  <a:lnTo>
                    <a:pt x="313602" y="81693"/>
                  </a:lnTo>
                  <a:lnTo>
                    <a:pt x="310968" y="77082"/>
                  </a:lnTo>
                  <a:lnTo>
                    <a:pt x="308188" y="72557"/>
                  </a:lnTo>
                  <a:lnTo>
                    <a:pt x="305266" y="68123"/>
                  </a:lnTo>
                  <a:lnTo>
                    <a:pt x="302204" y="63784"/>
                  </a:lnTo>
                  <a:lnTo>
                    <a:pt x="299006" y="59544"/>
                  </a:lnTo>
                  <a:lnTo>
                    <a:pt x="295675" y="55408"/>
                  </a:lnTo>
                  <a:lnTo>
                    <a:pt x="292215" y="51380"/>
                  </a:lnTo>
                  <a:lnTo>
                    <a:pt x="288628" y="47463"/>
                  </a:lnTo>
                  <a:lnTo>
                    <a:pt x="284919" y="43663"/>
                  </a:lnTo>
                  <a:lnTo>
                    <a:pt x="281090" y="39982"/>
                  </a:lnTo>
                  <a:lnTo>
                    <a:pt x="277147" y="36425"/>
                  </a:lnTo>
                  <a:lnTo>
                    <a:pt x="273093" y="32995"/>
                  </a:lnTo>
                  <a:lnTo>
                    <a:pt x="268932" y="29696"/>
                  </a:lnTo>
                  <a:lnTo>
                    <a:pt x="264668" y="26530"/>
                  </a:lnTo>
                  <a:lnTo>
                    <a:pt x="260306" y="23501"/>
                  </a:lnTo>
                  <a:lnTo>
                    <a:pt x="255850" y="20613"/>
                  </a:lnTo>
                  <a:lnTo>
                    <a:pt x="251304" y="17867"/>
                  </a:lnTo>
                  <a:lnTo>
                    <a:pt x="246674" y="15267"/>
                  </a:lnTo>
                  <a:lnTo>
                    <a:pt x="241963" y="12816"/>
                  </a:lnTo>
                  <a:lnTo>
                    <a:pt x="237176" y="10515"/>
                  </a:lnTo>
                  <a:lnTo>
                    <a:pt x="232319" y="8368"/>
                  </a:lnTo>
                  <a:lnTo>
                    <a:pt x="227397" y="6376"/>
                  </a:lnTo>
                  <a:lnTo>
                    <a:pt x="222413" y="4541"/>
                  </a:lnTo>
                  <a:lnTo>
                    <a:pt x="217374" y="2866"/>
                  </a:lnTo>
                  <a:lnTo>
                    <a:pt x="212284" y="1352"/>
                  </a:lnTo>
                  <a:lnTo>
                    <a:pt x="207148" y="0"/>
                  </a:lnTo>
                  <a:lnTo>
                    <a:pt x="167161" y="1623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023544" y="941493"/>
              <a:ext cx="39987" cy="167167"/>
            </a:xfrm>
            <a:custGeom>
              <a:avLst/>
              <a:pathLst>
                <a:path w="39987" h="167167">
                  <a:moveTo>
                    <a:pt x="39987" y="4853"/>
                  </a:moveTo>
                  <a:lnTo>
                    <a:pt x="33422" y="3375"/>
                  </a:lnTo>
                  <a:lnTo>
                    <a:pt x="26803" y="2162"/>
                  </a:lnTo>
                  <a:lnTo>
                    <a:pt x="20140" y="1217"/>
                  </a:lnTo>
                  <a:lnTo>
                    <a:pt x="13445" y="541"/>
                  </a:lnTo>
                  <a:lnTo>
                    <a:pt x="6727" y="13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51865" y="941493"/>
              <a:ext cx="34349" cy="167167"/>
            </a:xfrm>
            <a:custGeom>
              <a:avLst/>
              <a:pathLst>
                <a:path w="34349" h="167167">
                  <a:moveTo>
                    <a:pt x="34349" y="0"/>
                  </a:moveTo>
                  <a:lnTo>
                    <a:pt x="27432" y="143"/>
                  </a:lnTo>
                  <a:lnTo>
                    <a:pt x="20527" y="572"/>
                  </a:lnTo>
                  <a:lnTo>
                    <a:pt x="13645" y="1287"/>
                  </a:lnTo>
                  <a:lnTo>
                    <a:pt x="6799" y="2285"/>
                  </a:lnTo>
                  <a:lnTo>
                    <a:pt x="0" y="3567"/>
                  </a:lnTo>
                  <a:lnTo>
                    <a:pt x="343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51865" y="945060"/>
              <a:ext cx="34349" cy="163600"/>
            </a:xfrm>
            <a:custGeom>
              <a:avLst/>
              <a:pathLst>
                <a:path w="34349" h="163600">
                  <a:moveTo>
                    <a:pt x="0" y="0"/>
                  </a:moveTo>
                  <a:lnTo>
                    <a:pt x="34349" y="1636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51865" y="945060"/>
              <a:ext cx="34349" cy="163600"/>
            </a:xfrm>
            <a:custGeom>
              <a:avLst/>
              <a:pathLst>
                <a:path w="34349" h="163600">
                  <a:moveTo>
                    <a:pt x="0" y="0"/>
                  </a:moveTo>
                  <a:lnTo>
                    <a:pt x="34349" y="1636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51865" y="945060"/>
              <a:ext cx="34349" cy="163600"/>
            </a:xfrm>
            <a:custGeom>
              <a:avLst/>
              <a:pathLst>
                <a:path w="34349" h="163600">
                  <a:moveTo>
                    <a:pt x="0" y="0"/>
                  </a:moveTo>
                  <a:lnTo>
                    <a:pt x="34349" y="1636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51865" y="945060"/>
              <a:ext cx="34349" cy="163600"/>
            </a:xfrm>
            <a:custGeom>
              <a:avLst/>
              <a:pathLst>
                <a:path w="34349" h="163600">
                  <a:moveTo>
                    <a:pt x="0" y="0"/>
                  </a:moveTo>
                  <a:lnTo>
                    <a:pt x="34349" y="1636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51865" y="945060"/>
              <a:ext cx="34349" cy="163600"/>
            </a:xfrm>
            <a:custGeom>
              <a:avLst/>
              <a:pathLst>
                <a:path w="34349" h="163600">
                  <a:moveTo>
                    <a:pt x="0" y="0"/>
                  </a:moveTo>
                  <a:lnTo>
                    <a:pt x="34349" y="1636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51865" y="945060"/>
              <a:ext cx="34349" cy="163600"/>
            </a:xfrm>
            <a:custGeom>
              <a:avLst/>
              <a:pathLst>
                <a:path w="34349" h="163600">
                  <a:moveTo>
                    <a:pt x="0" y="0"/>
                  </a:moveTo>
                  <a:lnTo>
                    <a:pt x="34349" y="1636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51865" y="945060"/>
              <a:ext cx="34349" cy="163600"/>
            </a:xfrm>
            <a:custGeom>
              <a:avLst/>
              <a:pathLst>
                <a:path w="34349" h="163600">
                  <a:moveTo>
                    <a:pt x="0" y="0"/>
                  </a:moveTo>
                  <a:lnTo>
                    <a:pt x="34349" y="1636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51865" y="945060"/>
              <a:ext cx="34349" cy="163600"/>
            </a:xfrm>
            <a:custGeom>
              <a:avLst/>
              <a:pathLst>
                <a:path w="34349" h="163600">
                  <a:moveTo>
                    <a:pt x="0" y="0"/>
                  </a:moveTo>
                  <a:lnTo>
                    <a:pt x="34349" y="1636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51865" y="945060"/>
              <a:ext cx="34349" cy="163600"/>
            </a:xfrm>
            <a:custGeom>
              <a:avLst/>
              <a:pathLst>
                <a:path w="34349" h="163600">
                  <a:moveTo>
                    <a:pt x="0" y="0"/>
                  </a:moveTo>
                  <a:lnTo>
                    <a:pt x="34349" y="1636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51865" y="945060"/>
              <a:ext cx="34349" cy="163600"/>
            </a:xfrm>
            <a:custGeom>
              <a:avLst/>
              <a:pathLst>
                <a:path w="34349" h="163600">
                  <a:moveTo>
                    <a:pt x="0" y="0"/>
                  </a:moveTo>
                  <a:lnTo>
                    <a:pt x="34349" y="1636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51865" y="945060"/>
              <a:ext cx="34349" cy="163600"/>
            </a:xfrm>
            <a:custGeom>
              <a:avLst/>
              <a:pathLst>
                <a:path w="34349" h="163600">
                  <a:moveTo>
                    <a:pt x="0" y="0"/>
                  </a:moveTo>
                  <a:lnTo>
                    <a:pt x="34349" y="1636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51865" y="945060"/>
              <a:ext cx="34349" cy="163600"/>
            </a:xfrm>
            <a:custGeom>
              <a:avLst/>
              <a:pathLst>
                <a:path w="34349" h="163600">
                  <a:moveTo>
                    <a:pt x="0" y="0"/>
                  </a:moveTo>
                  <a:lnTo>
                    <a:pt x="34349" y="1636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51865" y="945060"/>
              <a:ext cx="34349" cy="163600"/>
            </a:xfrm>
            <a:custGeom>
              <a:avLst/>
              <a:pathLst>
                <a:path w="34349" h="163600">
                  <a:moveTo>
                    <a:pt x="0" y="0"/>
                  </a:moveTo>
                  <a:lnTo>
                    <a:pt x="34349" y="163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51865" y="945060"/>
              <a:ext cx="34349" cy="163600"/>
            </a:xfrm>
            <a:custGeom>
              <a:avLst/>
              <a:pathLst>
                <a:path w="34349" h="163600">
                  <a:moveTo>
                    <a:pt x="0" y="0"/>
                  </a:moveTo>
                  <a:lnTo>
                    <a:pt x="34349" y="163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51865" y="945060"/>
              <a:ext cx="34349" cy="163600"/>
            </a:xfrm>
            <a:custGeom>
              <a:avLst/>
              <a:pathLst>
                <a:path w="34349" h="163600">
                  <a:moveTo>
                    <a:pt x="0" y="0"/>
                  </a:moveTo>
                  <a:lnTo>
                    <a:pt x="34349" y="163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51865" y="945060"/>
              <a:ext cx="34349" cy="163600"/>
            </a:xfrm>
            <a:custGeom>
              <a:avLst/>
              <a:pathLst>
                <a:path w="34349" h="163600">
                  <a:moveTo>
                    <a:pt x="0" y="0"/>
                  </a:moveTo>
                  <a:lnTo>
                    <a:pt x="34349" y="163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51865" y="945060"/>
              <a:ext cx="34349" cy="163600"/>
            </a:xfrm>
            <a:custGeom>
              <a:avLst/>
              <a:pathLst>
                <a:path w="34349" h="163600">
                  <a:moveTo>
                    <a:pt x="0" y="0"/>
                  </a:moveTo>
                  <a:lnTo>
                    <a:pt x="34349" y="1636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51865" y="945060"/>
              <a:ext cx="34349" cy="163600"/>
            </a:xfrm>
            <a:custGeom>
              <a:avLst/>
              <a:pathLst>
                <a:path w="34349" h="163600">
                  <a:moveTo>
                    <a:pt x="0" y="0"/>
                  </a:moveTo>
                  <a:lnTo>
                    <a:pt x="34349" y="1636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065" y="945060"/>
              <a:ext cx="174884" cy="330750"/>
            </a:xfrm>
            <a:custGeom>
              <a:avLst/>
              <a:pathLst>
                <a:path w="174884" h="330750">
                  <a:moveTo>
                    <a:pt x="132800" y="0"/>
                  </a:moveTo>
                  <a:lnTo>
                    <a:pt x="127574" y="1184"/>
                  </a:lnTo>
                  <a:lnTo>
                    <a:pt x="122390" y="2536"/>
                  </a:lnTo>
                  <a:lnTo>
                    <a:pt x="117251" y="4053"/>
                  </a:lnTo>
                  <a:lnTo>
                    <a:pt x="112163" y="5734"/>
                  </a:lnTo>
                  <a:lnTo>
                    <a:pt x="107133" y="7578"/>
                  </a:lnTo>
                  <a:lnTo>
                    <a:pt x="102163" y="9581"/>
                  </a:lnTo>
                  <a:lnTo>
                    <a:pt x="97261" y="11743"/>
                  </a:lnTo>
                  <a:lnTo>
                    <a:pt x="92430" y="14061"/>
                  </a:lnTo>
                  <a:lnTo>
                    <a:pt x="87676" y="16532"/>
                  </a:lnTo>
                  <a:lnTo>
                    <a:pt x="83004" y="19154"/>
                  </a:lnTo>
                  <a:lnTo>
                    <a:pt x="78418" y="21925"/>
                  </a:lnTo>
                  <a:lnTo>
                    <a:pt x="73923" y="24842"/>
                  </a:lnTo>
                  <a:lnTo>
                    <a:pt x="69524" y="27901"/>
                  </a:lnTo>
                  <a:lnTo>
                    <a:pt x="65226" y="31099"/>
                  </a:lnTo>
                  <a:lnTo>
                    <a:pt x="61032" y="34433"/>
                  </a:lnTo>
                  <a:lnTo>
                    <a:pt x="56947" y="37901"/>
                  </a:lnTo>
                  <a:lnTo>
                    <a:pt x="52975" y="41497"/>
                  </a:lnTo>
                  <a:lnTo>
                    <a:pt x="49120" y="45219"/>
                  </a:lnTo>
                  <a:lnTo>
                    <a:pt x="45387" y="49062"/>
                  </a:lnTo>
                  <a:lnTo>
                    <a:pt x="41779" y="53023"/>
                  </a:lnTo>
                  <a:lnTo>
                    <a:pt x="38300" y="57098"/>
                  </a:lnTo>
                  <a:lnTo>
                    <a:pt x="34953" y="61282"/>
                  </a:lnTo>
                  <a:lnTo>
                    <a:pt x="31742" y="65571"/>
                  </a:lnTo>
                  <a:lnTo>
                    <a:pt x="28670" y="69960"/>
                  </a:lnTo>
                  <a:lnTo>
                    <a:pt x="25740" y="74446"/>
                  </a:lnTo>
                  <a:lnTo>
                    <a:pt x="22955" y="79024"/>
                  </a:lnTo>
                  <a:lnTo>
                    <a:pt x="20319" y="83689"/>
                  </a:lnTo>
                  <a:lnTo>
                    <a:pt x="17834" y="88435"/>
                  </a:lnTo>
                  <a:lnTo>
                    <a:pt x="15501" y="93259"/>
                  </a:lnTo>
                  <a:lnTo>
                    <a:pt x="13325" y="98155"/>
                  </a:lnTo>
                  <a:lnTo>
                    <a:pt x="11307" y="103118"/>
                  </a:lnTo>
                  <a:lnTo>
                    <a:pt x="9449" y="108144"/>
                  </a:lnTo>
                  <a:lnTo>
                    <a:pt x="7752" y="113226"/>
                  </a:lnTo>
                  <a:lnTo>
                    <a:pt x="6220" y="118360"/>
                  </a:lnTo>
                  <a:lnTo>
                    <a:pt x="4853" y="123541"/>
                  </a:lnTo>
                  <a:lnTo>
                    <a:pt x="3652" y="128763"/>
                  </a:lnTo>
                  <a:lnTo>
                    <a:pt x="2620" y="134020"/>
                  </a:lnTo>
                  <a:lnTo>
                    <a:pt x="1756" y="139308"/>
                  </a:lnTo>
                  <a:lnTo>
                    <a:pt x="1063" y="144621"/>
                  </a:lnTo>
                  <a:lnTo>
                    <a:pt x="540" y="149953"/>
                  </a:lnTo>
                  <a:lnTo>
                    <a:pt x="188" y="155300"/>
                  </a:lnTo>
                  <a:lnTo>
                    <a:pt x="8" y="160655"/>
                  </a:lnTo>
                  <a:lnTo>
                    <a:pt x="0" y="166013"/>
                  </a:lnTo>
                  <a:lnTo>
                    <a:pt x="163" y="171368"/>
                  </a:lnTo>
                  <a:lnTo>
                    <a:pt x="497" y="176716"/>
                  </a:lnTo>
                  <a:lnTo>
                    <a:pt x="1003" y="182050"/>
                  </a:lnTo>
                  <a:lnTo>
                    <a:pt x="1680" y="187365"/>
                  </a:lnTo>
                  <a:lnTo>
                    <a:pt x="2527" y="192656"/>
                  </a:lnTo>
                  <a:lnTo>
                    <a:pt x="3542" y="197916"/>
                  </a:lnTo>
                  <a:lnTo>
                    <a:pt x="4726" y="203142"/>
                  </a:lnTo>
                  <a:lnTo>
                    <a:pt x="6077" y="208327"/>
                  </a:lnTo>
                  <a:lnTo>
                    <a:pt x="7593" y="213466"/>
                  </a:lnTo>
                  <a:lnTo>
                    <a:pt x="9273" y="218554"/>
                  </a:lnTo>
                  <a:lnTo>
                    <a:pt x="11115" y="223585"/>
                  </a:lnTo>
                  <a:lnTo>
                    <a:pt x="13118" y="228555"/>
                  </a:lnTo>
                  <a:lnTo>
                    <a:pt x="15278" y="233458"/>
                  </a:lnTo>
                  <a:lnTo>
                    <a:pt x="17595" y="238289"/>
                  </a:lnTo>
                  <a:lnTo>
                    <a:pt x="20066" y="243043"/>
                  </a:lnTo>
                  <a:lnTo>
                    <a:pt x="22687" y="247716"/>
                  </a:lnTo>
                  <a:lnTo>
                    <a:pt x="25457" y="252303"/>
                  </a:lnTo>
                  <a:lnTo>
                    <a:pt x="28373" y="256798"/>
                  </a:lnTo>
                  <a:lnTo>
                    <a:pt x="31431" y="261197"/>
                  </a:lnTo>
                  <a:lnTo>
                    <a:pt x="34628" y="265497"/>
                  </a:lnTo>
                  <a:lnTo>
                    <a:pt x="37962" y="269691"/>
                  </a:lnTo>
                  <a:lnTo>
                    <a:pt x="41428" y="273777"/>
                  </a:lnTo>
                  <a:lnTo>
                    <a:pt x="45023" y="277750"/>
                  </a:lnTo>
                  <a:lnTo>
                    <a:pt x="48744" y="281605"/>
                  </a:lnTo>
                  <a:lnTo>
                    <a:pt x="52587" y="285339"/>
                  </a:lnTo>
                  <a:lnTo>
                    <a:pt x="56547" y="288948"/>
                  </a:lnTo>
                  <a:lnTo>
                    <a:pt x="60621" y="292428"/>
                  </a:lnTo>
                  <a:lnTo>
                    <a:pt x="64804" y="295776"/>
                  </a:lnTo>
                  <a:lnTo>
                    <a:pt x="69093" y="298988"/>
                  </a:lnTo>
                  <a:lnTo>
                    <a:pt x="73482" y="302060"/>
                  </a:lnTo>
                  <a:lnTo>
                    <a:pt x="77968" y="304991"/>
                  </a:lnTo>
                  <a:lnTo>
                    <a:pt x="82545" y="307777"/>
                  </a:lnTo>
                  <a:lnTo>
                    <a:pt x="87209" y="310414"/>
                  </a:lnTo>
                  <a:lnTo>
                    <a:pt x="91955" y="312900"/>
                  </a:lnTo>
                  <a:lnTo>
                    <a:pt x="96778" y="315233"/>
                  </a:lnTo>
                  <a:lnTo>
                    <a:pt x="101674" y="317411"/>
                  </a:lnTo>
                  <a:lnTo>
                    <a:pt x="106636" y="319430"/>
                  </a:lnTo>
                  <a:lnTo>
                    <a:pt x="111661" y="321289"/>
                  </a:lnTo>
                  <a:lnTo>
                    <a:pt x="116744" y="322987"/>
                  </a:lnTo>
                  <a:lnTo>
                    <a:pt x="121877" y="324520"/>
                  </a:lnTo>
                  <a:lnTo>
                    <a:pt x="127058" y="325888"/>
                  </a:lnTo>
                  <a:lnTo>
                    <a:pt x="132279" y="327090"/>
                  </a:lnTo>
                  <a:lnTo>
                    <a:pt x="137537" y="328123"/>
                  </a:lnTo>
                  <a:lnTo>
                    <a:pt x="142824" y="328988"/>
                  </a:lnTo>
                  <a:lnTo>
                    <a:pt x="148137" y="329682"/>
                  </a:lnTo>
                  <a:lnTo>
                    <a:pt x="153469" y="330206"/>
                  </a:lnTo>
                  <a:lnTo>
                    <a:pt x="158816" y="330559"/>
                  </a:lnTo>
                  <a:lnTo>
                    <a:pt x="164171" y="330741"/>
                  </a:lnTo>
                  <a:lnTo>
                    <a:pt x="169529" y="330750"/>
                  </a:lnTo>
                  <a:lnTo>
                    <a:pt x="174884" y="330588"/>
                  </a:lnTo>
                  <a:lnTo>
                    <a:pt x="167150" y="1636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86215" y="941493"/>
              <a:ext cx="167163" cy="334155"/>
            </a:xfrm>
            <a:custGeom>
              <a:avLst/>
              <a:pathLst>
                <a:path w="167163" h="334155">
                  <a:moveTo>
                    <a:pt x="7734" y="334155"/>
                  </a:moveTo>
                  <a:lnTo>
                    <a:pt x="13058" y="333824"/>
                  </a:lnTo>
                  <a:lnTo>
                    <a:pt x="18368" y="333322"/>
                  </a:lnTo>
                  <a:lnTo>
                    <a:pt x="23660" y="332651"/>
                  </a:lnTo>
                  <a:lnTo>
                    <a:pt x="28928" y="331812"/>
                  </a:lnTo>
                  <a:lnTo>
                    <a:pt x="34166" y="330806"/>
                  </a:lnTo>
                  <a:lnTo>
                    <a:pt x="39370" y="329632"/>
                  </a:lnTo>
                  <a:lnTo>
                    <a:pt x="44533" y="328293"/>
                  </a:lnTo>
                  <a:lnTo>
                    <a:pt x="49651" y="326790"/>
                  </a:lnTo>
                  <a:lnTo>
                    <a:pt x="54719" y="325125"/>
                  </a:lnTo>
                  <a:lnTo>
                    <a:pt x="59731" y="323299"/>
                  </a:lnTo>
                  <a:lnTo>
                    <a:pt x="64682" y="321314"/>
                  </a:lnTo>
                  <a:lnTo>
                    <a:pt x="69567" y="319171"/>
                  </a:lnTo>
                  <a:lnTo>
                    <a:pt x="74381" y="316875"/>
                  </a:lnTo>
                  <a:lnTo>
                    <a:pt x="79119" y="314425"/>
                  </a:lnTo>
                  <a:lnTo>
                    <a:pt x="83777" y="311826"/>
                  </a:lnTo>
                  <a:lnTo>
                    <a:pt x="88350" y="309079"/>
                  </a:lnTo>
                  <a:lnTo>
                    <a:pt x="92833" y="306188"/>
                  </a:lnTo>
                  <a:lnTo>
                    <a:pt x="97221" y="303156"/>
                  </a:lnTo>
                  <a:lnTo>
                    <a:pt x="101510" y="299985"/>
                  </a:lnTo>
                  <a:lnTo>
                    <a:pt x="105696" y="296678"/>
                  </a:lnTo>
                  <a:lnTo>
                    <a:pt x="109774" y="293240"/>
                  </a:lnTo>
                  <a:lnTo>
                    <a:pt x="113741" y="289673"/>
                  </a:lnTo>
                  <a:lnTo>
                    <a:pt x="117592" y="285982"/>
                  </a:lnTo>
                  <a:lnTo>
                    <a:pt x="121322" y="282170"/>
                  </a:lnTo>
                  <a:lnTo>
                    <a:pt x="124930" y="278241"/>
                  </a:lnTo>
                  <a:lnTo>
                    <a:pt x="128410" y="274198"/>
                  </a:lnTo>
                  <a:lnTo>
                    <a:pt x="131760" y="270047"/>
                  </a:lnTo>
                  <a:lnTo>
                    <a:pt x="134975" y="265791"/>
                  </a:lnTo>
                  <a:lnTo>
                    <a:pt x="138053" y="261434"/>
                  </a:lnTo>
                  <a:lnTo>
                    <a:pt x="140990" y="256981"/>
                  </a:lnTo>
                  <a:lnTo>
                    <a:pt x="143784" y="252437"/>
                  </a:lnTo>
                  <a:lnTo>
                    <a:pt x="146431" y="247807"/>
                  </a:lnTo>
                  <a:lnTo>
                    <a:pt x="148929" y="243094"/>
                  </a:lnTo>
                  <a:lnTo>
                    <a:pt x="151276" y="238303"/>
                  </a:lnTo>
                  <a:lnTo>
                    <a:pt x="153469" y="233441"/>
                  </a:lnTo>
                  <a:lnTo>
                    <a:pt x="155505" y="228510"/>
                  </a:lnTo>
                  <a:lnTo>
                    <a:pt x="157383" y="223518"/>
                  </a:lnTo>
                  <a:lnTo>
                    <a:pt x="159101" y="218468"/>
                  </a:lnTo>
                  <a:lnTo>
                    <a:pt x="160656" y="213366"/>
                  </a:lnTo>
                  <a:lnTo>
                    <a:pt x="162049" y="208216"/>
                  </a:lnTo>
                  <a:lnTo>
                    <a:pt x="163276" y="203025"/>
                  </a:lnTo>
                  <a:lnTo>
                    <a:pt x="164337" y="197798"/>
                  </a:lnTo>
                  <a:lnTo>
                    <a:pt x="165230" y="192539"/>
                  </a:lnTo>
                  <a:lnTo>
                    <a:pt x="165956" y="187254"/>
                  </a:lnTo>
                  <a:lnTo>
                    <a:pt x="166512" y="181949"/>
                  </a:lnTo>
                  <a:lnTo>
                    <a:pt x="166899" y="176629"/>
                  </a:lnTo>
                  <a:lnTo>
                    <a:pt x="167116" y="171299"/>
                  </a:lnTo>
                  <a:lnTo>
                    <a:pt x="167163" y="165965"/>
                  </a:lnTo>
                  <a:lnTo>
                    <a:pt x="167039" y="160633"/>
                  </a:lnTo>
                  <a:lnTo>
                    <a:pt x="166746" y="155307"/>
                  </a:lnTo>
                  <a:lnTo>
                    <a:pt x="166282" y="149993"/>
                  </a:lnTo>
                  <a:lnTo>
                    <a:pt x="165650" y="144696"/>
                  </a:lnTo>
                  <a:lnTo>
                    <a:pt x="164849" y="139423"/>
                  </a:lnTo>
                  <a:lnTo>
                    <a:pt x="163879" y="134177"/>
                  </a:lnTo>
                  <a:lnTo>
                    <a:pt x="162743" y="128965"/>
                  </a:lnTo>
                  <a:lnTo>
                    <a:pt x="161442" y="123792"/>
                  </a:lnTo>
                  <a:lnTo>
                    <a:pt x="159976" y="118664"/>
                  </a:lnTo>
                  <a:lnTo>
                    <a:pt x="158347" y="113584"/>
                  </a:lnTo>
                  <a:lnTo>
                    <a:pt x="156557" y="108560"/>
                  </a:lnTo>
                  <a:lnTo>
                    <a:pt x="154607" y="103594"/>
                  </a:lnTo>
                  <a:lnTo>
                    <a:pt x="152500" y="98694"/>
                  </a:lnTo>
                  <a:lnTo>
                    <a:pt x="150238" y="93863"/>
                  </a:lnTo>
                  <a:lnTo>
                    <a:pt x="147823" y="89107"/>
                  </a:lnTo>
                  <a:lnTo>
                    <a:pt x="145257" y="84431"/>
                  </a:lnTo>
                  <a:lnTo>
                    <a:pt x="142543" y="79839"/>
                  </a:lnTo>
                  <a:lnTo>
                    <a:pt x="139684" y="75335"/>
                  </a:lnTo>
                  <a:lnTo>
                    <a:pt x="136683" y="70925"/>
                  </a:lnTo>
                  <a:lnTo>
                    <a:pt x="133543" y="66613"/>
                  </a:lnTo>
                  <a:lnTo>
                    <a:pt x="130267" y="62404"/>
                  </a:lnTo>
                  <a:lnTo>
                    <a:pt x="126858" y="58301"/>
                  </a:lnTo>
                  <a:lnTo>
                    <a:pt x="123320" y="54309"/>
                  </a:lnTo>
                  <a:lnTo>
                    <a:pt x="119657" y="50432"/>
                  </a:lnTo>
                  <a:lnTo>
                    <a:pt x="115872" y="46674"/>
                  </a:lnTo>
                  <a:lnTo>
                    <a:pt x="111968" y="43038"/>
                  </a:lnTo>
                  <a:lnTo>
                    <a:pt x="107951" y="39529"/>
                  </a:lnTo>
                  <a:lnTo>
                    <a:pt x="103824" y="36150"/>
                  </a:lnTo>
                  <a:lnTo>
                    <a:pt x="99591" y="32904"/>
                  </a:lnTo>
                  <a:lnTo>
                    <a:pt x="95256" y="29795"/>
                  </a:lnTo>
                  <a:lnTo>
                    <a:pt x="90825" y="26826"/>
                  </a:lnTo>
                  <a:lnTo>
                    <a:pt x="86301" y="23999"/>
                  </a:lnTo>
                  <a:lnTo>
                    <a:pt x="81689" y="21319"/>
                  </a:lnTo>
                  <a:lnTo>
                    <a:pt x="76995" y="18787"/>
                  </a:lnTo>
                  <a:lnTo>
                    <a:pt x="72221" y="16406"/>
                  </a:lnTo>
                  <a:lnTo>
                    <a:pt x="67374" y="14178"/>
                  </a:lnTo>
                  <a:lnTo>
                    <a:pt x="62459" y="12106"/>
                  </a:lnTo>
                  <a:lnTo>
                    <a:pt x="57480" y="10193"/>
                  </a:lnTo>
                  <a:lnTo>
                    <a:pt x="52443" y="8439"/>
                  </a:lnTo>
                  <a:lnTo>
                    <a:pt x="47352" y="6846"/>
                  </a:lnTo>
                  <a:lnTo>
                    <a:pt x="42213" y="5417"/>
                  </a:lnTo>
                  <a:lnTo>
                    <a:pt x="37030" y="4153"/>
                  </a:lnTo>
                  <a:lnTo>
                    <a:pt x="31811" y="3054"/>
                  </a:lnTo>
                  <a:lnTo>
                    <a:pt x="26558" y="2123"/>
                  </a:lnTo>
                  <a:lnTo>
                    <a:pt x="21279" y="1359"/>
                  </a:lnTo>
                  <a:lnTo>
                    <a:pt x="15978" y="765"/>
                  </a:lnTo>
                  <a:lnTo>
                    <a:pt x="10661" y="340"/>
                  </a:lnTo>
                  <a:lnTo>
                    <a:pt x="533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371" y="1071028"/>
              <a:ext cx="167129" cy="167167"/>
            </a:xfrm>
            <a:custGeom>
              <a:avLst/>
              <a:pathLst>
                <a:path w="167129" h="167167">
                  <a:moveTo>
                    <a:pt x="167129" y="0"/>
                  </a:moveTo>
                  <a:lnTo>
                    <a:pt x="161734" y="87"/>
                  </a:lnTo>
                  <a:lnTo>
                    <a:pt x="156344" y="348"/>
                  </a:lnTo>
                  <a:lnTo>
                    <a:pt x="150965" y="783"/>
                  </a:lnTo>
                  <a:lnTo>
                    <a:pt x="145603" y="1391"/>
                  </a:lnTo>
                  <a:lnTo>
                    <a:pt x="140264" y="2172"/>
                  </a:lnTo>
                  <a:lnTo>
                    <a:pt x="134953" y="3125"/>
                  </a:lnTo>
                  <a:lnTo>
                    <a:pt x="129675" y="4249"/>
                  </a:lnTo>
                  <a:lnTo>
                    <a:pt x="124436" y="5543"/>
                  </a:lnTo>
                  <a:lnTo>
                    <a:pt x="119241" y="7005"/>
                  </a:lnTo>
                  <a:lnTo>
                    <a:pt x="114097" y="8634"/>
                  </a:lnTo>
                  <a:lnTo>
                    <a:pt x="109008" y="10429"/>
                  </a:lnTo>
                  <a:lnTo>
                    <a:pt x="103979" y="12386"/>
                  </a:lnTo>
                  <a:lnTo>
                    <a:pt x="99016" y="14505"/>
                  </a:lnTo>
                  <a:lnTo>
                    <a:pt x="94125" y="16783"/>
                  </a:lnTo>
                  <a:lnTo>
                    <a:pt x="89309" y="19218"/>
                  </a:lnTo>
                  <a:lnTo>
                    <a:pt x="84574" y="21807"/>
                  </a:lnTo>
                  <a:lnTo>
                    <a:pt x="79926" y="24547"/>
                  </a:lnTo>
                  <a:lnTo>
                    <a:pt x="75368" y="27436"/>
                  </a:lnTo>
                  <a:lnTo>
                    <a:pt x="70906" y="30470"/>
                  </a:lnTo>
                  <a:lnTo>
                    <a:pt x="66544" y="33647"/>
                  </a:lnTo>
                  <a:lnTo>
                    <a:pt x="62287" y="36963"/>
                  </a:lnTo>
                  <a:lnTo>
                    <a:pt x="58139" y="40415"/>
                  </a:lnTo>
                  <a:lnTo>
                    <a:pt x="54104" y="43999"/>
                  </a:lnTo>
                  <a:lnTo>
                    <a:pt x="50188" y="47711"/>
                  </a:lnTo>
                  <a:lnTo>
                    <a:pt x="46393" y="51548"/>
                  </a:lnTo>
                  <a:lnTo>
                    <a:pt x="42725" y="55505"/>
                  </a:lnTo>
                  <a:lnTo>
                    <a:pt x="39185" y="59578"/>
                  </a:lnTo>
                  <a:lnTo>
                    <a:pt x="35779" y="63764"/>
                  </a:lnTo>
                  <a:lnTo>
                    <a:pt x="32510" y="68057"/>
                  </a:lnTo>
                  <a:lnTo>
                    <a:pt x="29382" y="72454"/>
                  </a:lnTo>
                  <a:lnTo>
                    <a:pt x="26396" y="76949"/>
                  </a:lnTo>
                  <a:lnTo>
                    <a:pt x="23558" y="81538"/>
                  </a:lnTo>
                  <a:lnTo>
                    <a:pt x="20869" y="86217"/>
                  </a:lnTo>
                  <a:lnTo>
                    <a:pt x="18332" y="90980"/>
                  </a:lnTo>
                  <a:lnTo>
                    <a:pt x="15951" y="95822"/>
                  </a:lnTo>
                  <a:lnTo>
                    <a:pt x="13727" y="100739"/>
                  </a:lnTo>
                  <a:lnTo>
                    <a:pt x="11663" y="105724"/>
                  </a:lnTo>
                  <a:lnTo>
                    <a:pt x="9761" y="110774"/>
                  </a:lnTo>
                  <a:lnTo>
                    <a:pt x="8023" y="115883"/>
                  </a:lnTo>
                  <a:lnTo>
                    <a:pt x="6450" y="121045"/>
                  </a:lnTo>
                  <a:lnTo>
                    <a:pt x="5045" y="126255"/>
                  </a:lnTo>
                  <a:lnTo>
                    <a:pt x="3809" y="131508"/>
                  </a:lnTo>
                  <a:lnTo>
                    <a:pt x="2743" y="136798"/>
                  </a:lnTo>
                  <a:lnTo>
                    <a:pt x="1849" y="142119"/>
                  </a:lnTo>
                  <a:lnTo>
                    <a:pt x="1127" y="147467"/>
                  </a:lnTo>
                  <a:lnTo>
                    <a:pt x="577" y="152835"/>
                  </a:lnTo>
                  <a:lnTo>
                    <a:pt x="201" y="158218"/>
                  </a:lnTo>
                  <a:lnTo>
                    <a:pt x="0" y="163611"/>
                  </a:lnTo>
                  <a:lnTo>
                    <a:pt x="16712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371" y="1234640"/>
              <a:ext cx="167129" cy="3556"/>
            </a:xfrm>
            <a:custGeom>
              <a:avLst/>
              <a:pathLst>
                <a:path w="167129" h="3556">
                  <a:moveTo>
                    <a:pt x="0" y="0"/>
                  </a:moveTo>
                  <a:lnTo>
                    <a:pt x="167129" y="35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371" y="1234640"/>
              <a:ext cx="167129" cy="3556"/>
            </a:xfrm>
            <a:custGeom>
              <a:avLst/>
              <a:pathLst>
                <a:path w="167129" h="3556">
                  <a:moveTo>
                    <a:pt x="0" y="0"/>
                  </a:moveTo>
                  <a:lnTo>
                    <a:pt x="167129" y="35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371" y="1234640"/>
              <a:ext cx="167129" cy="3556"/>
            </a:xfrm>
            <a:custGeom>
              <a:avLst/>
              <a:pathLst>
                <a:path w="167129" h="3556">
                  <a:moveTo>
                    <a:pt x="0" y="0"/>
                  </a:moveTo>
                  <a:lnTo>
                    <a:pt x="167129" y="35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371" y="1234640"/>
              <a:ext cx="167129" cy="3556"/>
            </a:xfrm>
            <a:custGeom>
              <a:avLst/>
              <a:pathLst>
                <a:path w="167129" h="3556">
                  <a:moveTo>
                    <a:pt x="0" y="0"/>
                  </a:moveTo>
                  <a:lnTo>
                    <a:pt x="167129" y="35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371" y="1234640"/>
              <a:ext cx="167129" cy="3556"/>
            </a:xfrm>
            <a:custGeom>
              <a:avLst/>
              <a:pathLst>
                <a:path w="167129" h="3556">
                  <a:moveTo>
                    <a:pt x="0" y="0"/>
                  </a:moveTo>
                  <a:lnTo>
                    <a:pt x="167129" y="35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371" y="1234640"/>
              <a:ext cx="167129" cy="3556"/>
            </a:xfrm>
            <a:custGeom>
              <a:avLst/>
              <a:pathLst>
                <a:path w="167129" h="3556">
                  <a:moveTo>
                    <a:pt x="0" y="0"/>
                  </a:moveTo>
                  <a:lnTo>
                    <a:pt x="167129" y="35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371" y="1234640"/>
              <a:ext cx="167129" cy="3556"/>
            </a:xfrm>
            <a:custGeom>
              <a:avLst/>
              <a:pathLst>
                <a:path w="167129" h="3556">
                  <a:moveTo>
                    <a:pt x="0" y="0"/>
                  </a:moveTo>
                  <a:lnTo>
                    <a:pt x="167129" y="35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371" y="1234640"/>
              <a:ext cx="167129" cy="3556"/>
            </a:xfrm>
            <a:custGeom>
              <a:avLst/>
              <a:pathLst>
                <a:path w="167129" h="3556">
                  <a:moveTo>
                    <a:pt x="0" y="0"/>
                  </a:moveTo>
                  <a:lnTo>
                    <a:pt x="167129" y="35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371" y="1234640"/>
              <a:ext cx="167129" cy="3556"/>
            </a:xfrm>
            <a:custGeom>
              <a:avLst/>
              <a:pathLst>
                <a:path w="167129" h="3556">
                  <a:moveTo>
                    <a:pt x="0" y="0"/>
                  </a:moveTo>
                  <a:lnTo>
                    <a:pt x="167129" y="35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371" y="1234640"/>
              <a:ext cx="167129" cy="3556"/>
            </a:xfrm>
            <a:custGeom>
              <a:avLst/>
              <a:pathLst>
                <a:path w="167129" h="3556">
                  <a:moveTo>
                    <a:pt x="0" y="0"/>
                  </a:moveTo>
                  <a:lnTo>
                    <a:pt x="167129" y="35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371" y="1234640"/>
              <a:ext cx="167129" cy="3556"/>
            </a:xfrm>
            <a:custGeom>
              <a:avLst/>
              <a:pathLst>
                <a:path w="167129" h="3556">
                  <a:moveTo>
                    <a:pt x="0" y="0"/>
                  </a:moveTo>
                  <a:lnTo>
                    <a:pt x="167129" y="35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371" y="1234640"/>
              <a:ext cx="167129" cy="3556"/>
            </a:xfrm>
            <a:custGeom>
              <a:avLst/>
              <a:pathLst>
                <a:path w="167129" h="3556">
                  <a:moveTo>
                    <a:pt x="0" y="0"/>
                  </a:moveTo>
                  <a:lnTo>
                    <a:pt x="167129" y="35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371" y="1234640"/>
              <a:ext cx="167129" cy="3556"/>
            </a:xfrm>
            <a:custGeom>
              <a:avLst/>
              <a:pathLst>
                <a:path w="167129" h="3556">
                  <a:moveTo>
                    <a:pt x="0" y="0"/>
                  </a:moveTo>
                  <a:lnTo>
                    <a:pt x="167129" y="35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371" y="1234640"/>
              <a:ext cx="167129" cy="3556"/>
            </a:xfrm>
            <a:custGeom>
              <a:avLst/>
              <a:pathLst>
                <a:path w="167129" h="3556">
                  <a:moveTo>
                    <a:pt x="0" y="0"/>
                  </a:moveTo>
                  <a:lnTo>
                    <a:pt x="167129" y="35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371" y="1234640"/>
              <a:ext cx="167129" cy="3556"/>
            </a:xfrm>
            <a:custGeom>
              <a:avLst/>
              <a:pathLst>
                <a:path w="167129" h="3556">
                  <a:moveTo>
                    <a:pt x="0" y="0"/>
                  </a:moveTo>
                  <a:lnTo>
                    <a:pt x="167129" y="35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371" y="1234640"/>
              <a:ext cx="167129" cy="3556"/>
            </a:xfrm>
            <a:custGeom>
              <a:avLst/>
              <a:pathLst>
                <a:path w="167129" h="3556">
                  <a:moveTo>
                    <a:pt x="0" y="0"/>
                  </a:moveTo>
                  <a:lnTo>
                    <a:pt x="167129" y="35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371" y="1234640"/>
              <a:ext cx="167129" cy="3556"/>
            </a:xfrm>
            <a:custGeom>
              <a:avLst/>
              <a:pathLst>
                <a:path w="167129" h="3556">
                  <a:moveTo>
                    <a:pt x="0" y="0"/>
                  </a:moveTo>
                  <a:lnTo>
                    <a:pt x="167129" y="35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343" y="1073596"/>
              <a:ext cx="334325" cy="331759"/>
            </a:xfrm>
            <a:custGeom>
              <a:avLst/>
              <a:pathLst>
                <a:path w="334325" h="331759">
                  <a:moveTo>
                    <a:pt x="28" y="161043"/>
                  </a:moveTo>
                  <a:lnTo>
                    <a:pt x="0" y="166334"/>
                  </a:lnTo>
                  <a:lnTo>
                    <a:pt x="138" y="171623"/>
                  </a:lnTo>
                  <a:lnTo>
                    <a:pt x="444" y="176906"/>
                  </a:lnTo>
                  <a:lnTo>
                    <a:pt x="917" y="182176"/>
                  </a:lnTo>
                  <a:lnTo>
                    <a:pt x="1557" y="187428"/>
                  </a:lnTo>
                  <a:lnTo>
                    <a:pt x="2362" y="192658"/>
                  </a:lnTo>
                  <a:lnTo>
                    <a:pt x="3333" y="197859"/>
                  </a:lnTo>
                  <a:lnTo>
                    <a:pt x="4467" y="203027"/>
                  </a:lnTo>
                  <a:lnTo>
                    <a:pt x="5765" y="208157"/>
                  </a:lnTo>
                  <a:lnTo>
                    <a:pt x="7225" y="213243"/>
                  </a:lnTo>
                  <a:lnTo>
                    <a:pt x="8844" y="218280"/>
                  </a:lnTo>
                  <a:lnTo>
                    <a:pt x="10622" y="223264"/>
                  </a:lnTo>
                  <a:lnTo>
                    <a:pt x="12558" y="228189"/>
                  </a:lnTo>
                  <a:lnTo>
                    <a:pt x="14648" y="233050"/>
                  </a:lnTo>
                  <a:lnTo>
                    <a:pt x="16890" y="237842"/>
                  </a:lnTo>
                  <a:lnTo>
                    <a:pt x="19284" y="242561"/>
                  </a:lnTo>
                  <a:lnTo>
                    <a:pt x="21825" y="247202"/>
                  </a:lnTo>
                  <a:lnTo>
                    <a:pt x="24512" y="251760"/>
                  </a:lnTo>
                  <a:lnTo>
                    <a:pt x="27342" y="256231"/>
                  </a:lnTo>
                  <a:lnTo>
                    <a:pt x="30312" y="260610"/>
                  </a:lnTo>
                  <a:lnTo>
                    <a:pt x="33419" y="264893"/>
                  </a:lnTo>
                  <a:lnTo>
                    <a:pt x="36661" y="269076"/>
                  </a:lnTo>
                  <a:lnTo>
                    <a:pt x="40032" y="273153"/>
                  </a:lnTo>
                  <a:lnTo>
                    <a:pt x="43532" y="277122"/>
                  </a:lnTo>
                  <a:lnTo>
                    <a:pt x="47155" y="280978"/>
                  </a:lnTo>
                  <a:lnTo>
                    <a:pt x="50898" y="284718"/>
                  </a:lnTo>
                  <a:lnTo>
                    <a:pt x="54758" y="288337"/>
                  </a:lnTo>
                  <a:lnTo>
                    <a:pt x="58731" y="291833"/>
                  </a:lnTo>
                  <a:lnTo>
                    <a:pt x="62812" y="295201"/>
                  </a:lnTo>
                  <a:lnTo>
                    <a:pt x="66997" y="298438"/>
                  </a:lnTo>
                  <a:lnTo>
                    <a:pt x="71283" y="301540"/>
                  </a:lnTo>
                  <a:lnTo>
                    <a:pt x="75665" y="304506"/>
                  </a:lnTo>
                  <a:lnTo>
                    <a:pt x="80139" y="307332"/>
                  </a:lnTo>
                  <a:lnTo>
                    <a:pt x="84700" y="310014"/>
                  </a:lnTo>
                  <a:lnTo>
                    <a:pt x="89343" y="312551"/>
                  </a:lnTo>
                  <a:lnTo>
                    <a:pt x="94065" y="314940"/>
                  </a:lnTo>
                  <a:lnTo>
                    <a:pt x="98859" y="317178"/>
                  </a:lnTo>
                  <a:lnTo>
                    <a:pt x="103723" y="319263"/>
                  </a:lnTo>
                  <a:lnTo>
                    <a:pt x="108649" y="321193"/>
                  </a:lnTo>
                  <a:lnTo>
                    <a:pt x="113635" y="322966"/>
                  </a:lnTo>
                  <a:lnTo>
                    <a:pt x="118673" y="324581"/>
                  </a:lnTo>
                  <a:lnTo>
                    <a:pt x="123761" y="326035"/>
                  </a:lnTo>
                  <a:lnTo>
                    <a:pt x="128892" y="327328"/>
                  </a:lnTo>
                  <a:lnTo>
                    <a:pt x="134061" y="328457"/>
                  </a:lnTo>
                  <a:lnTo>
                    <a:pt x="139264" y="329423"/>
                  </a:lnTo>
                  <a:lnTo>
                    <a:pt x="144494" y="330223"/>
                  </a:lnTo>
                  <a:lnTo>
                    <a:pt x="149747" y="330857"/>
                  </a:lnTo>
                  <a:lnTo>
                    <a:pt x="155018" y="331325"/>
                  </a:lnTo>
                  <a:lnTo>
                    <a:pt x="160300" y="331626"/>
                  </a:lnTo>
                  <a:lnTo>
                    <a:pt x="165590" y="331759"/>
                  </a:lnTo>
                  <a:lnTo>
                    <a:pt x="170881" y="331725"/>
                  </a:lnTo>
                  <a:lnTo>
                    <a:pt x="176169" y="331523"/>
                  </a:lnTo>
                  <a:lnTo>
                    <a:pt x="181447" y="331154"/>
                  </a:lnTo>
                  <a:lnTo>
                    <a:pt x="186711" y="330619"/>
                  </a:lnTo>
                  <a:lnTo>
                    <a:pt x="191956" y="329917"/>
                  </a:lnTo>
                  <a:lnTo>
                    <a:pt x="197175" y="329049"/>
                  </a:lnTo>
                  <a:lnTo>
                    <a:pt x="202365" y="328017"/>
                  </a:lnTo>
                  <a:lnTo>
                    <a:pt x="207519" y="326821"/>
                  </a:lnTo>
                  <a:lnTo>
                    <a:pt x="212633" y="325462"/>
                  </a:lnTo>
                  <a:lnTo>
                    <a:pt x="217701" y="323942"/>
                  </a:lnTo>
                  <a:lnTo>
                    <a:pt x="222719" y="322263"/>
                  </a:lnTo>
                  <a:lnTo>
                    <a:pt x="227681" y="320425"/>
                  </a:lnTo>
                  <a:lnTo>
                    <a:pt x="232582" y="318432"/>
                  </a:lnTo>
                  <a:lnTo>
                    <a:pt x="237418" y="316284"/>
                  </a:lnTo>
                  <a:lnTo>
                    <a:pt x="242184" y="313985"/>
                  </a:lnTo>
                  <a:lnTo>
                    <a:pt x="246874" y="311535"/>
                  </a:lnTo>
                  <a:lnTo>
                    <a:pt x="251484" y="308939"/>
                  </a:lnTo>
                  <a:lnTo>
                    <a:pt x="256010" y="306198"/>
                  </a:lnTo>
                  <a:lnTo>
                    <a:pt x="260447" y="303315"/>
                  </a:lnTo>
                  <a:lnTo>
                    <a:pt x="264791" y="300293"/>
                  </a:lnTo>
                  <a:lnTo>
                    <a:pt x="269036" y="297135"/>
                  </a:lnTo>
                  <a:lnTo>
                    <a:pt x="273180" y="293844"/>
                  </a:lnTo>
                  <a:lnTo>
                    <a:pt x="277217" y="290424"/>
                  </a:lnTo>
                  <a:lnTo>
                    <a:pt x="281144" y="286878"/>
                  </a:lnTo>
                  <a:lnTo>
                    <a:pt x="284957" y="283209"/>
                  </a:lnTo>
                  <a:lnTo>
                    <a:pt x="288652" y="279421"/>
                  </a:lnTo>
                  <a:lnTo>
                    <a:pt x="292225" y="275519"/>
                  </a:lnTo>
                  <a:lnTo>
                    <a:pt x="295673" y="271505"/>
                  </a:lnTo>
                  <a:lnTo>
                    <a:pt x="298992" y="267384"/>
                  </a:lnTo>
                  <a:lnTo>
                    <a:pt x="302179" y="263160"/>
                  </a:lnTo>
                  <a:lnTo>
                    <a:pt x="305230" y="258838"/>
                  </a:lnTo>
                  <a:lnTo>
                    <a:pt x="308144" y="254421"/>
                  </a:lnTo>
                  <a:lnTo>
                    <a:pt x="310916" y="249914"/>
                  </a:lnTo>
                  <a:lnTo>
                    <a:pt x="313544" y="245321"/>
                  </a:lnTo>
                  <a:lnTo>
                    <a:pt x="316025" y="240648"/>
                  </a:lnTo>
                  <a:lnTo>
                    <a:pt x="318358" y="235898"/>
                  </a:lnTo>
                  <a:lnTo>
                    <a:pt x="320538" y="231077"/>
                  </a:lnTo>
                  <a:lnTo>
                    <a:pt x="322565" y="226190"/>
                  </a:lnTo>
                  <a:lnTo>
                    <a:pt x="324437" y="221241"/>
                  </a:lnTo>
                  <a:lnTo>
                    <a:pt x="326151" y="216235"/>
                  </a:lnTo>
                  <a:lnTo>
                    <a:pt x="327705" y="211177"/>
                  </a:lnTo>
                  <a:lnTo>
                    <a:pt x="329099" y="206072"/>
                  </a:lnTo>
                  <a:lnTo>
                    <a:pt x="330330" y="200926"/>
                  </a:lnTo>
                  <a:lnTo>
                    <a:pt x="331398" y="195744"/>
                  </a:lnTo>
                  <a:lnTo>
                    <a:pt x="332302" y="190530"/>
                  </a:lnTo>
                  <a:lnTo>
                    <a:pt x="333040" y="185291"/>
                  </a:lnTo>
                  <a:lnTo>
                    <a:pt x="333612" y="180031"/>
                  </a:lnTo>
                  <a:lnTo>
                    <a:pt x="334017" y="174755"/>
                  </a:lnTo>
                  <a:lnTo>
                    <a:pt x="334254" y="169469"/>
                  </a:lnTo>
                  <a:lnTo>
                    <a:pt x="334325" y="164178"/>
                  </a:lnTo>
                  <a:lnTo>
                    <a:pt x="334228" y="158888"/>
                  </a:lnTo>
                  <a:lnTo>
                    <a:pt x="333963" y="153603"/>
                  </a:lnTo>
                  <a:lnTo>
                    <a:pt x="333532" y="148329"/>
                  </a:lnTo>
                  <a:lnTo>
                    <a:pt x="332934" y="143072"/>
                  </a:lnTo>
                  <a:lnTo>
                    <a:pt x="332169" y="137836"/>
                  </a:lnTo>
                  <a:lnTo>
                    <a:pt x="331240" y="132627"/>
                  </a:lnTo>
                  <a:lnTo>
                    <a:pt x="330146" y="127450"/>
                  </a:lnTo>
                  <a:lnTo>
                    <a:pt x="328888" y="122311"/>
                  </a:lnTo>
                  <a:lnTo>
                    <a:pt x="327469" y="117213"/>
                  </a:lnTo>
                  <a:lnTo>
                    <a:pt x="325889" y="112163"/>
                  </a:lnTo>
                  <a:lnTo>
                    <a:pt x="324150" y="107166"/>
                  </a:lnTo>
                  <a:lnTo>
                    <a:pt x="322253" y="102226"/>
                  </a:lnTo>
                  <a:lnTo>
                    <a:pt x="320202" y="97349"/>
                  </a:lnTo>
                  <a:lnTo>
                    <a:pt x="317997" y="92539"/>
                  </a:lnTo>
                  <a:lnTo>
                    <a:pt x="315641" y="87801"/>
                  </a:lnTo>
                  <a:lnTo>
                    <a:pt x="313136" y="83141"/>
                  </a:lnTo>
                  <a:lnTo>
                    <a:pt x="310485" y="78561"/>
                  </a:lnTo>
                  <a:lnTo>
                    <a:pt x="307690" y="74068"/>
                  </a:lnTo>
                  <a:lnTo>
                    <a:pt x="304754" y="69666"/>
                  </a:lnTo>
                  <a:lnTo>
                    <a:pt x="301681" y="65359"/>
                  </a:lnTo>
                  <a:lnTo>
                    <a:pt x="298473" y="61151"/>
                  </a:lnTo>
                  <a:lnTo>
                    <a:pt x="295133" y="57047"/>
                  </a:lnTo>
                  <a:lnTo>
                    <a:pt x="291665" y="53051"/>
                  </a:lnTo>
                  <a:lnTo>
                    <a:pt x="288072" y="49166"/>
                  </a:lnTo>
                  <a:lnTo>
                    <a:pt x="284358" y="45397"/>
                  </a:lnTo>
                  <a:lnTo>
                    <a:pt x="280527" y="41748"/>
                  </a:lnTo>
                  <a:lnTo>
                    <a:pt x="276582" y="38221"/>
                  </a:lnTo>
                  <a:lnTo>
                    <a:pt x="272528" y="34822"/>
                  </a:lnTo>
                  <a:lnTo>
                    <a:pt x="268368" y="31552"/>
                  </a:lnTo>
                  <a:lnTo>
                    <a:pt x="264106" y="28415"/>
                  </a:lnTo>
                  <a:lnTo>
                    <a:pt x="259748" y="25415"/>
                  </a:lnTo>
                  <a:lnTo>
                    <a:pt x="255296" y="22555"/>
                  </a:lnTo>
                  <a:lnTo>
                    <a:pt x="250757" y="19836"/>
                  </a:lnTo>
                  <a:lnTo>
                    <a:pt x="246133" y="17263"/>
                  </a:lnTo>
                  <a:lnTo>
                    <a:pt x="241431" y="14837"/>
                  </a:lnTo>
                  <a:lnTo>
                    <a:pt x="236654" y="12562"/>
                  </a:lnTo>
                  <a:lnTo>
                    <a:pt x="231807" y="10438"/>
                  </a:lnTo>
                  <a:lnTo>
                    <a:pt x="226896" y="8470"/>
                  </a:lnTo>
                  <a:lnTo>
                    <a:pt x="221925" y="6657"/>
                  </a:lnTo>
                  <a:lnTo>
                    <a:pt x="216899" y="5003"/>
                  </a:lnTo>
                  <a:lnTo>
                    <a:pt x="211823" y="3509"/>
                  </a:lnTo>
                  <a:lnTo>
                    <a:pt x="206702" y="2176"/>
                  </a:lnTo>
                  <a:lnTo>
                    <a:pt x="201542" y="1006"/>
                  </a:lnTo>
                  <a:lnTo>
                    <a:pt x="196347" y="0"/>
                  </a:lnTo>
                  <a:lnTo>
                    <a:pt x="167158" y="164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964501" y="1071028"/>
              <a:ext cx="29189" cy="167167"/>
            </a:xfrm>
            <a:custGeom>
              <a:avLst/>
              <a:pathLst>
                <a:path w="29189" h="167167">
                  <a:moveTo>
                    <a:pt x="29189" y="2568"/>
                  </a:moveTo>
                  <a:lnTo>
                    <a:pt x="21941" y="1446"/>
                  </a:lnTo>
                  <a:lnTo>
                    <a:pt x="14650" y="643"/>
                  </a:lnTo>
                  <a:lnTo>
                    <a:pt x="7332" y="16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40935" y="1322571"/>
              <a:ext cx="47785" cy="167167"/>
            </a:xfrm>
            <a:custGeom>
              <a:avLst/>
              <a:pathLst>
                <a:path w="47785" h="167167">
                  <a:moveTo>
                    <a:pt x="47785" y="0"/>
                  </a:moveTo>
                  <a:lnTo>
                    <a:pt x="41728" y="109"/>
                  </a:lnTo>
                  <a:lnTo>
                    <a:pt x="35680" y="438"/>
                  </a:lnTo>
                  <a:lnTo>
                    <a:pt x="29648" y="986"/>
                  </a:lnTo>
                  <a:lnTo>
                    <a:pt x="23639" y="1753"/>
                  </a:lnTo>
                  <a:lnTo>
                    <a:pt x="17662" y="2736"/>
                  </a:lnTo>
                  <a:lnTo>
                    <a:pt x="11725" y="3935"/>
                  </a:lnTo>
                  <a:lnTo>
                    <a:pt x="5834" y="5349"/>
                  </a:lnTo>
                  <a:lnTo>
                    <a:pt x="0" y="6975"/>
                  </a:lnTo>
                  <a:lnTo>
                    <a:pt x="4778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321563" y="1329547"/>
              <a:ext cx="334316" cy="327357"/>
            </a:xfrm>
            <a:custGeom>
              <a:avLst/>
              <a:pathLst>
                <a:path w="334316" h="327357">
                  <a:moveTo>
                    <a:pt x="119371" y="0"/>
                  </a:moveTo>
                  <a:lnTo>
                    <a:pt x="114311" y="1597"/>
                  </a:lnTo>
                  <a:lnTo>
                    <a:pt x="109303" y="3354"/>
                  </a:lnTo>
                  <a:lnTo>
                    <a:pt x="104354" y="5270"/>
                  </a:lnTo>
                  <a:lnTo>
                    <a:pt x="99468" y="7341"/>
                  </a:lnTo>
                  <a:lnTo>
                    <a:pt x="94651" y="9567"/>
                  </a:lnTo>
                  <a:lnTo>
                    <a:pt x="89906" y="11944"/>
                  </a:lnTo>
                  <a:lnTo>
                    <a:pt x="85240" y="14471"/>
                  </a:lnTo>
                  <a:lnTo>
                    <a:pt x="80656" y="17144"/>
                  </a:lnTo>
                  <a:lnTo>
                    <a:pt x="76159" y="19962"/>
                  </a:lnTo>
                  <a:lnTo>
                    <a:pt x="71753" y="22921"/>
                  </a:lnTo>
                  <a:lnTo>
                    <a:pt x="67444" y="26019"/>
                  </a:lnTo>
                  <a:lnTo>
                    <a:pt x="63236" y="29251"/>
                  </a:lnTo>
                  <a:lnTo>
                    <a:pt x="59132" y="32616"/>
                  </a:lnTo>
                  <a:lnTo>
                    <a:pt x="55137" y="36109"/>
                  </a:lnTo>
                  <a:lnTo>
                    <a:pt x="51255" y="39727"/>
                  </a:lnTo>
                  <a:lnTo>
                    <a:pt x="47489" y="43467"/>
                  </a:lnTo>
                  <a:lnTo>
                    <a:pt x="43845" y="47324"/>
                  </a:lnTo>
                  <a:lnTo>
                    <a:pt x="40324" y="51295"/>
                  </a:lnTo>
                  <a:lnTo>
                    <a:pt x="36931" y="55376"/>
                  </a:lnTo>
                  <a:lnTo>
                    <a:pt x="33670" y="59562"/>
                  </a:lnTo>
                  <a:lnTo>
                    <a:pt x="30543" y="63850"/>
                  </a:lnTo>
                  <a:lnTo>
                    <a:pt x="27554" y="68235"/>
                  </a:lnTo>
                  <a:lnTo>
                    <a:pt x="24705" y="72713"/>
                  </a:lnTo>
                  <a:lnTo>
                    <a:pt x="22001" y="77278"/>
                  </a:lnTo>
                  <a:lnTo>
                    <a:pt x="19442" y="81928"/>
                  </a:lnTo>
                  <a:lnTo>
                    <a:pt x="17032" y="86656"/>
                  </a:lnTo>
                  <a:lnTo>
                    <a:pt x="14774" y="91458"/>
                  </a:lnTo>
                  <a:lnTo>
                    <a:pt x="12669" y="96330"/>
                  </a:lnTo>
                  <a:lnTo>
                    <a:pt x="10719" y="101265"/>
                  </a:lnTo>
                  <a:lnTo>
                    <a:pt x="8928" y="106261"/>
                  </a:lnTo>
                  <a:lnTo>
                    <a:pt x="7296" y="111310"/>
                  </a:lnTo>
                  <a:lnTo>
                    <a:pt x="5825" y="116409"/>
                  </a:lnTo>
                  <a:lnTo>
                    <a:pt x="4516" y="121552"/>
                  </a:lnTo>
                  <a:lnTo>
                    <a:pt x="3372" y="126734"/>
                  </a:lnTo>
                  <a:lnTo>
                    <a:pt x="2392" y="131950"/>
                  </a:lnTo>
                  <a:lnTo>
                    <a:pt x="1579" y="137194"/>
                  </a:lnTo>
                  <a:lnTo>
                    <a:pt x="932" y="142461"/>
                  </a:lnTo>
                  <a:lnTo>
                    <a:pt x="453" y="147746"/>
                  </a:lnTo>
                  <a:lnTo>
                    <a:pt x="142" y="153044"/>
                  </a:lnTo>
                  <a:lnTo>
                    <a:pt x="0" y="158349"/>
                  </a:lnTo>
                  <a:lnTo>
                    <a:pt x="25" y="163656"/>
                  </a:lnTo>
                  <a:lnTo>
                    <a:pt x="219" y="168959"/>
                  </a:lnTo>
                  <a:lnTo>
                    <a:pt x="582" y="174253"/>
                  </a:lnTo>
                  <a:lnTo>
                    <a:pt x="1112" y="179534"/>
                  </a:lnTo>
                  <a:lnTo>
                    <a:pt x="1810" y="184794"/>
                  </a:lnTo>
                  <a:lnTo>
                    <a:pt x="2674" y="190030"/>
                  </a:lnTo>
                  <a:lnTo>
                    <a:pt x="3704" y="195236"/>
                  </a:lnTo>
                  <a:lnTo>
                    <a:pt x="4899" y="200407"/>
                  </a:lnTo>
                  <a:lnTo>
                    <a:pt x="6257" y="205537"/>
                  </a:lnTo>
                  <a:lnTo>
                    <a:pt x="7777" y="210621"/>
                  </a:lnTo>
                  <a:lnTo>
                    <a:pt x="9458" y="215655"/>
                  </a:lnTo>
                  <a:lnTo>
                    <a:pt x="11298" y="220633"/>
                  </a:lnTo>
                  <a:lnTo>
                    <a:pt x="13295" y="225549"/>
                  </a:lnTo>
                  <a:lnTo>
                    <a:pt x="15447" y="230400"/>
                  </a:lnTo>
                  <a:lnTo>
                    <a:pt x="17752" y="235180"/>
                  </a:lnTo>
                  <a:lnTo>
                    <a:pt x="20208" y="239885"/>
                  </a:lnTo>
                  <a:lnTo>
                    <a:pt x="22812" y="244509"/>
                  </a:lnTo>
                  <a:lnTo>
                    <a:pt x="25561" y="249048"/>
                  </a:lnTo>
                  <a:lnTo>
                    <a:pt x="28453" y="253498"/>
                  </a:lnTo>
                  <a:lnTo>
                    <a:pt x="31484" y="257854"/>
                  </a:lnTo>
                  <a:lnTo>
                    <a:pt x="34652" y="262111"/>
                  </a:lnTo>
                  <a:lnTo>
                    <a:pt x="37954" y="266265"/>
                  </a:lnTo>
                  <a:lnTo>
                    <a:pt x="41386" y="270313"/>
                  </a:lnTo>
                  <a:lnTo>
                    <a:pt x="44945" y="274250"/>
                  </a:lnTo>
                  <a:lnTo>
                    <a:pt x="48627" y="278072"/>
                  </a:lnTo>
                  <a:lnTo>
                    <a:pt x="52429" y="281774"/>
                  </a:lnTo>
                  <a:lnTo>
                    <a:pt x="56346" y="285355"/>
                  </a:lnTo>
                  <a:lnTo>
                    <a:pt x="60374" y="288809"/>
                  </a:lnTo>
                  <a:lnTo>
                    <a:pt x="64511" y="292134"/>
                  </a:lnTo>
                  <a:lnTo>
                    <a:pt x="68750" y="295325"/>
                  </a:lnTo>
                  <a:lnTo>
                    <a:pt x="73089" y="298381"/>
                  </a:lnTo>
                  <a:lnTo>
                    <a:pt x="77523" y="301297"/>
                  </a:lnTo>
                  <a:lnTo>
                    <a:pt x="82047" y="304071"/>
                  </a:lnTo>
                  <a:lnTo>
                    <a:pt x="86657" y="306700"/>
                  </a:lnTo>
                  <a:lnTo>
                    <a:pt x="91348" y="309181"/>
                  </a:lnTo>
                  <a:lnTo>
                    <a:pt x="96115" y="311513"/>
                  </a:lnTo>
                  <a:lnTo>
                    <a:pt x="100954" y="313691"/>
                  </a:lnTo>
                  <a:lnTo>
                    <a:pt x="105860" y="315715"/>
                  </a:lnTo>
                  <a:lnTo>
                    <a:pt x="110827" y="317583"/>
                  </a:lnTo>
                  <a:lnTo>
                    <a:pt x="115852" y="319291"/>
                  </a:lnTo>
                  <a:lnTo>
                    <a:pt x="120928" y="320840"/>
                  </a:lnTo>
                  <a:lnTo>
                    <a:pt x="126050" y="322226"/>
                  </a:lnTo>
                  <a:lnTo>
                    <a:pt x="131214" y="323449"/>
                  </a:lnTo>
                  <a:lnTo>
                    <a:pt x="136414" y="324508"/>
                  </a:lnTo>
                  <a:lnTo>
                    <a:pt x="141645" y="325401"/>
                  </a:lnTo>
                  <a:lnTo>
                    <a:pt x="146902" y="326127"/>
                  </a:lnTo>
                  <a:lnTo>
                    <a:pt x="152180" y="326687"/>
                  </a:lnTo>
                  <a:lnTo>
                    <a:pt x="157472" y="327078"/>
                  </a:lnTo>
                  <a:lnTo>
                    <a:pt x="162774" y="327302"/>
                  </a:lnTo>
                  <a:lnTo>
                    <a:pt x="168081" y="327357"/>
                  </a:lnTo>
                  <a:lnTo>
                    <a:pt x="173386" y="327243"/>
                  </a:lnTo>
                  <a:lnTo>
                    <a:pt x="178685" y="326961"/>
                  </a:lnTo>
                  <a:lnTo>
                    <a:pt x="183973" y="326511"/>
                  </a:lnTo>
                  <a:lnTo>
                    <a:pt x="189244" y="325893"/>
                  </a:lnTo>
                  <a:lnTo>
                    <a:pt x="194492" y="325109"/>
                  </a:lnTo>
                  <a:lnTo>
                    <a:pt x="199713" y="324158"/>
                  </a:lnTo>
                  <a:lnTo>
                    <a:pt x="204902" y="323042"/>
                  </a:lnTo>
                  <a:lnTo>
                    <a:pt x="210052" y="321762"/>
                  </a:lnTo>
                  <a:lnTo>
                    <a:pt x="215159" y="320319"/>
                  </a:lnTo>
                  <a:lnTo>
                    <a:pt x="220217" y="318715"/>
                  </a:lnTo>
                  <a:lnTo>
                    <a:pt x="225222" y="316951"/>
                  </a:lnTo>
                  <a:lnTo>
                    <a:pt x="230169" y="315029"/>
                  </a:lnTo>
                  <a:lnTo>
                    <a:pt x="235052" y="312950"/>
                  </a:lnTo>
                  <a:lnTo>
                    <a:pt x="239866" y="310718"/>
                  </a:lnTo>
                  <a:lnTo>
                    <a:pt x="244608" y="308335"/>
                  </a:lnTo>
                  <a:lnTo>
                    <a:pt x="249271" y="305801"/>
                  </a:lnTo>
                  <a:lnTo>
                    <a:pt x="253851" y="303122"/>
                  </a:lnTo>
                  <a:lnTo>
                    <a:pt x="258345" y="300298"/>
                  </a:lnTo>
                  <a:lnTo>
                    <a:pt x="262746" y="297333"/>
                  </a:lnTo>
                  <a:lnTo>
                    <a:pt x="267051" y="294230"/>
                  </a:lnTo>
                  <a:lnTo>
                    <a:pt x="271255" y="290991"/>
                  </a:lnTo>
                  <a:lnTo>
                    <a:pt x="275354" y="287621"/>
                  </a:lnTo>
                  <a:lnTo>
                    <a:pt x="279345" y="284123"/>
                  </a:lnTo>
                  <a:lnTo>
                    <a:pt x="283222" y="280499"/>
                  </a:lnTo>
                  <a:lnTo>
                    <a:pt x="286982" y="276754"/>
                  </a:lnTo>
                  <a:lnTo>
                    <a:pt x="290622" y="272892"/>
                  </a:lnTo>
                  <a:lnTo>
                    <a:pt x="294137" y="268916"/>
                  </a:lnTo>
                  <a:lnTo>
                    <a:pt x="297524" y="264831"/>
                  </a:lnTo>
                  <a:lnTo>
                    <a:pt x="300779" y="260640"/>
                  </a:lnTo>
                  <a:lnTo>
                    <a:pt x="303901" y="256348"/>
                  </a:lnTo>
                  <a:lnTo>
                    <a:pt x="306884" y="251959"/>
                  </a:lnTo>
                  <a:lnTo>
                    <a:pt x="309726" y="247478"/>
                  </a:lnTo>
                  <a:lnTo>
                    <a:pt x="312425" y="242909"/>
                  </a:lnTo>
                  <a:lnTo>
                    <a:pt x="314977" y="238256"/>
                  </a:lnTo>
                  <a:lnTo>
                    <a:pt x="317381" y="233525"/>
                  </a:lnTo>
                  <a:lnTo>
                    <a:pt x="319633" y="228719"/>
                  </a:lnTo>
                  <a:lnTo>
                    <a:pt x="321731" y="223845"/>
                  </a:lnTo>
                  <a:lnTo>
                    <a:pt x="323674" y="218906"/>
                  </a:lnTo>
                  <a:lnTo>
                    <a:pt x="325459" y="213909"/>
                  </a:lnTo>
                  <a:lnTo>
                    <a:pt x="327084" y="208857"/>
                  </a:lnTo>
                  <a:lnTo>
                    <a:pt x="328548" y="203756"/>
                  </a:lnTo>
                  <a:lnTo>
                    <a:pt x="329849" y="198611"/>
                  </a:lnTo>
                  <a:lnTo>
                    <a:pt x="330987" y="193428"/>
                  </a:lnTo>
                  <a:lnTo>
                    <a:pt x="331959" y="188211"/>
                  </a:lnTo>
                  <a:lnTo>
                    <a:pt x="332766" y="182966"/>
                  </a:lnTo>
                  <a:lnTo>
                    <a:pt x="333405" y="177697"/>
                  </a:lnTo>
                  <a:lnTo>
                    <a:pt x="333877" y="172412"/>
                  </a:lnTo>
                  <a:lnTo>
                    <a:pt x="334181" y="167113"/>
                  </a:lnTo>
                  <a:lnTo>
                    <a:pt x="334316" y="161808"/>
                  </a:lnTo>
                  <a:lnTo>
                    <a:pt x="334283" y="156502"/>
                  </a:lnTo>
                  <a:lnTo>
                    <a:pt x="334082" y="151199"/>
                  </a:lnTo>
                  <a:lnTo>
                    <a:pt x="333713" y="145905"/>
                  </a:lnTo>
                  <a:lnTo>
                    <a:pt x="333175" y="140625"/>
                  </a:lnTo>
                  <a:lnTo>
                    <a:pt x="332470" y="135365"/>
                  </a:lnTo>
                  <a:lnTo>
                    <a:pt x="331599" y="130131"/>
                  </a:lnTo>
                  <a:lnTo>
                    <a:pt x="330562" y="124926"/>
                  </a:lnTo>
                  <a:lnTo>
                    <a:pt x="329360" y="119757"/>
                  </a:lnTo>
                  <a:lnTo>
                    <a:pt x="327995" y="114629"/>
                  </a:lnTo>
                  <a:lnTo>
                    <a:pt x="326468" y="109547"/>
                  </a:lnTo>
                  <a:lnTo>
                    <a:pt x="324780" y="104515"/>
                  </a:lnTo>
                  <a:lnTo>
                    <a:pt x="322933" y="99540"/>
                  </a:lnTo>
                  <a:lnTo>
                    <a:pt x="320930" y="94626"/>
                  </a:lnTo>
                  <a:lnTo>
                    <a:pt x="318771" y="89778"/>
                  </a:lnTo>
                  <a:lnTo>
                    <a:pt x="316460" y="85001"/>
                  </a:lnTo>
                  <a:lnTo>
                    <a:pt x="313998" y="80300"/>
                  </a:lnTo>
                  <a:lnTo>
                    <a:pt x="311388" y="75679"/>
                  </a:lnTo>
                  <a:lnTo>
                    <a:pt x="308633" y="71144"/>
                  </a:lnTo>
                  <a:lnTo>
                    <a:pt x="305735" y="66698"/>
                  </a:lnTo>
                  <a:lnTo>
                    <a:pt x="302697" y="62346"/>
                  </a:lnTo>
                  <a:lnTo>
                    <a:pt x="299523" y="58093"/>
                  </a:lnTo>
                  <a:lnTo>
                    <a:pt x="296216" y="53943"/>
                  </a:lnTo>
                  <a:lnTo>
                    <a:pt x="292778" y="49900"/>
                  </a:lnTo>
                  <a:lnTo>
                    <a:pt x="289214" y="45968"/>
                  </a:lnTo>
                  <a:lnTo>
                    <a:pt x="285527" y="42152"/>
                  </a:lnTo>
                  <a:lnTo>
                    <a:pt x="281721" y="38454"/>
                  </a:lnTo>
                  <a:lnTo>
                    <a:pt x="277799" y="34879"/>
                  </a:lnTo>
                  <a:lnTo>
                    <a:pt x="273765" y="31430"/>
                  </a:lnTo>
                  <a:lnTo>
                    <a:pt x="269625" y="28111"/>
                  </a:lnTo>
                  <a:lnTo>
                    <a:pt x="265380" y="24925"/>
                  </a:lnTo>
                  <a:lnTo>
                    <a:pt x="261037" y="21875"/>
                  </a:lnTo>
                  <a:lnTo>
                    <a:pt x="256600" y="18965"/>
                  </a:lnTo>
                  <a:lnTo>
                    <a:pt x="252072" y="16197"/>
                  </a:lnTo>
                  <a:lnTo>
                    <a:pt x="167157" y="1601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88720" y="1322571"/>
              <a:ext cx="84915" cy="167167"/>
            </a:xfrm>
            <a:custGeom>
              <a:avLst/>
              <a:pathLst>
                <a:path w="84915" h="167167">
                  <a:moveTo>
                    <a:pt x="84915" y="23173"/>
                  </a:moveTo>
                  <a:lnTo>
                    <a:pt x="79747" y="20248"/>
                  </a:lnTo>
                  <a:lnTo>
                    <a:pt x="74479" y="17508"/>
                  </a:lnTo>
                  <a:lnTo>
                    <a:pt x="69117" y="14958"/>
                  </a:lnTo>
                  <a:lnTo>
                    <a:pt x="63668" y="12599"/>
                  </a:lnTo>
                  <a:lnTo>
                    <a:pt x="58139" y="10435"/>
                  </a:lnTo>
                  <a:lnTo>
                    <a:pt x="52536" y="8469"/>
                  </a:lnTo>
                  <a:lnTo>
                    <a:pt x="46867" y="6704"/>
                  </a:lnTo>
                  <a:lnTo>
                    <a:pt x="41139" y="5141"/>
                  </a:lnTo>
                  <a:lnTo>
                    <a:pt x="35358" y="3782"/>
                  </a:lnTo>
                  <a:lnTo>
                    <a:pt x="29534" y="2629"/>
                  </a:lnTo>
                  <a:lnTo>
                    <a:pt x="23672" y="1684"/>
                  </a:lnTo>
                  <a:lnTo>
                    <a:pt x="17780" y="948"/>
                  </a:lnTo>
                  <a:lnTo>
                    <a:pt x="11866" y="421"/>
                  </a:lnTo>
                  <a:lnTo>
                    <a:pt x="5936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73822" y="1681503"/>
              <a:ext cx="12702" cy="167167"/>
            </a:xfrm>
            <a:custGeom>
              <a:avLst/>
              <a:pathLst>
                <a:path w="12702" h="167167">
                  <a:moveTo>
                    <a:pt x="12702" y="0"/>
                  </a:moveTo>
                  <a:lnTo>
                    <a:pt x="0" y="483"/>
                  </a:lnTo>
                  <a:lnTo>
                    <a:pt x="1270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73822" y="1681986"/>
              <a:ext cx="12702" cy="166684"/>
            </a:xfrm>
            <a:custGeom>
              <a:avLst/>
              <a:pathLst>
                <a:path w="12702" h="166684">
                  <a:moveTo>
                    <a:pt x="0" y="0"/>
                  </a:moveTo>
                  <a:lnTo>
                    <a:pt x="12702" y="1666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73822" y="1681986"/>
              <a:ext cx="12702" cy="166684"/>
            </a:xfrm>
            <a:custGeom>
              <a:avLst/>
              <a:pathLst>
                <a:path w="12702" h="166684">
                  <a:moveTo>
                    <a:pt x="0" y="0"/>
                  </a:moveTo>
                  <a:lnTo>
                    <a:pt x="12702" y="1666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73822" y="1681986"/>
              <a:ext cx="12702" cy="166684"/>
            </a:xfrm>
            <a:custGeom>
              <a:avLst/>
              <a:pathLst>
                <a:path w="12702" h="166684">
                  <a:moveTo>
                    <a:pt x="0" y="0"/>
                  </a:moveTo>
                  <a:lnTo>
                    <a:pt x="12702" y="1666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73822" y="1681986"/>
              <a:ext cx="12702" cy="166684"/>
            </a:xfrm>
            <a:custGeom>
              <a:avLst/>
              <a:pathLst>
                <a:path w="12702" h="166684">
                  <a:moveTo>
                    <a:pt x="0" y="0"/>
                  </a:moveTo>
                  <a:lnTo>
                    <a:pt x="12702" y="1666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73822" y="1681986"/>
              <a:ext cx="12702" cy="166684"/>
            </a:xfrm>
            <a:custGeom>
              <a:avLst/>
              <a:pathLst>
                <a:path w="12702" h="166684">
                  <a:moveTo>
                    <a:pt x="0" y="0"/>
                  </a:moveTo>
                  <a:lnTo>
                    <a:pt x="12702" y="1666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3822" y="1681986"/>
              <a:ext cx="12702" cy="166684"/>
            </a:xfrm>
            <a:custGeom>
              <a:avLst/>
              <a:pathLst>
                <a:path w="12702" h="166684">
                  <a:moveTo>
                    <a:pt x="0" y="0"/>
                  </a:moveTo>
                  <a:lnTo>
                    <a:pt x="12702" y="1666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3822" y="1681986"/>
              <a:ext cx="12702" cy="166684"/>
            </a:xfrm>
            <a:custGeom>
              <a:avLst/>
              <a:pathLst>
                <a:path w="12702" h="166684">
                  <a:moveTo>
                    <a:pt x="0" y="0"/>
                  </a:moveTo>
                  <a:lnTo>
                    <a:pt x="12702" y="1666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3822" y="1681986"/>
              <a:ext cx="12702" cy="166684"/>
            </a:xfrm>
            <a:custGeom>
              <a:avLst/>
              <a:pathLst>
                <a:path w="12702" h="166684">
                  <a:moveTo>
                    <a:pt x="0" y="0"/>
                  </a:moveTo>
                  <a:lnTo>
                    <a:pt x="12702" y="1666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3822" y="1681986"/>
              <a:ext cx="12702" cy="166684"/>
            </a:xfrm>
            <a:custGeom>
              <a:avLst/>
              <a:pathLst>
                <a:path w="12702" h="166684">
                  <a:moveTo>
                    <a:pt x="0" y="0"/>
                  </a:moveTo>
                  <a:lnTo>
                    <a:pt x="12702" y="1666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3822" y="1681986"/>
              <a:ext cx="12702" cy="166684"/>
            </a:xfrm>
            <a:custGeom>
              <a:avLst/>
              <a:pathLst>
                <a:path w="12702" h="166684">
                  <a:moveTo>
                    <a:pt x="0" y="0"/>
                  </a:moveTo>
                  <a:lnTo>
                    <a:pt x="12702" y="1666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3822" y="1681986"/>
              <a:ext cx="12702" cy="166684"/>
            </a:xfrm>
            <a:custGeom>
              <a:avLst/>
              <a:pathLst>
                <a:path w="12702" h="166684">
                  <a:moveTo>
                    <a:pt x="0" y="0"/>
                  </a:moveTo>
                  <a:lnTo>
                    <a:pt x="12702" y="1666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3822" y="1681986"/>
              <a:ext cx="12702" cy="166684"/>
            </a:xfrm>
            <a:custGeom>
              <a:avLst/>
              <a:pathLst>
                <a:path w="12702" h="166684">
                  <a:moveTo>
                    <a:pt x="0" y="0"/>
                  </a:moveTo>
                  <a:lnTo>
                    <a:pt x="12702" y="1666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73822" y="1681986"/>
              <a:ext cx="12702" cy="166684"/>
            </a:xfrm>
            <a:custGeom>
              <a:avLst/>
              <a:pathLst>
                <a:path w="12702" h="166684">
                  <a:moveTo>
                    <a:pt x="0" y="0"/>
                  </a:moveTo>
                  <a:lnTo>
                    <a:pt x="12702" y="1666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73822" y="1681986"/>
              <a:ext cx="12702" cy="166684"/>
            </a:xfrm>
            <a:custGeom>
              <a:avLst/>
              <a:pathLst>
                <a:path w="12702" h="166684">
                  <a:moveTo>
                    <a:pt x="0" y="0"/>
                  </a:moveTo>
                  <a:lnTo>
                    <a:pt x="12702" y="1666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73822" y="1681986"/>
              <a:ext cx="12702" cy="166684"/>
            </a:xfrm>
            <a:custGeom>
              <a:avLst/>
              <a:pathLst>
                <a:path w="12702" h="166684">
                  <a:moveTo>
                    <a:pt x="0" y="0"/>
                  </a:moveTo>
                  <a:lnTo>
                    <a:pt x="12702" y="1666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92455" y="1681986"/>
              <a:ext cx="94069" cy="166684"/>
            </a:xfrm>
            <a:custGeom>
              <a:avLst/>
              <a:pathLst>
                <a:path w="94069" h="166684">
                  <a:moveTo>
                    <a:pt x="81366" y="0"/>
                  </a:moveTo>
                  <a:lnTo>
                    <a:pt x="75579" y="542"/>
                  </a:lnTo>
                  <a:lnTo>
                    <a:pt x="69813" y="1285"/>
                  </a:lnTo>
                  <a:lnTo>
                    <a:pt x="64078" y="2229"/>
                  </a:lnTo>
                  <a:lnTo>
                    <a:pt x="58378" y="3371"/>
                  </a:lnTo>
                  <a:lnTo>
                    <a:pt x="52722" y="4710"/>
                  </a:lnTo>
                  <a:lnTo>
                    <a:pt x="47115" y="6246"/>
                  </a:lnTo>
                  <a:lnTo>
                    <a:pt x="41566" y="7975"/>
                  </a:lnTo>
                  <a:lnTo>
                    <a:pt x="36079" y="9897"/>
                  </a:lnTo>
                  <a:lnTo>
                    <a:pt x="30663" y="12007"/>
                  </a:lnTo>
                  <a:lnTo>
                    <a:pt x="25324" y="14305"/>
                  </a:lnTo>
                  <a:lnTo>
                    <a:pt x="20068" y="16788"/>
                  </a:lnTo>
                  <a:lnTo>
                    <a:pt x="14901" y="19451"/>
                  </a:lnTo>
                  <a:lnTo>
                    <a:pt x="9830" y="22293"/>
                  </a:lnTo>
                  <a:lnTo>
                    <a:pt x="4861" y="25309"/>
                  </a:lnTo>
                  <a:lnTo>
                    <a:pt x="0" y="28496"/>
                  </a:lnTo>
                  <a:lnTo>
                    <a:pt x="94069" y="1666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19368" y="1681503"/>
              <a:ext cx="334306" cy="334334"/>
            </a:xfrm>
            <a:custGeom>
              <a:avLst/>
              <a:pathLst>
                <a:path w="334306" h="334334">
                  <a:moveTo>
                    <a:pt x="73087" y="28979"/>
                  </a:moveTo>
                  <a:lnTo>
                    <a:pt x="68746" y="32036"/>
                  </a:lnTo>
                  <a:lnTo>
                    <a:pt x="64504" y="35229"/>
                  </a:lnTo>
                  <a:lnTo>
                    <a:pt x="60366" y="38556"/>
                  </a:lnTo>
                  <a:lnTo>
                    <a:pt x="56335" y="42012"/>
                  </a:lnTo>
                  <a:lnTo>
                    <a:pt x="52416" y="45595"/>
                  </a:lnTo>
                  <a:lnTo>
                    <a:pt x="48614" y="49300"/>
                  </a:lnTo>
                  <a:lnTo>
                    <a:pt x="44930" y="53124"/>
                  </a:lnTo>
                  <a:lnTo>
                    <a:pt x="41370" y="57063"/>
                  </a:lnTo>
                  <a:lnTo>
                    <a:pt x="37937" y="61113"/>
                  </a:lnTo>
                  <a:lnTo>
                    <a:pt x="34634" y="65270"/>
                  </a:lnTo>
                  <a:lnTo>
                    <a:pt x="31465" y="69530"/>
                  </a:lnTo>
                  <a:lnTo>
                    <a:pt x="28433" y="73888"/>
                  </a:lnTo>
                  <a:lnTo>
                    <a:pt x="25541" y="78341"/>
                  </a:lnTo>
                  <a:lnTo>
                    <a:pt x="22791" y="82883"/>
                  </a:lnTo>
                  <a:lnTo>
                    <a:pt x="20187" y="87510"/>
                  </a:lnTo>
                  <a:lnTo>
                    <a:pt x="17732" y="92218"/>
                  </a:lnTo>
                  <a:lnTo>
                    <a:pt x="15427" y="97001"/>
                  </a:lnTo>
                  <a:lnTo>
                    <a:pt x="13275" y="101855"/>
                  </a:lnTo>
                  <a:lnTo>
                    <a:pt x="11279" y="106774"/>
                  </a:lnTo>
                  <a:lnTo>
                    <a:pt x="9439" y="111755"/>
                  </a:lnTo>
                  <a:lnTo>
                    <a:pt x="7759" y="116792"/>
                  </a:lnTo>
                  <a:lnTo>
                    <a:pt x="6240" y="121879"/>
                  </a:lnTo>
                  <a:lnTo>
                    <a:pt x="4883" y="127012"/>
                  </a:lnTo>
                  <a:lnTo>
                    <a:pt x="3689" y="132186"/>
                  </a:lnTo>
                  <a:lnTo>
                    <a:pt x="2661" y="137395"/>
                  </a:lnTo>
                  <a:lnTo>
                    <a:pt x="1798" y="142634"/>
                  </a:lnTo>
                  <a:lnTo>
                    <a:pt x="1103" y="147897"/>
                  </a:lnTo>
                  <a:lnTo>
                    <a:pt x="575" y="153180"/>
                  </a:lnTo>
                  <a:lnTo>
                    <a:pt x="214" y="158478"/>
                  </a:lnTo>
                  <a:lnTo>
                    <a:pt x="23" y="163784"/>
                  </a:lnTo>
                  <a:lnTo>
                    <a:pt x="0" y="169093"/>
                  </a:lnTo>
                  <a:lnTo>
                    <a:pt x="145" y="174401"/>
                  </a:lnTo>
                  <a:lnTo>
                    <a:pt x="459" y="179701"/>
                  </a:lnTo>
                  <a:lnTo>
                    <a:pt x="941" y="184988"/>
                  </a:lnTo>
                  <a:lnTo>
                    <a:pt x="1591" y="190258"/>
                  </a:lnTo>
                  <a:lnTo>
                    <a:pt x="2408" y="195504"/>
                  </a:lnTo>
                  <a:lnTo>
                    <a:pt x="3391" y="200722"/>
                  </a:lnTo>
                  <a:lnTo>
                    <a:pt x="4539" y="205905"/>
                  </a:lnTo>
                  <a:lnTo>
                    <a:pt x="5851" y="211050"/>
                  </a:lnTo>
                  <a:lnTo>
                    <a:pt x="7326" y="216151"/>
                  </a:lnTo>
                  <a:lnTo>
                    <a:pt x="8962" y="221202"/>
                  </a:lnTo>
                  <a:lnTo>
                    <a:pt x="10758" y="226198"/>
                  </a:lnTo>
                  <a:lnTo>
                    <a:pt x="12712" y="231135"/>
                  </a:lnTo>
                  <a:lnTo>
                    <a:pt x="14821" y="236008"/>
                  </a:lnTo>
                  <a:lnTo>
                    <a:pt x="17084" y="240811"/>
                  </a:lnTo>
                  <a:lnTo>
                    <a:pt x="19498" y="245539"/>
                  </a:lnTo>
                  <a:lnTo>
                    <a:pt x="22062" y="250189"/>
                  </a:lnTo>
                  <a:lnTo>
                    <a:pt x="24772" y="254755"/>
                  </a:lnTo>
                  <a:lnTo>
                    <a:pt x="27625" y="259233"/>
                  </a:lnTo>
                  <a:lnTo>
                    <a:pt x="30619" y="263617"/>
                  </a:lnTo>
                  <a:lnTo>
                    <a:pt x="33751" y="267905"/>
                  </a:lnTo>
                  <a:lnTo>
                    <a:pt x="37017" y="272090"/>
                  </a:lnTo>
                  <a:lnTo>
                    <a:pt x="40415" y="276170"/>
                  </a:lnTo>
                  <a:lnTo>
                    <a:pt x="43941" y="280140"/>
                  </a:lnTo>
                  <a:lnTo>
                    <a:pt x="47591" y="283996"/>
                  </a:lnTo>
                  <a:lnTo>
                    <a:pt x="51361" y="287734"/>
                  </a:lnTo>
                  <a:lnTo>
                    <a:pt x="55248" y="291351"/>
                  </a:lnTo>
                  <a:lnTo>
                    <a:pt x="59249" y="294842"/>
                  </a:lnTo>
                  <a:lnTo>
                    <a:pt x="63358" y="298205"/>
                  </a:lnTo>
                  <a:lnTo>
                    <a:pt x="67571" y="301435"/>
                  </a:lnTo>
                  <a:lnTo>
                    <a:pt x="71886" y="304530"/>
                  </a:lnTo>
                  <a:lnTo>
                    <a:pt x="76296" y="307486"/>
                  </a:lnTo>
                  <a:lnTo>
                    <a:pt x="80798" y="310301"/>
                  </a:lnTo>
                  <a:lnTo>
                    <a:pt x="85387" y="312971"/>
                  </a:lnTo>
                  <a:lnTo>
                    <a:pt x="90059" y="315494"/>
                  </a:lnTo>
                  <a:lnTo>
                    <a:pt x="94808" y="317868"/>
                  </a:lnTo>
                  <a:lnTo>
                    <a:pt x="99630" y="320089"/>
                  </a:lnTo>
                  <a:lnTo>
                    <a:pt x="104521" y="322157"/>
                  </a:lnTo>
                  <a:lnTo>
                    <a:pt x="109474" y="324068"/>
                  </a:lnTo>
                  <a:lnTo>
                    <a:pt x="114486" y="325820"/>
                  </a:lnTo>
                  <a:lnTo>
                    <a:pt x="119551" y="327413"/>
                  </a:lnTo>
                  <a:lnTo>
                    <a:pt x="124664" y="328844"/>
                  </a:lnTo>
                  <a:lnTo>
                    <a:pt x="129820" y="330112"/>
                  </a:lnTo>
                  <a:lnTo>
                    <a:pt x="135013" y="331215"/>
                  </a:lnTo>
                  <a:lnTo>
                    <a:pt x="140239" y="332153"/>
                  </a:lnTo>
                  <a:lnTo>
                    <a:pt x="145492" y="332925"/>
                  </a:lnTo>
                  <a:lnTo>
                    <a:pt x="150767" y="333529"/>
                  </a:lnTo>
                  <a:lnTo>
                    <a:pt x="156059" y="333966"/>
                  </a:lnTo>
                  <a:lnTo>
                    <a:pt x="161362" y="334234"/>
                  </a:lnTo>
                  <a:lnTo>
                    <a:pt x="166670" y="334334"/>
                  </a:lnTo>
                  <a:lnTo>
                    <a:pt x="171979" y="334265"/>
                  </a:lnTo>
                  <a:lnTo>
                    <a:pt x="177283" y="334027"/>
                  </a:lnTo>
                  <a:lnTo>
                    <a:pt x="182577" y="333622"/>
                  </a:lnTo>
                  <a:lnTo>
                    <a:pt x="187856" y="333048"/>
                  </a:lnTo>
                  <a:lnTo>
                    <a:pt x="193113" y="332307"/>
                  </a:lnTo>
                  <a:lnTo>
                    <a:pt x="198344" y="331399"/>
                  </a:lnTo>
                  <a:lnTo>
                    <a:pt x="203544" y="330326"/>
                  </a:lnTo>
                  <a:lnTo>
                    <a:pt x="208707" y="329088"/>
                  </a:lnTo>
                  <a:lnTo>
                    <a:pt x="213828" y="327687"/>
                  </a:lnTo>
                  <a:lnTo>
                    <a:pt x="218903" y="326124"/>
                  </a:lnTo>
                  <a:lnTo>
                    <a:pt x="223925" y="324400"/>
                  </a:lnTo>
                  <a:lnTo>
                    <a:pt x="228889" y="322518"/>
                  </a:lnTo>
                  <a:lnTo>
                    <a:pt x="233792" y="320479"/>
                  </a:lnTo>
                  <a:lnTo>
                    <a:pt x="238627" y="318286"/>
                  </a:lnTo>
                  <a:lnTo>
                    <a:pt x="243390" y="315940"/>
                  </a:lnTo>
                  <a:lnTo>
                    <a:pt x="248076" y="313444"/>
                  </a:lnTo>
                  <a:lnTo>
                    <a:pt x="252681" y="310800"/>
                  </a:lnTo>
                  <a:lnTo>
                    <a:pt x="257199" y="308012"/>
                  </a:lnTo>
                  <a:lnTo>
                    <a:pt x="261626" y="305081"/>
                  </a:lnTo>
                  <a:lnTo>
                    <a:pt x="265958" y="302011"/>
                  </a:lnTo>
                  <a:lnTo>
                    <a:pt x="270191" y="298806"/>
                  </a:lnTo>
                  <a:lnTo>
                    <a:pt x="274319" y="295467"/>
                  </a:lnTo>
                  <a:lnTo>
                    <a:pt x="278340" y="291999"/>
                  </a:lnTo>
                  <a:lnTo>
                    <a:pt x="282248" y="288405"/>
                  </a:lnTo>
                  <a:lnTo>
                    <a:pt x="286040" y="284689"/>
                  </a:lnTo>
                  <a:lnTo>
                    <a:pt x="289712" y="280854"/>
                  </a:lnTo>
                  <a:lnTo>
                    <a:pt x="293261" y="276905"/>
                  </a:lnTo>
                  <a:lnTo>
                    <a:pt x="296682" y="272845"/>
                  </a:lnTo>
                  <a:lnTo>
                    <a:pt x="299973" y="268678"/>
                  </a:lnTo>
                  <a:lnTo>
                    <a:pt x="303130" y="264409"/>
                  </a:lnTo>
                  <a:lnTo>
                    <a:pt x="306149" y="260042"/>
                  </a:lnTo>
                  <a:lnTo>
                    <a:pt x="309029" y="255581"/>
                  </a:lnTo>
                  <a:lnTo>
                    <a:pt x="311765" y="251031"/>
                  </a:lnTo>
                  <a:lnTo>
                    <a:pt x="314355" y="246396"/>
                  </a:lnTo>
                  <a:lnTo>
                    <a:pt x="316797" y="241682"/>
                  </a:lnTo>
                  <a:lnTo>
                    <a:pt x="319088" y="236892"/>
                  </a:lnTo>
                  <a:lnTo>
                    <a:pt x="321226" y="232032"/>
                  </a:lnTo>
                  <a:lnTo>
                    <a:pt x="323208" y="227106"/>
                  </a:lnTo>
                  <a:lnTo>
                    <a:pt x="325033" y="222120"/>
                  </a:lnTo>
                  <a:lnTo>
                    <a:pt x="326698" y="217079"/>
                  </a:lnTo>
                  <a:lnTo>
                    <a:pt x="328203" y="211987"/>
                  </a:lnTo>
                  <a:lnTo>
                    <a:pt x="329545" y="206850"/>
                  </a:lnTo>
                  <a:lnTo>
                    <a:pt x="330723" y="201673"/>
                  </a:lnTo>
                  <a:lnTo>
                    <a:pt x="331737" y="196461"/>
                  </a:lnTo>
                  <a:lnTo>
                    <a:pt x="332584" y="191220"/>
                  </a:lnTo>
                  <a:lnTo>
                    <a:pt x="333264" y="185954"/>
                  </a:lnTo>
                  <a:lnTo>
                    <a:pt x="333777" y="180669"/>
                  </a:lnTo>
                  <a:lnTo>
                    <a:pt x="334122" y="175371"/>
                  </a:lnTo>
                  <a:lnTo>
                    <a:pt x="334298" y="170065"/>
                  </a:lnTo>
                  <a:lnTo>
                    <a:pt x="334306" y="164755"/>
                  </a:lnTo>
                  <a:lnTo>
                    <a:pt x="334145" y="159448"/>
                  </a:lnTo>
                  <a:lnTo>
                    <a:pt x="333816" y="154149"/>
                  </a:lnTo>
                  <a:lnTo>
                    <a:pt x="333318" y="148863"/>
                  </a:lnTo>
                  <a:lnTo>
                    <a:pt x="332653" y="143595"/>
                  </a:lnTo>
                  <a:lnTo>
                    <a:pt x="331821" y="138351"/>
                  </a:lnTo>
                  <a:lnTo>
                    <a:pt x="330823" y="133136"/>
                  </a:lnTo>
                  <a:lnTo>
                    <a:pt x="329660" y="127956"/>
                  </a:lnTo>
                  <a:lnTo>
                    <a:pt x="328332" y="122815"/>
                  </a:lnTo>
                  <a:lnTo>
                    <a:pt x="326843" y="117719"/>
                  </a:lnTo>
                  <a:lnTo>
                    <a:pt x="325192" y="112673"/>
                  </a:lnTo>
                  <a:lnTo>
                    <a:pt x="323381" y="107681"/>
                  </a:lnTo>
                  <a:lnTo>
                    <a:pt x="321414" y="102750"/>
                  </a:lnTo>
                  <a:lnTo>
                    <a:pt x="319290" y="97884"/>
                  </a:lnTo>
                  <a:lnTo>
                    <a:pt x="317013" y="93087"/>
                  </a:lnTo>
                  <a:lnTo>
                    <a:pt x="314585" y="88366"/>
                  </a:lnTo>
                  <a:lnTo>
                    <a:pt x="312008" y="83723"/>
                  </a:lnTo>
                  <a:lnTo>
                    <a:pt x="309285" y="79165"/>
                  </a:lnTo>
                  <a:lnTo>
                    <a:pt x="306419" y="74696"/>
                  </a:lnTo>
                  <a:lnTo>
                    <a:pt x="303412" y="70320"/>
                  </a:lnTo>
                  <a:lnTo>
                    <a:pt x="300267" y="66042"/>
                  </a:lnTo>
                  <a:lnTo>
                    <a:pt x="296989" y="61866"/>
                  </a:lnTo>
                  <a:lnTo>
                    <a:pt x="293579" y="57796"/>
                  </a:lnTo>
                  <a:lnTo>
                    <a:pt x="290042" y="53836"/>
                  </a:lnTo>
                  <a:lnTo>
                    <a:pt x="286381" y="49991"/>
                  </a:lnTo>
                  <a:lnTo>
                    <a:pt x="282600" y="46263"/>
                  </a:lnTo>
                  <a:lnTo>
                    <a:pt x="278702" y="42658"/>
                  </a:lnTo>
                  <a:lnTo>
                    <a:pt x="274692" y="39179"/>
                  </a:lnTo>
                  <a:lnTo>
                    <a:pt x="270573" y="35828"/>
                  </a:lnTo>
                  <a:lnTo>
                    <a:pt x="266350" y="32610"/>
                  </a:lnTo>
                  <a:lnTo>
                    <a:pt x="262027" y="29528"/>
                  </a:lnTo>
                  <a:lnTo>
                    <a:pt x="257608" y="26585"/>
                  </a:lnTo>
                  <a:lnTo>
                    <a:pt x="253098" y="23783"/>
                  </a:lnTo>
                  <a:lnTo>
                    <a:pt x="248501" y="21126"/>
                  </a:lnTo>
                  <a:lnTo>
                    <a:pt x="243822" y="18616"/>
                  </a:lnTo>
                  <a:lnTo>
                    <a:pt x="239066" y="16257"/>
                  </a:lnTo>
                  <a:lnTo>
                    <a:pt x="234237" y="14049"/>
                  </a:lnTo>
                  <a:lnTo>
                    <a:pt x="229340" y="11996"/>
                  </a:lnTo>
                  <a:lnTo>
                    <a:pt x="224381" y="10099"/>
                  </a:lnTo>
                  <a:lnTo>
                    <a:pt x="219364" y="8361"/>
                  </a:lnTo>
                  <a:lnTo>
                    <a:pt x="214295" y="6783"/>
                  </a:lnTo>
                  <a:lnTo>
                    <a:pt x="209178" y="5367"/>
                  </a:lnTo>
                  <a:lnTo>
                    <a:pt x="204018" y="4114"/>
                  </a:lnTo>
                  <a:lnTo>
                    <a:pt x="198821" y="3026"/>
                  </a:lnTo>
                  <a:lnTo>
                    <a:pt x="193593" y="2103"/>
                  </a:lnTo>
                  <a:lnTo>
                    <a:pt x="188337" y="1347"/>
                  </a:lnTo>
                  <a:lnTo>
                    <a:pt x="183061" y="758"/>
                  </a:lnTo>
                  <a:lnTo>
                    <a:pt x="177768" y="337"/>
                  </a:lnTo>
                  <a:lnTo>
                    <a:pt x="17246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8589" y="2126963"/>
              <a:ext cx="22698" cy="167167"/>
            </a:xfrm>
            <a:custGeom>
              <a:avLst/>
              <a:pathLst>
                <a:path w="22698" h="167167">
                  <a:moveTo>
                    <a:pt x="22698" y="0"/>
                  </a:moveTo>
                  <a:lnTo>
                    <a:pt x="15111" y="172"/>
                  </a:lnTo>
                  <a:lnTo>
                    <a:pt x="7540" y="688"/>
                  </a:lnTo>
                  <a:lnTo>
                    <a:pt x="0" y="1548"/>
                  </a:lnTo>
                  <a:lnTo>
                    <a:pt x="2269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8589" y="2128511"/>
              <a:ext cx="22698" cy="165619"/>
            </a:xfrm>
            <a:custGeom>
              <a:avLst/>
              <a:pathLst>
                <a:path w="22698" h="165619">
                  <a:moveTo>
                    <a:pt x="0" y="0"/>
                  </a:moveTo>
                  <a:lnTo>
                    <a:pt x="22698" y="1656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8589" y="2128511"/>
              <a:ext cx="22698" cy="165619"/>
            </a:xfrm>
            <a:custGeom>
              <a:avLst/>
              <a:pathLst>
                <a:path w="22698" h="165619">
                  <a:moveTo>
                    <a:pt x="0" y="0"/>
                  </a:moveTo>
                  <a:lnTo>
                    <a:pt x="22698" y="1656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8589" y="2128511"/>
              <a:ext cx="22698" cy="165619"/>
            </a:xfrm>
            <a:custGeom>
              <a:avLst/>
              <a:pathLst>
                <a:path w="22698" h="165619">
                  <a:moveTo>
                    <a:pt x="0" y="0"/>
                  </a:moveTo>
                  <a:lnTo>
                    <a:pt x="22698" y="1656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8589" y="2128511"/>
              <a:ext cx="22698" cy="165619"/>
            </a:xfrm>
            <a:custGeom>
              <a:avLst/>
              <a:pathLst>
                <a:path w="22698" h="165619">
                  <a:moveTo>
                    <a:pt x="0" y="0"/>
                  </a:moveTo>
                  <a:lnTo>
                    <a:pt x="22698" y="1656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8589" y="2128511"/>
              <a:ext cx="22698" cy="165619"/>
            </a:xfrm>
            <a:custGeom>
              <a:avLst/>
              <a:pathLst>
                <a:path w="22698" h="165619">
                  <a:moveTo>
                    <a:pt x="0" y="0"/>
                  </a:moveTo>
                  <a:lnTo>
                    <a:pt x="22698" y="1656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8589" y="2128511"/>
              <a:ext cx="22698" cy="165619"/>
            </a:xfrm>
            <a:custGeom>
              <a:avLst/>
              <a:pathLst>
                <a:path w="22698" h="165619">
                  <a:moveTo>
                    <a:pt x="0" y="0"/>
                  </a:moveTo>
                  <a:lnTo>
                    <a:pt x="22698" y="1656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8589" y="2128511"/>
              <a:ext cx="22698" cy="165619"/>
            </a:xfrm>
            <a:custGeom>
              <a:avLst/>
              <a:pathLst>
                <a:path w="22698" h="165619">
                  <a:moveTo>
                    <a:pt x="0" y="0"/>
                  </a:moveTo>
                  <a:lnTo>
                    <a:pt x="22698" y="1656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8589" y="2128511"/>
              <a:ext cx="22698" cy="165619"/>
            </a:xfrm>
            <a:custGeom>
              <a:avLst/>
              <a:pathLst>
                <a:path w="22698" h="165619">
                  <a:moveTo>
                    <a:pt x="0" y="0"/>
                  </a:moveTo>
                  <a:lnTo>
                    <a:pt x="22698" y="1656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8589" y="2128511"/>
              <a:ext cx="22698" cy="165619"/>
            </a:xfrm>
            <a:custGeom>
              <a:avLst/>
              <a:pathLst>
                <a:path w="22698" h="165619">
                  <a:moveTo>
                    <a:pt x="0" y="0"/>
                  </a:moveTo>
                  <a:lnTo>
                    <a:pt x="22698" y="1656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8589" y="2128511"/>
              <a:ext cx="22698" cy="165619"/>
            </a:xfrm>
            <a:custGeom>
              <a:avLst/>
              <a:pathLst>
                <a:path w="22698" h="165619">
                  <a:moveTo>
                    <a:pt x="0" y="0"/>
                  </a:moveTo>
                  <a:lnTo>
                    <a:pt x="22698" y="1656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8589" y="2128511"/>
              <a:ext cx="22698" cy="165619"/>
            </a:xfrm>
            <a:custGeom>
              <a:avLst/>
              <a:pathLst>
                <a:path w="22698" h="165619">
                  <a:moveTo>
                    <a:pt x="0" y="0"/>
                  </a:moveTo>
                  <a:lnTo>
                    <a:pt x="22698" y="1656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8589" y="2128511"/>
              <a:ext cx="22698" cy="165619"/>
            </a:xfrm>
            <a:custGeom>
              <a:avLst/>
              <a:pathLst>
                <a:path w="22698" h="165619">
                  <a:moveTo>
                    <a:pt x="0" y="0"/>
                  </a:moveTo>
                  <a:lnTo>
                    <a:pt x="22698" y="1656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8589" y="2128511"/>
              <a:ext cx="22698" cy="165619"/>
            </a:xfrm>
            <a:custGeom>
              <a:avLst/>
              <a:pathLst>
                <a:path w="22698" h="165619">
                  <a:moveTo>
                    <a:pt x="0" y="0"/>
                  </a:moveTo>
                  <a:lnTo>
                    <a:pt x="22698" y="1656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8589" y="2128511"/>
              <a:ext cx="22698" cy="165619"/>
            </a:xfrm>
            <a:custGeom>
              <a:avLst/>
              <a:pathLst>
                <a:path w="22698" h="165619">
                  <a:moveTo>
                    <a:pt x="0" y="0"/>
                  </a:moveTo>
                  <a:lnTo>
                    <a:pt x="22698" y="1656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614126" y="2127722"/>
              <a:ext cx="334312" cy="333574"/>
            </a:xfrm>
            <a:custGeom>
              <a:avLst/>
              <a:pathLst>
                <a:path w="334312" h="333574">
                  <a:moveTo>
                    <a:pt x="144462" y="789"/>
                  </a:moveTo>
                  <a:lnTo>
                    <a:pt x="139227" y="1591"/>
                  </a:lnTo>
                  <a:lnTo>
                    <a:pt x="134020" y="2559"/>
                  </a:lnTo>
                  <a:lnTo>
                    <a:pt x="128846" y="3691"/>
                  </a:lnTo>
                  <a:lnTo>
                    <a:pt x="123710" y="4986"/>
                  </a:lnTo>
                  <a:lnTo>
                    <a:pt x="118619" y="6444"/>
                  </a:lnTo>
                  <a:lnTo>
                    <a:pt x="113575" y="8062"/>
                  </a:lnTo>
                  <a:lnTo>
                    <a:pt x="108586" y="9839"/>
                  </a:lnTo>
                  <a:lnTo>
                    <a:pt x="103656" y="11773"/>
                  </a:lnTo>
                  <a:lnTo>
                    <a:pt x="98789" y="13862"/>
                  </a:lnTo>
                  <a:lnTo>
                    <a:pt x="93991" y="16105"/>
                  </a:lnTo>
                  <a:lnTo>
                    <a:pt x="89266" y="18498"/>
                  </a:lnTo>
                  <a:lnTo>
                    <a:pt x="84619" y="21040"/>
                  </a:lnTo>
                  <a:lnTo>
                    <a:pt x="80056" y="23728"/>
                  </a:lnTo>
                  <a:lnTo>
                    <a:pt x="75580" y="26559"/>
                  </a:lnTo>
                  <a:lnTo>
                    <a:pt x="71195" y="29530"/>
                  </a:lnTo>
                  <a:lnTo>
                    <a:pt x="66907" y="32639"/>
                  </a:lnTo>
                  <a:lnTo>
                    <a:pt x="62720" y="35882"/>
                  </a:lnTo>
                  <a:lnTo>
                    <a:pt x="58637" y="39256"/>
                  </a:lnTo>
                  <a:lnTo>
                    <a:pt x="54664" y="42757"/>
                  </a:lnTo>
                  <a:lnTo>
                    <a:pt x="50803" y="46383"/>
                  </a:lnTo>
                  <a:lnTo>
                    <a:pt x="47059" y="50130"/>
                  </a:lnTo>
                  <a:lnTo>
                    <a:pt x="43436" y="53993"/>
                  </a:lnTo>
                  <a:lnTo>
                    <a:pt x="39937" y="57968"/>
                  </a:lnTo>
                  <a:lnTo>
                    <a:pt x="36566" y="62053"/>
                  </a:lnTo>
                  <a:lnTo>
                    <a:pt x="33325" y="66243"/>
                  </a:lnTo>
                  <a:lnTo>
                    <a:pt x="30219" y="70533"/>
                  </a:lnTo>
                  <a:lnTo>
                    <a:pt x="27251" y="74919"/>
                  </a:lnTo>
                  <a:lnTo>
                    <a:pt x="24423" y="79397"/>
                  </a:lnTo>
                  <a:lnTo>
                    <a:pt x="21738" y="83962"/>
                  </a:lnTo>
                  <a:lnTo>
                    <a:pt x="19199" y="88611"/>
                  </a:lnTo>
                  <a:lnTo>
                    <a:pt x="16809" y="93337"/>
                  </a:lnTo>
                  <a:lnTo>
                    <a:pt x="14570" y="98136"/>
                  </a:lnTo>
                  <a:lnTo>
                    <a:pt x="12484" y="103005"/>
                  </a:lnTo>
                  <a:lnTo>
                    <a:pt x="10553" y="107936"/>
                  </a:lnTo>
                  <a:lnTo>
                    <a:pt x="8779" y="112927"/>
                  </a:lnTo>
                  <a:lnTo>
                    <a:pt x="7164" y="117971"/>
                  </a:lnTo>
                  <a:lnTo>
                    <a:pt x="5710" y="123064"/>
                  </a:lnTo>
                  <a:lnTo>
                    <a:pt x="4418" y="128200"/>
                  </a:lnTo>
                  <a:lnTo>
                    <a:pt x="3289" y="133375"/>
                  </a:lnTo>
                  <a:lnTo>
                    <a:pt x="2325" y="138583"/>
                  </a:lnTo>
                  <a:lnTo>
                    <a:pt x="1526" y="143818"/>
                  </a:lnTo>
                  <a:lnTo>
                    <a:pt x="894" y="149077"/>
                  </a:lnTo>
                  <a:lnTo>
                    <a:pt x="428" y="154353"/>
                  </a:lnTo>
                  <a:lnTo>
                    <a:pt x="130" y="159641"/>
                  </a:lnTo>
                  <a:lnTo>
                    <a:pt x="0" y="164935"/>
                  </a:lnTo>
                  <a:lnTo>
                    <a:pt x="37" y="170232"/>
                  </a:lnTo>
                  <a:lnTo>
                    <a:pt x="242" y="175524"/>
                  </a:lnTo>
                  <a:lnTo>
                    <a:pt x="614" y="180807"/>
                  </a:lnTo>
                  <a:lnTo>
                    <a:pt x="1154" y="186076"/>
                  </a:lnTo>
                  <a:lnTo>
                    <a:pt x="1860" y="191325"/>
                  </a:lnTo>
                  <a:lnTo>
                    <a:pt x="2733" y="196549"/>
                  </a:lnTo>
                  <a:lnTo>
                    <a:pt x="3770" y="201743"/>
                  </a:lnTo>
                  <a:lnTo>
                    <a:pt x="4971" y="206901"/>
                  </a:lnTo>
                  <a:lnTo>
                    <a:pt x="6336" y="212018"/>
                  </a:lnTo>
                  <a:lnTo>
                    <a:pt x="7861" y="217090"/>
                  </a:lnTo>
                  <a:lnTo>
                    <a:pt x="9547" y="222111"/>
                  </a:lnTo>
                  <a:lnTo>
                    <a:pt x="11390" y="227076"/>
                  </a:lnTo>
                  <a:lnTo>
                    <a:pt x="13390" y="231981"/>
                  </a:lnTo>
                  <a:lnTo>
                    <a:pt x="15545" y="236819"/>
                  </a:lnTo>
                  <a:lnTo>
                    <a:pt x="17852" y="241587"/>
                  </a:lnTo>
                  <a:lnTo>
                    <a:pt x="20308" y="246279"/>
                  </a:lnTo>
                  <a:lnTo>
                    <a:pt x="22912" y="250891"/>
                  </a:lnTo>
                  <a:lnTo>
                    <a:pt x="25661" y="255418"/>
                  </a:lnTo>
                  <a:lnTo>
                    <a:pt x="28551" y="259856"/>
                  </a:lnTo>
                  <a:lnTo>
                    <a:pt x="31581" y="264200"/>
                  </a:lnTo>
                  <a:lnTo>
                    <a:pt x="34747" y="268446"/>
                  </a:lnTo>
                  <a:lnTo>
                    <a:pt x="38046" y="272589"/>
                  </a:lnTo>
                  <a:lnTo>
                    <a:pt x="41475" y="276626"/>
                  </a:lnTo>
                  <a:lnTo>
                    <a:pt x="45029" y="280552"/>
                  </a:lnTo>
                  <a:lnTo>
                    <a:pt x="48707" y="284364"/>
                  </a:lnTo>
                  <a:lnTo>
                    <a:pt x="52503" y="288057"/>
                  </a:lnTo>
                  <a:lnTo>
                    <a:pt x="56414" y="291629"/>
                  </a:lnTo>
                  <a:lnTo>
                    <a:pt x="60436" y="295074"/>
                  </a:lnTo>
                  <a:lnTo>
                    <a:pt x="64566" y="298390"/>
                  </a:lnTo>
                  <a:lnTo>
                    <a:pt x="68798" y="301574"/>
                  </a:lnTo>
                  <a:lnTo>
                    <a:pt x="73130" y="304622"/>
                  </a:lnTo>
                  <a:lnTo>
                    <a:pt x="77555" y="307532"/>
                  </a:lnTo>
                  <a:lnTo>
                    <a:pt x="82071" y="310299"/>
                  </a:lnTo>
                  <a:lnTo>
                    <a:pt x="86672" y="312923"/>
                  </a:lnTo>
                  <a:lnTo>
                    <a:pt x="91354" y="315399"/>
                  </a:lnTo>
                  <a:lnTo>
                    <a:pt x="96112" y="317726"/>
                  </a:lnTo>
                  <a:lnTo>
                    <a:pt x="100941" y="319900"/>
                  </a:lnTo>
                  <a:lnTo>
                    <a:pt x="105837" y="321921"/>
                  </a:lnTo>
                  <a:lnTo>
                    <a:pt x="110794" y="323786"/>
                  </a:lnTo>
                  <a:lnTo>
                    <a:pt x="115808" y="325492"/>
                  </a:lnTo>
                  <a:lnTo>
                    <a:pt x="120873" y="327039"/>
                  </a:lnTo>
                  <a:lnTo>
                    <a:pt x="125985" y="328425"/>
                  </a:lnTo>
                  <a:lnTo>
                    <a:pt x="131138" y="329648"/>
                  </a:lnTo>
                  <a:lnTo>
                    <a:pt x="136327" y="330707"/>
                  </a:lnTo>
                  <a:lnTo>
                    <a:pt x="141548" y="331602"/>
                  </a:lnTo>
                  <a:lnTo>
                    <a:pt x="146794" y="332330"/>
                  </a:lnTo>
                  <a:lnTo>
                    <a:pt x="152060" y="332892"/>
                  </a:lnTo>
                  <a:lnTo>
                    <a:pt x="157342" y="333287"/>
                  </a:lnTo>
                  <a:lnTo>
                    <a:pt x="162633" y="333514"/>
                  </a:lnTo>
                  <a:lnTo>
                    <a:pt x="167929" y="333574"/>
                  </a:lnTo>
                  <a:lnTo>
                    <a:pt x="173224" y="333465"/>
                  </a:lnTo>
                  <a:lnTo>
                    <a:pt x="178513" y="333190"/>
                  </a:lnTo>
                  <a:lnTo>
                    <a:pt x="183791" y="332746"/>
                  </a:lnTo>
                  <a:lnTo>
                    <a:pt x="189052" y="332136"/>
                  </a:lnTo>
                  <a:lnTo>
                    <a:pt x="194291" y="331359"/>
                  </a:lnTo>
                  <a:lnTo>
                    <a:pt x="199503" y="330417"/>
                  </a:lnTo>
                  <a:lnTo>
                    <a:pt x="204683" y="329310"/>
                  </a:lnTo>
                  <a:lnTo>
                    <a:pt x="209824" y="328040"/>
                  </a:lnTo>
                  <a:lnTo>
                    <a:pt x="214923" y="326607"/>
                  </a:lnTo>
                  <a:lnTo>
                    <a:pt x="219974" y="325013"/>
                  </a:lnTo>
                  <a:lnTo>
                    <a:pt x="224972" y="323261"/>
                  </a:lnTo>
                  <a:lnTo>
                    <a:pt x="229912" y="321351"/>
                  </a:lnTo>
                  <a:lnTo>
                    <a:pt x="234789" y="319285"/>
                  </a:lnTo>
                  <a:lnTo>
                    <a:pt x="239598" y="317066"/>
                  </a:lnTo>
                  <a:lnTo>
                    <a:pt x="244334" y="314696"/>
                  </a:lnTo>
                  <a:lnTo>
                    <a:pt x="248993" y="312176"/>
                  </a:lnTo>
                  <a:lnTo>
                    <a:pt x="253570" y="309511"/>
                  </a:lnTo>
                  <a:lnTo>
                    <a:pt x="258060" y="306702"/>
                  </a:lnTo>
                  <a:lnTo>
                    <a:pt x="262458" y="303752"/>
                  </a:lnTo>
                  <a:lnTo>
                    <a:pt x="266761" y="300664"/>
                  </a:lnTo>
                  <a:lnTo>
                    <a:pt x="270964" y="297441"/>
                  </a:lnTo>
                  <a:lnTo>
                    <a:pt x="275063" y="294087"/>
                  </a:lnTo>
                  <a:lnTo>
                    <a:pt x="279054" y="290605"/>
                  </a:lnTo>
                  <a:lnTo>
                    <a:pt x="282932" y="286998"/>
                  </a:lnTo>
                  <a:lnTo>
                    <a:pt x="286694" y="283270"/>
                  </a:lnTo>
                  <a:lnTo>
                    <a:pt x="290336" y="279424"/>
                  </a:lnTo>
                  <a:lnTo>
                    <a:pt x="293855" y="275466"/>
                  </a:lnTo>
                  <a:lnTo>
                    <a:pt x="297246" y="271397"/>
                  </a:lnTo>
                  <a:lnTo>
                    <a:pt x="300506" y="267224"/>
                  </a:lnTo>
                  <a:lnTo>
                    <a:pt x="303633" y="262949"/>
                  </a:lnTo>
                  <a:lnTo>
                    <a:pt x="306623" y="258577"/>
                  </a:lnTo>
                  <a:lnTo>
                    <a:pt x="309473" y="254113"/>
                  </a:lnTo>
                  <a:lnTo>
                    <a:pt x="312180" y="249561"/>
                  </a:lnTo>
                  <a:lnTo>
                    <a:pt x="314741" y="244925"/>
                  </a:lnTo>
                  <a:lnTo>
                    <a:pt x="317154" y="240210"/>
                  </a:lnTo>
                  <a:lnTo>
                    <a:pt x="319417" y="235422"/>
                  </a:lnTo>
                  <a:lnTo>
                    <a:pt x="321527" y="230564"/>
                  </a:lnTo>
                  <a:lnTo>
                    <a:pt x="323482" y="225641"/>
                  </a:lnTo>
                  <a:lnTo>
                    <a:pt x="325280" y="220660"/>
                  </a:lnTo>
                  <a:lnTo>
                    <a:pt x="326919" y="215623"/>
                  </a:lnTo>
                  <a:lnTo>
                    <a:pt x="328398" y="210538"/>
                  </a:lnTo>
                  <a:lnTo>
                    <a:pt x="329715" y="205408"/>
                  </a:lnTo>
                  <a:lnTo>
                    <a:pt x="330869" y="200239"/>
                  </a:lnTo>
                  <a:lnTo>
                    <a:pt x="331858" y="195035"/>
                  </a:lnTo>
                  <a:lnTo>
                    <a:pt x="332683" y="189804"/>
                  </a:lnTo>
                  <a:lnTo>
                    <a:pt x="333341" y="184548"/>
                  </a:lnTo>
                  <a:lnTo>
                    <a:pt x="333832" y="179275"/>
                  </a:lnTo>
                  <a:lnTo>
                    <a:pt x="334156" y="173988"/>
                  </a:lnTo>
                  <a:lnTo>
                    <a:pt x="334312" y="168694"/>
                  </a:lnTo>
                  <a:lnTo>
                    <a:pt x="334301" y="163398"/>
                  </a:lnTo>
                  <a:lnTo>
                    <a:pt x="334122" y="158105"/>
                  </a:lnTo>
                  <a:lnTo>
                    <a:pt x="333775" y="152820"/>
                  </a:lnTo>
                  <a:lnTo>
                    <a:pt x="333261" y="147549"/>
                  </a:lnTo>
                  <a:lnTo>
                    <a:pt x="332580" y="142296"/>
                  </a:lnTo>
                  <a:lnTo>
                    <a:pt x="331733" y="137068"/>
                  </a:lnTo>
                  <a:lnTo>
                    <a:pt x="330721" y="131869"/>
                  </a:lnTo>
                  <a:lnTo>
                    <a:pt x="329545" y="126705"/>
                  </a:lnTo>
                  <a:lnTo>
                    <a:pt x="328205" y="121581"/>
                  </a:lnTo>
                  <a:lnTo>
                    <a:pt x="326705" y="116502"/>
                  </a:lnTo>
                  <a:lnTo>
                    <a:pt x="325044" y="111473"/>
                  </a:lnTo>
                  <a:lnTo>
                    <a:pt x="323224" y="106499"/>
                  </a:lnTo>
                  <a:lnTo>
                    <a:pt x="321248" y="101585"/>
                  </a:lnTo>
                  <a:lnTo>
                    <a:pt x="319117" y="96736"/>
                  </a:lnTo>
                  <a:lnTo>
                    <a:pt x="316834" y="91957"/>
                  </a:lnTo>
                  <a:lnTo>
                    <a:pt x="314400" y="87253"/>
                  </a:lnTo>
                  <a:lnTo>
                    <a:pt x="311818" y="82629"/>
                  </a:lnTo>
                  <a:lnTo>
                    <a:pt x="309092" y="78088"/>
                  </a:lnTo>
                  <a:lnTo>
                    <a:pt x="306223" y="73636"/>
                  </a:lnTo>
                  <a:lnTo>
                    <a:pt x="303214" y="69277"/>
                  </a:lnTo>
                  <a:lnTo>
                    <a:pt x="300069" y="65016"/>
                  </a:lnTo>
                  <a:lnTo>
                    <a:pt x="296790" y="60857"/>
                  </a:lnTo>
                  <a:lnTo>
                    <a:pt x="293381" y="56803"/>
                  </a:lnTo>
                  <a:lnTo>
                    <a:pt x="289846" y="52860"/>
                  </a:lnTo>
                  <a:lnTo>
                    <a:pt x="286187" y="49030"/>
                  </a:lnTo>
                  <a:lnTo>
                    <a:pt x="282409" y="45318"/>
                  </a:lnTo>
                  <a:lnTo>
                    <a:pt x="278515" y="41728"/>
                  </a:lnTo>
                  <a:lnTo>
                    <a:pt x="274510" y="38263"/>
                  </a:lnTo>
                  <a:lnTo>
                    <a:pt x="270396" y="34927"/>
                  </a:lnTo>
                  <a:lnTo>
                    <a:pt x="266179" y="31722"/>
                  </a:lnTo>
                  <a:lnTo>
                    <a:pt x="261863" y="28653"/>
                  </a:lnTo>
                  <a:lnTo>
                    <a:pt x="257451" y="25722"/>
                  </a:lnTo>
                  <a:lnTo>
                    <a:pt x="252949" y="22933"/>
                  </a:lnTo>
                  <a:lnTo>
                    <a:pt x="248361" y="20287"/>
                  </a:lnTo>
                  <a:lnTo>
                    <a:pt x="243691" y="17788"/>
                  </a:lnTo>
                  <a:lnTo>
                    <a:pt x="238945" y="15438"/>
                  </a:lnTo>
                  <a:lnTo>
                    <a:pt x="234126" y="13240"/>
                  </a:lnTo>
                  <a:lnTo>
                    <a:pt x="229241" y="11195"/>
                  </a:lnTo>
                  <a:lnTo>
                    <a:pt x="224292" y="9307"/>
                  </a:lnTo>
                  <a:lnTo>
                    <a:pt x="219287" y="7576"/>
                  </a:lnTo>
                  <a:lnTo>
                    <a:pt x="214229" y="6004"/>
                  </a:lnTo>
                  <a:lnTo>
                    <a:pt x="209124" y="4593"/>
                  </a:lnTo>
                  <a:lnTo>
                    <a:pt x="203977" y="3345"/>
                  </a:lnTo>
                  <a:lnTo>
                    <a:pt x="198793" y="2261"/>
                  </a:lnTo>
                  <a:lnTo>
                    <a:pt x="193577" y="1341"/>
                  </a:lnTo>
                  <a:lnTo>
                    <a:pt x="188335" y="587"/>
                  </a:lnTo>
                  <a:lnTo>
                    <a:pt x="183071" y="0"/>
                  </a:lnTo>
                  <a:lnTo>
                    <a:pt x="167160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81287" y="2126963"/>
              <a:ext cx="15910" cy="167167"/>
            </a:xfrm>
            <a:custGeom>
              <a:avLst/>
              <a:pathLst>
                <a:path w="15910" h="167167">
                  <a:moveTo>
                    <a:pt x="15910" y="758"/>
                  </a:moveTo>
                  <a:lnTo>
                    <a:pt x="7964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6609" y="2633064"/>
              <a:ext cx="4139" cy="167167"/>
            </a:xfrm>
            <a:custGeom>
              <a:avLst/>
              <a:pathLst>
                <a:path w="4139" h="167167">
                  <a:moveTo>
                    <a:pt x="4139" y="0"/>
                  </a:moveTo>
                  <a:lnTo>
                    <a:pt x="0" y="51"/>
                  </a:lnTo>
                  <a:lnTo>
                    <a:pt x="413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609" y="2633115"/>
              <a:ext cx="4139" cy="167116"/>
            </a:xfrm>
            <a:custGeom>
              <a:avLst/>
              <a:pathLst>
                <a:path w="4139" h="167116">
                  <a:moveTo>
                    <a:pt x="0" y="0"/>
                  </a:moveTo>
                  <a:lnTo>
                    <a:pt x="4139" y="167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609" y="2633115"/>
              <a:ext cx="4139" cy="167116"/>
            </a:xfrm>
            <a:custGeom>
              <a:avLst/>
              <a:pathLst>
                <a:path w="4139" h="167116">
                  <a:moveTo>
                    <a:pt x="0" y="0"/>
                  </a:moveTo>
                  <a:lnTo>
                    <a:pt x="4139" y="167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609" y="2633115"/>
              <a:ext cx="4139" cy="167116"/>
            </a:xfrm>
            <a:custGeom>
              <a:avLst/>
              <a:pathLst>
                <a:path w="4139" h="167116">
                  <a:moveTo>
                    <a:pt x="0" y="0"/>
                  </a:moveTo>
                  <a:lnTo>
                    <a:pt x="4139" y="167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609" y="2633115"/>
              <a:ext cx="4139" cy="167116"/>
            </a:xfrm>
            <a:custGeom>
              <a:avLst/>
              <a:pathLst>
                <a:path w="4139" h="167116">
                  <a:moveTo>
                    <a:pt x="0" y="0"/>
                  </a:moveTo>
                  <a:lnTo>
                    <a:pt x="4139" y="1671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609" y="2633115"/>
              <a:ext cx="4139" cy="167116"/>
            </a:xfrm>
            <a:custGeom>
              <a:avLst/>
              <a:pathLst>
                <a:path w="4139" h="167116">
                  <a:moveTo>
                    <a:pt x="0" y="0"/>
                  </a:moveTo>
                  <a:lnTo>
                    <a:pt x="4139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609" y="2633115"/>
              <a:ext cx="4139" cy="167116"/>
            </a:xfrm>
            <a:custGeom>
              <a:avLst/>
              <a:pathLst>
                <a:path w="4139" h="167116">
                  <a:moveTo>
                    <a:pt x="0" y="0"/>
                  </a:moveTo>
                  <a:lnTo>
                    <a:pt x="4139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609" y="2633115"/>
              <a:ext cx="4139" cy="167116"/>
            </a:xfrm>
            <a:custGeom>
              <a:avLst/>
              <a:pathLst>
                <a:path w="4139" h="167116">
                  <a:moveTo>
                    <a:pt x="0" y="0"/>
                  </a:moveTo>
                  <a:lnTo>
                    <a:pt x="4139" y="1671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609" y="2633115"/>
              <a:ext cx="4139" cy="167116"/>
            </a:xfrm>
            <a:custGeom>
              <a:avLst/>
              <a:pathLst>
                <a:path w="4139" h="167116">
                  <a:moveTo>
                    <a:pt x="0" y="0"/>
                  </a:moveTo>
                  <a:lnTo>
                    <a:pt x="4139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609" y="2633115"/>
              <a:ext cx="4139" cy="167116"/>
            </a:xfrm>
            <a:custGeom>
              <a:avLst/>
              <a:pathLst>
                <a:path w="4139" h="167116">
                  <a:moveTo>
                    <a:pt x="0" y="0"/>
                  </a:moveTo>
                  <a:lnTo>
                    <a:pt x="4139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609" y="2633115"/>
              <a:ext cx="4139" cy="167116"/>
            </a:xfrm>
            <a:custGeom>
              <a:avLst/>
              <a:pathLst>
                <a:path w="4139" h="167116">
                  <a:moveTo>
                    <a:pt x="0" y="0"/>
                  </a:moveTo>
                  <a:lnTo>
                    <a:pt x="4139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609" y="2633115"/>
              <a:ext cx="4139" cy="167116"/>
            </a:xfrm>
            <a:custGeom>
              <a:avLst/>
              <a:pathLst>
                <a:path w="4139" h="167116">
                  <a:moveTo>
                    <a:pt x="0" y="0"/>
                  </a:moveTo>
                  <a:lnTo>
                    <a:pt x="4139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6609" y="2633115"/>
              <a:ext cx="4139" cy="167116"/>
            </a:xfrm>
            <a:custGeom>
              <a:avLst/>
              <a:pathLst>
                <a:path w="4139" h="167116">
                  <a:moveTo>
                    <a:pt x="0" y="0"/>
                  </a:moveTo>
                  <a:lnTo>
                    <a:pt x="4139" y="1671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6609" y="2633115"/>
              <a:ext cx="4139" cy="167116"/>
            </a:xfrm>
            <a:custGeom>
              <a:avLst/>
              <a:pathLst>
                <a:path w="4139" h="167116">
                  <a:moveTo>
                    <a:pt x="0" y="0"/>
                  </a:moveTo>
                  <a:lnTo>
                    <a:pt x="4139" y="1671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423584" y="2633115"/>
              <a:ext cx="334330" cy="334272"/>
            </a:xfrm>
            <a:custGeom>
              <a:avLst/>
              <a:pathLst>
                <a:path w="334330" h="334272">
                  <a:moveTo>
                    <a:pt x="163024" y="0"/>
                  </a:moveTo>
                  <a:lnTo>
                    <a:pt x="157732" y="215"/>
                  </a:lnTo>
                  <a:lnTo>
                    <a:pt x="152449" y="597"/>
                  </a:lnTo>
                  <a:lnTo>
                    <a:pt x="147181" y="1147"/>
                  </a:lnTo>
                  <a:lnTo>
                    <a:pt x="141933" y="1863"/>
                  </a:lnTo>
                  <a:lnTo>
                    <a:pt x="136710" y="2746"/>
                  </a:lnTo>
                  <a:lnTo>
                    <a:pt x="131518" y="3793"/>
                  </a:lnTo>
                  <a:lnTo>
                    <a:pt x="126362" y="5004"/>
                  </a:lnTo>
                  <a:lnTo>
                    <a:pt x="121246" y="6378"/>
                  </a:lnTo>
                  <a:lnTo>
                    <a:pt x="116177" y="7913"/>
                  </a:lnTo>
                  <a:lnTo>
                    <a:pt x="111159" y="9609"/>
                  </a:lnTo>
                  <a:lnTo>
                    <a:pt x="106197" y="11462"/>
                  </a:lnTo>
                  <a:lnTo>
                    <a:pt x="101296" y="13472"/>
                  </a:lnTo>
                  <a:lnTo>
                    <a:pt x="96462" y="15635"/>
                  </a:lnTo>
                  <a:lnTo>
                    <a:pt x="91698" y="17951"/>
                  </a:lnTo>
                  <a:lnTo>
                    <a:pt x="87010" y="20417"/>
                  </a:lnTo>
                  <a:lnTo>
                    <a:pt x="82403" y="23030"/>
                  </a:lnTo>
                  <a:lnTo>
                    <a:pt x="77881" y="25788"/>
                  </a:lnTo>
                  <a:lnTo>
                    <a:pt x="73448" y="28687"/>
                  </a:lnTo>
                  <a:lnTo>
                    <a:pt x="69110" y="31726"/>
                  </a:lnTo>
                  <a:lnTo>
                    <a:pt x="64870" y="34900"/>
                  </a:lnTo>
                  <a:lnTo>
                    <a:pt x="60732" y="38207"/>
                  </a:lnTo>
                  <a:lnTo>
                    <a:pt x="56702" y="41644"/>
                  </a:lnTo>
                  <a:lnTo>
                    <a:pt x="52782" y="45206"/>
                  </a:lnTo>
                  <a:lnTo>
                    <a:pt x="48977" y="48891"/>
                  </a:lnTo>
                  <a:lnTo>
                    <a:pt x="45291" y="52695"/>
                  </a:lnTo>
                  <a:lnTo>
                    <a:pt x="41728" y="56613"/>
                  </a:lnTo>
                  <a:lnTo>
                    <a:pt x="38290" y="60642"/>
                  </a:lnTo>
                  <a:lnTo>
                    <a:pt x="34981" y="64779"/>
                  </a:lnTo>
                  <a:lnTo>
                    <a:pt x="31805" y="69018"/>
                  </a:lnTo>
                  <a:lnTo>
                    <a:pt x="28766" y="73355"/>
                  </a:lnTo>
                  <a:lnTo>
                    <a:pt x="25865" y="77787"/>
                  </a:lnTo>
                  <a:lnTo>
                    <a:pt x="23105" y="82308"/>
                  </a:lnTo>
                  <a:lnTo>
                    <a:pt x="20491" y="86915"/>
                  </a:lnTo>
                  <a:lnTo>
                    <a:pt x="18024" y="91602"/>
                  </a:lnTo>
                  <a:lnTo>
                    <a:pt x="15706" y="96364"/>
                  </a:lnTo>
                  <a:lnTo>
                    <a:pt x="13541" y="101198"/>
                  </a:lnTo>
                  <a:lnTo>
                    <a:pt x="11530" y="106098"/>
                  </a:lnTo>
                  <a:lnTo>
                    <a:pt x="9675" y="111060"/>
                  </a:lnTo>
                  <a:lnTo>
                    <a:pt x="7978" y="116077"/>
                  </a:lnTo>
                  <a:lnTo>
                    <a:pt x="6441" y="121146"/>
                  </a:lnTo>
                  <a:lnTo>
                    <a:pt x="5065" y="126261"/>
                  </a:lnTo>
                  <a:lnTo>
                    <a:pt x="3852" y="131417"/>
                  </a:lnTo>
                  <a:lnTo>
                    <a:pt x="2803" y="136608"/>
                  </a:lnTo>
                  <a:lnTo>
                    <a:pt x="1919" y="141831"/>
                  </a:lnTo>
                  <a:lnTo>
                    <a:pt x="1201" y="147079"/>
                  </a:lnTo>
                  <a:lnTo>
                    <a:pt x="650" y="152347"/>
                  </a:lnTo>
                  <a:lnTo>
                    <a:pt x="265" y="157629"/>
                  </a:lnTo>
                  <a:lnTo>
                    <a:pt x="48" y="162922"/>
                  </a:lnTo>
                  <a:lnTo>
                    <a:pt x="0" y="168218"/>
                  </a:lnTo>
                  <a:lnTo>
                    <a:pt x="118" y="173513"/>
                  </a:lnTo>
                  <a:lnTo>
                    <a:pt x="405" y="178802"/>
                  </a:lnTo>
                  <a:lnTo>
                    <a:pt x="859" y="184079"/>
                  </a:lnTo>
                  <a:lnTo>
                    <a:pt x="1480" y="189340"/>
                  </a:lnTo>
                  <a:lnTo>
                    <a:pt x="2267" y="194578"/>
                  </a:lnTo>
                  <a:lnTo>
                    <a:pt x="3220" y="199788"/>
                  </a:lnTo>
                  <a:lnTo>
                    <a:pt x="4337" y="204965"/>
                  </a:lnTo>
                  <a:lnTo>
                    <a:pt x="5618" y="210105"/>
                  </a:lnTo>
                  <a:lnTo>
                    <a:pt x="7061" y="215201"/>
                  </a:lnTo>
                  <a:lnTo>
                    <a:pt x="8665" y="220249"/>
                  </a:lnTo>
                  <a:lnTo>
                    <a:pt x="10428" y="225244"/>
                  </a:lnTo>
                  <a:lnTo>
                    <a:pt x="12348" y="230180"/>
                  </a:lnTo>
                  <a:lnTo>
                    <a:pt x="14424" y="235053"/>
                  </a:lnTo>
                  <a:lnTo>
                    <a:pt x="16653" y="239858"/>
                  </a:lnTo>
                  <a:lnTo>
                    <a:pt x="19033" y="244590"/>
                  </a:lnTo>
                  <a:lnTo>
                    <a:pt x="21561" y="249244"/>
                  </a:lnTo>
                  <a:lnTo>
                    <a:pt x="24236" y="253816"/>
                  </a:lnTo>
                  <a:lnTo>
                    <a:pt x="27055" y="258300"/>
                  </a:lnTo>
                  <a:lnTo>
                    <a:pt x="30014" y="262693"/>
                  </a:lnTo>
                  <a:lnTo>
                    <a:pt x="33111" y="266990"/>
                  </a:lnTo>
                  <a:lnTo>
                    <a:pt x="36342" y="271187"/>
                  </a:lnTo>
                  <a:lnTo>
                    <a:pt x="39705" y="275279"/>
                  </a:lnTo>
                  <a:lnTo>
                    <a:pt x="43196" y="279263"/>
                  </a:lnTo>
                  <a:lnTo>
                    <a:pt x="46811" y="283134"/>
                  </a:lnTo>
                  <a:lnTo>
                    <a:pt x="50547" y="286889"/>
                  </a:lnTo>
                  <a:lnTo>
                    <a:pt x="54400" y="290523"/>
                  </a:lnTo>
                  <a:lnTo>
                    <a:pt x="58366" y="294034"/>
                  </a:lnTo>
                  <a:lnTo>
                    <a:pt x="62442" y="297417"/>
                  </a:lnTo>
                  <a:lnTo>
                    <a:pt x="66622" y="300669"/>
                  </a:lnTo>
                  <a:lnTo>
                    <a:pt x="70904" y="303787"/>
                  </a:lnTo>
                  <a:lnTo>
                    <a:pt x="75282" y="306768"/>
                  </a:lnTo>
                  <a:lnTo>
                    <a:pt x="79753" y="309609"/>
                  </a:lnTo>
                  <a:lnTo>
                    <a:pt x="84311" y="312307"/>
                  </a:lnTo>
                  <a:lnTo>
                    <a:pt x="88952" y="314859"/>
                  </a:lnTo>
                  <a:lnTo>
                    <a:pt x="93672" y="317262"/>
                  </a:lnTo>
                  <a:lnTo>
                    <a:pt x="98466" y="319515"/>
                  </a:lnTo>
                  <a:lnTo>
                    <a:pt x="103328" y="321615"/>
                  </a:lnTo>
                  <a:lnTo>
                    <a:pt x="108255" y="323560"/>
                  </a:lnTo>
                  <a:lnTo>
                    <a:pt x="113241" y="325348"/>
                  </a:lnTo>
                  <a:lnTo>
                    <a:pt x="118281" y="326976"/>
                  </a:lnTo>
                  <a:lnTo>
                    <a:pt x="123370" y="328445"/>
                  </a:lnTo>
                  <a:lnTo>
                    <a:pt x="128503" y="329751"/>
                  </a:lnTo>
                  <a:lnTo>
                    <a:pt x="133675" y="330894"/>
                  </a:lnTo>
                  <a:lnTo>
                    <a:pt x="138880" y="331873"/>
                  </a:lnTo>
                  <a:lnTo>
                    <a:pt x="144114" y="332686"/>
                  </a:lnTo>
                  <a:lnTo>
                    <a:pt x="149371" y="333334"/>
                  </a:lnTo>
                  <a:lnTo>
                    <a:pt x="154646" y="333814"/>
                  </a:lnTo>
                  <a:lnTo>
                    <a:pt x="159934" y="334127"/>
                  </a:lnTo>
                  <a:lnTo>
                    <a:pt x="165228" y="334272"/>
                  </a:lnTo>
                  <a:lnTo>
                    <a:pt x="170525" y="334249"/>
                  </a:lnTo>
                  <a:lnTo>
                    <a:pt x="175818" y="334059"/>
                  </a:lnTo>
                  <a:lnTo>
                    <a:pt x="181103" y="333701"/>
                  </a:lnTo>
                  <a:lnTo>
                    <a:pt x="186373" y="333176"/>
                  </a:lnTo>
                  <a:lnTo>
                    <a:pt x="191625" y="332484"/>
                  </a:lnTo>
                  <a:lnTo>
                    <a:pt x="196851" y="331626"/>
                  </a:lnTo>
                  <a:lnTo>
                    <a:pt x="202048" y="330603"/>
                  </a:lnTo>
                  <a:lnTo>
                    <a:pt x="207210" y="329415"/>
                  </a:lnTo>
                  <a:lnTo>
                    <a:pt x="212332" y="328065"/>
                  </a:lnTo>
                  <a:lnTo>
                    <a:pt x="217408" y="326553"/>
                  </a:lnTo>
                  <a:lnTo>
                    <a:pt x="222434" y="324882"/>
                  </a:lnTo>
                  <a:lnTo>
                    <a:pt x="227405" y="323051"/>
                  </a:lnTo>
                  <a:lnTo>
                    <a:pt x="232315" y="321065"/>
                  </a:lnTo>
                  <a:lnTo>
                    <a:pt x="237159" y="318923"/>
                  </a:lnTo>
                  <a:lnTo>
                    <a:pt x="241933" y="316630"/>
                  </a:lnTo>
                  <a:lnTo>
                    <a:pt x="246633" y="314186"/>
                  </a:lnTo>
                  <a:lnTo>
                    <a:pt x="251252" y="311594"/>
                  </a:lnTo>
                  <a:lnTo>
                    <a:pt x="255787" y="308858"/>
                  </a:lnTo>
                  <a:lnTo>
                    <a:pt x="260233" y="305979"/>
                  </a:lnTo>
                  <a:lnTo>
                    <a:pt x="264586" y="302961"/>
                  </a:lnTo>
                  <a:lnTo>
                    <a:pt x="268840" y="299806"/>
                  </a:lnTo>
                  <a:lnTo>
                    <a:pt x="272993" y="296518"/>
                  </a:lnTo>
                  <a:lnTo>
                    <a:pt x="277040" y="293100"/>
                  </a:lnTo>
                  <a:lnTo>
                    <a:pt x="280976" y="289556"/>
                  </a:lnTo>
                  <a:lnTo>
                    <a:pt x="284798" y="285889"/>
                  </a:lnTo>
                  <a:lnTo>
                    <a:pt x="288502" y="282103"/>
                  </a:lnTo>
                  <a:lnTo>
                    <a:pt x="292083" y="278201"/>
                  </a:lnTo>
                  <a:lnTo>
                    <a:pt x="295540" y="274187"/>
                  </a:lnTo>
                  <a:lnTo>
                    <a:pt x="298868" y="270067"/>
                  </a:lnTo>
                  <a:lnTo>
                    <a:pt x="302063" y="265842"/>
                  </a:lnTo>
                  <a:lnTo>
                    <a:pt x="305123" y="261519"/>
                  </a:lnTo>
                  <a:lnTo>
                    <a:pt x="308045" y="257101"/>
                  </a:lnTo>
                  <a:lnTo>
                    <a:pt x="310825" y="252593"/>
                  </a:lnTo>
                  <a:lnTo>
                    <a:pt x="313461" y="247998"/>
                  </a:lnTo>
                  <a:lnTo>
                    <a:pt x="315950" y="243323"/>
                  </a:lnTo>
                  <a:lnTo>
                    <a:pt x="318289" y="238571"/>
                  </a:lnTo>
                  <a:lnTo>
                    <a:pt x="320477" y="233747"/>
                  </a:lnTo>
                  <a:lnTo>
                    <a:pt x="322511" y="228857"/>
                  </a:lnTo>
                  <a:lnTo>
                    <a:pt x="324389" y="223904"/>
                  </a:lnTo>
                  <a:lnTo>
                    <a:pt x="326110" y="218895"/>
                  </a:lnTo>
                  <a:lnTo>
                    <a:pt x="327670" y="213833"/>
                  </a:lnTo>
                  <a:lnTo>
                    <a:pt x="329070" y="208724"/>
                  </a:lnTo>
                  <a:lnTo>
                    <a:pt x="330307" y="203574"/>
                  </a:lnTo>
                  <a:lnTo>
                    <a:pt x="331380" y="198387"/>
                  </a:lnTo>
                  <a:lnTo>
                    <a:pt x="332288" y="193169"/>
                  </a:lnTo>
                  <a:lnTo>
                    <a:pt x="333031" y="187925"/>
                  </a:lnTo>
                  <a:lnTo>
                    <a:pt x="333607" y="182660"/>
                  </a:lnTo>
                  <a:lnTo>
                    <a:pt x="334015" y="177379"/>
                  </a:lnTo>
                  <a:lnTo>
                    <a:pt x="334257" y="172087"/>
                  </a:lnTo>
                  <a:lnTo>
                    <a:pt x="334330" y="166791"/>
                  </a:lnTo>
                  <a:lnTo>
                    <a:pt x="334236" y="161495"/>
                  </a:lnTo>
                  <a:lnTo>
                    <a:pt x="333974" y="156205"/>
                  </a:lnTo>
                  <a:lnTo>
                    <a:pt x="333545" y="150926"/>
                  </a:lnTo>
                  <a:lnTo>
                    <a:pt x="332949" y="145663"/>
                  </a:lnTo>
                  <a:lnTo>
                    <a:pt x="332186" y="140422"/>
                  </a:lnTo>
                  <a:lnTo>
                    <a:pt x="331257" y="135207"/>
                  </a:lnTo>
                  <a:lnTo>
                    <a:pt x="330164" y="130024"/>
                  </a:lnTo>
                  <a:lnTo>
                    <a:pt x="328907" y="124879"/>
                  </a:lnTo>
                  <a:lnTo>
                    <a:pt x="327488" y="119776"/>
                  </a:lnTo>
                  <a:lnTo>
                    <a:pt x="325907" y="114720"/>
                  </a:lnTo>
                  <a:lnTo>
                    <a:pt x="324168" y="109717"/>
                  </a:lnTo>
                  <a:lnTo>
                    <a:pt x="322271" y="104772"/>
                  </a:lnTo>
                  <a:lnTo>
                    <a:pt x="320218" y="99890"/>
                  </a:lnTo>
                  <a:lnTo>
                    <a:pt x="318011" y="95074"/>
                  </a:lnTo>
                  <a:lnTo>
                    <a:pt x="315653" y="90332"/>
                  </a:lnTo>
                  <a:lnTo>
                    <a:pt x="313146" y="85666"/>
                  </a:lnTo>
                  <a:lnTo>
                    <a:pt x="310492" y="81082"/>
                  </a:lnTo>
                  <a:lnTo>
                    <a:pt x="307695" y="76584"/>
                  </a:lnTo>
                  <a:lnTo>
                    <a:pt x="304756" y="72178"/>
                  </a:lnTo>
                  <a:lnTo>
                    <a:pt x="301679" y="67866"/>
                  </a:lnTo>
                  <a:lnTo>
                    <a:pt x="298467" y="63654"/>
                  </a:lnTo>
                  <a:lnTo>
                    <a:pt x="295124" y="59546"/>
                  </a:lnTo>
                  <a:lnTo>
                    <a:pt x="291651" y="55547"/>
                  </a:lnTo>
                  <a:lnTo>
                    <a:pt x="288054" y="51659"/>
                  </a:lnTo>
                  <a:lnTo>
                    <a:pt x="284336" y="47887"/>
                  </a:lnTo>
                  <a:lnTo>
                    <a:pt x="280500" y="44234"/>
                  </a:lnTo>
                  <a:lnTo>
                    <a:pt x="276550" y="40705"/>
                  </a:lnTo>
                  <a:lnTo>
                    <a:pt x="272490" y="37303"/>
                  </a:lnTo>
                  <a:lnTo>
                    <a:pt x="268325" y="34032"/>
                  </a:lnTo>
                  <a:lnTo>
                    <a:pt x="264058" y="30894"/>
                  </a:lnTo>
                  <a:lnTo>
                    <a:pt x="259693" y="27892"/>
                  </a:lnTo>
                  <a:lnTo>
                    <a:pt x="255236" y="25031"/>
                  </a:lnTo>
                  <a:lnTo>
                    <a:pt x="250691" y="22312"/>
                  </a:lnTo>
                  <a:lnTo>
                    <a:pt x="246061" y="19738"/>
                  </a:lnTo>
                  <a:lnTo>
                    <a:pt x="241353" y="17313"/>
                  </a:lnTo>
                  <a:lnTo>
                    <a:pt x="236569" y="15038"/>
                  </a:lnTo>
                  <a:lnTo>
                    <a:pt x="231717" y="12915"/>
                  </a:lnTo>
                  <a:lnTo>
                    <a:pt x="226799" y="10947"/>
                  </a:lnTo>
                  <a:lnTo>
                    <a:pt x="167163" y="1671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90748" y="2633064"/>
              <a:ext cx="59635" cy="167167"/>
            </a:xfrm>
            <a:custGeom>
              <a:avLst/>
              <a:pathLst>
                <a:path w="59635" h="167167">
                  <a:moveTo>
                    <a:pt x="59635" y="10999"/>
                  </a:moveTo>
                  <a:lnTo>
                    <a:pt x="53900" y="8928"/>
                  </a:lnTo>
                  <a:lnTo>
                    <a:pt x="48093" y="7067"/>
                  </a:lnTo>
                  <a:lnTo>
                    <a:pt x="42222" y="5420"/>
                  </a:lnTo>
                  <a:lnTo>
                    <a:pt x="36296" y="3987"/>
                  </a:lnTo>
                  <a:lnTo>
                    <a:pt x="30320" y="2772"/>
                  </a:lnTo>
                  <a:lnTo>
                    <a:pt x="24305" y="1776"/>
                  </a:lnTo>
                  <a:lnTo>
                    <a:pt x="18257" y="999"/>
                  </a:lnTo>
                  <a:lnTo>
                    <a:pt x="12184" y="444"/>
                  </a:lnTo>
                  <a:lnTo>
                    <a:pt x="6096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4259" y="3170392"/>
              <a:ext cx="21721" cy="167167"/>
            </a:xfrm>
            <a:custGeom>
              <a:avLst/>
              <a:pathLst>
                <a:path w="21721" h="167167">
                  <a:moveTo>
                    <a:pt x="21721" y="0"/>
                  </a:moveTo>
                  <a:lnTo>
                    <a:pt x="14462" y="157"/>
                  </a:lnTo>
                  <a:lnTo>
                    <a:pt x="7217" y="630"/>
                  </a:lnTo>
                  <a:lnTo>
                    <a:pt x="0" y="1417"/>
                  </a:lnTo>
                  <a:lnTo>
                    <a:pt x="2172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4259" y="3171809"/>
              <a:ext cx="21721" cy="165750"/>
            </a:xfrm>
            <a:custGeom>
              <a:avLst/>
              <a:pathLst>
                <a:path w="21721" h="165750">
                  <a:moveTo>
                    <a:pt x="0" y="0"/>
                  </a:moveTo>
                  <a:lnTo>
                    <a:pt x="21721" y="1657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4259" y="3171809"/>
              <a:ext cx="21721" cy="165750"/>
            </a:xfrm>
            <a:custGeom>
              <a:avLst/>
              <a:pathLst>
                <a:path w="21721" h="165750">
                  <a:moveTo>
                    <a:pt x="0" y="0"/>
                  </a:moveTo>
                  <a:lnTo>
                    <a:pt x="21721" y="1657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4259" y="3171809"/>
              <a:ext cx="21721" cy="165750"/>
            </a:xfrm>
            <a:custGeom>
              <a:avLst/>
              <a:pathLst>
                <a:path w="21721" h="165750">
                  <a:moveTo>
                    <a:pt x="0" y="0"/>
                  </a:moveTo>
                  <a:lnTo>
                    <a:pt x="21721" y="1657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4259" y="3171809"/>
              <a:ext cx="21721" cy="165750"/>
            </a:xfrm>
            <a:custGeom>
              <a:avLst/>
              <a:pathLst>
                <a:path w="21721" h="165750">
                  <a:moveTo>
                    <a:pt x="0" y="0"/>
                  </a:moveTo>
                  <a:lnTo>
                    <a:pt x="21721" y="1657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4259" y="3171809"/>
              <a:ext cx="21721" cy="165750"/>
            </a:xfrm>
            <a:custGeom>
              <a:avLst/>
              <a:pathLst>
                <a:path w="21721" h="165750">
                  <a:moveTo>
                    <a:pt x="0" y="0"/>
                  </a:moveTo>
                  <a:lnTo>
                    <a:pt x="21721" y="1657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4259" y="3171809"/>
              <a:ext cx="21721" cy="165750"/>
            </a:xfrm>
            <a:custGeom>
              <a:avLst/>
              <a:pathLst>
                <a:path w="21721" h="165750">
                  <a:moveTo>
                    <a:pt x="0" y="0"/>
                  </a:moveTo>
                  <a:lnTo>
                    <a:pt x="21721" y="1657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4259" y="3171809"/>
              <a:ext cx="21721" cy="165750"/>
            </a:xfrm>
            <a:custGeom>
              <a:avLst/>
              <a:pathLst>
                <a:path w="21721" h="165750">
                  <a:moveTo>
                    <a:pt x="0" y="0"/>
                  </a:moveTo>
                  <a:lnTo>
                    <a:pt x="21721" y="165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4259" y="3171809"/>
              <a:ext cx="21721" cy="165750"/>
            </a:xfrm>
            <a:custGeom>
              <a:avLst/>
              <a:pathLst>
                <a:path w="21721" h="165750">
                  <a:moveTo>
                    <a:pt x="0" y="0"/>
                  </a:moveTo>
                  <a:lnTo>
                    <a:pt x="21721" y="165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4259" y="3171809"/>
              <a:ext cx="21721" cy="165750"/>
            </a:xfrm>
            <a:custGeom>
              <a:avLst/>
              <a:pathLst>
                <a:path w="21721" h="165750">
                  <a:moveTo>
                    <a:pt x="0" y="0"/>
                  </a:moveTo>
                  <a:lnTo>
                    <a:pt x="21721" y="165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4259" y="3171809"/>
              <a:ext cx="21721" cy="165750"/>
            </a:xfrm>
            <a:custGeom>
              <a:avLst/>
              <a:pathLst>
                <a:path w="21721" h="165750">
                  <a:moveTo>
                    <a:pt x="0" y="0"/>
                  </a:moveTo>
                  <a:lnTo>
                    <a:pt x="21721" y="165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4259" y="3171809"/>
              <a:ext cx="21721" cy="165750"/>
            </a:xfrm>
            <a:custGeom>
              <a:avLst/>
              <a:pathLst>
                <a:path w="21721" h="165750">
                  <a:moveTo>
                    <a:pt x="0" y="0"/>
                  </a:moveTo>
                  <a:lnTo>
                    <a:pt x="21721" y="1657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4259" y="3171809"/>
              <a:ext cx="21721" cy="165750"/>
            </a:xfrm>
            <a:custGeom>
              <a:avLst/>
              <a:pathLst>
                <a:path w="21721" h="165750">
                  <a:moveTo>
                    <a:pt x="0" y="0"/>
                  </a:moveTo>
                  <a:lnTo>
                    <a:pt x="21721" y="1657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358826" y="3171809"/>
              <a:ext cx="334321" cy="332908"/>
            </a:xfrm>
            <a:custGeom>
              <a:avLst/>
              <a:pathLst>
                <a:path w="334321" h="332908">
                  <a:moveTo>
                    <a:pt x="145432" y="0"/>
                  </a:moveTo>
                  <a:lnTo>
                    <a:pt x="140209" y="768"/>
                  </a:lnTo>
                  <a:lnTo>
                    <a:pt x="135011" y="1701"/>
                  </a:lnTo>
                  <a:lnTo>
                    <a:pt x="129846" y="2798"/>
                  </a:lnTo>
                  <a:lnTo>
                    <a:pt x="124719" y="4058"/>
                  </a:lnTo>
                  <a:lnTo>
                    <a:pt x="119633" y="5479"/>
                  </a:lnTo>
                  <a:lnTo>
                    <a:pt x="114595" y="7060"/>
                  </a:lnTo>
                  <a:lnTo>
                    <a:pt x="109610" y="8799"/>
                  </a:lnTo>
                  <a:lnTo>
                    <a:pt x="104681" y="10694"/>
                  </a:lnTo>
                  <a:lnTo>
                    <a:pt x="99815" y="12745"/>
                  </a:lnTo>
                  <a:lnTo>
                    <a:pt x="95017" y="14948"/>
                  </a:lnTo>
                  <a:lnTo>
                    <a:pt x="90290" y="17301"/>
                  </a:lnTo>
                  <a:lnTo>
                    <a:pt x="85640" y="19803"/>
                  </a:lnTo>
                  <a:lnTo>
                    <a:pt x="81071" y="22450"/>
                  </a:lnTo>
                  <a:lnTo>
                    <a:pt x="76589" y="25240"/>
                  </a:lnTo>
                  <a:lnTo>
                    <a:pt x="72196" y="28171"/>
                  </a:lnTo>
                  <a:lnTo>
                    <a:pt x="67898" y="31238"/>
                  </a:lnTo>
                  <a:lnTo>
                    <a:pt x="63700" y="34440"/>
                  </a:lnTo>
                  <a:lnTo>
                    <a:pt x="59604" y="37773"/>
                  </a:lnTo>
                  <a:lnTo>
                    <a:pt x="55616" y="41233"/>
                  </a:lnTo>
                  <a:lnTo>
                    <a:pt x="51739" y="44818"/>
                  </a:lnTo>
                  <a:lnTo>
                    <a:pt x="47977" y="48524"/>
                  </a:lnTo>
                  <a:lnTo>
                    <a:pt x="44335" y="52346"/>
                  </a:lnTo>
                  <a:lnTo>
                    <a:pt x="40814" y="56281"/>
                  </a:lnTo>
                  <a:lnTo>
                    <a:pt x="37420" y="60326"/>
                  </a:lnTo>
                  <a:lnTo>
                    <a:pt x="34155" y="64476"/>
                  </a:lnTo>
                  <a:lnTo>
                    <a:pt x="31023" y="68727"/>
                  </a:lnTo>
                  <a:lnTo>
                    <a:pt x="28027" y="73075"/>
                  </a:lnTo>
                  <a:lnTo>
                    <a:pt x="25169" y="77515"/>
                  </a:lnTo>
                  <a:lnTo>
                    <a:pt x="22454" y="82043"/>
                  </a:lnTo>
                  <a:lnTo>
                    <a:pt x="19882" y="86655"/>
                  </a:lnTo>
                  <a:lnTo>
                    <a:pt x="17458" y="91346"/>
                  </a:lnTo>
                  <a:lnTo>
                    <a:pt x="15182" y="96110"/>
                  </a:lnTo>
                  <a:lnTo>
                    <a:pt x="13059" y="100945"/>
                  </a:lnTo>
                  <a:lnTo>
                    <a:pt x="11089" y="105844"/>
                  </a:lnTo>
                  <a:lnTo>
                    <a:pt x="9275" y="110803"/>
                  </a:lnTo>
                  <a:lnTo>
                    <a:pt x="7618" y="115816"/>
                  </a:lnTo>
                  <a:lnTo>
                    <a:pt x="6121" y="120880"/>
                  </a:lnTo>
                  <a:lnTo>
                    <a:pt x="4784" y="125988"/>
                  </a:lnTo>
                  <a:lnTo>
                    <a:pt x="3609" y="131136"/>
                  </a:lnTo>
                  <a:lnTo>
                    <a:pt x="2598" y="136318"/>
                  </a:lnTo>
                  <a:lnTo>
                    <a:pt x="1750" y="141530"/>
                  </a:lnTo>
                  <a:lnTo>
                    <a:pt x="1068" y="146766"/>
                  </a:lnTo>
                  <a:lnTo>
                    <a:pt x="551" y="152021"/>
                  </a:lnTo>
                  <a:lnTo>
                    <a:pt x="201" y="157289"/>
                  </a:lnTo>
                  <a:lnTo>
                    <a:pt x="17" y="162566"/>
                  </a:lnTo>
                  <a:lnTo>
                    <a:pt x="0" y="167846"/>
                  </a:lnTo>
                  <a:lnTo>
                    <a:pt x="149" y="173125"/>
                  </a:lnTo>
                  <a:lnTo>
                    <a:pt x="465" y="178395"/>
                  </a:lnTo>
                  <a:lnTo>
                    <a:pt x="948" y="183653"/>
                  </a:lnTo>
                  <a:lnTo>
                    <a:pt x="1596" y="188894"/>
                  </a:lnTo>
                  <a:lnTo>
                    <a:pt x="2410" y="194111"/>
                  </a:lnTo>
                  <a:lnTo>
                    <a:pt x="3388" y="199300"/>
                  </a:lnTo>
                  <a:lnTo>
                    <a:pt x="4529" y="204455"/>
                  </a:lnTo>
                  <a:lnTo>
                    <a:pt x="5832" y="209572"/>
                  </a:lnTo>
                  <a:lnTo>
                    <a:pt x="7297" y="214645"/>
                  </a:lnTo>
                  <a:lnTo>
                    <a:pt x="8921" y="219669"/>
                  </a:lnTo>
                  <a:lnTo>
                    <a:pt x="10703" y="224640"/>
                  </a:lnTo>
                  <a:lnTo>
                    <a:pt x="12641" y="229551"/>
                  </a:lnTo>
                  <a:lnTo>
                    <a:pt x="14733" y="234400"/>
                  </a:lnTo>
                  <a:lnTo>
                    <a:pt x="16977" y="239179"/>
                  </a:lnTo>
                  <a:lnTo>
                    <a:pt x="19371" y="243885"/>
                  </a:lnTo>
                  <a:lnTo>
                    <a:pt x="21912" y="248514"/>
                  </a:lnTo>
                  <a:lnTo>
                    <a:pt x="24599" y="253060"/>
                  </a:lnTo>
                  <a:lnTo>
                    <a:pt x="27427" y="257518"/>
                  </a:lnTo>
                  <a:lnTo>
                    <a:pt x="30395" y="261885"/>
                  </a:lnTo>
                  <a:lnTo>
                    <a:pt x="33500" y="266157"/>
                  </a:lnTo>
                  <a:lnTo>
                    <a:pt x="36737" y="270328"/>
                  </a:lnTo>
                  <a:lnTo>
                    <a:pt x="40105" y="274394"/>
                  </a:lnTo>
                  <a:lnTo>
                    <a:pt x="43600" y="278353"/>
                  </a:lnTo>
                  <a:lnTo>
                    <a:pt x="47218" y="282199"/>
                  </a:lnTo>
                  <a:lnTo>
                    <a:pt x="50955" y="285928"/>
                  </a:lnTo>
                  <a:lnTo>
                    <a:pt x="54809" y="289538"/>
                  </a:lnTo>
                  <a:lnTo>
                    <a:pt x="58775" y="293025"/>
                  </a:lnTo>
                  <a:lnTo>
                    <a:pt x="62848" y="296384"/>
                  </a:lnTo>
                  <a:lnTo>
                    <a:pt x="67026" y="299613"/>
                  </a:lnTo>
                  <a:lnTo>
                    <a:pt x="71304" y="302709"/>
                  </a:lnTo>
                  <a:lnTo>
                    <a:pt x="75677" y="305667"/>
                  </a:lnTo>
                  <a:lnTo>
                    <a:pt x="80142" y="308487"/>
                  </a:lnTo>
                  <a:lnTo>
                    <a:pt x="84693" y="311164"/>
                  </a:lnTo>
                  <a:lnTo>
                    <a:pt x="89327" y="313695"/>
                  </a:lnTo>
                  <a:lnTo>
                    <a:pt x="94038" y="316079"/>
                  </a:lnTo>
                  <a:lnTo>
                    <a:pt x="98822" y="318314"/>
                  </a:lnTo>
                  <a:lnTo>
                    <a:pt x="103675" y="320396"/>
                  </a:lnTo>
                  <a:lnTo>
                    <a:pt x="108590" y="322323"/>
                  </a:lnTo>
                  <a:lnTo>
                    <a:pt x="113565" y="324095"/>
                  </a:lnTo>
                  <a:lnTo>
                    <a:pt x="118592" y="325708"/>
                  </a:lnTo>
                  <a:lnTo>
                    <a:pt x="123668" y="327162"/>
                  </a:lnTo>
                  <a:lnTo>
                    <a:pt x="128788" y="328455"/>
                  </a:lnTo>
                  <a:lnTo>
                    <a:pt x="133946" y="329586"/>
                  </a:lnTo>
                  <a:lnTo>
                    <a:pt x="139137" y="330553"/>
                  </a:lnTo>
                  <a:lnTo>
                    <a:pt x="144355" y="331355"/>
                  </a:lnTo>
                  <a:lnTo>
                    <a:pt x="149597" y="331993"/>
                  </a:lnTo>
                  <a:lnTo>
                    <a:pt x="154856" y="332464"/>
                  </a:lnTo>
                  <a:lnTo>
                    <a:pt x="160127" y="332769"/>
                  </a:lnTo>
                  <a:lnTo>
                    <a:pt x="165406" y="332908"/>
                  </a:lnTo>
                  <a:lnTo>
                    <a:pt x="170686" y="332880"/>
                  </a:lnTo>
                  <a:lnTo>
                    <a:pt x="175963" y="332685"/>
                  </a:lnTo>
                  <a:lnTo>
                    <a:pt x="181230" y="332323"/>
                  </a:lnTo>
                  <a:lnTo>
                    <a:pt x="186484" y="331796"/>
                  </a:lnTo>
                  <a:lnTo>
                    <a:pt x="191719" y="331102"/>
                  </a:lnTo>
                  <a:lnTo>
                    <a:pt x="196929" y="330244"/>
                  </a:lnTo>
                  <a:lnTo>
                    <a:pt x="202109" y="329222"/>
                  </a:lnTo>
                  <a:lnTo>
                    <a:pt x="207254" y="328036"/>
                  </a:lnTo>
                  <a:lnTo>
                    <a:pt x="212360" y="326689"/>
                  </a:lnTo>
                  <a:lnTo>
                    <a:pt x="217420" y="325181"/>
                  </a:lnTo>
                  <a:lnTo>
                    <a:pt x="222430" y="323514"/>
                  </a:lnTo>
                  <a:lnTo>
                    <a:pt x="227385" y="321689"/>
                  </a:lnTo>
                  <a:lnTo>
                    <a:pt x="232280" y="319709"/>
                  </a:lnTo>
                  <a:lnTo>
                    <a:pt x="237110" y="317576"/>
                  </a:lnTo>
                  <a:lnTo>
                    <a:pt x="241870" y="315290"/>
                  </a:lnTo>
                  <a:lnTo>
                    <a:pt x="246556" y="312856"/>
                  </a:lnTo>
                  <a:lnTo>
                    <a:pt x="251162" y="310275"/>
                  </a:lnTo>
                  <a:lnTo>
                    <a:pt x="255685" y="307550"/>
                  </a:lnTo>
                  <a:lnTo>
                    <a:pt x="260119" y="304683"/>
                  </a:lnTo>
                  <a:lnTo>
                    <a:pt x="264460" y="301678"/>
                  </a:lnTo>
                  <a:lnTo>
                    <a:pt x="268705" y="298537"/>
                  </a:lnTo>
                  <a:lnTo>
                    <a:pt x="272848" y="295263"/>
                  </a:lnTo>
                  <a:lnTo>
                    <a:pt x="276885" y="291860"/>
                  </a:lnTo>
                  <a:lnTo>
                    <a:pt x="280814" y="288332"/>
                  </a:lnTo>
                  <a:lnTo>
                    <a:pt x="284628" y="284681"/>
                  </a:lnTo>
                  <a:lnTo>
                    <a:pt x="288326" y="280912"/>
                  </a:lnTo>
                  <a:lnTo>
                    <a:pt x="291903" y="277027"/>
                  </a:lnTo>
                  <a:lnTo>
                    <a:pt x="295355" y="273032"/>
                  </a:lnTo>
                  <a:lnTo>
                    <a:pt x="298679" y="268930"/>
                  </a:lnTo>
                  <a:lnTo>
                    <a:pt x="301872" y="264724"/>
                  </a:lnTo>
                  <a:lnTo>
                    <a:pt x="304931" y="260420"/>
                  </a:lnTo>
                  <a:lnTo>
                    <a:pt x="307852" y="256022"/>
                  </a:lnTo>
                  <a:lnTo>
                    <a:pt x="310633" y="251533"/>
                  </a:lnTo>
                  <a:lnTo>
                    <a:pt x="313270" y="246959"/>
                  </a:lnTo>
                  <a:lnTo>
                    <a:pt x="315762" y="242303"/>
                  </a:lnTo>
                  <a:lnTo>
                    <a:pt x="318106" y="237572"/>
                  </a:lnTo>
                  <a:lnTo>
                    <a:pt x="320299" y="232769"/>
                  </a:lnTo>
                  <a:lnTo>
                    <a:pt x="322339" y="227898"/>
                  </a:lnTo>
                  <a:lnTo>
                    <a:pt x="324225" y="222966"/>
                  </a:lnTo>
                  <a:lnTo>
                    <a:pt x="325953" y="217977"/>
                  </a:lnTo>
                  <a:lnTo>
                    <a:pt x="327523" y="212936"/>
                  </a:lnTo>
                  <a:lnTo>
                    <a:pt x="328934" y="207847"/>
                  </a:lnTo>
                  <a:lnTo>
                    <a:pt x="330183" y="202717"/>
                  </a:lnTo>
                  <a:lnTo>
                    <a:pt x="331269" y="197550"/>
                  </a:lnTo>
                  <a:lnTo>
                    <a:pt x="332191" y="192351"/>
                  </a:lnTo>
                  <a:lnTo>
                    <a:pt x="332949" y="187125"/>
                  </a:lnTo>
                  <a:lnTo>
                    <a:pt x="333541" y="181878"/>
                  </a:lnTo>
                  <a:lnTo>
                    <a:pt x="333968" y="176615"/>
                  </a:lnTo>
                  <a:lnTo>
                    <a:pt x="334228" y="171341"/>
                  </a:lnTo>
                  <a:lnTo>
                    <a:pt x="334321" y="166062"/>
                  </a:lnTo>
                  <a:lnTo>
                    <a:pt x="334247" y="160782"/>
                  </a:lnTo>
                  <a:lnTo>
                    <a:pt x="334007" y="155508"/>
                  </a:lnTo>
                  <a:lnTo>
                    <a:pt x="333600" y="150243"/>
                  </a:lnTo>
                  <a:lnTo>
                    <a:pt x="333028" y="144994"/>
                  </a:lnTo>
                  <a:lnTo>
                    <a:pt x="332289" y="139766"/>
                  </a:lnTo>
                  <a:lnTo>
                    <a:pt x="331386" y="134563"/>
                  </a:lnTo>
                  <a:lnTo>
                    <a:pt x="330320" y="129392"/>
                  </a:lnTo>
                  <a:lnTo>
                    <a:pt x="329090" y="124257"/>
                  </a:lnTo>
                  <a:lnTo>
                    <a:pt x="327699" y="119163"/>
                  </a:lnTo>
                  <a:lnTo>
                    <a:pt x="326147" y="114116"/>
                  </a:lnTo>
                  <a:lnTo>
                    <a:pt x="324437" y="109120"/>
                  </a:lnTo>
                  <a:lnTo>
                    <a:pt x="322570" y="104181"/>
                  </a:lnTo>
                  <a:lnTo>
                    <a:pt x="320548" y="99304"/>
                  </a:lnTo>
                  <a:lnTo>
                    <a:pt x="318373" y="94492"/>
                  </a:lnTo>
                  <a:lnTo>
                    <a:pt x="316047" y="89752"/>
                  </a:lnTo>
                  <a:lnTo>
                    <a:pt x="313573" y="85087"/>
                  </a:lnTo>
                  <a:lnTo>
                    <a:pt x="310952" y="80503"/>
                  </a:lnTo>
                  <a:lnTo>
                    <a:pt x="308188" y="76004"/>
                  </a:lnTo>
                  <a:lnTo>
                    <a:pt x="305284" y="71595"/>
                  </a:lnTo>
                  <a:lnTo>
                    <a:pt x="302241" y="67279"/>
                  </a:lnTo>
                  <a:lnTo>
                    <a:pt x="299064" y="63062"/>
                  </a:lnTo>
                  <a:lnTo>
                    <a:pt x="295755" y="58947"/>
                  </a:lnTo>
                  <a:lnTo>
                    <a:pt x="292318" y="54939"/>
                  </a:lnTo>
                  <a:lnTo>
                    <a:pt x="288755" y="51041"/>
                  </a:lnTo>
                  <a:lnTo>
                    <a:pt x="285072" y="47258"/>
                  </a:lnTo>
                  <a:lnTo>
                    <a:pt x="281271" y="43593"/>
                  </a:lnTo>
                  <a:lnTo>
                    <a:pt x="277356" y="40050"/>
                  </a:lnTo>
                  <a:lnTo>
                    <a:pt x="273331" y="36632"/>
                  </a:lnTo>
                  <a:lnTo>
                    <a:pt x="269200" y="33343"/>
                  </a:lnTo>
                  <a:lnTo>
                    <a:pt x="264968" y="30186"/>
                  </a:lnTo>
                  <a:lnTo>
                    <a:pt x="260637" y="27165"/>
                  </a:lnTo>
                  <a:lnTo>
                    <a:pt x="256214" y="24282"/>
                  </a:lnTo>
                  <a:lnTo>
                    <a:pt x="251702" y="21539"/>
                  </a:lnTo>
                  <a:lnTo>
                    <a:pt x="247105" y="18941"/>
                  </a:lnTo>
                  <a:lnTo>
                    <a:pt x="242428" y="16489"/>
                  </a:lnTo>
                  <a:lnTo>
                    <a:pt x="237677" y="14186"/>
                  </a:lnTo>
                  <a:lnTo>
                    <a:pt x="232855" y="12035"/>
                  </a:lnTo>
                  <a:lnTo>
                    <a:pt x="227968" y="10036"/>
                  </a:lnTo>
                  <a:lnTo>
                    <a:pt x="223019" y="8193"/>
                  </a:lnTo>
                  <a:lnTo>
                    <a:pt x="218015" y="6508"/>
                  </a:lnTo>
                  <a:lnTo>
                    <a:pt x="167154" y="1657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3170392"/>
              <a:ext cx="50861" cy="167167"/>
            </a:xfrm>
            <a:custGeom>
              <a:avLst/>
              <a:pathLst>
                <a:path w="50861" h="167167">
                  <a:moveTo>
                    <a:pt x="50861" y="7925"/>
                  </a:moveTo>
                  <a:lnTo>
                    <a:pt x="44671" y="6079"/>
                  </a:lnTo>
                  <a:lnTo>
                    <a:pt x="38414" y="4473"/>
                  </a:lnTo>
                  <a:lnTo>
                    <a:pt x="32100" y="3110"/>
                  </a:lnTo>
                  <a:lnTo>
                    <a:pt x="25737" y="1993"/>
                  </a:lnTo>
                  <a:lnTo>
                    <a:pt x="19337" y="1122"/>
                  </a:lnTo>
                  <a:lnTo>
                    <a:pt x="12907" y="499"/>
                  </a:lnTo>
                  <a:lnTo>
                    <a:pt x="6458" y="12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280" y="3707720"/>
              <a:ext cx="4467" cy="167167"/>
            </a:xfrm>
            <a:custGeom>
              <a:avLst/>
              <a:pathLst>
                <a:path w="4467" h="167167">
                  <a:moveTo>
                    <a:pt x="4467" y="0"/>
                  </a:moveTo>
                  <a:lnTo>
                    <a:pt x="0" y="59"/>
                  </a:lnTo>
                  <a:lnTo>
                    <a:pt x="446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280" y="3707780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280" y="3707780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280" y="3707780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280" y="3707780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280" y="3707780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280" y="3707780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280" y="3707780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280" y="3707780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280" y="3707780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280" y="3707780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6280" y="3707780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423582" y="3707720"/>
              <a:ext cx="334325" cy="334320"/>
            </a:xfrm>
            <a:custGeom>
              <a:avLst/>
              <a:pathLst>
                <a:path w="334325" h="334320">
                  <a:moveTo>
                    <a:pt x="162698" y="59"/>
                  </a:moveTo>
                  <a:lnTo>
                    <a:pt x="157421" y="284"/>
                  </a:lnTo>
                  <a:lnTo>
                    <a:pt x="152154" y="675"/>
                  </a:lnTo>
                  <a:lnTo>
                    <a:pt x="146903" y="1232"/>
                  </a:lnTo>
                  <a:lnTo>
                    <a:pt x="141671" y="1955"/>
                  </a:lnTo>
                  <a:lnTo>
                    <a:pt x="136465" y="2843"/>
                  </a:lnTo>
                  <a:lnTo>
                    <a:pt x="131289" y="3895"/>
                  </a:lnTo>
                  <a:lnTo>
                    <a:pt x="126150" y="5109"/>
                  </a:lnTo>
                  <a:lnTo>
                    <a:pt x="121051" y="6486"/>
                  </a:lnTo>
                  <a:lnTo>
                    <a:pt x="115998" y="8023"/>
                  </a:lnTo>
                  <a:lnTo>
                    <a:pt x="110996" y="9719"/>
                  </a:lnTo>
                  <a:lnTo>
                    <a:pt x="106051" y="11571"/>
                  </a:lnTo>
                  <a:lnTo>
                    <a:pt x="101166" y="13580"/>
                  </a:lnTo>
                  <a:lnTo>
                    <a:pt x="96347" y="15741"/>
                  </a:lnTo>
                  <a:lnTo>
                    <a:pt x="91599" y="18054"/>
                  </a:lnTo>
                  <a:lnTo>
                    <a:pt x="86927" y="20515"/>
                  </a:lnTo>
                  <a:lnTo>
                    <a:pt x="82334" y="23123"/>
                  </a:lnTo>
                  <a:lnTo>
                    <a:pt x="77826" y="25875"/>
                  </a:lnTo>
                  <a:lnTo>
                    <a:pt x="73408" y="28767"/>
                  </a:lnTo>
                  <a:lnTo>
                    <a:pt x="69083" y="31798"/>
                  </a:lnTo>
                  <a:lnTo>
                    <a:pt x="64855" y="34964"/>
                  </a:lnTo>
                  <a:lnTo>
                    <a:pt x="60730" y="38262"/>
                  </a:lnTo>
                  <a:lnTo>
                    <a:pt x="56711" y="41688"/>
                  </a:lnTo>
                  <a:lnTo>
                    <a:pt x="52803" y="45240"/>
                  </a:lnTo>
                  <a:lnTo>
                    <a:pt x="49008" y="48914"/>
                  </a:lnTo>
                  <a:lnTo>
                    <a:pt x="45332" y="52705"/>
                  </a:lnTo>
                  <a:lnTo>
                    <a:pt x="41777" y="56611"/>
                  </a:lnTo>
                  <a:lnTo>
                    <a:pt x="38347" y="60627"/>
                  </a:lnTo>
                  <a:lnTo>
                    <a:pt x="35046" y="64749"/>
                  </a:lnTo>
                  <a:lnTo>
                    <a:pt x="31877" y="68974"/>
                  </a:lnTo>
                  <a:lnTo>
                    <a:pt x="28842" y="73297"/>
                  </a:lnTo>
                  <a:lnTo>
                    <a:pt x="25946" y="77713"/>
                  </a:lnTo>
                  <a:lnTo>
                    <a:pt x="23191" y="82219"/>
                  </a:lnTo>
                  <a:lnTo>
                    <a:pt x="20579" y="86809"/>
                  </a:lnTo>
                  <a:lnTo>
                    <a:pt x="18114" y="91480"/>
                  </a:lnTo>
                  <a:lnTo>
                    <a:pt x="15797" y="96226"/>
                  </a:lnTo>
                  <a:lnTo>
                    <a:pt x="13632" y="101043"/>
                  </a:lnTo>
                  <a:lnTo>
                    <a:pt x="11620" y="105926"/>
                  </a:lnTo>
                  <a:lnTo>
                    <a:pt x="9763" y="110870"/>
                  </a:lnTo>
                  <a:lnTo>
                    <a:pt x="8063" y="115870"/>
                  </a:lnTo>
                  <a:lnTo>
                    <a:pt x="6522" y="120922"/>
                  </a:lnTo>
                  <a:lnTo>
                    <a:pt x="5141" y="126019"/>
                  </a:lnTo>
                  <a:lnTo>
                    <a:pt x="3922" y="131158"/>
                  </a:lnTo>
                  <a:lnTo>
                    <a:pt x="2866" y="136333"/>
                  </a:lnTo>
                  <a:lnTo>
                    <a:pt x="1974" y="141538"/>
                  </a:lnTo>
                  <a:lnTo>
                    <a:pt x="1247" y="146769"/>
                  </a:lnTo>
                  <a:lnTo>
                    <a:pt x="686" y="152021"/>
                  </a:lnTo>
                  <a:lnTo>
                    <a:pt x="290" y="157287"/>
                  </a:lnTo>
                  <a:lnTo>
                    <a:pt x="62" y="162564"/>
                  </a:lnTo>
                  <a:lnTo>
                    <a:pt x="0" y="167844"/>
                  </a:lnTo>
                  <a:lnTo>
                    <a:pt x="104" y="173125"/>
                  </a:lnTo>
                  <a:lnTo>
                    <a:pt x="376" y="178399"/>
                  </a:lnTo>
                  <a:lnTo>
                    <a:pt x="814" y="183662"/>
                  </a:lnTo>
                  <a:lnTo>
                    <a:pt x="1418" y="188909"/>
                  </a:lnTo>
                  <a:lnTo>
                    <a:pt x="2188" y="194134"/>
                  </a:lnTo>
                  <a:lnTo>
                    <a:pt x="3122" y="199332"/>
                  </a:lnTo>
                  <a:lnTo>
                    <a:pt x="4220" y="204498"/>
                  </a:lnTo>
                  <a:lnTo>
                    <a:pt x="5480" y="209626"/>
                  </a:lnTo>
                  <a:lnTo>
                    <a:pt x="6902" y="214713"/>
                  </a:lnTo>
                  <a:lnTo>
                    <a:pt x="8484" y="219752"/>
                  </a:lnTo>
                  <a:lnTo>
                    <a:pt x="10224" y="224738"/>
                  </a:lnTo>
                  <a:lnTo>
                    <a:pt x="12121" y="229667"/>
                  </a:lnTo>
                  <a:lnTo>
                    <a:pt x="14173" y="234533"/>
                  </a:lnTo>
                  <a:lnTo>
                    <a:pt x="16377" y="239333"/>
                  </a:lnTo>
                  <a:lnTo>
                    <a:pt x="18732" y="244060"/>
                  </a:lnTo>
                  <a:lnTo>
                    <a:pt x="21235" y="248710"/>
                  </a:lnTo>
                  <a:lnTo>
                    <a:pt x="23884" y="253279"/>
                  </a:lnTo>
                  <a:lnTo>
                    <a:pt x="26676" y="257763"/>
                  </a:lnTo>
                  <a:lnTo>
                    <a:pt x="29608" y="262155"/>
                  </a:lnTo>
                  <a:lnTo>
                    <a:pt x="32677" y="266453"/>
                  </a:lnTo>
                  <a:lnTo>
                    <a:pt x="35880" y="270652"/>
                  </a:lnTo>
                  <a:lnTo>
                    <a:pt x="39215" y="274748"/>
                  </a:lnTo>
                  <a:lnTo>
                    <a:pt x="42677" y="278736"/>
                  </a:lnTo>
                  <a:lnTo>
                    <a:pt x="46264" y="282612"/>
                  </a:lnTo>
                  <a:lnTo>
                    <a:pt x="49971" y="286374"/>
                  </a:lnTo>
                  <a:lnTo>
                    <a:pt x="53795" y="290017"/>
                  </a:lnTo>
                  <a:lnTo>
                    <a:pt x="57732" y="293537"/>
                  </a:lnTo>
                  <a:lnTo>
                    <a:pt x="61779" y="296930"/>
                  </a:lnTo>
                  <a:lnTo>
                    <a:pt x="65930" y="300195"/>
                  </a:lnTo>
                  <a:lnTo>
                    <a:pt x="70183" y="303326"/>
                  </a:lnTo>
                  <a:lnTo>
                    <a:pt x="74533" y="306322"/>
                  </a:lnTo>
                  <a:lnTo>
                    <a:pt x="78975" y="309179"/>
                  </a:lnTo>
                  <a:lnTo>
                    <a:pt x="83505" y="311894"/>
                  </a:lnTo>
                  <a:lnTo>
                    <a:pt x="88118" y="314464"/>
                  </a:lnTo>
                  <a:lnTo>
                    <a:pt x="92811" y="316888"/>
                  </a:lnTo>
                  <a:lnTo>
                    <a:pt x="97577" y="319162"/>
                  </a:lnTo>
                  <a:lnTo>
                    <a:pt x="102413" y="321284"/>
                  </a:lnTo>
                  <a:lnTo>
                    <a:pt x="107314" y="323253"/>
                  </a:lnTo>
                  <a:lnTo>
                    <a:pt x="112275" y="325065"/>
                  </a:lnTo>
                  <a:lnTo>
                    <a:pt x="117290" y="326721"/>
                  </a:lnTo>
                  <a:lnTo>
                    <a:pt x="122355" y="328216"/>
                  </a:lnTo>
                  <a:lnTo>
                    <a:pt x="127465" y="329552"/>
                  </a:lnTo>
                  <a:lnTo>
                    <a:pt x="132614" y="330725"/>
                  </a:lnTo>
                  <a:lnTo>
                    <a:pt x="137798" y="331735"/>
                  </a:lnTo>
                  <a:lnTo>
                    <a:pt x="143011" y="332580"/>
                  </a:lnTo>
                  <a:lnTo>
                    <a:pt x="148248" y="333261"/>
                  </a:lnTo>
                  <a:lnTo>
                    <a:pt x="153505" y="333775"/>
                  </a:lnTo>
                  <a:lnTo>
                    <a:pt x="158774" y="334124"/>
                  </a:lnTo>
                  <a:lnTo>
                    <a:pt x="164053" y="334305"/>
                  </a:lnTo>
                  <a:lnTo>
                    <a:pt x="169334" y="334320"/>
                  </a:lnTo>
                  <a:lnTo>
                    <a:pt x="174613" y="334168"/>
                  </a:lnTo>
                  <a:lnTo>
                    <a:pt x="179885" y="333850"/>
                  </a:lnTo>
                  <a:lnTo>
                    <a:pt x="185144" y="333365"/>
                  </a:lnTo>
                  <a:lnTo>
                    <a:pt x="190385" y="332714"/>
                  </a:lnTo>
                  <a:lnTo>
                    <a:pt x="195603" y="331898"/>
                  </a:lnTo>
                  <a:lnTo>
                    <a:pt x="200792" y="330917"/>
                  </a:lnTo>
                  <a:lnTo>
                    <a:pt x="205948" y="329773"/>
                  </a:lnTo>
                  <a:lnTo>
                    <a:pt x="211065" y="328467"/>
                  </a:lnTo>
                  <a:lnTo>
                    <a:pt x="216139" y="327000"/>
                  </a:lnTo>
                  <a:lnTo>
                    <a:pt x="221163" y="325373"/>
                  </a:lnTo>
                  <a:lnTo>
                    <a:pt x="226134" y="323588"/>
                  </a:lnTo>
                  <a:lnTo>
                    <a:pt x="231046" y="321648"/>
                  </a:lnTo>
                  <a:lnTo>
                    <a:pt x="235894" y="319553"/>
                  </a:lnTo>
                  <a:lnTo>
                    <a:pt x="240673" y="317305"/>
                  </a:lnTo>
                  <a:lnTo>
                    <a:pt x="245379" y="314908"/>
                  </a:lnTo>
                  <a:lnTo>
                    <a:pt x="250007" y="312364"/>
                  </a:lnTo>
                  <a:lnTo>
                    <a:pt x="254552" y="309675"/>
                  </a:lnTo>
                  <a:lnTo>
                    <a:pt x="259011" y="306843"/>
                  </a:lnTo>
                  <a:lnTo>
                    <a:pt x="263377" y="303872"/>
                  </a:lnTo>
                  <a:lnTo>
                    <a:pt x="267647" y="300765"/>
                  </a:lnTo>
                  <a:lnTo>
                    <a:pt x="271817" y="297524"/>
                  </a:lnTo>
                  <a:lnTo>
                    <a:pt x="275883" y="294153"/>
                  </a:lnTo>
                  <a:lnTo>
                    <a:pt x="279840" y="290655"/>
                  </a:lnTo>
                  <a:lnTo>
                    <a:pt x="283685" y="287034"/>
                  </a:lnTo>
                  <a:lnTo>
                    <a:pt x="287413" y="283294"/>
                  </a:lnTo>
                  <a:lnTo>
                    <a:pt x="291021" y="279437"/>
                  </a:lnTo>
                  <a:lnTo>
                    <a:pt x="294506" y="275469"/>
                  </a:lnTo>
                  <a:lnTo>
                    <a:pt x="297864" y="271392"/>
                  </a:lnTo>
                  <a:lnTo>
                    <a:pt x="301091" y="267212"/>
                  </a:lnTo>
                  <a:lnTo>
                    <a:pt x="304184" y="262931"/>
                  </a:lnTo>
                  <a:lnTo>
                    <a:pt x="307141" y="258555"/>
                  </a:lnTo>
                  <a:lnTo>
                    <a:pt x="309958" y="254088"/>
                  </a:lnTo>
                  <a:lnTo>
                    <a:pt x="312633" y="249534"/>
                  </a:lnTo>
                  <a:lnTo>
                    <a:pt x="315162" y="244897"/>
                  </a:lnTo>
                  <a:lnTo>
                    <a:pt x="317543" y="240184"/>
                  </a:lnTo>
                  <a:lnTo>
                    <a:pt x="319775" y="235397"/>
                  </a:lnTo>
                  <a:lnTo>
                    <a:pt x="321854" y="230542"/>
                  </a:lnTo>
                  <a:lnTo>
                    <a:pt x="323779" y="225624"/>
                  </a:lnTo>
                  <a:lnTo>
                    <a:pt x="325547" y="220647"/>
                  </a:lnTo>
                  <a:lnTo>
                    <a:pt x="327158" y="215618"/>
                  </a:lnTo>
                  <a:lnTo>
                    <a:pt x="328608" y="210539"/>
                  </a:lnTo>
                  <a:lnTo>
                    <a:pt x="329898" y="205418"/>
                  </a:lnTo>
                  <a:lnTo>
                    <a:pt x="331025" y="200258"/>
                  </a:lnTo>
                  <a:lnTo>
                    <a:pt x="331989" y="195066"/>
                  </a:lnTo>
                  <a:lnTo>
                    <a:pt x="332788" y="189845"/>
                  </a:lnTo>
                  <a:lnTo>
                    <a:pt x="333421" y="184602"/>
                  </a:lnTo>
                  <a:lnTo>
                    <a:pt x="333889" y="179341"/>
                  </a:lnTo>
                  <a:lnTo>
                    <a:pt x="334190" y="174069"/>
                  </a:lnTo>
                  <a:lnTo>
                    <a:pt x="334325" y="168789"/>
                  </a:lnTo>
                  <a:lnTo>
                    <a:pt x="334293" y="163508"/>
                  </a:lnTo>
                  <a:lnTo>
                    <a:pt x="334094" y="158230"/>
                  </a:lnTo>
                  <a:lnTo>
                    <a:pt x="333728" y="152962"/>
                  </a:lnTo>
                  <a:lnTo>
                    <a:pt x="333197" y="147707"/>
                  </a:lnTo>
                  <a:lnTo>
                    <a:pt x="332499" y="142472"/>
                  </a:lnTo>
                  <a:lnTo>
                    <a:pt x="331636" y="137262"/>
                  </a:lnTo>
                  <a:lnTo>
                    <a:pt x="330610" y="132081"/>
                  </a:lnTo>
                  <a:lnTo>
                    <a:pt x="329420" y="126936"/>
                  </a:lnTo>
                  <a:lnTo>
                    <a:pt x="328068" y="121830"/>
                  </a:lnTo>
                  <a:lnTo>
                    <a:pt x="326555" y="116770"/>
                  </a:lnTo>
                  <a:lnTo>
                    <a:pt x="324884" y="111760"/>
                  </a:lnTo>
                  <a:lnTo>
                    <a:pt x="323055" y="106806"/>
                  </a:lnTo>
                  <a:lnTo>
                    <a:pt x="321070" y="101912"/>
                  </a:lnTo>
                  <a:lnTo>
                    <a:pt x="318932" y="97082"/>
                  </a:lnTo>
                  <a:lnTo>
                    <a:pt x="316643" y="92323"/>
                  </a:lnTo>
                  <a:lnTo>
                    <a:pt x="314204" y="87639"/>
                  </a:lnTo>
                  <a:lnTo>
                    <a:pt x="311618" y="83034"/>
                  </a:lnTo>
                  <a:lnTo>
                    <a:pt x="308888" y="78513"/>
                  </a:lnTo>
                  <a:lnTo>
                    <a:pt x="306017" y="74080"/>
                  </a:lnTo>
                  <a:lnTo>
                    <a:pt x="303007" y="69740"/>
                  </a:lnTo>
                  <a:lnTo>
                    <a:pt x="299862" y="65498"/>
                  </a:lnTo>
                  <a:lnTo>
                    <a:pt x="296584" y="61357"/>
                  </a:lnTo>
                  <a:lnTo>
                    <a:pt x="293177" y="57321"/>
                  </a:lnTo>
                  <a:lnTo>
                    <a:pt x="289644" y="53396"/>
                  </a:lnTo>
                  <a:lnTo>
                    <a:pt x="285989" y="49583"/>
                  </a:lnTo>
                  <a:lnTo>
                    <a:pt x="282216" y="45888"/>
                  </a:lnTo>
                  <a:lnTo>
                    <a:pt x="278327" y="42315"/>
                  </a:lnTo>
                  <a:lnTo>
                    <a:pt x="274328" y="38865"/>
                  </a:lnTo>
                  <a:lnTo>
                    <a:pt x="270221" y="35544"/>
                  </a:lnTo>
                  <a:lnTo>
                    <a:pt x="266012" y="32355"/>
                  </a:lnTo>
                  <a:lnTo>
                    <a:pt x="261704" y="29299"/>
                  </a:lnTo>
                  <a:lnTo>
                    <a:pt x="257302" y="26382"/>
                  </a:lnTo>
                  <a:lnTo>
                    <a:pt x="252810" y="23605"/>
                  </a:lnTo>
                  <a:lnTo>
                    <a:pt x="248232" y="20971"/>
                  </a:lnTo>
                  <a:lnTo>
                    <a:pt x="243573" y="18483"/>
                  </a:lnTo>
                  <a:lnTo>
                    <a:pt x="238838" y="16144"/>
                  </a:lnTo>
                  <a:lnTo>
                    <a:pt x="234032" y="13955"/>
                  </a:lnTo>
                  <a:lnTo>
                    <a:pt x="229159" y="11919"/>
                  </a:lnTo>
                  <a:lnTo>
                    <a:pt x="224224" y="10038"/>
                  </a:lnTo>
                  <a:lnTo>
                    <a:pt x="219232" y="8314"/>
                  </a:lnTo>
                  <a:lnTo>
                    <a:pt x="214188" y="6749"/>
                  </a:lnTo>
                  <a:lnTo>
                    <a:pt x="209097" y="5344"/>
                  </a:lnTo>
                  <a:lnTo>
                    <a:pt x="203964" y="4100"/>
                  </a:lnTo>
                  <a:lnTo>
                    <a:pt x="198794" y="3019"/>
                  </a:lnTo>
                  <a:lnTo>
                    <a:pt x="193593" y="2102"/>
                  </a:lnTo>
                  <a:lnTo>
                    <a:pt x="188366" y="1349"/>
                  </a:lnTo>
                  <a:lnTo>
                    <a:pt x="183117" y="762"/>
                  </a:lnTo>
                  <a:lnTo>
                    <a:pt x="177853" y="341"/>
                  </a:lnTo>
                  <a:lnTo>
                    <a:pt x="172578" y="87"/>
                  </a:lnTo>
                  <a:lnTo>
                    <a:pt x="167297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3707720"/>
              <a:ext cx="131" cy="167167"/>
            </a:xfrm>
            <a:custGeom>
              <a:avLst/>
              <a:pathLst>
                <a:path w="131" h="167167">
                  <a:moveTo>
                    <a:pt x="131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6819" y="4213821"/>
              <a:ext cx="4467" cy="167167"/>
            </a:xfrm>
            <a:custGeom>
              <a:avLst/>
              <a:pathLst>
                <a:path w="4467" h="167167">
                  <a:moveTo>
                    <a:pt x="4467" y="0"/>
                  </a:moveTo>
                  <a:lnTo>
                    <a:pt x="0" y="59"/>
                  </a:lnTo>
                  <a:lnTo>
                    <a:pt x="446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6819" y="4213881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6819" y="4213881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6819" y="4213881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6819" y="4213881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6819" y="4213881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6819" y="4213881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6819" y="4213881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819" y="4213881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819" y="4213881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819" y="4213881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14121" y="4213821"/>
              <a:ext cx="334325" cy="334321"/>
            </a:xfrm>
            <a:custGeom>
              <a:avLst/>
              <a:pathLst>
                <a:path w="334325" h="334321">
                  <a:moveTo>
                    <a:pt x="162698" y="59"/>
                  </a:moveTo>
                  <a:lnTo>
                    <a:pt x="157422" y="284"/>
                  </a:lnTo>
                  <a:lnTo>
                    <a:pt x="152156" y="675"/>
                  </a:lnTo>
                  <a:lnTo>
                    <a:pt x="146904" y="1232"/>
                  </a:lnTo>
                  <a:lnTo>
                    <a:pt x="141673" y="1955"/>
                  </a:lnTo>
                  <a:lnTo>
                    <a:pt x="136467" y="2842"/>
                  </a:lnTo>
                  <a:lnTo>
                    <a:pt x="131292" y="3894"/>
                  </a:lnTo>
                  <a:lnTo>
                    <a:pt x="126153" y="5108"/>
                  </a:lnTo>
                  <a:lnTo>
                    <a:pt x="121055" y="6485"/>
                  </a:lnTo>
                  <a:lnTo>
                    <a:pt x="116002" y="8021"/>
                  </a:lnTo>
                  <a:lnTo>
                    <a:pt x="111001" y="9717"/>
                  </a:lnTo>
                  <a:lnTo>
                    <a:pt x="106056" y="11569"/>
                  </a:lnTo>
                  <a:lnTo>
                    <a:pt x="101172" y="13577"/>
                  </a:lnTo>
                  <a:lnTo>
                    <a:pt x="96353" y="15738"/>
                  </a:lnTo>
                  <a:lnTo>
                    <a:pt x="91606" y="18051"/>
                  </a:lnTo>
                  <a:lnTo>
                    <a:pt x="86933" y="20512"/>
                  </a:lnTo>
                  <a:lnTo>
                    <a:pt x="82341" y="23119"/>
                  </a:lnTo>
                  <a:lnTo>
                    <a:pt x="77834" y="25870"/>
                  </a:lnTo>
                  <a:lnTo>
                    <a:pt x="73415" y="28762"/>
                  </a:lnTo>
                  <a:lnTo>
                    <a:pt x="69090" y="31793"/>
                  </a:lnTo>
                  <a:lnTo>
                    <a:pt x="64863" y="34958"/>
                  </a:lnTo>
                  <a:lnTo>
                    <a:pt x="60738" y="38255"/>
                  </a:lnTo>
                  <a:lnTo>
                    <a:pt x="56720" y="41681"/>
                  </a:lnTo>
                  <a:lnTo>
                    <a:pt x="52811" y="45232"/>
                  </a:lnTo>
                  <a:lnTo>
                    <a:pt x="49017" y="48905"/>
                  </a:lnTo>
                  <a:lnTo>
                    <a:pt x="45340" y="52696"/>
                  </a:lnTo>
                  <a:lnTo>
                    <a:pt x="41785" y="56601"/>
                  </a:lnTo>
                  <a:lnTo>
                    <a:pt x="38356" y="60617"/>
                  </a:lnTo>
                  <a:lnTo>
                    <a:pt x="35054" y="64738"/>
                  </a:lnTo>
                  <a:lnTo>
                    <a:pt x="31885" y="68962"/>
                  </a:lnTo>
                  <a:lnTo>
                    <a:pt x="28851" y="73284"/>
                  </a:lnTo>
                  <a:lnTo>
                    <a:pt x="25954" y="77700"/>
                  </a:lnTo>
                  <a:lnTo>
                    <a:pt x="23199" y="82205"/>
                  </a:lnTo>
                  <a:lnTo>
                    <a:pt x="20587" y="86795"/>
                  </a:lnTo>
                  <a:lnTo>
                    <a:pt x="18122" y="91465"/>
                  </a:lnTo>
                  <a:lnTo>
                    <a:pt x="15805" y="96210"/>
                  </a:lnTo>
                  <a:lnTo>
                    <a:pt x="13639" y="101026"/>
                  </a:lnTo>
                  <a:lnTo>
                    <a:pt x="11627" y="105909"/>
                  </a:lnTo>
                  <a:lnTo>
                    <a:pt x="9769" y="110852"/>
                  </a:lnTo>
                  <a:lnTo>
                    <a:pt x="8069" y="115852"/>
                  </a:lnTo>
                  <a:lnTo>
                    <a:pt x="6528" y="120903"/>
                  </a:lnTo>
                  <a:lnTo>
                    <a:pt x="5146" y="126000"/>
                  </a:lnTo>
                  <a:lnTo>
                    <a:pt x="3927" y="131138"/>
                  </a:lnTo>
                  <a:lnTo>
                    <a:pt x="2870" y="136312"/>
                  </a:lnTo>
                  <a:lnTo>
                    <a:pt x="1978" y="141517"/>
                  </a:lnTo>
                  <a:lnTo>
                    <a:pt x="1250" y="146747"/>
                  </a:lnTo>
                  <a:lnTo>
                    <a:pt x="688" y="151998"/>
                  </a:lnTo>
                  <a:lnTo>
                    <a:pt x="292" y="157264"/>
                  </a:lnTo>
                  <a:lnTo>
                    <a:pt x="62" y="162540"/>
                  </a:lnTo>
                  <a:lnTo>
                    <a:pt x="0" y="167820"/>
                  </a:lnTo>
                  <a:lnTo>
                    <a:pt x="104" y="173100"/>
                  </a:lnTo>
                  <a:lnTo>
                    <a:pt x="374" y="178374"/>
                  </a:lnTo>
                  <a:lnTo>
                    <a:pt x="812" y="183636"/>
                  </a:lnTo>
                  <a:lnTo>
                    <a:pt x="1415" y="188883"/>
                  </a:lnTo>
                  <a:lnTo>
                    <a:pt x="2183" y="194107"/>
                  </a:lnTo>
                  <a:lnTo>
                    <a:pt x="3117" y="199305"/>
                  </a:lnTo>
                  <a:lnTo>
                    <a:pt x="4214" y="204471"/>
                  </a:lnTo>
                  <a:lnTo>
                    <a:pt x="5473" y="209599"/>
                  </a:lnTo>
                  <a:lnTo>
                    <a:pt x="6894" y="214685"/>
                  </a:lnTo>
                  <a:lnTo>
                    <a:pt x="8475" y="219724"/>
                  </a:lnTo>
                  <a:lnTo>
                    <a:pt x="10214" y="224710"/>
                  </a:lnTo>
                  <a:lnTo>
                    <a:pt x="12110" y="229639"/>
                  </a:lnTo>
                  <a:lnTo>
                    <a:pt x="14161" y="234505"/>
                  </a:lnTo>
                  <a:lnTo>
                    <a:pt x="16364" y="239304"/>
                  </a:lnTo>
                  <a:lnTo>
                    <a:pt x="18718" y="244031"/>
                  </a:lnTo>
                  <a:lnTo>
                    <a:pt x="21220" y="248682"/>
                  </a:lnTo>
                  <a:lnTo>
                    <a:pt x="23867" y="253251"/>
                  </a:lnTo>
                  <a:lnTo>
                    <a:pt x="26658" y="257734"/>
                  </a:lnTo>
                  <a:lnTo>
                    <a:pt x="29589" y="262127"/>
                  </a:lnTo>
                  <a:lnTo>
                    <a:pt x="32657" y="266425"/>
                  </a:lnTo>
                  <a:lnTo>
                    <a:pt x="35859" y="270625"/>
                  </a:lnTo>
                  <a:lnTo>
                    <a:pt x="39192" y="274720"/>
                  </a:lnTo>
                  <a:lnTo>
                    <a:pt x="42653" y="278709"/>
                  </a:lnTo>
                  <a:lnTo>
                    <a:pt x="46239" y="282586"/>
                  </a:lnTo>
                  <a:lnTo>
                    <a:pt x="49945" y="286348"/>
                  </a:lnTo>
                  <a:lnTo>
                    <a:pt x="53768" y="289991"/>
                  </a:lnTo>
                  <a:lnTo>
                    <a:pt x="57704" y="293512"/>
                  </a:lnTo>
                  <a:lnTo>
                    <a:pt x="61749" y="296906"/>
                  </a:lnTo>
                  <a:lnTo>
                    <a:pt x="65900" y="300171"/>
                  </a:lnTo>
                  <a:lnTo>
                    <a:pt x="70151" y="303303"/>
                  </a:lnTo>
                  <a:lnTo>
                    <a:pt x="74500" y="306300"/>
                  </a:lnTo>
                  <a:lnTo>
                    <a:pt x="78941" y="309157"/>
                  </a:lnTo>
                  <a:lnTo>
                    <a:pt x="83470" y="311873"/>
                  </a:lnTo>
                  <a:lnTo>
                    <a:pt x="88082" y="314444"/>
                  </a:lnTo>
                  <a:lnTo>
                    <a:pt x="92773" y="316869"/>
                  </a:lnTo>
                  <a:lnTo>
                    <a:pt x="97539" y="319144"/>
                  </a:lnTo>
                  <a:lnTo>
                    <a:pt x="102374" y="321267"/>
                  </a:lnTo>
                  <a:lnTo>
                    <a:pt x="107274" y="323237"/>
                  </a:lnTo>
                  <a:lnTo>
                    <a:pt x="112233" y="325051"/>
                  </a:lnTo>
                  <a:lnTo>
                    <a:pt x="117248" y="326707"/>
                  </a:lnTo>
                  <a:lnTo>
                    <a:pt x="122312" y="328204"/>
                  </a:lnTo>
                  <a:lnTo>
                    <a:pt x="127421" y="329541"/>
                  </a:lnTo>
                  <a:lnTo>
                    <a:pt x="132569" y="330715"/>
                  </a:lnTo>
                  <a:lnTo>
                    <a:pt x="137753" y="331726"/>
                  </a:lnTo>
                  <a:lnTo>
                    <a:pt x="142965" y="332573"/>
                  </a:lnTo>
                  <a:lnTo>
                    <a:pt x="148202" y="333255"/>
                  </a:lnTo>
                  <a:lnTo>
                    <a:pt x="153457" y="333771"/>
                  </a:lnTo>
                  <a:lnTo>
                    <a:pt x="158726" y="334121"/>
                  </a:lnTo>
                  <a:lnTo>
                    <a:pt x="164004" y="334304"/>
                  </a:lnTo>
                  <a:lnTo>
                    <a:pt x="169285" y="334321"/>
                  </a:lnTo>
                  <a:lnTo>
                    <a:pt x="174563" y="334170"/>
                  </a:lnTo>
                  <a:lnTo>
                    <a:pt x="179835" y="333853"/>
                  </a:lnTo>
                  <a:lnTo>
                    <a:pt x="185093" y="333370"/>
                  </a:lnTo>
                  <a:lnTo>
                    <a:pt x="190334" y="332721"/>
                  </a:lnTo>
                  <a:lnTo>
                    <a:pt x="195552" y="331907"/>
                  </a:lnTo>
                  <a:lnTo>
                    <a:pt x="200741" y="330928"/>
                  </a:lnTo>
                  <a:lnTo>
                    <a:pt x="205897" y="329785"/>
                  </a:lnTo>
                  <a:lnTo>
                    <a:pt x="211014" y="328481"/>
                  </a:lnTo>
                  <a:lnTo>
                    <a:pt x="216087" y="327015"/>
                  </a:lnTo>
                  <a:lnTo>
                    <a:pt x="221112" y="325390"/>
                  </a:lnTo>
                  <a:lnTo>
                    <a:pt x="226083" y="323608"/>
                  </a:lnTo>
                  <a:lnTo>
                    <a:pt x="230995" y="321669"/>
                  </a:lnTo>
                  <a:lnTo>
                    <a:pt x="235843" y="319575"/>
                  </a:lnTo>
                  <a:lnTo>
                    <a:pt x="240623" y="317330"/>
                  </a:lnTo>
                  <a:lnTo>
                    <a:pt x="245329" y="314935"/>
                  </a:lnTo>
                  <a:lnTo>
                    <a:pt x="249958" y="312392"/>
                  </a:lnTo>
                  <a:lnTo>
                    <a:pt x="254503" y="309705"/>
                  </a:lnTo>
                  <a:lnTo>
                    <a:pt x="258962" y="306875"/>
                  </a:lnTo>
                  <a:lnTo>
                    <a:pt x="263329" y="303906"/>
                  </a:lnTo>
                  <a:lnTo>
                    <a:pt x="267600" y="300800"/>
                  </a:lnTo>
                  <a:lnTo>
                    <a:pt x="271771" y="297561"/>
                  </a:lnTo>
                  <a:lnTo>
                    <a:pt x="275837" y="294192"/>
                  </a:lnTo>
                  <a:lnTo>
                    <a:pt x="279795" y="290696"/>
                  </a:lnTo>
                  <a:lnTo>
                    <a:pt x="283641" y="287077"/>
                  </a:lnTo>
                  <a:lnTo>
                    <a:pt x="287370" y="283338"/>
                  </a:lnTo>
                  <a:lnTo>
                    <a:pt x="290980" y="279483"/>
                  </a:lnTo>
                  <a:lnTo>
                    <a:pt x="294466" y="275517"/>
                  </a:lnTo>
                  <a:lnTo>
                    <a:pt x="297824" y="271442"/>
                  </a:lnTo>
                  <a:lnTo>
                    <a:pt x="301053" y="267263"/>
                  </a:lnTo>
                  <a:lnTo>
                    <a:pt x="304148" y="262984"/>
                  </a:lnTo>
                  <a:lnTo>
                    <a:pt x="307106" y="258609"/>
                  </a:lnTo>
                  <a:lnTo>
                    <a:pt x="309924" y="254143"/>
                  </a:lnTo>
                  <a:lnTo>
                    <a:pt x="312600" y="249591"/>
                  </a:lnTo>
                  <a:lnTo>
                    <a:pt x="315131" y="244956"/>
                  </a:lnTo>
                  <a:lnTo>
                    <a:pt x="317514" y="240243"/>
                  </a:lnTo>
                  <a:lnTo>
                    <a:pt x="319748" y="235458"/>
                  </a:lnTo>
                  <a:lnTo>
                    <a:pt x="321829" y="230605"/>
                  </a:lnTo>
                  <a:lnTo>
                    <a:pt x="323755" y="225688"/>
                  </a:lnTo>
                  <a:lnTo>
                    <a:pt x="325525" y="220712"/>
                  </a:lnTo>
                  <a:lnTo>
                    <a:pt x="327138" y="215684"/>
                  </a:lnTo>
                  <a:lnTo>
                    <a:pt x="328590" y="210607"/>
                  </a:lnTo>
                  <a:lnTo>
                    <a:pt x="329882" y="205486"/>
                  </a:lnTo>
                  <a:lnTo>
                    <a:pt x="331011" y="200328"/>
                  </a:lnTo>
                  <a:lnTo>
                    <a:pt x="331977" y="195136"/>
                  </a:lnTo>
                  <a:lnTo>
                    <a:pt x="332778" y="189916"/>
                  </a:lnTo>
                  <a:lnTo>
                    <a:pt x="333414" y="184674"/>
                  </a:lnTo>
                  <a:lnTo>
                    <a:pt x="333884" y="179414"/>
                  </a:lnTo>
                  <a:lnTo>
                    <a:pt x="334188" y="174142"/>
                  </a:lnTo>
                  <a:lnTo>
                    <a:pt x="334325" y="168863"/>
                  </a:lnTo>
                  <a:lnTo>
                    <a:pt x="334295" y="163582"/>
                  </a:lnTo>
                  <a:lnTo>
                    <a:pt x="334098" y="158305"/>
                  </a:lnTo>
                  <a:lnTo>
                    <a:pt x="333735" y="153036"/>
                  </a:lnTo>
                  <a:lnTo>
                    <a:pt x="333205" y="147782"/>
                  </a:lnTo>
                  <a:lnTo>
                    <a:pt x="332510" y="142547"/>
                  </a:lnTo>
                  <a:lnTo>
                    <a:pt x="331650" y="137337"/>
                  </a:lnTo>
                  <a:lnTo>
                    <a:pt x="330626" y="132157"/>
                  </a:lnTo>
                  <a:lnTo>
                    <a:pt x="329438" y="127011"/>
                  </a:lnTo>
                  <a:lnTo>
                    <a:pt x="328089" y="121905"/>
                  </a:lnTo>
                  <a:lnTo>
                    <a:pt x="326579" y="116845"/>
                  </a:lnTo>
                  <a:lnTo>
                    <a:pt x="324910" y="111835"/>
                  </a:lnTo>
                  <a:lnTo>
                    <a:pt x="323084" y="106880"/>
                  </a:lnTo>
                  <a:lnTo>
                    <a:pt x="321102" y="101985"/>
                  </a:lnTo>
                  <a:lnTo>
                    <a:pt x="318966" y="97156"/>
                  </a:lnTo>
                  <a:lnTo>
                    <a:pt x="316679" y="92396"/>
                  </a:lnTo>
                  <a:lnTo>
                    <a:pt x="314243" y="87710"/>
                  </a:lnTo>
                  <a:lnTo>
                    <a:pt x="311660" y="83105"/>
                  </a:lnTo>
                  <a:lnTo>
                    <a:pt x="308932" y="78583"/>
                  </a:lnTo>
                  <a:lnTo>
                    <a:pt x="306064" y="74149"/>
                  </a:lnTo>
                  <a:lnTo>
                    <a:pt x="303056" y="69808"/>
                  </a:lnTo>
                  <a:lnTo>
                    <a:pt x="299913" y="65564"/>
                  </a:lnTo>
                  <a:lnTo>
                    <a:pt x="296638" y="61422"/>
                  </a:lnTo>
                  <a:lnTo>
                    <a:pt x="293233" y="57385"/>
                  </a:lnTo>
                  <a:lnTo>
                    <a:pt x="289703" y="53458"/>
                  </a:lnTo>
                  <a:lnTo>
                    <a:pt x="286050" y="49644"/>
                  </a:lnTo>
                  <a:lnTo>
                    <a:pt x="282278" y="45948"/>
                  </a:lnTo>
                  <a:lnTo>
                    <a:pt x="278392" y="42373"/>
                  </a:lnTo>
                  <a:lnTo>
                    <a:pt x="274395" y="38922"/>
                  </a:lnTo>
                  <a:lnTo>
                    <a:pt x="270291" y="35599"/>
                  </a:lnTo>
                  <a:lnTo>
                    <a:pt x="266084" y="32407"/>
                  </a:lnTo>
                  <a:lnTo>
                    <a:pt x="261778" y="29350"/>
                  </a:lnTo>
                  <a:lnTo>
                    <a:pt x="257377" y="26430"/>
                  </a:lnTo>
                  <a:lnTo>
                    <a:pt x="252887" y="23651"/>
                  </a:lnTo>
                  <a:lnTo>
                    <a:pt x="248311" y="21015"/>
                  </a:lnTo>
                  <a:lnTo>
                    <a:pt x="243654" y="18525"/>
                  </a:lnTo>
                  <a:lnTo>
                    <a:pt x="238921" y="16183"/>
                  </a:lnTo>
                  <a:lnTo>
                    <a:pt x="234116" y="13992"/>
                  </a:lnTo>
                  <a:lnTo>
                    <a:pt x="229245" y="11954"/>
                  </a:lnTo>
                  <a:lnTo>
                    <a:pt x="224311" y="10070"/>
                  </a:lnTo>
                  <a:lnTo>
                    <a:pt x="219321" y="8344"/>
                  </a:lnTo>
                  <a:lnTo>
                    <a:pt x="214278" y="6775"/>
                  </a:lnTo>
                  <a:lnTo>
                    <a:pt x="209188" y="5367"/>
                  </a:lnTo>
                  <a:lnTo>
                    <a:pt x="204057" y="4121"/>
                  </a:lnTo>
                  <a:lnTo>
                    <a:pt x="198888" y="3037"/>
                  </a:lnTo>
                  <a:lnTo>
                    <a:pt x="193688" y="2117"/>
                  </a:lnTo>
                  <a:lnTo>
                    <a:pt x="188462" y="1361"/>
                  </a:lnTo>
                  <a:lnTo>
                    <a:pt x="183214" y="771"/>
                  </a:lnTo>
                  <a:lnTo>
                    <a:pt x="177950" y="348"/>
                  </a:lnTo>
                  <a:lnTo>
                    <a:pt x="172676" y="90"/>
                  </a:lnTo>
                  <a:lnTo>
                    <a:pt x="16739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4213821"/>
              <a:ext cx="229" cy="167167"/>
            </a:xfrm>
            <a:custGeom>
              <a:avLst/>
              <a:pathLst>
                <a:path w="229" h="167167">
                  <a:moveTo>
                    <a:pt x="229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605" y="4659281"/>
              <a:ext cx="919" cy="167167"/>
            </a:xfrm>
            <a:custGeom>
              <a:avLst/>
              <a:pathLst>
                <a:path w="919" h="167167">
                  <a:moveTo>
                    <a:pt x="919" y="0"/>
                  </a:moveTo>
                  <a:lnTo>
                    <a:pt x="0" y="2"/>
                  </a:lnTo>
                  <a:lnTo>
                    <a:pt x="919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605" y="4659284"/>
              <a:ext cx="919" cy="167164"/>
            </a:xfrm>
            <a:custGeom>
              <a:avLst/>
              <a:pathLst>
                <a:path w="919" h="167164">
                  <a:moveTo>
                    <a:pt x="0" y="0"/>
                  </a:moveTo>
                  <a:lnTo>
                    <a:pt x="919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605" y="4659284"/>
              <a:ext cx="919" cy="167164"/>
            </a:xfrm>
            <a:custGeom>
              <a:avLst/>
              <a:pathLst>
                <a:path w="919" h="167164">
                  <a:moveTo>
                    <a:pt x="0" y="0"/>
                  </a:moveTo>
                  <a:lnTo>
                    <a:pt x="919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605" y="4659284"/>
              <a:ext cx="919" cy="167164"/>
            </a:xfrm>
            <a:custGeom>
              <a:avLst/>
              <a:pathLst>
                <a:path w="919" h="167164">
                  <a:moveTo>
                    <a:pt x="0" y="0"/>
                  </a:moveTo>
                  <a:lnTo>
                    <a:pt x="919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605" y="4659284"/>
              <a:ext cx="919" cy="167164"/>
            </a:xfrm>
            <a:custGeom>
              <a:avLst/>
              <a:pathLst>
                <a:path w="919" h="167164">
                  <a:moveTo>
                    <a:pt x="0" y="0"/>
                  </a:moveTo>
                  <a:lnTo>
                    <a:pt x="919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605" y="4659284"/>
              <a:ext cx="919" cy="167164"/>
            </a:xfrm>
            <a:custGeom>
              <a:avLst/>
              <a:pathLst>
                <a:path w="919" h="167164">
                  <a:moveTo>
                    <a:pt x="0" y="0"/>
                  </a:moveTo>
                  <a:lnTo>
                    <a:pt x="919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605" y="4659284"/>
              <a:ext cx="919" cy="167164"/>
            </a:xfrm>
            <a:custGeom>
              <a:avLst/>
              <a:pathLst>
                <a:path w="919" h="167164">
                  <a:moveTo>
                    <a:pt x="0" y="0"/>
                  </a:moveTo>
                  <a:lnTo>
                    <a:pt x="919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605" y="4659284"/>
              <a:ext cx="919" cy="167164"/>
            </a:xfrm>
            <a:custGeom>
              <a:avLst/>
              <a:pathLst>
                <a:path w="919" h="167164">
                  <a:moveTo>
                    <a:pt x="0" y="0"/>
                  </a:moveTo>
                  <a:lnTo>
                    <a:pt x="919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605" y="4659284"/>
              <a:ext cx="919" cy="167164"/>
            </a:xfrm>
            <a:custGeom>
              <a:avLst/>
              <a:pathLst>
                <a:path w="919" h="167164">
                  <a:moveTo>
                    <a:pt x="0" y="0"/>
                  </a:moveTo>
                  <a:lnTo>
                    <a:pt x="919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605" y="4659284"/>
              <a:ext cx="919" cy="167164"/>
            </a:xfrm>
            <a:custGeom>
              <a:avLst/>
              <a:pathLst>
                <a:path w="919" h="167164">
                  <a:moveTo>
                    <a:pt x="0" y="0"/>
                  </a:moveTo>
                  <a:lnTo>
                    <a:pt x="919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41855" y="4659284"/>
              <a:ext cx="144669" cy="167164"/>
            </a:xfrm>
            <a:custGeom>
              <a:avLst/>
              <a:pathLst>
                <a:path w="144669" h="167164">
                  <a:moveTo>
                    <a:pt x="143749" y="0"/>
                  </a:moveTo>
                  <a:lnTo>
                    <a:pt x="138315" y="118"/>
                  </a:lnTo>
                  <a:lnTo>
                    <a:pt x="132888" y="413"/>
                  </a:lnTo>
                  <a:lnTo>
                    <a:pt x="127473" y="884"/>
                  </a:lnTo>
                  <a:lnTo>
                    <a:pt x="122077" y="1531"/>
                  </a:lnTo>
                  <a:lnTo>
                    <a:pt x="116704" y="2353"/>
                  </a:lnTo>
                  <a:lnTo>
                    <a:pt x="111361" y="3349"/>
                  </a:lnTo>
                  <a:lnTo>
                    <a:pt x="106053" y="4518"/>
                  </a:lnTo>
                  <a:lnTo>
                    <a:pt x="100786" y="5860"/>
                  </a:lnTo>
                  <a:lnTo>
                    <a:pt x="95565" y="7372"/>
                  </a:lnTo>
                  <a:lnTo>
                    <a:pt x="90396" y="9052"/>
                  </a:lnTo>
                  <a:lnTo>
                    <a:pt x="85285" y="10900"/>
                  </a:lnTo>
                  <a:lnTo>
                    <a:pt x="80236" y="12913"/>
                  </a:lnTo>
                  <a:lnTo>
                    <a:pt x="75256" y="15090"/>
                  </a:lnTo>
                  <a:lnTo>
                    <a:pt x="70349" y="17427"/>
                  </a:lnTo>
                  <a:lnTo>
                    <a:pt x="65520" y="19922"/>
                  </a:lnTo>
                  <a:lnTo>
                    <a:pt x="60775" y="22573"/>
                  </a:lnTo>
                  <a:lnTo>
                    <a:pt x="56119" y="25377"/>
                  </a:lnTo>
                  <a:lnTo>
                    <a:pt x="51556" y="28330"/>
                  </a:lnTo>
                  <a:lnTo>
                    <a:pt x="47092" y="31431"/>
                  </a:lnTo>
                  <a:lnTo>
                    <a:pt x="42731" y="34675"/>
                  </a:lnTo>
                  <a:lnTo>
                    <a:pt x="38478" y="38059"/>
                  </a:lnTo>
                  <a:lnTo>
                    <a:pt x="34337" y="41579"/>
                  </a:lnTo>
                  <a:lnTo>
                    <a:pt x="30312" y="45232"/>
                  </a:lnTo>
                  <a:lnTo>
                    <a:pt x="26409" y="49014"/>
                  </a:lnTo>
                  <a:lnTo>
                    <a:pt x="22630" y="52921"/>
                  </a:lnTo>
                  <a:lnTo>
                    <a:pt x="18981" y="56949"/>
                  </a:lnTo>
                  <a:lnTo>
                    <a:pt x="15464" y="61093"/>
                  </a:lnTo>
                  <a:lnTo>
                    <a:pt x="12084" y="65350"/>
                  </a:lnTo>
                  <a:lnTo>
                    <a:pt x="8845" y="69714"/>
                  </a:lnTo>
                  <a:lnTo>
                    <a:pt x="5748" y="74181"/>
                  </a:lnTo>
                  <a:lnTo>
                    <a:pt x="2799" y="78746"/>
                  </a:lnTo>
                  <a:lnTo>
                    <a:pt x="0" y="83405"/>
                  </a:lnTo>
                  <a:lnTo>
                    <a:pt x="144669" y="167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19375" y="4659281"/>
              <a:ext cx="334296" cy="334334"/>
            </a:xfrm>
            <a:custGeom>
              <a:avLst/>
              <a:pathLst>
                <a:path w="334296" h="334334">
                  <a:moveTo>
                    <a:pt x="22479" y="83408"/>
                  </a:moveTo>
                  <a:lnTo>
                    <a:pt x="19894" y="88041"/>
                  </a:lnTo>
                  <a:lnTo>
                    <a:pt x="17457" y="92754"/>
                  </a:lnTo>
                  <a:lnTo>
                    <a:pt x="15171" y="97542"/>
                  </a:lnTo>
                  <a:lnTo>
                    <a:pt x="13038" y="102400"/>
                  </a:lnTo>
                  <a:lnTo>
                    <a:pt x="11060" y="107324"/>
                  </a:lnTo>
                  <a:lnTo>
                    <a:pt x="9239" y="112307"/>
                  </a:lnTo>
                  <a:lnTo>
                    <a:pt x="7578" y="117346"/>
                  </a:lnTo>
                  <a:lnTo>
                    <a:pt x="6077" y="122435"/>
                  </a:lnTo>
                  <a:lnTo>
                    <a:pt x="4739" y="127570"/>
                  </a:lnTo>
                  <a:lnTo>
                    <a:pt x="3564" y="132744"/>
                  </a:lnTo>
                  <a:lnTo>
                    <a:pt x="2554" y="137952"/>
                  </a:lnTo>
                  <a:lnTo>
                    <a:pt x="1710" y="143191"/>
                  </a:lnTo>
                  <a:lnTo>
                    <a:pt x="1032" y="148453"/>
                  </a:lnTo>
                  <a:lnTo>
                    <a:pt x="522" y="153734"/>
                  </a:lnTo>
                  <a:lnTo>
                    <a:pt x="179" y="159029"/>
                  </a:lnTo>
                  <a:lnTo>
                    <a:pt x="5" y="164332"/>
                  </a:lnTo>
                  <a:lnTo>
                    <a:pt x="0" y="169638"/>
                  </a:lnTo>
                  <a:lnTo>
                    <a:pt x="162" y="174941"/>
                  </a:lnTo>
                  <a:lnTo>
                    <a:pt x="493" y="180236"/>
                  </a:lnTo>
                  <a:lnTo>
                    <a:pt x="992" y="185519"/>
                  </a:lnTo>
                  <a:lnTo>
                    <a:pt x="1658" y="190782"/>
                  </a:lnTo>
                  <a:lnTo>
                    <a:pt x="2490" y="196022"/>
                  </a:lnTo>
                  <a:lnTo>
                    <a:pt x="3489" y="201233"/>
                  </a:lnTo>
                  <a:lnTo>
                    <a:pt x="4653" y="206410"/>
                  </a:lnTo>
                  <a:lnTo>
                    <a:pt x="5980" y="211547"/>
                  </a:lnTo>
                  <a:lnTo>
                    <a:pt x="7470" y="216639"/>
                  </a:lnTo>
                  <a:lnTo>
                    <a:pt x="9120" y="221682"/>
                  </a:lnTo>
                  <a:lnTo>
                    <a:pt x="10930" y="226670"/>
                  </a:lnTo>
                  <a:lnTo>
                    <a:pt x="12897" y="231597"/>
                  </a:lnTo>
                  <a:lnTo>
                    <a:pt x="15019" y="236460"/>
                  </a:lnTo>
                  <a:lnTo>
                    <a:pt x="17295" y="241253"/>
                  </a:lnTo>
                  <a:lnTo>
                    <a:pt x="19721" y="245971"/>
                  </a:lnTo>
                  <a:lnTo>
                    <a:pt x="22296" y="250610"/>
                  </a:lnTo>
                  <a:lnTo>
                    <a:pt x="25018" y="255165"/>
                  </a:lnTo>
                  <a:lnTo>
                    <a:pt x="27882" y="259631"/>
                  </a:lnTo>
                  <a:lnTo>
                    <a:pt x="30886" y="264004"/>
                  </a:lnTo>
                  <a:lnTo>
                    <a:pt x="34028" y="268280"/>
                  </a:lnTo>
                  <a:lnTo>
                    <a:pt x="37304" y="272454"/>
                  </a:lnTo>
                  <a:lnTo>
                    <a:pt x="40711" y="276521"/>
                  </a:lnTo>
                  <a:lnTo>
                    <a:pt x="44245" y="280479"/>
                  </a:lnTo>
                  <a:lnTo>
                    <a:pt x="47903" y="284322"/>
                  </a:lnTo>
                  <a:lnTo>
                    <a:pt x="51681" y="288047"/>
                  </a:lnTo>
                  <a:lnTo>
                    <a:pt x="55575" y="291651"/>
                  </a:lnTo>
                  <a:lnTo>
                    <a:pt x="59582" y="295129"/>
                  </a:lnTo>
                  <a:lnTo>
                    <a:pt x="63697" y="298478"/>
                  </a:lnTo>
                  <a:lnTo>
                    <a:pt x="67916" y="301695"/>
                  </a:lnTo>
                  <a:lnTo>
                    <a:pt x="72235" y="304777"/>
                  </a:lnTo>
                  <a:lnTo>
                    <a:pt x="76650" y="307719"/>
                  </a:lnTo>
                  <a:lnTo>
                    <a:pt x="81156" y="310521"/>
                  </a:lnTo>
                  <a:lnTo>
                    <a:pt x="85749" y="313177"/>
                  </a:lnTo>
                  <a:lnTo>
                    <a:pt x="90424" y="315687"/>
                  </a:lnTo>
                  <a:lnTo>
                    <a:pt x="95176" y="318047"/>
                  </a:lnTo>
                  <a:lnTo>
                    <a:pt x="100000" y="320255"/>
                  </a:lnTo>
                  <a:lnTo>
                    <a:pt x="104892" y="322309"/>
                  </a:lnTo>
                  <a:lnTo>
                    <a:pt x="109847" y="324207"/>
                  </a:lnTo>
                  <a:lnTo>
                    <a:pt x="114860" y="325946"/>
                  </a:lnTo>
                  <a:lnTo>
                    <a:pt x="119925" y="327526"/>
                  </a:lnTo>
                  <a:lnTo>
                    <a:pt x="125038" y="328943"/>
                  </a:lnTo>
                  <a:lnTo>
                    <a:pt x="130193" y="330198"/>
                  </a:lnTo>
                  <a:lnTo>
                    <a:pt x="135385" y="331289"/>
                  </a:lnTo>
                  <a:lnTo>
                    <a:pt x="140610" y="332214"/>
                  </a:lnTo>
                  <a:lnTo>
                    <a:pt x="145861" y="332973"/>
                  </a:lnTo>
                  <a:lnTo>
                    <a:pt x="151134" y="333565"/>
                  </a:lnTo>
                  <a:lnTo>
                    <a:pt x="156423" y="333990"/>
                  </a:lnTo>
                  <a:lnTo>
                    <a:pt x="161722" y="334246"/>
                  </a:lnTo>
                  <a:lnTo>
                    <a:pt x="167027" y="334334"/>
                  </a:lnTo>
                  <a:lnTo>
                    <a:pt x="172332" y="334254"/>
                  </a:lnTo>
                  <a:lnTo>
                    <a:pt x="177632" y="334005"/>
                  </a:lnTo>
                  <a:lnTo>
                    <a:pt x="182922" y="333589"/>
                  </a:lnTo>
                  <a:lnTo>
                    <a:pt x="188195" y="333004"/>
                  </a:lnTo>
                  <a:lnTo>
                    <a:pt x="193447" y="332253"/>
                  </a:lnTo>
                  <a:lnTo>
                    <a:pt x="198673" y="331335"/>
                  </a:lnTo>
                  <a:lnTo>
                    <a:pt x="203867" y="330252"/>
                  </a:lnTo>
                  <a:lnTo>
                    <a:pt x="209024" y="329004"/>
                  </a:lnTo>
                  <a:lnTo>
                    <a:pt x="214139" y="327594"/>
                  </a:lnTo>
                  <a:lnTo>
                    <a:pt x="219207" y="326022"/>
                  </a:lnTo>
                  <a:lnTo>
                    <a:pt x="224222" y="324290"/>
                  </a:lnTo>
                  <a:lnTo>
                    <a:pt x="229179" y="322400"/>
                  </a:lnTo>
                  <a:lnTo>
                    <a:pt x="234074" y="320353"/>
                  </a:lnTo>
                  <a:lnTo>
                    <a:pt x="238902" y="318152"/>
                  </a:lnTo>
                  <a:lnTo>
                    <a:pt x="243658" y="315799"/>
                  </a:lnTo>
                  <a:lnTo>
                    <a:pt x="248336" y="313296"/>
                  </a:lnTo>
                  <a:lnTo>
                    <a:pt x="252932" y="310646"/>
                  </a:lnTo>
                  <a:lnTo>
                    <a:pt x="257443" y="307851"/>
                  </a:lnTo>
                  <a:lnTo>
                    <a:pt x="261862" y="304915"/>
                  </a:lnTo>
                  <a:lnTo>
                    <a:pt x="266185" y="301839"/>
                  </a:lnTo>
                  <a:lnTo>
                    <a:pt x="270409" y="298629"/>
                  </a:lnTo>
                  <a:lnTo>
                    <a:pt x="274529" y="295285"/>
                  </a:lnTo>
                  <a:lnTo>
                    <a:pt x="278541" y="291813"/>
                  </a:lnTo>
                  <a:lnTo>
                    <a:pt x="282441" y="288215"/>
                  </a:lnTo>
                  <a:lnTo>
                    <a:pt x="286224" y="284495"/>
                  </a:lnTo>
                  <a:lnTo>
                    <a:pt x="289888" y="280657"/>
                  </a:lnTo>
                  <a:lnTo>
                    <a:pt x="293427" y="276705"/>
                  </a:lnTo>
                  <a:lnTo>
                    <a:pt x="296840" y="272642"/>
                  </a:lnTo>
                  <a:lnTo>
                    <a:pt x="300122" y="268474"/>
                  </a:lnTo>
                  <a:lnTo>
                    <a:pt x="303270" y="264203"/>
                  </a:lnTo>
                  <a:lnTo>
                    <a:pt x="306281" y="259834"/>
                  </a:lnTo>
                  <a:lnTo>
                    <a:pt x="309152" y="255372"/>
                  </a:lnTo>
                  <a:lnTo>
                    <a:pt x="311879" y="250821"/>
                  </a:lnTo>
                  <a:lnTo>
                    <a:pt x="314461" y="246186"/>
                  </a:lnTo>
                  <a:lnTo>
                    <a:pt x="316895" y="241471"/>
                  </a:lnTo>
                  <a:lnTo>
                    <a:pt x="319177" y="236681"/>
                  </a:lnTo>
                  <a:lnTo>
                    <a:pt x="321307" y="231821"/>
                  </a:lnTo>
                  <a:lnTo>
                    <a:pt x="323281" y="226897"/>
                  </a:lnTo>
                  <a:lnTo>
                    <a:pt x="325098" y="221912"/>
                  </a:lnTo>
                  <a:lnTo>
                    <a:pt x="326756" y="216872"/>
                  </a:lnTo>
                  <a:lnTo>
                    <a:pt x="328253" y="211781"/>
                  </a:lnTo>
                  <a:lnTo>
                    <a:pt x="329587" y="206646"/>
                  </a:lnTo>
                  <a:lnTo>
                    <a:pt x="330758" y="201471"/>
                  </a:lnTo>
                  <a:lnTo>
                    <a:pt x="331765" y="196262"/>
                  </a:lnTo>
                  <a:lnTo>
                    <a:pt x="332605" y="191023"/>
                  </a:lnTo>
                  <a:lnTo>
                    <a:pt x="333279" y="185760"/>
                  </a:lnTo>
                  <a:lnTo>
                    <a:pt x="333785" y="180479"/>
                  </a:lnTo>
                  <a:lnTo>
                    <a:pt x="334124" y="175184"/>
                  </a:lnTo>
                  <a:lnTo>
                    <a:pt x="334294" y="169881"/>
                  </a:lnTo>
                  <a:lnTo>
                    <a:pt x="334296" y="164575"/>
                  </a:lnTo>
                  <a:lnTo>
                    <a:pt x="334130" y="159272"/>
                  </a:lnTo>
                  <a:lnTo>
                    <a:pt x="333795" y="153976"/>
                  </a:lnTo>
                  <a:lnTo>
                    <a:pt x="333292" y="148695"/>
                  </a:lnTo>
                  <a:lnTo>
                    <a:pt x="332622" y="143431"/>
                  </a:lnTo>
                  <a:lnTo>
                    <a:pt x="331786" y="138192"/>
                  </a:lnTo>
                  <a:lnTo>
                    <a:pt x="330783" y="132982"/>
                  </a:lnTo>
                  <a:lnTo>
                    <a:pt x="329616" y="127806"/>
                  </a:lnTo>
                  <a:lnTo>
                    <a:pt x="328285" y="122670"/>
                  </a:lnTo>
                  <a:lnTo>
                    <a:pt x="326792" y="117578"/>
                  </a:lnTo>
                  <a:lnTo>
                    <a:pt x="325138" y="112537"/>
                  </a:lnTo>
                  <a:lnTo>
                    <a:pt x="323324" y="107551"/>
                  </a:lnTo>
                  <a:lnTo>
                    <a:pt x="321354" y="102625"/>
                  </a:lnTo>
                  <a:lnTo>
                    <a:pt x="319228" y="97763"/>
                  </a:lnTo>
                  <a:lnTo>
                    <a:pt x="316949" y="92972"/>
                  </a:lnTo>
                  <a:lnTo>
                    <a:pt x="314519" y="88255"/>
                  </a:lnTo>
                  <a:lnTo>
                    <a:pt x="311940" y="83618"/>
                  </a:lnTo>
                  <a:lnTo>
                    <a:pt x="309216" y="79065"/>
                  </a:lnTo>
                  <a:lnTo>
                    <a:pt x="306348" y="74601"/>
                  </a:lnTo>
                  <a:lnTo>
                    <a:pt x="303341" y="70230"/>
                  </a:lnTo>
                  <a:lnTo>
                    <a:pt x="300196" y="65957"/>
                  </a:lnTo>
                  <a:lnTo>
                    <a:pt x="296917" y="61786"/>
                  </a:lnTo>
                  <a:lnTo>
                    <a:pt x="293507" y="57721"/>
                  </a:lnTo>
                  <a:lnTo>
                    <a:pt x="289970" y="53766"/>
                  </a:lnTo>
                  <a:lnTo>
                    <a:pt x="286309" y="49925"/>
                  </a:lnTo>
                  <a:lnTo>
                    <a:pt x="282529" y="46203"/>
                  </a:lnTo>
                  <a:lnTo>
                    <a:pt x="278632" y="42602"/>
                  </a:lnTo>
                  <a:lnTo>
                    <a:pt x="274623" y="39127"/>
                  </a:lnTo>
                  <a:lnTo>
                    <a:pt x="270505" y="35780"/>
                  </a:lnTo>
                  <a:lnTo>
                    <a:pt x="266283" y="32567"/>
                  </a:lnTo>
                  <a:lnTo>
                    <a:pt x="261962" y="29488"/>
                  </a:lnTo>
                  <a:lnTo>
                    <a:pt x="257545" y="26549"/>
                  </a:lnTo>
                  <a:lnTo>
                    <a:pt x="253037" y="23751"/>
                  </a:lnTo>
                  <a:lnTo>
                    <a:pt x="248442" y="21097"/>
                  </a:lnTo>
                  <a:lnTo>
                    <a:pt x="243766" y="18591"/>
                  </a:lnTo>
                  <a:lnTo>
                    <a:pt x="239012" y="16234"/>
                  </a:lnTo>
                  <a:lnTo>
                    <a:pt x="234186" y="14030"/>
                  </a:lnTo>
                  <a:lnTo>
                    <a:pt x="229292" y="11980"/>
                  </a:lnTo>
                  <a:lnTo>
                    <a:pt x="224336" y="10086"/>
                  </a:lnTo>
                  <a:lnTo>
                    <a:pt x="219322" y="8350"/>
                  </a:lnTo>
                  <a:lnTo>
                    <a:pt x="214256" y="6774"/>
                  </a:lnTo>
                  <a:lnTo>
                    <a:pt x="209142" y="5360"/>
                  </a:lnTo>
                  <a:lnTo>
                    <a:pt x="203986" y="4109"/>
                  </a:lnTo>
                  <a:lnTo>
                    <a:pt x="198793" y="3022"/>
                  </a:lnTo>
                  <a:lnTo>
                    <a:pt x="193567" y="2100"/>
                  </a:lnTo>
                  <a:lnTo>
                    <a:pt x="188316" y="1345"/>
                  </a:lnTo>
                  <a:lnTo>
                    <a:pt x="183043" y="757"/>
                  </a:lnTo>
                  <a:lnTo>
                    <a:pt x="177754" y="336"/>
                  </a:lnTo>
                  <a:lnTo>
                    <a:pt x="172454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425" y="5018213"/>
              <a:ext cx="295" cy="167167"/>
            </a:xfrm>
            <a:custGeom>
              <a:avLst/>
              <a:pathLst>
                <a:path w="295" h="167167">
                  <a:moveTo>
                    <a:pt x="295" y="0"/>
                  </a:moveTo>
                  <a:lnTo>
                    <a:pt x="0" y="0"/>
                  </a:lnTo>
                  <a:lnTo>
                    <a:pt x="29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425" y="5018213"/>
              <a:ext cx="295" cy="167167"/>
            </a:xfrm>
            <a:custGeom>
              <a:avLst/>
              <a:pathLst>
                <a:path w="295" h="167167">
                  <a:moveTo>
                    <a:pt x="0" y="0"/>
                  </a:moveTo>
                  <a:lnTo>
                    <a:pt x="29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425" y="5018213"/>
              <a:ext cx="295" cy="167167"/>
            </a:xfrm>
            <a:custGeom>
              <a:avLst/>
              <a:pathLst>
                <a:path w="295" h="167167">
                  <a:moveTo>
                    <a:pt x="0" y="0"/>
                  </a:moveTo>
                  <a:lnTo>
                    <a:pt x="29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425" y="5018213"/>
              <a:ext cx="295" cy="167167"/>
            </a:xfrm>
            <a:custGeom>
              <a:avLst/>
              <a:pathLst>
                <a:path w="295" h="167167">
                  <a:moveTo>
                    <a:pt x="0" y="0"/>
                  </a:moveTo>
                  <a:lnTo>
                    <a:pt x="29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425" y="5018213"/>
              <a:ext cx="295" cy="167167"/>
            </a:xfrm>
            <a:custGeom>
              <a:avLst/>
              <a:pathLst>
                <a:path w="295" h="167167">
                  <a:moveTo>
                    <a:pt x="0" y="0"/>
                  </a:moveTo>
                  <a:lnTo>
                    <a:pt x="29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425" y="5018213"/>
              <a:ext cx="295" cy="167167"/>
            </a:xfrm>
            <a:custGeom>
              <a:avLst/>
              <a:pathLst>
                <a:path w="295" h="167167">
                  <a:moveTo>
                    <a:pt x="0" y="0"/>
                  </a:moveTo>
                  <a:lnTo>
                    <a:pt x="29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425" y="5018213"/>
              <a:ext cx="295" cy="167167"/>
            </a:xfrm>
            <a:custGeom>
              <a:avLst/>
              <a:pathLst>
                <a:path w="295" h="167167">
                  <a:moveTo>
                    <a:pt x="0" y="0"/>
                  </a:moveTo>
                  <a:lnTo>
                    <a:pt x="29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425" y="5018213"/>
              <a:ext cx="295" cy="167167"/>
            </a:xfrm>
            <a:custGeom>
              <a:avLst/>
              <a:pathLst>
                <a:path w="295" h="167167">
                  <a:moveTo>
                    <a:pt x="0" y="0"/>
                  </a:moveTo>
                  <a:lnTo>
                    <a:pt x="29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425" y="5018213"/>
              <a:ext cx="295" cy="167167"/>
            </a:xfrm>
            <a:custGeom>
              <a:avLst/>
              <a:pathLst>
                <a:path w="295" h="167167">
                  <a:moveTo>
                    <a:pt x="0" y="0"/>
                  </a:moveTo>
                  <a:lnTo>
                    <a:pt x="29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321571" y="5018213"/>
              <a:ext cx="334309" cy="334333"/>
            </a:xfrm>
            <a:custGeom>
              <a:avLst/>
              <a:pathLst>
                <a:path w="334309" h="334333">
                  <a:moveTo>
                    <a:pt x="166853" y="0"/>
                  </a:moveTo>
                  <a:lnTo>
                    <a:pt x="161558" y="93"/>
                  </a:lnTo>
                  <a:lnTo>
                    <a:pt x="156270" y="354"/>
                  </a:lnTo>
                  <a:lnTo>
                    <a:pt x="150992" y="782"/>
                  </a:lnTo>
                  <a:lnTo>
                    <a:pt x="145730" y="1377"/>
                  </a:lnTo>
                  <a:lnTo>
                    <a:pt x="140490" y="2139"/>
                  </a:lnTo>
                  <a:lnTo>
                    <a:pt x="135276" y="3066"/>
                  </a:lnTo>
                  <a:lnTo>
                    <a:pt x="130095" y="4158"/>
                  </a:lnTo>
                  <a:lnTo>
                    <a:pt x="124951" y="5413"/>
                  </a:lnTo>
                  <a:lnTo>
                    <a:pt x="119849" y="6831"/>
                  </a:lnTo>
                  <a:lnTo>
                    <a:pt x="114794" y="8409"/>
                  </a:lnTo>
                  <a:lnTo>
                    <a:pt x="109792" y="10147"/>
                  </a:lnTo>
                  <a:lnTo>
                    <a:pt x="104848" y="12042"/>
                  </a:lnTo>
                  <a:lnTo>
                    <a:pt x="99966" y="14093"/>
                  </a:lnTo>
                  <a:lnTo>
                    <a:pt x="95151" y="16298"/>
                  </a:lnTo>
                  <a:lnTo>
                    <a:pt x="90409" y="18654"/>
                  </a:lnTo>
                  <a:lnTo>
                    <a:pt x="85744" y="21159"/>
                  </a:lnTo>
                  <a:lnTo>
                    <a:pt x="81160" y="23811"/>
                  </a:lnTo>
                  <a:lnTo>
                    <a:pt x="76663" y="26606"/>
                  </a:lnTo>
                  <a:lnTo>
                    <a:pt x="72256" y="29542"/>
                  </a:lnTo>
                  <a:lnTo>
                    <a:pt x="67945" y="32617"/>
                  </a:lnTo>
                  <a:lnTo>
                    <a:pt x="63733" y="35826"/>
                  </a:lnTo>
                  <a:lnTo>
                    <a:pt x="59625" y="39168"/>
                  </a:lnTo>
                  <a:lnTo>
                    <a:pt x="55625" y="42637"/>
                  </a:lnTo>
                  <a:lnTo>
                    <a:pt x="51737" y="46232"/>
                  </a:lnTo>
                  <a:lnTo>
                    <a:pt x="47965" y="49948"/>
                  </a:lnTo>
                  <a:lnTo>
                    <a:pt x="44312" y="53782"/>
                  </a:lnTo>
                  <a:lnTo>
                    <a:pt x="40782" y="57729"/>
                  </a:lnTo>
                  <a:lnTo>
                    <a:pt x="37380" y="61786"/>
                  </a:lnTo>
                  <a:lnTo>
                    <a:pt x="34107" y="65949"/>
                  </a:lnTo>
                  <a:lnTo>
                    <a:pt x="30968" y="70214"/>
                  </a:lnTo>
                  <a:lnTo>
                    <a:pt x="27966" y="74576"/>
                  </a:lnTo>
                  <a:lnTo>
                    <a:pt x="25103" y="79030"/>
                  </a:lnTo>
                  <a:lnTo>
                    <a:pt x="22383" y="83573"/>
                  </a:lnTo>
                  <a:lnTo>
                    <a:pt x="19808" y="88200"/>
                  </a:lnTo>
                  <a:lnTo>
                    <a:pt x="17381" y="92907"/>
                  </a:lnTo>
                  <a:lnTo>
                    <a:pt x="15104" y="97687"/>
                  </a:lnTo>
                  <a:lnTo>
                    <a:pt x="12979" y="102538"/>
                  </a:lnTo>
                  <a:lnTo>
                    <a:pt x="11010" y="107453"/>
                  </a:lnTo>
                  <a:lnTo>
                    <a:pt x="9197" y="112429"/>
                  </a:lnTo>
                  <a:lnTo>
                    <a:pt x="7543" y="117459"/>
                  </a:lnTo>
                  <a:lnTo>
                    <a:pt x="6048" y="122539"/>
                  </a:lnTo>
                  <a:lnTo>
                    <a:pt x="4716" y="127664"/>
                  </a:lnTo>
                  <a:lnTo>
                    <a:pt x="3546" y="132828"/>
                  </a:lnTo>
                  <a:lnTo>
                    <a:pt x="2540" y="138027"/>
                  </a:lnTo>
                  <a:lnTo>
                    <a:pt x="1700" y="143255"/>
                  </a:lnTo>
                  <a:lnTo>
                    <a:pt x="1026" y="148507"/>
                  </a:lnTo>
                  <a:lnTo>
                    <a:pt x="518" y="153778"/>
                  </a:lnTo>
                  <a:lnTo>
                    <a:pt x="178" y="159062"/>
                  </a:lnTo>
                  <a:lnTo>
                    <a:pt x="5" y="164355"/>
                  </a:lnTo>
                  <a:lnTo>
                    <a:pt x="0" y="169650"/>
                  </a:lnTo>
                  <a:lnTo>
                    <a:pt x="162" y="174943"/>
                  </a:lnTo>
                  <a:lnTo>
                    <a:pt x="492" y="180228"/>
                  </a:lnTo>
                  <a:lnTo>
                    <a:pt x="989" y="185500"/>
                  </a:lnTo>
                  <a:lnTo>
                    <a:pt x="1653" y="190753"/>
                  </a:lnTo>
                  <a:lnTo>
                    <a:pt x="2483" y="195983"/>
                  </a:lnTo>
                  <a:lnTo>
                    <a:pt x="3479" y="201184"/>
                  </a:lnTo>
                  <a:lnTo>
                    <a:pt x="4638" y="206350"/>
                  </a:lnTo>
                  <a:lnTo>
                    <a:pt x="5961" y="211478"/>
                  </a:lnTo>
                  <a:lnTo>
                    <a:pt x="7445" y="216561"/>
                  </a:lnTo>
                  <a:lnTo>
                    <a:pt x="9090" y="221594"/>
                  </a:lnTo>
                  <a:lnTo>
                    <a:pt x="10893" y="226573"/>
                  </a:lnTo>
                  <a:lnTo>
                    <a:pt x="12853" y="231492"/>
                  </a:lnTo>
                  <a:lnTo>
                    <a:pt x="14968" y="236347"/>
                  </a:lnTo>
                  <a:lnTo>
                    <a:pt x="17235" y="241132"/>
                  </a:lnTo>
                  <a:lnTo>
                    <a:pt x="19653" y="245843"/>
                  </a:lnTo>
                  <a:lnTo>
                    <a:pt x="22219" y="250475"/>
                  </a:lnTo>
                  <a:lnTo>
                    <a:pt x="24930" y="255024"/>
                  </a:lnTo>
                  <a:lnTo>
                    <a:pt x="27784" y="259484"/>
                  </a:lnTo>
                  <a:lnTo>
                    <a:pt x="30778" y="263852"/>
                  </a:lnTo>
                  <a:lnTo>
                    <a:pt x="33908" y="268122"/>
                  </a:lnTo>
                  <a:lnTo>
                    <a:pt x="37173" y="272292"/>
                  </a:lnTo>
                  <a:lnTo>
                    <a:pt x="40568" y="276356"/>
                  </a:lnTo>
                  <a:lnTo>
                    <a:pt x="44089" y="280310"/>
                  </a:lnTo>
                  <a:lnTo>
                    <a:pt x="47735" y="284151"/>
                  </a:lnTo>
                  <a:lnTo>
                    <a:pt x="51500" y="287874"/>
                  </a:lnTo>
                  <a:lnTo>
                    <a:pt x="55381" y="291477"/>
                  </a:lnTo>
                  <a:lnTo>
                    <a:pt x="59374" y="294954"/>
                  </a:lnTo>
                  <a:lnTo>
                    <a:pt x="63475" y="298303"/>
                  </a:lnTo>
                  <a:lnTo>
                    <a:pt x="67681" y="301521"/>
                  </a:lnTo>
                  <a:lnTo>
                    <a:pt x="71986" y="304604"/>
                  </a:lnTo>
                  <a:lnTo>
                    <a:pt x="76387" y="307549"/>
                  </a:lnTo>
                  <a:lnTo>
                    <a:pt x="80879" y="310353"/>
                  </a:lnTo>
                  <a:lnTo>
                    <a:pt x="85457" y="313014"/>
                  </a:lnTo>
                  <a:lnTo>
                    <a:pt x="90117" y="315528"/>
                  </a:lnTo>
                  <a:lnTo>
                    <a:pt x="94855" y="317894"/>
                  </a:lnTo>
                  <a:lnTo>
                    <a:pt x="99665" y="320108"/>
                  </a:lnTo>
                  <a:lnTo>
                    <a:pt x="104543" y="322168"/>
                  </a:lnTo>
                  <a:lnTo>
                    <a:pt x="109484" y="324073"/>
                  </a:lnTo>
                  <a:lnTo>
                    <a:pt x="114482" y="325821"/>
                  </a:lnTo>
                  <a:lnTo>
                    <a:pt x="119534" y="327410"/>
                  </a:lnTo>
                  <a:lnTo>
                    <a:pt x="124633" y="328837"/>
                  </a:lnTo>
                  <a:lnTo>
                    <a:pt x="129774" y="330103"/>
                  </a:lnTo>
                  <a:lnTo>
                    <a:pt x="134954" y="331205"/>
                  </a:lnTo>
                  <a:lnTo>
                    <a:pt x="140165" y="332142"/>
                  </a:lnTo>
                  <a:lnTo>
                    <a:pt x="145404" y="332914"/>
                  </a:lnTo>
                  <a:lnTo>
                    <a:pt x="150665" y="333519"/>
                  </a:lnTo>
                  <a:lnTo>
                    <a:pt x="155942" y="333958"/>
                  </a:lnTo>
                  <a:lnTo>
                    <a:pt x="161230" y="334229"/>
                  </a:lnTo>
                  <a:lnTo>
                    <a:pt x="166524" y="334333"/>
                  </a:lnTo>
                  <a:lnTo>
                    <a:pt x="171819" y="334269"/>
                  </a:lnTo>
                  <a:lnTo>
                    <a:pt x="177109" y="334037"/>
                  </a:lnTo>
                  <a:lnTo>
                    <a:pt x="182389" y="333638"/>
                  </a:lnTo>
                  <a:lnTo>
                    <a:pt x="187654" y="333072"/>
                  </a:lnTo>
                  <a:lnTo>
                    <a:pt x="192899" y="332339"/>
                  </a:lnTo>
                  <a:lnTo>
                    <a:pt x="198117" y="331441"/>
                  </a:lnTo>
                  <a:lnTo>
                    <a:pt x="203305" y="330377"/>
                  </a:lnTo>
                  <a:lnTo>
                    <a:pt x="208456" y="329150"/>
                  </a:lnTo>
                  <a:lnTo>
                    <a:pt x="213565" y="327761"/>
                  </a:lnTo>
                  <a:lnTo>
                    <a:pt x="218628" y="326210"/>
                  </a:lnTo>
                  <a:lnTo>
                    <a:pt x="223640" y="324500"/>
                  </a:lnTo>
                  <a:lnTo>
                    <a:pt x="228595" y="322632"/>
                  </a:lnTo>
                  <a:lnTo>
                    <a:pt x="233488" y="320607"/>
                  </a:lnTo>
                  <a:lnTo>
                    <a:pt x="238314" y="318429"/>
                  </a:lnTo>
                  <a:lnTo>
                    <a:pt x="243070" y="316099"/>
                  </a:lnTo>
                  <a:lnTo>
                    <a:pt x="247748" y="313620"/>
                  </a:lnTo>
                  <a:lnTo>
                    <a:pt x="252347" y="310994"/>
                  </a:lnTo>
                  <a:lnTo>
                    <a:pt x="256859" y="308223"/>
                  </a:lnTo>
                  <a:lnTo>
                    <a:pt x="261282" y="305311"/>
                  </a:lnTo>
                  <a:lnTo>
                    <a:pt x="265610" y="302260"/>
                  </a:lnTo>
                  <a:lnTo>
                    <a:pt x="269839" y="299074"/>
                  </a:lnTo>
                  <a:lnTo>
                    <a:pt x="273966" y="295755"/>
                  </a:lnTo>
                  <a:lnTo>
                    <a:pt x="277985" y="292308"/>
                  </a:lnTo>
                  <a:lnTo>
                    <a:pt x="281893" y="288735"/>
                  </a:lnTo>
                  <a:lnTo>
                    <a:pt x="285685" y="285039"/>
                  </a:lnTo>
                  <a:lnTo>
                    <a:pt x="289359" y="281226"/>
                  </a:lnTo>
                  <a:lnTo>
                    <a:pt x="292910" y="277298"/>
                  </a:lnTo>
                  <a:lnTo>
                    <a:pt x="296335" y="273260"/>
                  </a:lnTo>
                  <a:lnTo>
                    <a:pt x="299631" y="269115"/>
                  </a:lnTo>
                  <a:lnTo>
                    <a:pt x="302793" y="264867"/>
                  </a:lnTo>
                  <a:lnTo>
                    <a:pt x="305820" y="260522"/>
                  </a:lnTo>
                  <a:lnTo>
                    <a:pt x="308707" y="256083"/>
                  </a:lnTo>
                  <a:lnTo>
                    <a:pt x="311452" y="251555"/>
                  </a:lnTo>
                  <a:lnTo>
                    <a:pt x="314052" y="246943"/>
                  </a:lnTo>
                  <a:lnTo>
                    <a:pt x="316505" y="242250"/>
                  </a:lnTo>
                  <a:lnTo>
                    <a:pt x="318809" y="237482"/>
                  </a:lnTo>
                  <a:lnTo>
                    <a:pt x="320960" y="232643"/>
                  </a:lnTo>
                  <a:lnTo>
                    <a:pt x="322956" y="227738"/>
                  </a:lnTo>
                  <a:lnTo>
                    <a:pt x="324796" y="222773"/>
                  </a:lnTo>
                  <a:lnTo>
                    <a:pt x="326479" y="217752"/>
                  </a:lnTo>
                  <a:lnTo>
                    <a:pt x="328001" y="212681"/>
                  </a:lnTo>
                  <a:lnTo>
                    <a:pt x="329362" y="207563"/>
                  </a:lnTo>
                  <a:lnTo>
                    <a:pt x="330560" y="202405"/>
                  </a:lnTo>
                  <a:lnTo>
                    <a:pt x="331594" y="197212"/>
                  </a:lnTo>
                  <a:lnTo>
                    <a:pt x="332463" y="191988"/>
                  </a:lnTo>
                  <a:lnTo>
                    <a:pt x="333166" y="186740"/>
                  </a:lnTo>
                  <a:lnTo>
                    <a:pt x="333703" y="181472"/>
                  </a:lnTo>
                  <a:lnTo>
                    <a:pt x="334072" y="176190"/>
                  </a:lnTo>
                  <a:lnTo>
                    <a:pt x="334274" y="170898"/>
                  </a:lnTo>
                  <a:lnTo>
                    <a:pt x="334309" y="165603"/>
                  </a:lnTo>
                  <a:lnTo>
                    <a:pt x="334175" y="160310"/>
                  </a:lnTo>
                  <a:lnTo>
                    <a:pt x="333874" y="155023"/>
                  </a:lnTo>
                  <a:lnTo>
                    <a:pt x="333406" y="149748"/>
                  </a:lnTo>
                  <a:lnTo>
                    <a:pt x="332771" y="144491"/>
                  </a:lnTo>
                  <a:lnTo>
                    <a:pt x="331970" y="139257"/>
                  </a:lnTo>
                  <a:lnTo>
                    <a:pt x="331003" y="134051"/>
                  </a:lnTo>
                  <a:lnTo>
                    <a:pt x="329872" y="128878"/>
                  </a:lnTo>
                  <a:lnTo>
                    <a:pt x="328578" y="123743"/>
                  </a:lnTo>
                  <a:lnTo>
                    <a:pt x="327121" y="118652"/>
                  </a:lnTo>
                  <a:lnTo>
                    <a:pt x="325504" y="113610"/>
                  </a:lnTo>
                  <a:lnTo>
                    <a:pt x="323729" y="108621"/>
                  </a:lnTo>
                  <a:lnTo>
                    <a:pt x="321796" y="103691"/>
                  </a:lnTo>
                  <a:lnTo>
                    <a:pt x="319708" y="98825"/>
                  </a:lnTo>
                  <a:lnTo>
                    <a:pt x="317467" y="94027"/>
                  </a:lnTo>
                  <a:lnTo>
                    <a:pt x="315075" y="89303"/>
                  </a:lnTo>
                  <a:lnTo>
                    <a:pt x="312535" y="84657"/>
                  </a:lnTo>
                  <a:lnTo>
                    <a:pt x="309848" y="80094"/>
                  </a:lnTo>
                  <a:lnTo>
                    <a:pt x="307019" y="75618"/>
                  </a:lnTo>
                  <a:lnTo>
                    <a:pt x="304049" y="71234"/>
                  </a:lnTo>
                  <a:lnTo>
                    <a:pt x="300942" y="66946"/>
                  </a:lnTo>
                  <a:lnTo>
                    <a:pt x="297701" y="62758"/>
                  </a:lnTo>
                  <a:lnTo>
                    <a:pt x="294328" y="58676"/>
                  </a:lnTo>
                  <a:lnTo>
                    <a:pt x="290828" y="54702"/>
                  </a:lnTo>
                  <a:lnTo>
                    <a:pt x="287204" y="50841"/>
                  </a:lnTo>
                  <a:lnTo>
                    <a:pt x="283460" y="47097"/>
                  </a:lnTo>
                  <a:lnTo>
                    <a:pt x="279599" y="43474"/>
                  </a:lnTo>
                  <a:lnTo>
                    <a:pt x="275625" y="39974"/>
                  </a:lnTo>
                  <a:lnTo>
                    <a:pt x="271542" y="36602"/>
                  </a:lnTo>
                  <a:lnTo>
                    <a:pt x="267354" y="33362"/>
                  </a:lnTo>
                  <a:lnTo>
                    <a:pt x="263066" y="30255"/>
                  </a:lnTo>
                  <a:lnTo>
                    <a:pt x="258681" y="27286"/>
                  </a:lnTo>
                  <a:lnTo>
                    <a:pt x="254205" y="24457"/>
                  </a:lnTo>
                  <a:lnTo>
                    <a:pt x="249641" y="21771"/>
                  </a:lnTo>
                  <a:lnTo>
                    <a:pt x="244995" y="19231"/>
                  </a:lnTo>
                  <a:lnTo>
                    <a:pt x="240270" y="16840"/>
                  </a:lnTo>
                  <a:lnTo>
                    <a:pt x="235473" y="14599"/>
                  </a:lnTo>
                  <a:lnTo>
                    <a:pt x="230606" y="12512"/>
                  </a:lnTo>
                  <a:lnTo>
                    <a:pt x="225676" y="10580"/>
                  </a:lnTo>
                  <a:lnTo>
                    <a:pt x="220687" y="8805"/>
                  </a:lnTo>
                  <a:lnTo>
                    <a:pt x="215645" y="7188"/>
                  </a:lnTo>
                  <a:lnTo>
                    <a:pt x="210553" y="5733"/>
                  </a:lnTo>
                  <a:lnTo>
                    <a:pt x="205419" y="4439"/>
                  </a:lnTo>
                  <a:lnTo>
                    <a:pt x="200245" y="3308"/>
                  </a:lnTo>
                  <a:lnTo>
                    <a:pt x="195039" y="2342"/>
                  </a:lnTo>
                  <a:lnTo>
                    <a:pt x="189805" y="1542"/>
                  </a:lnTo>
                  <a:lnTo>
                    <a:pt x="184548" y="907"/>
                  </a:lnTo>
                  <a:lnTo>
                    <a:pt x="179273" y="440"/>
                  </a:lnTo>
                  <a:lnTo>
                    <a:pt x="173986" y="139"/>
                  </a:lnTo>
                  <a:lnTo>
                    <a:pt x="168693" y="6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720" y="5018213"/>
              <a:ext cx="1544" cy="167167"/>
            </a:xfrm>
            <a:custGeom>
              <a:avLst/>
              <a:pathLst>
                <a:path w="1544" h="167167">
                  <a:moveTo>
                    <a:pt x="1544" y="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814200" y="5269756"/>
              <a:ext cx="150301" cy="167167"/>
            </a:xfrm>
            <a:custGeom>
              <a:avLst/>
              <a:pathLst>
                <a:path w="150301" h="167167">
                  <a:moveTo>
                    <a:pt x="150301" y="0"/>
                  </a:moveTo>
                  <a:lnTo>
                    <a:pt x="144806" y="90"/>
                  </a:lnTo>
                  <a:lnTo>
                    <a:pt x="139318" y="361"/>
                  </a:lnTo>
                  <a:lnTo>
                    <a:pt x="133841" y="812"/>
                  </a:lnTo>
                  <a:lnTo>
                    <a:pt x="128382" y="1443"/>
                  </a:lnTo>
                  <a:lnTo>
                    <a:pt x="122947" y="2253"/>
                  </a:lnTo>
                  <a:lnTo>
                    <a:pt x="117541" y="3241"/>
                  </a:lnTo>
                  <a:lnTo>
                    <a:pt x="112171" y="4406"/>
                  </a:lnTo>
                  <a:lnTo>
                    <a:pt x="106842" y="5747"/>
                  </a:lnTo>
                  <a:lnTo>
                    <a:pt x="101560" y="7263"/>
                  </a:lnTo>
                  <a:lnTo>
                    <a:pt x="96330" y="8951"/>
                  </a:lnTo>
                  <a:lnTo>
                    <a:pt x="91159" y="10811"/>
                  </a:lnTo>
                  <a:lnTo>
                    <a:pt x="86052" y="12839"/>
                  </a:lnTo>
                  <a:lnTo>
                    <a:pt x="81014" y="15034"/>
                  </a:lnTo>
                  <a:lnTo>
                    <a:pt x="76051" y="17394"/>
                  </a:lnTo>
                  <a:lnTo>
                    <a:pt x="71169" y="19915"/>
                  </a:lnTo>
                  <a:lnTo>
                    <a:pt x="66371" y="22596"/>
                  </a:lnTo>
                  <a:lnTo>
                    <a:pt x="61665" y="25432"/>
                  </a:lnTo>
                  <a:lnTo>
                    <a:pt x="57054" y="28422"/>
                  </a:lnTo>
                  <a:lnTo>
                    <a:pt x="52544" y="31562"/>
                  </a:lnTo>
                  <a:lnTo>
                    <a:pt x="48140" y="34848"/>
                  </a:lnTo>
                  <a:lnTo>
                    <a:pt x="43846" y="38278"/>
                  </a:lnTo>
                  <a:lnTo>
                    <a:pt x="39667" y="41846"/>
                  </a:lnTo>
                  <a:lnTo>
                    <a:pt x="35608" y="45550"/>
                  </a:lnTo>
                  <a:lnTo>
                    <a:pt x="31673" y="49386"/>
                  </a:lnTo>
                  <a:lnTo>
                    <a:pt x="27866" y="53349"/>
                  </a:lnTo>
                  <a:lnTo>
                    <a:pt x="24191" y="57434"/>
                  </a:lnTo>
                  <a:lnTo>
                    <a:pt x="20652" y="61639"/>
                  </a:lnTo>
                  <a:lnTo>
                    <a:pt x="17254" y="65957"/>
                  </a:lnTo>
                  <a:lnTo>
                    <a:pt x="13999" y="70385"/>
                  </a:lnTo>
                  <a:lnTo>
                    <a:pt x="10892" y="74917"/>
                  </a:lnTo>
                  <a:lnTo>
                    <a:pt x="7935" y="79549"/>
                  </a:lnTo>
                  <a:lnTo>
                    <a:pt x="5132" y="84276"/>
                  </a:lnTo>
                  <a:lnTo>
                    <a:pt x="2486" y="89092"/>
                  </a:lnTo>
                  <a:lnTo>
                    <a:pt x="0" y="93993"/>
                  </a:lnTo>
                  <a:lnTo>
                    <a:pt x="15030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797341" y="5269756"/>
              <a:ext cx="334311" cy="334333"/>
            </a:xfrm>
            <a:custGeom>
              <a:avLst/>
              <a:pathLst>
                <a:path w="334311" h="334333">
                  <a:moveTo>
                    <a:pt x="16858" y="93993"/>
                  </a:moveTo>
                  <a:lnTo>
                    <a:pt x="14615" y="98792"/>
                  </a:lnTo>
                  <a:lnTo>
                    <a:pt x="12525" y="103659"/>
                  </a:lnTo>
                  <a:lnTo>
                    <a:pt x="10591" y="108591"/>
                  </a:lnTo>
                  <a:lnTo>
                    <a:pt x="8813" y="113581"/>
                  </a:lnTo>
                  <a:lnTo>
                    <a:pt x="7195" y="118625"/>
                  </a:lnTo>
                  <a:lnTo>
                    <a:pt x="5737" y="123718"/>
                  </a:lnTo>
                  <a:lnTo>
                    <a:pt x="4442" y="128854"/>
                  </a:lnTo>
                  <a:lnTo>
                    <a:pt x="3310" y="134029"/>
                  </a:lnTo>
                  <a:lnTo>
                    <a:pt x="2342" y="139237"/>
                  </a:lnTo>
                  <a:lnTo>
                    <a:pt x="1540" y="144473"/>
                  </a:lnTo>
                  <a:lnTo>
                    <a:pt x="904" y="149732"/>
                  </a:lnTo>
                  <a:lnTo>
                    <a:pt x="435" y="155009"/>
                  </a:lnTo>
                  <a:lnTo>
                    <a:pt x="133" y="160298"/>
                  </a:lnTo>
                  <a:lnTo>
                    <a:pt x="0" y="165593"/>
                  </a:lnTo>
                  <a:lnTo>
                    <a:pt x="34" y="170890"/>
                  </a:lnTo>
                  <a:lnTo>
                    <a:pt x="235" y="176184"/>
                  </a:lnTo>
                  <a:lnTo>
                    <a:pt x="605" y="181468"/>
                  </a:lnTo>
                  <a:lnTo>
                    <a:pt x="1142" y="186738"/>
                  </a:lnTo>
                  <a:lnTo>
                    <a:pt x="1845" y="191989"/>
                  </a:lnTo>
                  <a:lnTo>
                    <a:pt x="2715" y="197214"/>
                  </a:lnTo>
                  <a:lnTo>
                    <a:pt x="3749" y="202409"/>
                  </a:lnTo>
                  <a:lnTo>
                    <a:pt x="4948" y="207569"/>
                  </a:lnTo>
                  <a:lnTo>
                    <a:pt x="6310" y="212689"/>
                  </a:lnTo>
                  <a:lnTo>
                    <a:pt x="7833" y="217762"/>
                  </a:lnTo>
                  <a:lnTo>
                    <a:pt x="9516" y="222785"/>
                  </a:lnTo>
                  <a:lnTo>
                    <a:pt x="11357" y="227752"/>
                  </a:lnTo>
                  <a:lnTo>
                    <a:pt x="13355" y="232658"/>
                  </a:lnTo>
                  <a:lnTo>
                    <a:pt x="15507" y="237499"/>
                  </a:lnTo>
                  <a:lnTo>
                    <a:pt x="17812" y="242268"/>
                  </a:lnTo>
                  <a:lnTo>
                    <a:pt x="20266" y="246963"/>
                  </a:lnTo>
                  <a:lnTo>
                    <a:pt x="22868" y="251577"/>
                  </a:lnTo>
                  <a:lnTo>
                    <a:pt x="25615" y="256106"/>
                  </a:lnTo>
                  <a:lnTo>
                    <a:pt x="28504" y="260546"/>
                  </a:lnTo>
                  <a:lnTo>
                    <a:pt x="31533" y="264893"/>
                  </a:lnTo>
                  <a:lnTo>
                    <a:pt x="34697" y="269141"/>
                  </a:lnTo>
                  <a:lnTo>
                    <a:pt x="37995" y="273287"/>
                  </a:lnTo>
                  <a:lnTo>
                    <a:pt x="41422" y="277326"/>
                  </a:lnTo>
                  <a:lnTo>
                    <a:pt x="44975" y="281255"/>
                  </a:lnTo>
                  <a:lnTo>
                    <a:pt x="48652" y="285069"/>
                  </a:lnTo>
                  <a:lnTo>
                    <a:pt x="52447" y="288764"/>
                  </a:lnTo>
                  <a:lnTo>
                    <a:pt x="56357" y="292338"/>
                  </a:lnTo>
                  <a:lnTo>
                    <a:pt x="60379" y="295786"/>
                  </a:lnTo>
                  <a:lnTo>
                    <a:pt x="64508" y="299105"/>
                  </a:lnTo>
                  <a:lnTo>
                    <a:pt x="68740" y="302291"/>
                  </a:lnTo>
                  <a:lnTo>
                    <a:pt x="73070" y="305341"/>
                  </a:lnTo>
                  <a:lnTo>
                    <a:pt x="77496" y="308253"/>
                  </a:lnTo>
                  <a:lnTo>
                    <a:pt x="82011" y="311023"/>
                  </a:lnTo>
                  <a:lnTo>
                    <a:pt x="86612" y="313649"/>
                  </a:lnTo>
                  <a:lnTo>
                    <a:pt x="91293" y="316128"/>
                  </a:lnTo>
                  <a:lnTo>
                    <a:pt x="96051" y="318457"/>
                  </a:lnTo>
                  <a:lnTo>
                    <a:pt x="100881" y="320634"/>
                  </a:lnTo>
                  <a:lnTo>
                    <a:pt x="105776" y="322657"/>
                  </a:lnTo>
                  <a:lnTo>
                    <a:pt x="110734" y="324524"/>
                  </a:lnTo>
                  <a:lnTo>
                    <a:pt x="115748" y="326232"/>
                  </a:lnTo>
                  <a:lnTo>
                    <a:pt x="120814" y="327781"/>
                  </a:lnTo>
                  <a:lnTo>
                    <a:pt x="125926" y="329169"/>
                  </a:lnTo>
                  <a:lnTo>
                    <a:pt x="131080" y="330394"/>
                  </a:lnTo>
                  <a:lnTo>
                    <a:pt x="136270" y="331456"/>
                  </a:lnTo>
                  <a:lnTo>
                    <a:pt x="141491" y="332352"/>
                  </a:lnTo>
                  <a:lnTo>
                    <a:pt x="146737" y="333082"/>
                  </a:lnTo>
                  <a:lnTo>
                    <a:pt x="152004" y="333646"/>
                  </a:lnTo>
                  <a:lnTo>
                    <a:pt x="157287" y="334043"/>
                  </a:lnTo>
                  <a:lnTo>
                    <a:pt x="162579" y="334272"/>
                  </a:lnTo>
                  <a:lnTo>
                    <a:pt x="167876" y="334333"/>
                  </a:lnTo>
                  <a:lnTo>
                    <a:pt x="173172" y="334226"/>
                  </a:lnTo>
                  <a:lnTo>
                    <a:pt x="178463" y="333952"/>
                  </a:lnTo>
                  <a:lnTo>
                    <a:pt x="183741" y="333510"/>
                  </a:lnTo>
                  <a:lnTo>
                    <a:pt x="189004" y="332901"/>
                  </a:lnTo>
                  <a:lnTo>
                    <a:pt x="194244" y="332126"/>
                  </a:lnTo>
                  <a:lnTo>
                    <a:pt x="199457" y="331185"/>
                  </a:lnTo>
                  <a:lnTo>
                    <a:pt x="204638" y="330079"/>
                  </a:lnTo>
                  <a:lnTo>
                    <a:pt x="209781" y="328810"/>
                  </a:lnTo>
                  <a:lnTo>
                    <a:pt x="214881" y="327378"/>
                  </a:lnTo>
                  <a:lnTo>
                    <a:pt x="219933" y="325786"/>
                  </a:lnTo>
                  <a:lnTo>
                    <a:pt x="224932" y="324034"/>
                  </a:lnTo>
                  <a:lnTo>
                    <a:pt x="229874" y="322125"/>
                  </a:lnTo>
                  <a:lnTo>
                    <a:pt x="234752" y="320060"/>
                  </a:lnTo>
                  <a:lnTo>
                    <a:pt x="239562" y="317841"/>
                  </a:lnTo>
                  <a:lnTo>
                    <a:pt x="244300" y="315472"/>
                  </a:lnTo>
                  <a:lnTo>
                    <a:pt x="248960" y="312953"/>
                  </a:lnTo>
                  <a:lnTo>
                    <a:pt x="253538" y="310288"/>
                  </a:lnTo>
                  <a:lnTo>
                    <a:pt x="258030" y="307479"/>
                  </a:lnTo>
                  <a:lnTo>
                    <a:pt x="262430" y="304530"/>
                  </a:lnTo>
                  <a:lnTo>
                    <a:pt x="266734" y="301442"/>
                  </a:lnTo>
                  <a:lnTo>
                    <a:pt x="270939" y="298220"/>
                  </a:lnTo>
                  <a:lnTo>
                    <a:pt x="275039" y="294866"/>
                  </a:lnTo>
                  <a:lnTo>
                    <a:pt x="279031" y="291383"/>
                  </a:lnTo>
                  <a:lnTo>
                    <a:pt x="282911" y="287776"/>
                  </a:lnTo>
                  <a:lnTo>
                    <a:pt x="286674" y="284048"/>
                  </a:lnTo>
                  <a:lnTo>
                    <a:pt x="290317" y="280203"/>
                  </a:lnTo>
                  <a:lnTo>
                    <a:pt x="293837" y="276244"/>
                  </a:lnTo>
                  <a:lnTo>
                    <a:pt x="297229" y="272175"/>
                  </a:lnTo>
                  <a:lnTo>
                    <a:pt x="300491" y="268001"/>
                  </a:lnTo>
                  <a:lnTo>
                    <a:pt x="303619" y="263726"/>
                  </a:lnTo>
                  <a:lnTo>
                    <a:pt x="306610" y="259354"/>
                  </a:lnTo>
                  <a:lnTo>
                    <a:pt x="309461" y="254889"/>
                  </a:lnTo>
                  <a:lnTo>
                    <a:pt x="312169" y="250337"/>
                  </a:lnTo>
                  <a:lnTo>
                    <a:pt x="314731" y="245700"/>
                  </a:lnTo>
                  <a:lnTo>
                    <a:pt x="317146" y="240985"/>
                  </a:lnTo>
                  <a:lnTo>
                    <a:pt x="319409" y="236196"/>
                  </a:lnTo>
                  <a:lnTo>
                    <a:pt x="321520" y="231337"/>
                  </a:lnTo>
                  <a:lnTo>
                    <a:pt x="323476" y="226414"/>
                  </a:lnTo>
                  <a:lnTo>
                    <a:pt x="325274" y="221431"/>
                  </a:lnTo>
                  <a:lnTo>
                    <a:pt x="326914" y="216394"/>
                  </a:lnTo>
                  <a:lnTo>
                    <a:pt x="328394" y="211308"/>
                  </a:lnTo>
                  <a:lnTo>
                    <a:pt x="329712" y="206177"/>
                  </a:lnTo>
                  <a:lnTo>
                    <a:pt x="330866" y="201007"/>
                  </a:lnTo>
                  <a:lnTo>
                    <a:pt x="331856" y="195803"/>
                  </a:lnTo>
                  <a:lnTo>
                    <a:pt x="332681" y="190570"/>
                  </a:lnTo>
                  <a:lnTo>
                    <a:pt x="333339" y="185314"/>
                  </a:lnTo>
                  <a:lnTo>
                    <a:pt x="333831" y="180040"/>
                  </a:lnTo>
                  <a:lnTo>
                    <a:pt x="334155" y="174752"/>
                  </a:lnTo>
                  <a:lnTo>
                    <a:pt x="334311" y="169457"/>
                  </a:lnTo>
                  <a:lnTo>
                    <a:pt x="334300" y="164160"/>
                  </a:lnTo>
                  <a:lnTo>
                    <a:pt x="334121" y="158866"/>
                  </a:lnTo>
                  <a:lnTo>
                    <a:pt x="333774" y="153580"/>
                  </a:lnTo>
                  <a:lnTo>
                    <a:pt x="333260" y="148307"/>
                  </a:lnTo>
                  <a:lnTo>
                    <a:pt x="332579" y="143054"/>
                  </a:lnTo>
                  <a:lnTo>
                    <a:pt x="331732" y="137825"/>
                  </a:lnTo>
                  <a:lnTo>
                    <a:pt x="330719" y="132625"/>
                  </a:lnTo>
                  <a:lnTo>
                    <a:pt x="329543" y="127460"/>
                  </a:lnTo>
                  <a:lnTo>
                    <a:pt x="328203" y="122335"/>
                  </a:lnTo>
                  <a:lnTo>
                    <a:pt x="326702" y="117255"/>
                  </a:lnTo>
                  <a:lnTo>
                    <a:pt x="325040" y="112225"/>
                  </a:lnTo>
                  <a:lnTo>
                    <a:pt x="323220" y="107250"/>
                  </a:lnTo>
                  <a:lnTo>
                    <a:pt x="321243" y="102336"/>
                  </a:lnTo>
                  <a:lnTo>
                    <a:pt x="319112" y="97486"/>
                  </a:lnTo>
                  <a:lnTo>
                    <a:pt x="316828" y="92707"/>
                  </a:lnTo>
                  <a:lnTo>
                    <a:pt x="314393" y="88002"/>
                  </a:lnTo>
                  <a:lnTo>
                    <a:pt x="311811" y="83376"/>
                  </a:lnTo>
                  <a:lnTo>
                    <a:pt x="309084" y="78835"/>
                  </a:lnTo>
                  <a:lnTo>
                    <a:pt x="306214" y="74383"/>
                  </a:lnTo>
                  <a:lnTo>
                    <a:pt x="303204" y="70023"/>
                  </a:lnTo>
                  <a:lnTo>
                    <a:pt x="300058" y="65762"/>
                  </a:lnTo>
                  <a:lnTo>
                    <a:pt x="296778" y="61602"/>
                  </a:lnTo>
                  <a:lnTo>
                    <a:pt x="293368" y="57548"/>
                  </a:lnTo>
                  <a:lnTo>
                    <a:pt x="289832" y="53604"/>
                  </a:lnTo>
                  <a:lnTo>
                    <a:pt x="286172" y="49774"/>
                  </a:lnTo>
                  <a:lnTo>
                    <a:pt x="282392" y="46062"/>
                  </a:lnTo>
                  <a:lnTo>
                    <a:pt x="278497" y="42472"/>
                  </a:lnTo>
                  <a:lnTo>
                    <a:pt x="274491" y="39007"/>
                  </a:lnTo>
                  <a:lnTo>
                    <a:pt x="270376" y="35671"/>
                  </a:lnTo>
                  <a:lnTo>
                    <a:pt x="266158" y="32466"/>
                  </a:lnTo>
                  <a:lnTo>
                    <a:pt x="261840" y="29397"/>
                  </a:lnTo>
                  <a:lnTo>
                    <a:pt x="257427" y="26466"/>
                  </a:lnTo>
                  <a:lnTo>
                    <a:pt x="252924" y="23677"/>
                  </a:lnTo>
                  <a:lnTo>
                    <a:pt x="248335" y="21031"/>
                  </a:lnTo>
                  <a:lnTo>
                    <a:pt x="243664" y="18533"/>
                  </a:lnTo>
                  <a:lnTo>
                    <a:pt x="238916" y="16183"/>
                  </a:lnTo>
                  <a:lnTo>
                    <a:pt x="234096" y="13986"/>
                  </a:lnTo>
                  <a:lnTo>
                    <a:pt x="229209" y="11942"/>
                  </a:lnTo>
                  <a:lnTo>
                    <a:pt x="224259" y="10054"/>
                  </a:lnTo>
                  <a:lnTo>
                    <a:pt x="219253" y="8323"/>
                  </a:lnTo>
                  <a:lnTo>
                    <a:pt x="214194" y="6753"/>
                  </a:lnTo>
                  <a:lnTo>
                    <a:pt x="209087" y="5343"/>
                  </a:lnTo>
                  <a:lnTo>
                    <a:pt x="203939" y="4096"/>
                  </a:lnTo>
                  <a:lnTo>
                    <a:pt x="198754" y="3012"/>
                  </a:lnTo>
                  <a:lnTo>
                    <a:pt x="193536" y="2094"/>
                  </a:lnTo>
                  <a:lnTo>
                    <a:pt x="188293" y="1341"/>
                  </a:lnTo>
                  <a:lnTo>
                    <a:pt x="183028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667" y="5399291"/>
              <a:ext cx="3548" cy="167167"/>
            </a:xfrm>
            <a:custGeom>
              <a:avLst/>
              <a:pathLst>
                <a:path w="3548" h="167167">
                  <a:moveTo>
                    <a:pt x="3548" y="0"/>
                  </a:moveTo>
                  <a:lnTo>
                    <a:pt x="0" y="37"/>
                  </a:lnTo>
                  <a:lnTo>
                    <a:pt x="354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667" y="5399329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667" y="5399329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667" y="5399329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667" y="5399329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2667" y="5399329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2667" y="5399329"/>
              <a:ext cx="3548" cy="167129"/>
            </a:xfrm>
            <a:custGeom>
              <a:avLst/>
              <a:pathLst>
                <a:path w="3548" h="167129">
                  <a:moveTo>
                    <a:pt x="0" y="0"/>
                  </a:moveTo>
                  <a:lnTo>
                    <a:pt x="3548" y="1671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319048" y="5399329"/>
              <a:ext cx="334321" cy="334290"/>
            </a:xfrm>
            <a:custGeom>
              <a:avLst/>
              <a:pathLst>
                <a:path w="334321" h="334290">
                  <a:moveTo>
                    <a:pt x="163619" y="0"/>
                  </a:moveTo>
                  <a:lnTo>
                    <a:pt x="158338" y="195"/>
                  </a:lnTo>
                  <a:lnTo>
                    <a:pt x="153066" y="558"/>
                  </a:lnTo>
                  <a:lnTo>
                    <a:pt x="147809" y="1086"/>
                  </a:lnTo>
                  <a:lnTo>
                    <a:pt x="142570" y="1781"/>
                  </a:lnTo>
                  <a:lnTo>
                    <a:pt x="137356" y="2641"/>
                  </a:lnTo>
                  <a:lnTo>
                    <a:pt x="132172" y="3666"/>
                  </a:lnTo>
                  <a:lnTo>
                    <a:pt x="127023" y="4853"/>
                  </a:lnTo>
                  <a:lnTo>
                    <a:pt x="121914" y="6203"/>
                  </a:lnTo>
                  <a:lnTo>
                    <a:pt x="116851" y="7714"/>
                  </a:lnTo>
                  <a:lnTo>
                    <a:pt x="111837" y="9384"/>
                  </a:lnTo>
                  <a:lnTo>
                    <a:pt x="106879" y="11212"/>
                  </a:lnTo>
                  <a:lnTo>
                    <a:pt x="101981" y="13195"/>
                  </a:lnTo>
                  <a:lnTo>
                    <a:pt x="97148" y="15332"/>
                  </a:lnTo>
                  <a:lnTo>
                    <a:pt x="92386" y="17621"/>
                  </a:lnTo>
                  <a:lnTo>
                    <a:pt x="87698" y="20059"/>
                  </a:lnTo>
                  <a:lnTo>
                    <a:pt x="83089" y="22645"/>
                  </a:lnTo>
                  <a:lnTo>
                    <a:pt x="78564" y="25374"/>
                  </a:lnTo>
                  <a:lnTo>
                    <a:pt x="74128" y="28245"/>
                  </a:lnTo>
                  <a:lnTo>
                    <a:pt x="69785" y="31255"/>
                  </a:lnTo>
                  <a:lnTo>
                    <a:pt x="65539" y="34401"/>
                  </a:lnTo>
                  <a:lnTo>
                    <a:pt x="61395" y="37680"/>
                  </a:lnTo>
                  <a:lnTo>
                    <a:pt x="57356" y="41087"/>
                  </a:lnTo>
                  <a:lnTo>
                    <a:pt x="53427" y="44621"/>
                  </a:lnTo>
                  <a:lnTo>
                    <a:pt x="49612" y="48277"/>
                  </a:lnTo>
                  <a:lnTo>
                    <a:pt x="45914" y="52052"/>
                  </a:lnTo>
                  <a:lnTo>
                    <a:pt x="42338" y="55942"/>
                  </a:lnTo>
                  <a:lnTo>
                    <a:pt x="38886" y="59943"/>
                  </a:lnTo>
                  <a:lnTo>
                    <a:pt x="35562" y="64051"/>
                  </a:lnTo>
                  <a:lnTo>
                    <a:pt x="32370" y="68262"/>
                  </a:lnTo>
                  <a:lnTo>
                    <a:pt x="29312" y="72572"/>
                  </a:lnTo>
                  <a:lnTo>
                    <a:pt x="26393" y="76977"/>
                  </a:lnTo>
                  <a:lnTo>
                    <a:pt x="23613" y="81471"/>
                  </a:lnTo>
                  <a:lnTo>
                    <a:pt x="20978" y="86051"/>
                  </a:lnTo>
                  <a:lnTo>
                    <a:pt x="18488" y="90712"/>
                  </a:lnTo>
                  <a:lnTo>
                    <a:pt x="16147" y="95449"/>
                  </a:lnTo>
                  <a:lnTo>
                    <a:pt x="13957" y="100258"/>
                  </a:lnTo>
                  <a:lnTo>
                    <a:pt x="11920" y="105134"/>
                  </a:lnTo>
                  <a:lnTo>
                    <a:pt x="10038" y="110072"/>
                  </a:lnTo>
                  <a:lnTo>
                    <a:pt x="8313" y="115067"/>
                  </a:lnTo>
                  <a:lnTo>
                    <a:pt x="6747" y="120114"/>
                  </a:lnTo>
                  <a:lnTo>
                    <a:pt x="5341" y="125208"/>
                  </a:lnTo>
                  <a:lnTo>
                    <a:pt x="4097" y="130343"/>
                  </a:lnTo>
                  <a:lnTo>
                    <a:pt x="3016" y="135516"/>
                  </a:lnTo>
                  <a:lnTo>
                    <a:pt x="2099" y="140720"/>
                  </a:lnTo>
                  <a:lnTo>
                    <a:pt x="1347" y="145950"/>
                  </a:lnTo>
                  <a:lnTo>
                    <a:pt x="760" y="151202"/>
                  </a:lnTo>
                  <a:lnTo>
                    <a:pt x="340" y="156469"/>
                  </a:lnTo>
                  <a:lnTo>
                    <a:pt x="86" y="161748"/>
                  </a:lnTo>
                  <a:lnTo>
                    <a:pt x="0" y="167031"/>
                  </a:lnTo>
                  <a:lnTo>
                    <a:pt x="80" y="172315"/>
                  </a:lnTo>
                  <a:lnTo>
                    <a:pt x="327" y="177593"/>
                  </a:lnTo>
                  <a:lnTo>
                    <a:pt x="741" y="182861"/>
                  </a:lnTo>
                  <a:lnTo>
                    <a:pt x="1322" y="188114"/>
                  </a:lnTo>
                  <a:lnTo>
                    <a:pt x="2068" y="193345"/>
                  </a:lnTo>
                  <a:lnTo>
                    <a:pt x="2979" y="198550"/>
                  </a:lnTo>
                  <a:lnTo>
                    <a:pt x="4054" y="203724"/>
                  </a:lnTo>
                  <a:lnTo>
                    <a:pt x="5292" y="208861"/>
                  </a:lnTo>
                  <a:lnTo>
                    <a:pt x="6692" y="213956"/>
                  </a:lnTo>
                  <a:lnTo>
                    <a:pt x="8252" y="219005"/>
                  </a:lnTo>
                  <a:lnTo>
                    <a:pt x="9971" y="224002"/>
                  </a:lnTo>
                  <a:lnTo>
                    <a:pt x="11847" y="228942"/>
                  </a:lnTo>
                  <a:lnTo>
                    <a:pt x="13879" y="233820"/>
                  </a:lnTo>
                  <a:lnTo>
                    <a:pt x="16063" y="238632"/>
                  </a:lnTo>
                  <a:lnTo>
                    <a:pt x="18399" y="243372"/>
                  </a:lnTo>
                  <a:lnTo>
                    <a:pt x="20883" y="248036"/>
                  </a:lnTo>
                  <a:lnTo>
                    <a:pt x="23513" y="252619"/>
                  </a:lnTo>
                  <a:lnTo>
                    <a:pt x="26287" y="257117"/>
                  </a:lnTo>
                  <a:lnTo>
                    <a:pt x="29201" y="261525"/>
                  </a:lnTo>
                  <a:lnTo>
                    <a:pt x="32254" y="265838"/>
                  </a:lnTo>
                  <a:lnTo>
                    <a:pt x="35441" y="270053"/>
                  </a:lnTo>
                  <a:lnTo>
                    <a:pt x="38760" y="274165"/>
                  </a:lnTo>
                  <a:lnTo>
                    <a:pt x="42207" y="278170"/>
                  </a:lnTo>
                  <a:lnTo>
                    <a:pt x="45779" y="282064"/>
                  </a:lnTo>
                  <a:lnTo>
                    <a:pt x="49473" y="285843"/>
                  </a:lnTo>
                  <a:lnTo>
                    <a:pt x="53283" y="289504"/>
                  </a:lnTo>
                  <a:lnTo>
                    <a:pt x="57208" y="293042"/>
                  </a:lnTo>
                  <a:lnTo>
                    <a:pt x="61243" y="296455"/>
                  </a:lnTo>
                  <a:lnTo>
                    <a:pt x="65383" y="299738"/>
                  </a:lnTo>
                  <a:lnTo>
                    <a:pt x="69625" y="302889"/>
                  </a:lnTo>
                  <a:lnTo>
                    <a:pt x="73965" y="305904"/>
                  </a:lnTo>
                  <a:lnTo>
                    <a:pt x="78398" y="308780"/>
                  </a:lnTo>
                  <a:lnTo>
                    <a:pt x="82919" y="311515"/>
                  </a:lnTo>
                  <a:lnTo>
                    <a:pt x="87525" y="314106"/>
                  </a:lnTo>
                  <a:lnTo>
                    <a:pt x="92210" y="316550"/>
                  </a:lnTo>
                  <a:lnTo>
                    <a:pt x="96970" y="318844"/>
                  </a:lnTo>
                  <a:lnTo>
                    <a:pt x="101801" y="320987"/>
                  </a:lnTo>
                  <a:lnTo>
                    <a:pt x="106696" y="322976"/>
                  </a:lnTo>
                  <a:lnTo>
                    <a:pt x="111652" y="324810"/>
                  </a:lnTo>
                  <a:lnTo>
                    <a:pt x="116664" y="326485"/>
                  </a:lnTo>
                  <a:lnTo>
                    <a:pt x="121726" y="328002"/>
                  </a:lnTo>
                  <a:lnTo>
                    <a:pt x="126833" y="329358"/>
                  </a:lnTo>
                  <a:lnTo>
                    <a:pt x="131981" y="330552"/>
                  </a:lnTo>
                  <a:lnTo>
                    <a:pt x="137163" y="331582"/>
                  </a:lnTo>
                  <a:lnTo>
                    <a:pt x="142376" y="332448"/>
                  </a:lnTo>
                  <a:lnTo>
                    <a:pt x="147614" y="333149"/>
                  </a:lnTo>
                  <a:lnTo>
                    <a:pt x="152871" y="333684"/>
                  </a:lnTo>
                  <a:lnTo>
                    <a:pt x="158142" y="334053"/>
                  </a:lnTo>
                  <a:lnTo>
                    <a:pt x="163423" y="334255"/>
                  </a:lnTo>
                  <a:lnTo>
                    <a:pt x="168707" y="334290"/>
                  </a:lnTo>
                  <a:lnTo>
                    <a:pt x="173989" y="334157"/>
                  </a:lnTo>
                  <a:lnTo>
                    <a:pt x="179265" y="333858"/>
                  </a:lnTo>
                  <a:lnTo>
                    <a:pt x="184529" y="333393"/>
                  </a:lnTo>
                  <a:lnTo>
                    <a:pt x="189775" y="332761"/>
                  </a:lnTo>
                  <a:lnTo>
                    <a:pt x="194999" y="331964"/>
                  </a:lnTo>
                  <a:lnTo>
                    <a:pt x="200195" y="331002"/>
                  </a:lnTo>
                  <a:lnTo>
                    <a:pt x="205358" y="329876"/>
                  </a:lnTo>
                  <a:lnTo>
                    <a:pt x="210483" y="328587"/>
                  </a:lnTo>
                  <a:lnTo>
                    <a:pt x="215564" y="327138"/>
                  </a:lnTo>
                  <a:lnTo>
                    <a:pt x="220597" y="325528"/>
                  </a:lnTo>
                  <a:lnTo>
                    <a:pt x="225577" y="323760"/>
                  </a:lnTo>
                  <a:lnTo>
                    <a:pt x="230498" y="321836"/>
                  </a:lnTo>
                  <a:lnTo>
                    <a:pt x="235357" y="319757"/>
                  </a:lnTo>
                  <a:lnTo>
                    <a:pt x="240147" y="317525"/>
                  </a:lnTo>
                  <a:lnTo>
                    <a:pt x="244864" y="315143"/>
                  </a:lnTo>
                  <a:lnTo>
                    <a:pt x="249503" y="312614"/>
                  </a:lnTo>
                  <a:lnTo>
                    <a:pt x="254060" y="309939"/>
                  </a:lnTo>
                  <a:lnTo>
                    <a:pt x="258530" y="307121"/>
                  </a:lnTo>
                  <a:lnTo>
                    <a:pt x="262909" y="304163"/>
                  </a:lnTo>
                  <a:lnTo>
                    <a:pt x="267193" y="301069"/>
                  </a:lnTo>
                  <a:lnTo>
                    <a:pt x="271376" y="297840"/>
                  </a:lnTo>
                  <a:lnTo>
                    <a:pt x="275455" y="294481"/>
                  </a:lnTo>
                  <a:lnTo>
                    <a:pt x="279427" y="290995"/>
                  </a:lnTo>
                  <a:lnTo>
                    <a:pt x="283285" y="287385"/>
                  </a:lnTo>
                  <a:lnTo>
                    <a:pt x="287028" y="283655"/>
                  </a:lnTo>
                  <a:lnTo>
                    <a:pt x="290651" y="279808"/>
                  </a:lnTo>
                  <a:lnTo>
                    <a:pt x="294151" y="275849"/>
                  </a:lnTo>
                  <a:lnTo>
                    <a:pt x="297524" y="271781"/>
                  </a:lnTo>
                  <a:lnTo>
                    <a:pt x="300766" y="267609"/>
                  </a:lnTo>
                  <a:lnTo>
                    <a:pt x="303876" y="263336"/>
                  </a:lnTo>
                  <a:lnTo>
                    <a:pt x="306848" y="258967"/>
                  </a:lnTo>
                  <a:lnTo>
                    <a:pt x="309681" y="254506"/>
                  </a:lnTo>
                  <a:lnTo>
                    <a:pt x="312371" y="249958"/>
                  </a:lnTo>
                  <a:lnTo>
                    <a:pt x="314917" y="245327"/>
                  </a:lnTo>
                  <a:lnTo>
                    <a:pt x="317315" y="240618"/>
                  </a:lnTo>
                  <a:lnTo>
                    <a:pt x="319562" y="235836"/>
                  </a:lnTo>
                  <a:lnTo>
                    <a:pt x="321658" y="230985"/>
                  </a:lnTo>
                  <a:lnTo>
                    <a:pt x="323599" y="226070"/>
                  </a:lnTo>
                  <a:lnTo>
                    <a:pt x="325384" y="221096"/>
                  </a:lnTo>
                  <a:lnTo>
                    <a:pt x="327010" y="216069"/>
                  </a:lnTo>
                  <a:lnTo>
                    <a:pt x="328477" y="210992"/>
                  </a:lnTo>
                  <a:lnTo>
                    <a:pt x="329783" y="205872"/>
                  </a:lnTo>
                  <a:lnTo>
                    <a:pt x="330926" y="200713"/>
                  </a:lnTo>
                  <a:lnTo>
                    <a:pt x="331906" y="195520"/>
                  </a:lnTo>
                  <a:lnTo>
                    <a:pt x="332721" y="190299"/>
                  </a:lnTo>
                  <a:lnTo>
                    <a:pt x="333370" y="185055"/>
                  </a:lnTo>
                  <a:lnTo>
                    <a:pt x="333854" y="179793"/>
                  </a:lnTo>
                  <a:lnTo>
                    <a:pt x="334171" y="174518"/>
                  </a:lnTo>
                  <a:lnTo>
                    <a:pt x="334321" y="169236"/>
                  </a:lnTo>
                  <a:lnTo>
                    <a:pt x="334304" y="163952"/>
                  </a:lnTo>
                  <a:lnTo>
                    <a:pt x="334120" y="158671"/>
                  </a:lnTo>
                  <a:lnTo>
                    <a:pt x="333769" y="153398"/>
                  </a:lnTo>
                  <a:lnTo>
                    <a:pt x="333252" y="148139"/>
                  </a:lnTo>
                  <a:lnTo>
                    <a:pt x="332569" y="142899"/>
                  </a:lnTo>
                  <a:lnTo>
                    <a:pt x="331721" y="137683"/>
                  </a:lnTo>
                  <a:lnTo>
                    <a:pt x="330708" y="132497"/>
                  </a:lnTo>
                  <a:lnTo>
                    <a:pt x="329531" y="127346"/>
                  </a:lnTo>
                  <a:lnTo>
                    <a:pt x="328193" y="122234"/>
                  </a:lnTo>
                  <a:lnTo>
                    <a:pt x="326693" y="117167"/>
                  </a:lnTo>
                  <a:lnTo>
                    <a:pt x="325034" y="112149"/>
                  </a:lnTo>
                  <a:lnTo>
                    <a:pt x="323218" y="107187"/>
                  </a:lnTo>
                  <a:lnTo>
                    <a:pt x="321245" y="102285"/>
                  </a:lnTo>
                  <a:lnTo>
                    <a:pt x="319119" y="97447"/>
                  </a:lnTo>
                  <a:lnTo>
                    <a:pt x="316841" y="92680"/>
                  </a:lnTo>
                  <a:lnTo>
                    <a:pt x="314413" y="87986"/>
                  </a:lnTo>
                  <a:lnTo>
                    <a:pt x="311838" y="83372"/>
                  </a:lnTo>
                  <a:lnTo>
                    <a:pt x="309118" y="78841"/>
                  </a:lnTo>
                  <a:lnTo>
                    <a:pt x="306257" y="74398"/>
                  </a:lnTo>
                  <a:lnTo>
                    <a:pt x="303256" y="70049"/>
                  </a:lnTo>
                  <a:lnTo>
                    <a:pt x="300120" y="65796"/>
                  </a:lnTo>
                  <a:lnTo>
                    <a:pt x="296851" y="61644"/>
                  </a:lnTo>
                  <a:lnTo>
                    <a:pt x="293452" y="57598"/>
                  </a:lnTo>
                  <a:lnTo>
                    <a:pt x="289927" y="53661"/>
                  </a:lnTo>
                  <a:lnTo>
                    <a:pt x="286279" y="49838"/>
                  </a:lnTo>
                  <a:lnTo>
                    <a:pt x="282512" y="46132"/>
                  </a:lnTo>
                  <a:lnTo>
                    <a:pt x="278630" y="42547"/>
                  </a:lnTo>
                  <a:lnTo>
                    <a:pt x="274637" y="39086"/>
                  </a:lnTo>
                  <a:lnTo>
                    <a:pt x="270536" y="35753"/>
                  </a:lnTo>
                  <a:lnTo>
                    <a:pt x="266332" y="32552"/>
                  </a:lnTo>
                  <a:lnTo>
                    <a:pt x="262029" y="29485"/>
                  </a:lnTo>
                  <a:lnTo>
                    <a:pt x="257631" y="26555"/>
                  </a:lnTo>
                  <a:lnTo>
                    <a:pt x="253143" y="23766"/>
                  </a:lnTo>
                  <a:lnTo>
                    <a:pt x="248569" y="21120"/>
                  </a:lnTo>
                  <a:lnTo>
                    <a:pt x="243913" y="18620"/>
                  </a:lnTo>
                  <a:lnTo>
                    <a:pt x="239181" y="16269"/>
                  </a:lnTo>
                  <a:lnTo>
                    <a:pt x="234377" y="14068"/>
                  </a:lnTo>
                  <a:lnTo>
                    <a:pt x="229506" y="12020"/>
                  </a:lnTo>
                  <a:lnTo>
                    <a:pt x="224572" y="10127"/>
                  </a:lnTo>
                  <a:lnTo>
                    <a:pt x="219581" y="8391"/>
                  </a:lnTo>
                  <a:lnTo>
                    <a:pt x="214538" y="6814"/>
                  </a:lnTo>
                  <a:lnTo>
                    <a:pt x="209447" y="5397"/>
                  </a:lnTo>
                  <a:lnTo>
                    <a:pt x="167167" y="1671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42280" cy="167167"/>
            </a:xfrm>
            <a:custGeom>
              <a:avLst/>
              <a:pathLst>
                <a:path w="42280" h="167167">
                  <a:moveTo>
                    <a:pt x="42280" y="5435"/>
                  </a:moveTo>
                  <a:lnTo>
                    <a:pt x="36345" y="3998"/>
                  </a:lnTo>
                  <a:lnTo>
                    <a:pt x="30362" y="2780"/>
                  </a:lnTo>
                  <a:lnTo>
                    <a:pt x="24338" y="1781"/>
                  </a:lnTo>
                  <a:lnTo>
                    <a:pt x="18282" y="1002"/>
                  </a:lnTo>
                  <a:lnTo>
                    <a:pt x="12201" y="445"/>
                  </a:lnTo>
                  <a:lnTo>
                    <a:pt x="6104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1213" y="5399291"/>
              <a:ext cx="52330" cy="167167"/>
            </a:xfrm>
            <a:custGeom>
              <a:avLst/>
              <a:pathLst>
                <a:path w="52330" h="167167">
                  <a:moveTo>
                    <a:pt x="52330" y="0"/>
                  </a:moveTo>
                  <a:lnTo>
                    <a:pt x="46417" y="104"/>
                  </a:lnTo>
                  <a:lnTo>
                    <a:pt x="40512" y="418"/>
                  </a:lnTo>
                  <a:lnTo>
                    <a:pt x="34622" y="940"/>
                  </a:lnTo>
                  <a:lnTo>
                    <a:pt x="28753" y="1670"/>
                  </a:lnTo>
                  <a:lnTo>
                    <a:pt x="22914" y="2608"/>
                  </a:lnTo>
                  <a:lnTo>
                    <a:pt x="17112" y="3751"/>
                  </a:lnTo>
                  <a:lnTo>
                    <a:pt x="11354" y="5099"/>
                  </a:lnTo>
                  <a:lnTo>
                    <a:pt x="5648" y="6650"/>
                  </a:lnTo>
                  <a:lnTo>
                    <a:pt x="0" y="8401"/>
                  </a:lnTo>
                  <a:lnTo>
                    <a:pt x="5233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1213" y="5407693"/>
              <a:ext cx="52330" cy="158765"/>
            </a:xfrm>
            <a:custGeom>
              <a:avLst/>
              <a:pathLst>
                <a:path w="52330" h="158765">
                  <a:moveTo>
                    <a:pt x="0" y="0"/>
                  </a:moveTo>
                  <a:lnTo>
                    <a:pt x="52330" y="1587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1213" y="5407693"/>
              <a:ext cx="52330" cy="158765"/>
            </a:xfrm>
            <a:custGeom>
              <a:avLst/>
              <a:pathLst>
                <a:path w="52330" h="158765">
                  <a:moveTo>
                    <a:pt x="0" y="0"/>
                  </a:moveTo>
                  <a:lnTo>
                    <a:pt x="52330" y="1587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1213" y="5407693"/>
              <a:ext cx="52330" cy="158765"/>
            </a:xfrm>
            <a:custGeom>
              <a:avLst/>
              <a:pathLst>
                <a:path w="52330" h="158765">
                  <a:moveTo>
                    <a:pt x="0" y="0"/>
                  </a:moveTo>
                  <a:lnTo>
                    <a:pt x="52330" y="1587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1213" y="5407693"/>
              <a:ext cx="52330" cy="158765"/>
            </a:xfrm>
            <a:custGeom>
              <a:avLst/>
              <a:pathLst>
                <a:path w="52330" h="158765">
                  <a:moveTo>
                    <a:pt x="0" y="0"/>
                  </a:moveTo>
                  <a:lnTo>
                    <a:pt x="52330" y="1587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71213" y="5407693"/>
              <a:ext cx="52330" cy="158765"/>
            </a:xfrm>
            <a:custGeom>
              <a:avLst/>
              <a:pathLst>
                <a:path w="52330" h="158765">
                  <a:moveTo>
                    <a:pt x="0" y="0"/>
                  </a:moveTo>
                  <a:lnTo>
                    <a:pt x="52330" y="1587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856383" y="5407693"/>
              <a:ext cx="167160" cy="321099"/>
            </a:xfrm>
            <a:custGeom>
              <a:avLst/>
              <a:pathLst>
                <a:path w="167160" h="321099">
                  <a:moveTo>
                    <a:pt x="114829" y="0"/>
                  </a:moveTo>
                  <a:lnTo>
                    <a:pt x="109796" y="1748"/>
                  </a:lnTo>
                  <a:lnTo>
                    <a:pt x="104820" y="3656"/>
                  </a:lnTo>
                  <a:lnTo>
                    <a:pt x="99908" y="5722"/>
                  </a:lnTo>
                  <a:lnTo>
                    <a:pt x="95064" y="7943"/>
                  </a:lnTo>
                  <a:lnTo>
                    <a:pt x="90294" y="10318"/>
                  </a:lnTo>
                  <a:lnTo>
                    <a:pt x="85602" y="12843"/>
                  </a:lnTo>
                  <a:lnTo>
                    <a:pt x="80992" y="15517"/>
                  </a:lnTo>
                  <a:lnTo>
                    <a:pt x="76470" y="18336"/>
                  </a:lnTo>
                  <a:lnTo>
                    <a:pt x="72040" y="21298"/>
                  </a:lnTo>
                  <a:lnTo>
                    <a:pt x="67707" y="24399"/>
                  </a:lnTo>
                  <a:lnTo>
                    <a:pt x="63475" y="27638"/>
                  </a:lnTo>
                  <a:lnTo>
                    <a:pt x="59348" y="31009"/>
                  </a:lnTo>
                  <a:lnTo>
                    <a:pt x="55331" y="34510"/>
                  </a:lnTo>
                  <a:lnTo>
                    <a:pt x="51428" y="38138"/>
                  </a:lnTo>
                  <a:lnTo>
                    <a:pt x="47642" y="41888"/>
                  </a:lnTo>
                  <a:lnTo>
                    <a:pt x="43977" y="45756"/>
                  </a:lnTo>
                  <a:lnTo>
                    <a:pt x="40438" y="49740"/>
                  </a:lnTo>
                  <a:lnTo>
                    <a:pt x="37027" y="53834"/>
                  </a:lnTo>
                  <a:lnTo>
                    <a:pt x="33749" y="58035"/>
                  </a:lnTo>
                  <a:lnTo>
                    <a:pt x="30606" y="62339"/>
                  </a:lnTo>
                  <a:lnTo>
                    <a:pt x="27602" y="66740"/>
                  </a:lnTo>
                  <a:lnTo>
                    <a:pt x="24740" y="71235"/>
                  </a:lnTo>
                  <a:lnTo>
                    <a:pt x="22023" y="75819"/>
                  </a:lnTo>
                  <a:lnTo>
                    <a:pt x="19453" y="80487"/>
                  </a:lnTo>
                  <a:lnTo>
                    <a:pt x="17033" y="85234"/>
                  </a:lnTo>
                  <a:lnTo>
                    <a:pt x="14765" y="90057"/>
                  </a:lnTo>
                  <a:lnTo>
                    <a:pt x="12653" y="94949"/>
                  </a:lnTo>
                  <a:lnTo>
                    <a:pt x="10697" y="99906"/>
                  </a:lnTo>
                  <a:lnTo>
                    <a:pt x="8901" y="104923"/>
                  </a:lnTo>
                  <a:lnTo>
                    <a:pt x="7265" y="109994"/>
                  </a:lnTo>
                  <a:lnTo>
                    <a:pt x="5792" y="115115"/>
                  </a:lnTo>
                  <a:lnTo>
                    <a:pt x="4483" y="120281"/>
                  </a:lnTo>
                  <a:lnTo>
                    <a:pt x="3339" y="125485"/>
                  </a:lnTo>
                  <a:lnTo>
                    <a:pt x="2361" y="130724"/>
                  </a:lnTo>
                  <a:lnTo>
                    <a:pt x="1551" y="135991"/>
                  </a:lnTo>
                  <a:lnTo>
                    <a:pt x="909" y="141281"/>
                  </a:lnTo>
                  <a:lnTo>
                    <a:pt x="437" y="146588"/>
                  </a:lnTo>
                  <a:lnTo>
                    <a:pt x="133" y="151909"/>
                  </a:lnTo>
                  <a:lnTo>
                    <a:pt x="0" y="157236"/>
                  </a:lnTo>
                  <a:lnTo>
                    <a:pt x="36" y="162564"/>
                  </a:lnTo>
                  <a:lnTo>
                    <a:pt x="242" y="167889"/>
                  </a:lnTo>
                  <a:lnTo>
                    <a:pt x="617" y="173205"/>
                  </a:lnTo>
                  <a:lnTo>
                    <a:pt x="1162" y="178506"/>
                  </a:lnTo>
                  <a:lnTo>
                    <a:pt x="1876" y="183786"/>
                  </a:lnTo>
                  <a:lnTo>
                    <a:pt x="2757" y="189042"/>
                  </a:lnTo>
                  <a:lnTo>
                    <a:pt x="3806" y="194266"/>
                  </a:lnTo>
                  <a:lnTo>
                    <a:pt x="5020" y="199455"/>
                  </a:lnTo>
                  <a:lnTo>
                    <a:pt x="6400" y="204602"/>
                  </a:lnTo>
                  <a:lnTo>
                    <a:pt x="7942" y="209703"/>
                  </a:lnTo>
                  <a:lnTo>
                    <a:pt x="9647" y="214752"/>
                  </a:lnTo>
                  <a:lnTo>
                    <a:pt x="11511" y="219743"/>
                  </a:lnTo>
                  <a:lnTo>
                    <a:pt x="13534" y="224673"/>
                  </a:lnTo>
                  <a:lnTo>
                    <a:pt x="15712" y="229537"/>
                  </a:lnTo>
                  <a:lnTo>
                    <a:pt x="18045" y="234328"/>
                  </a:lnTo>
                  <a:lnTo>
                    <a:pt x="20529" y="239042"/>
                  </a:lnTo>
                  <a:lnTo>
                    <a:pt x="23162" y="243675"/>
                  </a:lnTo>
                  <a:lnTo>
                    <a:pt x="25942" y="248221"/>
                  </a:lnTo>
                  <a:lnTo>
                    <a:pt x="28865" y="252677"/>
                  </a:lnTo>
                  <a:lnTo>
                    <a:pt x="31928" y="257037"/>
                  </a:lnTo>
                  <a:lnTo>
                    <a:pt x="35129" y="261297"/>
                  </a:lnTo>
                  <a:lnTo>
                    <a:pt x="38464" y="265453"/>
                  </a:lnTo>
                  <a:lnTo>
                    <a:pt x="41930" y="269501"/>
                  </a:lnTo>
                  <a:lnTo>
                    <a:pt x="45523" y="273436"/>
                  </a:lnTo>
                  <a:lnTo>
                    <a:pt x="49240" y="277255"/>
                  </a:lnTo>
                  <a:lnTo>
                    <a:pt x="53077" y="280953"/>
                  </a:lnTo>
                  <a:lnTo>
                    <a:pt x="57029" y="284527"/>
                  </a:lnTo>
                  <a:lnTo>
                    <a:pt x="61093" y="287973"/>
                  </a:lnTo>
                  <a:lnTo>
                    <a:pt x="65266" y="291288"/>
                  </a:lnTo>
                  <a:lnTo>
                    <a:pt x="69541" y="294469"/>
                  </a:lnTo>
                  <a:lnTo>
                    <a:pt x="73916" y="297511"/>
                  </a:lnTo>
                  <a:lnTo>
                    <a:pt x="78386" y="300413"/>
                  </a:lnTo>
                  <a:lnTo>
                    <a:pt x="82946" y="303170"/>
                  </a:lnTo>
                  <a:lnTo>
                    <a:pt x="87591" y="305781"/>
                  </a:lnTo>
                  <a:lnTo>
                    <a:pt x="92317" y="308242"/>
                  </a:lnTo>
                  <a:lnTo>
                    <a:pt x="97119" y="310552"/>
                  </a:lnTo>
                  <a:lnTo>
                    <a:pt x="101993" y="312707"/>
                  </a:lnTo>
                  <a:lnTo>
                    <a:pt x="106933" y="314706"/>
                  </a:lnTo>
                  <a:lnTo>
                    <a:pt x="111934" y="316546"/>
                  </a:lnTo>
                  <a:lnTo>
                    <a:pt x="116991" y="318227"/>
                  </a:lnTo>
                  <a:lnTo>
                    <a:pt x="122099" y="319745"/>
                  </a:lnTo>
                  <a:lnTo>
                    <a:pt x="127252" y="321099"/>
                  </a:lnTo>
                  <a:lnTo>
                    <a:pt x="167160" y="1587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83636" y="5399291"/>
              <a:ext cx="207070" cy="334317"/>
            </a:xfrm>
            <a:custGeom>
              <a:avLst/>
              <a:pathLst>
                <a:path w="207070" h="334317">
                  <a:moveTo>
                    <a:pt x="0" y="329501"/>
                  </a:moveTo>
                  <a:lnTo>
                    <a:pt x="5199" y="330692"/>
                  </a:lnTo>
                  <a:lnTo>
                    <a:pt x="10434" y="331716"/>
                  </a:lnTo>
                  <a:lnTo>
                    <a:pt x="15700" y="332572"/>
                  </a:lnTo>
                  <a:lnTo>
                    <a:pt x="20989" y="333261"/>
                  </a:lnTo>
                  <a:lnTo>
                    <a:pt x="26299" y="333780"/>
                  </a:lnTo>
                  <a:lnTo>
                    <a:pt x="31621" y="334129"/>
                  </a:lnTo>
                  <a:lnTo>
                    <a:pt x="36953" y="334308"/>
                  </a:lnTo>
                  <a:lnTo>
                    <a:pt x="42287" y="334317"/>
                  </a:lnTo>
                  <a:lnTo>
                    <a:pt x="47619" y="334156"/>
                  </a:lnTo>
                  <a:lnTo>
                    <a:pt x="52943" y="333825"/>
                  </a:lnTo>
                  <a:lnTo>
                    <a:pt x="58254" y="333325"/>
                  </a:lnTo>
                  <a:lnTo>
                    <a:pt x="63546" y="332655"/>
                  </a:lnTo>
                  <a:lnTo>
                    <a:pt x="68814" y="331816"/>
                  </a:lnTo>
                  <a:lnTo>
                    <a:pt x="74053" y="330810"/>
                  </a:lnTo>
                  <a:lnTo>
                    <a:pt x="79257" y="329637"/>
                  </a:lnTo>
                  <a:lnTo>
                    <a:pt x="84421" y="328299"/>
                  </a:lnTo>
                  <a:lnTo>
                    <a:pt x="89539" y="326797"/>
                  </a:lnTo>
                  <a:lnTo>
                    <a:pt x="94607" y="325132"/>
                  </a:lnTo>
                  <a:lnTo>
                    <a:pt x="99619" y="323306"/>
                  </a:lnTo>
                  <a:lnTo>
                    <a:pt x="104571" y="321321"/>
                  </a:lnTo>
                  <a:lnTo>
                    <a:pt x="109456" y="319180"/>
                  </a:lnTo>
                  <a:lnTo>
                    <a:pt x="114271" y="316883"/>
                  </a:lnTo>
                  <a:lnTo>
                    <a:pt x="119010" y="314434"/>
                  </a:lnTo>
                  <a:lnTo>
                    <a:pt x="123669" y="311835"/>
                  </a:lnTo>
                  <a:lnTo>
                    <a:pt x="128242" y="309089"/>
                  </a:lnTo>
                  <a:lnTo>
                    <a:pt x="132725" y="306199"/>
                  </a:lnTo>
                  <a:lnTo>
                    <a:pt x="137114" y="303166"/>
                  </a:lnTo>
                  <a:lnTo>
                    <a:pt x="141403" y="299996"/>
                  </a:lnTo>
                  <a:lnTo>
                    <a:pt x="145590" y="296690"/>
                  </a:lnTo>
                  <a:lnTo>
                    <a:pt x="149669" y="293252"/>
                  </a:lnTo>
                  <a:lnTo>
                    <a:pt x="153636" y="289685"/>
                  </a:lnTo>
                  <a:lnTo>
                    <a:pt x="157487" y="285994"/>
                  </a:lnTo>
                  <a:lnTo>
                    <a:pt x="161218" y="282182"/>
                  </a:lnTo>
                  <a:lnTo>
                    <a:pt x="164826" y="278253"/>
                  </a:lnTo>
                  <a:lnTo>
                    <a:pt x="168307" y="274211"/>
                  </a:lnTo>
                  <a:lnTo>
                    <a:pt x="171657" y="270060"/>
                  </a:lnTo>
                  <a:lnTo>
                    <a:pt x="174873" y="265804"/>
                  </a:lnTo>
                  <a:lnTo>
                    <a:pt x="177951" y="261447"/>
                  </a:lnTo>
                  <a:lnTo>
                    <a:pt x="180889" y="256995"/>
                  </a:lnTo>
                  <a:lnTo>
                    <a:pt x="183684" y="252451"/>
                  </a:lnTo>
                  <a:lnTo>
                    <a:pt x="186331" y="247820"/>
                  </a:lnTo>
                  <a:lnTo>
                    <a:pt x="188830" y="243107"/>
                  </a:lnTo>
                  <a:lnTo>
                    <a:pt x="191177" y="238317"/>
                  </a:lnTo>
                  <a:lnTo>
                    <a:pt x="193370" y="233454"/>
                  </a:lnTo>
                  <a:lnTo>
                    <a:pt x="195407" y="228524"/>
                  </a:lnTo>
                  <a:lnTo>
                    <a:pt x="197286" y="223531"/>
                  </a:lnTo>
                  <a:lnTo>
                    <a:pt x="199004" y="218481"/>
                  </a:lnTo>
                  <a:lnTo>
                    <a:pt x="200560" y="213379"/>
                  </a:lnTo>
                  <a:lnTo>
                    <a:pt x="201953" y="208229"/>
                  </a:lnTo>
                  <a:lnTo>
                    <a:pt x="203181" y="203038"/>
                  </a:lnTo>
                  <a:lnTo>
                    <a:pt x="204242" y="197810"/>
                  </a:lnTo>
                  <a:lnTo>
                    <a:pt x="205136" y="192551"/>
                  </a:lnTo>
                  <a:lnTo>
                    <a:pt x="205862" y="187267"/>
                  </a:lnTo>
                  <a:lnTo>
                    <a:pt x="206419" y="181961"/>
                  </a:lnTo>
                  <a:lnTo>
                    <a:pt x="206806" y="176641"/>
                  </a:lnTo>
                  <a:lnTo>
                    <a:pt x="207023" y="171311"/>
                  </a:lnTo>
                  <a:lnTo>
                    <a:pt x="207070" y="165977"/>
                  </a:lnTo>
                  <a:lnTo>
                    <a:pt x="206947" y="160644"/>
                  </a:lnTo>
                  <a:lnTo>
                    <a:pt x="206654" y="155318"/>
                  </a:lnTo>
                  <a:lnTo>
                    <a:pt x="206191" y="150003"/>
                  </a:lnTo>
                  <a:lnTo>
                    <a:pt x="205559" y="144707"/>
                  </a:lnTo>
                  <a:lnTo>
                    <a:pt x="204758" y="139433"/>
                  </a:lnTo>
                  <a:lnTo>
                    <a:pt x="203789" y="134187"/>
                  </a:lnTo>
                  <a:lnTo>
                    <a:pt x="202653" y="128975"/>
                  </a:lnTo>
                  <a:lnTo>
                    <a:pt x="201352" y="123802"/>
                  </a:lnTo>
                  <a:lnTo>
                    <a:pt x="199886" y="118673"/>
                  </a:lnTo>
                  <a:lnTo>
                    <a:pt x="198257" y="113593"/>
                  </a:lnTo>
                  <a:lnTo>
                    <a:pt x="196467" y="108568"/>
                  </a:lnTo>
                  <a:lnTo>
                    <a:pt x="194518" y="103602"/>
                  </a:lnTo>
                  <a:lnTo>
                    <a:pt x="192411" y="98702"/>
                  </a:lnTo>
                  <a:lnTo>
                    <a:pt x="190149" y="93871"/>
                  </a:lnTo>
                  <a:lnTo>
                    <a:pt x="187734" y="89114"/>
                  </a:lnTo>
                  <a:lnTo>
                    <a:pt x="185168" y="84438"/>
                  </a:lnTo>
                  <a:lnTo>
                    <a:pt x="182455" y="79845"/>
                  </a:lnTo>
                  <a:lnTo>
                    <a:pt x="179596" y="75341"/>
                  </a:lnTo>
                  <a:lnTo>
                    <a:pt x="176595" y="70931"/>
                  </a:lnTo>
                  <a:lnTo>
                    <a:pt x="173455" y="66619"/>
                  </a:lnTo>
                  <a:lnTo>
                    <a:pt x="170179" y="62409"/>
                  </a:lnTo>
                  <a:lnTo>
                    <a:pt x="166770" y="58306"/>
                  </a:lnTo>
                  <a:lnTo>
                    <a:pt x="163232" y="54313"/>
                  </a:lnTo>
                  <a:lnTo>
                    <a:pt x="159569" y="50436"/>
                  </a:lnTo>
                  <a:lnTo>
                    <a:pt x="155783" y="46678"/>
                  </a:lnTo>
                  <a:lnTo>
                    <a:pt x="151880" y="43042"/>
                  </a:lnTo>
                  <a:lnTo>
                    <a:pt x="147862" y="39532"/>
                  </a:lnTo>
                  <a:lnTo>
                    <a:pt x="143735" y="36153"/>
                  </a:lnTo>
                  <a:lnTo>
                    <a:pt x="139502" y="32907"/>
                  </a:lnTo>
                  <a:lnTo>
                    <a:pt x="135168" y="29797"/>
                  </a:lnTo>
                  <a:lnTo>
                    <a:pt x="130736" y="26828"/>
                  </a:lnTo>
                  <a:lnTo>
                    <a:pt x="126212" y="24001"/>
                  </a:lnTo>
                  <a:lnTo>
                    <a:pt x="121600" y="21321"/>
                  </a:lnTo>
                  <a:lnTo>
                    <a:pt x="116905" y="18788"/>
                  </a:lnTo>
                  <a:lnTo>
                    <a:pt x="112132" y="16407"/>
                  </a:lnTo>
                  <a:lnTo>
                    <a:pt x="107285" y="14179"/>
                  </a:lnTo>
                  <a:lnTo>
                    <a:pt x="102369" y="12108"/>
                  </a:lnTo>
                  <a:lnTo>
                    <a:pt x="97390" y="10194"/>
                  </a:lnTo>
                  <a:lnTo>
                    <a:pt x="92352" y="8439"/>
                  </a:lnTo>
                  <a:lnTo>
                    <a:pt x="87261" y="6847"/>
                  </a:lnTo>
                  <a:lnTo>
                    <a:pt x="82122" y="5418"/>
                  </a:lnTo>
                  <a:lnTo>
                    <a:pt x="76940" y="4153"/>
                  </a:lnTo>
                  <a:lnTo>
                    <a:pt x="71720" y="3054"/>
                  </a:lnTo>
                  <a:lnTo>
                    <a:pt x="66467" y="2123"/>
                  </a:lnTo>
                  <a:lnTo>
                    <a:pt x="61188" y="1360"/>
                  </a:lnTo>
                  <a:lnTo>
                    <a:pt x="55887" y="765"/>
                  </a:lnTo>
                  <a:lnTo>
                    <a:pt x="50569" y="340"/>
                  </a:lnTo>
                  <a:lnTo>
                    <a:pt x="45241" y="85"/>
                  </a:lnTo>
                  <a:lnTo>
                    <a:pt x="39907" y="0"/>
                  </a:lnTo>
                  <a:lnTo>
                    <a:pt x="3990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7223" y="5269756"/>
              <a:ext cx="18035" cy="167167"/>
            </a:xfrm>
            <a:custGeom>
              <a:avLst/>
              <a:pathLst>
                <a:path w="18035" h="167167">
                  <a:moveTo>
                    <a:pt x="18035" y="0"/>
                  </a:moveTo>
                  <a:lnTo>
                    <a:pt x="9004" y="244"/>
                  </a:lnTo>
                  <a:lnTo>
                    <a:pt x="0" y="975"/>
                  </a:lnTo>
                  <a:lnTo>
                    <a:pt x="1803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7223" y="5270731"/>
              <a:ext cx="18035" cy="166191"/>
            </a:xfrm>
            <a:custGeom>
              <a:avLst/>
              <a:pathLst>
                <a:path w="18035" h="166191">
                  <a:moveTo>
                    <a:pt x="0" y="0"/>
                  </a:moveTo>
                  <a:lnTo>
                    <a:pt x="18035" y="1661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7223" y="5270731"/>
              <a:ext cx="18035" cy="166191"/>
            </a:xfrm>
            <a:custGeom>
              <a:avLst/>
              <a:pathLst>
                <a:path w="18035" h="166191">
                  <a:moveTo>
                    <a:pt x="0" y="0"/>
                  </a:moveTo>
                  <a:lnTo>
                    <a:pt x="18035" y="1661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27223" y="5270731"/>
              <a:ext cx="18035" cy="166191"/>
            </a:xfrm>
            <a:custGeom>
              <a:avLst/>
              <a:pathLst>
                <a:path w="18035" h="166191">
                  <a:moveTo>
                    <a:pt x="0" y="0"/>
                  </a:moveTo>
                  <a:lnTo>
                    <a:pt x="18035" y="1661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27223" y="5270731"/>
              <a:ext cx="18035" cy="166191"/>
            </a:xfrm>
            <a:custGeom>
              <a:avLst/>
              <a:pathLst>
                <a:path w="18035" h="166191">
                  <a:moveTo>
                    <a:pt x="0" y="0"/>
                  </a:moveTo>
                  <a:lnTo>
                    <a:pt x="18035" y="1661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88755" y="5270731"/>
              <a:ext cx="156502" cy="166191"/>
            </a:xfrm>
            <a:custGeom>
              <a:avLst/>
              <a:pathLst>
                <a:path w="156502" h="166191">
                  <a:moveTo>
                    <a:pt x="138467" y="0"/>
                  </a:moveTo>
                  <a:lnTo>
                    <a:pt x="133083" y="672"/>
                  </a:lnTo>
                  <a:lnTo>
                    <a:pt x="127724" y="1519"/>
                  </a:lnTo>
                  <a:lnTo>
                    <a:pt x="122395" y="2540"/>
                  </a:lnTo>
                  <a:lnTo>
                    <a:pt x="117103" y="3733"/>
                  </a:lnTo>
                  <a:lnTo>
                    <a:pt x="111851" y="5097"/>
                  </a:lnTo>
                  <a:lnTo>
                    <a:pt x="106647" y="6631"/>
                  </a:lnTo>
                  <a:lnTo>
                    <a:pt x="101495" y="8333"/>
                  </a:lnTo>
                  <a:lnTo>
                    <a:pt x="96401" y="10201"/>
                  </a:lnTo>
                  <a:lnTo>
                    <a:pt x="91371" y="12234"/>
                  </a:lnTo>
                  <a:lnTo>
                    <a:pt x="86409" y="14429"/>
                  </a:lnTo>
                  <a:lnTo>
                    <a:pt x="81520" y="16783"/>
                  </a:lnTo>
                  <a:lnTo>
                    <a:pt x="76711" y="19295"/>
                  </a:lnTo>
                  <a:lnTo>
                    <a:pt x="71986" y="21962"/>
                  </a:lnTo>
                  <a:lnTo>
                    <a:pt x="67350" y="24781"/>
                  </a:lnTo>
                  <a:lnTo>
                    <a:pt x="62808" y="27749"/>
                  </a:lnTo>
                  <a:lnTo>
                    <a:pt x="58365" y="30862"/>
                  </a:lnTo>
                  <a:lnTo>
                    <a:pt x="54025" y="34118"/>
                  </a:lnTo>
                  <a:lnTo>
                    <a:pt x="49792" y="37513"/>
                  </a:lnTo>
                  <a:lnTo>
                    <a:pt x="45673" y="41044"/>
                  </a:lnTo>
                  <a:lnTo>
                    <a:pt x="41670" y="44707"/>
                  </a:lnTo>
                  <a:lnTo>
                    <a:pt x="37788" y="48497"/>
                  </a:lnTo>
                  <a:lnTo>
                    <a:pt x="34031" y="52412"/>
                  </a:lnTo>
                  <a:lnTo>
                    <a:pt x="30403" y="56446"/>
                  </a:lnTo>
                  <a:lnTo>
                    <a:pt x="26908" y="60596"/>
                  </a:lnTo>
                  <a:lnTo>
                    <a:pt x="23550" y="64858"/>
                  </a:lnTo>
                  <a:lnTo>
                    <a:pt x="20331" y="69226"/>
                  </a:lnTo>
                  <a:lnTo>
                    <a:pt x="17256" y="73696"/>
                  </a:lnTo>
                  <a:lnTo>
                    <a:pt x="14328" y="78263"/>
                  </a:lnTo>
                  <a:lnTo>
                    <a:pt x="11549" y="82923"/>
                  </a:lnTo>
                  <a:lnTo>
                    <a:pt x="8923" y="87671"/>
                  </a:lnTo>
                  <a:lnTo>
                    <a:pt x="6453" y="92502"/>
                  </a:lnTo>
                  <a:lnTo>
                    <a:pt x="4140" y="97410"/>
                  </a:lnTo>
                  <a:lnTo>
                    <a:pt x="1989" y="102391"/>
                  </a:lnTo>
                  <a:lnTo>
                    <a:pt x="0" y="107439"/>
                  </a:lnTo>
                  <a:lnTo>
                    <a:pt x="156502" y="1661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78100" y="5269756"/>
              <a:ext cx="334309" cy="334333"/>
            </a:xfrm>
            <a:custGeom>
              <a:avLst/>
              <a:pathLst>
                <a:path w="334309" h="334333">
                  <a:moveTo>
                    <a:pt x="10655" y="108415"/>
                  </a:moveTo>
                  <a:lnTo>
                    <a:pt x="8872" y="113404"/>
                  </a:lnTo>
                  <a:lnTo>
                    <a:pt x="7247" y="118447"/>
                  </a:lnTo>
                  <a:lnTo>
                    <a:pt x="5784" y="123540"/>
                  </a:lnTo>
                  <a:lnTo>
                    <a:pt x="4482" y="128676"/>
                  </a:lnTo>
                  <a:lnTo>
                    <a:pt x="3344" y="133851"/>
                  </a:lnTo>
                  <a:lnTo>
                    <a:pt x="2370" y="139059"/>
                  </a:lnTo>
                  <a:lnTo>
                    <a:pt x="1562" y="144295"/>
                  </a:lnTo>
                  <a:lnTo>
                    <a:pt x="921" y="149555"/>
                  </a:lnTo>
                  <a:lnTo>
                    <a:pt x="446" y="154832"/>
                  </a:lnTo>
                  <a:lnTo>
                    <a:pt x="139" y="160122"/>
                  </a:lnTo>
                  <a:lnTo>
                    <a:pt x="0" y="165418"/>
                  </a:lnTo>
                  <a:lnTo>
                    <a:pt x="28" y="170717"/>
                  </a:lnTo>
                  <a:lnTo>
                    <a:pt x="224" y="176012"/>
                  </a:lnTo>
                  <a:lnTo>
                    <a:pt x="589" y="181297"/>
                  </a:lnTo>
                  <a:lnTo>
                    <a:pt x="1120" y="186569"/>
                  </a:lnTo>
                  <a:lnTo>
                    <a:pt x="1818" y="191821"/>
                  </a:lnTo>
                  <a:lnTo>
                    <a:pt x="2683" y="197049"/>
                  </a:lnTo>
                  <a:lnTo>
                    <a:pt x="3712" y="202246"/>
                  </a:lnTo>
                  <a:lnTo>
                    <a:pt x="4906" y="207409"/>
                  </a:lnTo>
                  <a:lnTo>
                    <a:pt x="6263" y="212530"/>
                  </a:lnTo>
                  <a:lnTo>
                    <a:pt x="7782" y="217607"/>
                  </a:lnTo>
                  <a:lnTo>
                    <a:pt x="9460" y="222632"/>
                  </a:lnTo>
                  <a:lnTo>
                    <a:pt x="11297" y="227602"/>
                  </a:lnTo>
                  <a:lnTo>
                    <a:pt x="13291" y="232511"/>
                  </a:lnTo>
                  <a:lnTo>
                    <a:pt x="15439" y="237355"/>
                  </a:lnTo>
                  <a:lnTo>
                    <a:pt x="17739" y="242128"/>
                  </a:lnTo>
                  <a:lnTo>
                    <a:pt x="20190" y="246825"/>
                  </a:lnTo>
                  <a:lnTo>
                    <a:pt x="22788" y="251443"/>
                  </a:lnTo>
                  <a:lnTo>
                    <a:pt x="25532" y="255976"/>
                  </a:lnTo>
                  <a:lnTo>
                    <a:pt x="28418" y="260420"/>
                  </a:lnTo>
                  <a:lnTo>
                    <a:pt x="31443" y="264770"/>
                  </a:lnTo>
                  <a:lnTo>
                    <a:pt x="34604" y="269022"/>
                  </a:lnTo>
                  <a:lnTo>
                    <a:pt x="37898" y="273172"/>
                  </a:lnTo>
                  <a:lnTo>
                    <a:pt x="41323" y="277215"/>
                  </a:lnTo>
                  <a:lnTo>
                    <a:pt x="44874" y="281147"/>
                  </a:lnTo>
                  <a:lnTo>
                    <a:pt x="48547" y="284965"/>
                  </a:lnTo>
                  <a:lnTo>
                    <a:pt x="52340" y="288665"/>
                  </a:lnTo>
                  <a:lnTo>
                    <a:pt x="56248" y="292243"/>
                  </a:lnTo>
                  <a:lnTo>
                    <a:pt x="60268" y="295695"/>
                  </a:lnTo>
                  <a:lnTo>
                    <a:pt x="64395" y="299018"/>
                  </a:lnTo>
                  <a:lnTo>
                    <a:pt x="68625" y="302209"/>
                  </a:lnTo>
                  <a:lnTo>
                    <a:pt x="72954" y="305263"/>
                  </a:lnTo>
                  <a:lnTo>
                    <a:pt x="77378" y="308180"/>
                  </a:lnTo>
                  <a:lnTo>
                    <a:pt x="81892" y="310954"/>
                  </a:lnTo>
                  <a:lnTo>
                    <a:pt x="86492" y="313584"/>
                  </a:lnTo>
                  <a:lnTo>
                    <a:pt x="91172" y="316067"/>
                  </a:lnTo>
                  <a:lnTo>
                    <a:pt x="95929" y="318400"/>
                  </a:lnTo>
                  <a:lnTo>
                    <a:pt x="100758" y="320582"/>
                  </a:lnTo>
                  <a:lnTo>
                    <a:pt x="105653" y="322609"/>
                  </a:lnTo>
                  <a:lnTo>
                    <a:pt x="110611" y="324480"/>
                  </a:lnTo>
                  <a:lnTo>
                    <a:pt x="115624" y="326193"/>
                  </a:lnTo>
                  <a:lnTo>
                    <a:pt x="120690" y="327746"/>
                  </a:lnTo>
                  <a:lnTo>
                    <a:pt x="125802" y="329138"/>
                  </a:lnTo>
                  <a:lnTo>
                    <a:pt x="130956" y="330367"/>
                  </a:lnTo>
                  <a:lnTo>
                    <a:pt x="136147" y="331433"/>
                  </a:lnTo>
                  <a:lnTo>
                    <a:pt x="141368" y="332333"/>
                  </a:lnTo>
                  <a:lnTo>
                    <a:pt x="146615" y="333067"/>
                  </a:lnTo>
                  <a:lnTo>
                    <a:pt x="151883" y="333635"/>
                  </a:lnTo>
                  <a:lnTo>
                    <a:pt x="157167" y="334036"/>
                  </a:lnTo>
                  <a:lnTo>
                    <a:pt x="162460" y="334268"/>
                  </a:lnTo>
                  <a:lnTo>
                    <a:pt x="167758" y="334333"/>
                  </a:lnTo>
                  <a:lnTo>
                    <a:pt x="173056" y="334230"/>
                  </a:lnTo>
                  <a:lnTo>
                    <a:pt x="178347" y="333959"/>
                  </a:lnTo>
                  <a:lnTo>
                    <a:pt x="183628" y="333521"/>
                  </a:lnTo>
                  <a:lnTo>
                    <a:pt x="188891" y="332916"/>
                  </a:lnTo>
                  <a:lnTo>
                    <a:pt x="194133" y="332144"/>
                  </a:lnTo>
                  <a:lnTo>
                    <a:pt x="199348" y="331206"/>
                  </a:lnTo>
                  <a:lnTo>
                    <a:pt x="204531" y="330103"/>
                  </a:lnTo>
                  <a:lnTo>
                    <a:pt x="209676" y="328837"/>
                  </a:lnTo>
                  <a:lnTo>
                    <a:pt x="214778" y="327408"/>
                  </a:lnTo>
                  <a:lnTo>
                    <a:pt x="219832" y="325819"/>
                  </a:lnTo>
                  <a:lnTo>
                    <a:pt x="224834" y="324070"/>
                  </a:lnTo>
                  <a:lnTo>
                    <a:pt x="229777" y="322163"/>
                  </a:lnTo>
                  <a:lnTo>
                    <a:pt x="234658" y="320101"/>
                  </a:lnTo>
                  <a:lnTo>
                    <a:pt x="239471" y="317885"/>
                  </a:lnTo>
                  <a:lnTo>
                    <a:pt x="244211" y="315517"/>
                  </a:lnTo>
                  <a:lnTo>
                    <a:pt x="248874" y="313001"/>
                  </a:lnTo>
                  <a:lnTo>
                    <a:pt x="253454" y="310338"/>
                  </a:lnTo>
                  <a:lnTo>
                    <a:pt x="257948" y="307531"/>
                  </a:lnTo>
                  <a:lnTo>
                    <a:pt x="262351" y="304583"/>
                  </a:lnTo>
                  <a:lnTo>
                    <a:pt x="266658" y="301497"/>
                  </a:lnTo>
                  <a:lnTo>
                    <a:pt x="270865" y="298276"/>
                  </a:lnTo>
                  <a:lnTo>
                    <a:pt x="274968" y="294924"/>
                  </a:lnTo>
                  <a:lnTo>
                    <a:pt x="278963" y="291443"/>
                  </a:lnTo>
                  <a:lnTo>
                    <a:pt x="282845" y="287837"/>
                  </a:lnTo>
                  <a:lnTo>
                    <a:pt x="286611" y="284110"/>
                  </a:lnTo>
                  <a:lnTo>
                    <a:pt x="290258" y="280266"/>
                  </a:lnTo>
                  <a:lnTo>
                    <a:pt x="293780" y="276308"/>
                  </a:lnTo>
                  <a:lnTo>
                    <a:pt x="297175" y="272240"/>
                  </a:lnTo>
                  <a:lnTo>
                    <a:pt x="300440" y="268067"/>
                  </a:lnTo>
                  <a:lnTo>
                    <a:pt x="303571" y="263792"/>
                  </a:lnTo>
                  <a:lnTo>
                    <a:pt x="306564" y="259421"/>
                  </a:lnTo>
                  <a:lnTo>
                    <a:pt x="309418" y="254956"/>
                  </a:lnTo>
                  <a:lnTo>
                    <a:pt x="312129" y="250404"/>
                  </a:lnTo>
                  <a:lnTo>
                    <a:pt x="314694" y="245768"/>
                  </a:lnTo>
                  <a:lnTo>
                    <a:pt x="317111" y="241052"/>
                  </a:lnTo>
                  <a:lnTo>
                    <a:pt x="319377" y="236263"/>
                  </a:lnTo>
                  <a:lnTo>
                    <a:pt x="321490" y="231404"/>
                  </a:lnTo>
                  <a:lnTo>
                    <a:pt x="323449" y="226481"/>
                  </a:lnTo>
                  <a:lnTo>
                    <a:pt x="325250" y="221498"/>
                  </a:lnTo>
                  <a:lnTo>
                    <a:pt x="326892" y="216461"/>
                  </a:lnTo>
                  <a:lnTo>
                    <a:pt x="328374" y="211374"/>
                  </a:lnTo>
                  <a:lnTo>
                    <a:pt x="329694" y="206242"/>
                  </a:lnTo>
                  <a:lnTo>
                    <a:pt x="330851" y="201071"/>
                  </a:lnTo>
                  <a:lnTo>
                    <a:pt x="331843" y="195867"/>
                  </a:lnTo>
                  <a:lnTo>
                    <a:pt x="332670" y="190633"/>
                  </a:lnTo>
                  <a:lnTo>
                    <a:pt x="333331" y="185376"/>
                  </a:lnTo>
                  <a:lnTo>
                    <a:pt x="333824" y="180101"/>
                  </a:lnTo>
                  <a:lnTo>
                    <a:pt x="334150" y="174812"/>
                  </a:lnTo>
                  <a:lnTo>
                    <a:pt x="334309" y="169516"/>
                  </a:lnTo>
                  <a:lnTo>
                    <a:pt x="334299" y="164218"/>
                  </a:lnTo>
                  <a:lnTo>
                    <a:pt x="334122" y="158922"/>
                  </a:lnTo>
                  <a:lnTo>
                    <a:pt x="333777" y="153635"/>
                  </a:lnTo>
                  <a:lnTo>
                    <a:pt x="333264" y="148361"/>
                  </a:lnTo>
                  <a:lnTo>
                    <a:pt x="332585" y="143106"/>
                  </a:lnTo>
                  <a:lnTo>
                    <a:pt x="331739" y="137876"/>
                  </a:lnTo>
                  <a:lnTo>
                    <a:pt x="330728" y="132675"/>
                  </a:lnTo>
                  <a:lnTo>
                    <a:pt x="329553" y="127508"/>
                  </a:lnTo>
                  <a:lnTo>
                    <a:pt x="328214" y="122382"/>
                  </a:lnTo>
                  <a:lnTo>
                    <a:pt x="326714" y="117300"/>
                  </a:lnTo>
                  <a:lnTo>
                    <a:pt x="325054" y="112268"/>
                  </a:lnTo>
                  <a:lnTo>
                    <a:pt x="323235" y="107292"/>
                  </a:lnTo>
                  <a:lnTo>
                    <a:pt x="321259" y="102376"/>
                  </a:lnTo>
                  <a:lnTo>
                    <a:pt x="319128" y="97525"/>
                  </a:lnTo>
                  <a:lnTo>
                    <a:pt x="316844" y="92743"/>
                  </a:lnTo>
                  <a:lnTo>
                    <a:pt x="314411" y="88037"/>
                  </a:lnTo>
                  <a:lnTo>
                    <a:pt x="311829" y="83410"/>
                  </a:lnTo>
                  <a:lnTo>
                    <a:pt x="309102" y="78867"/>
                  </a:lnTo>
                  <a:lnTo>
                    <a:pt x="306232" y="74413"/>
                  </a:lnTo>
                  <a:lnTo>
                    <a:pt x="303223" y="70052"/>
                  </a:lnTo>
                  <a:lnTo>
                    <a:pt x="300077" y="65789"/>
                  </a:lnTo>
                  <a:lnTo>
                    <a:pt x="296797" y="61627"/>
                  </a:lnTo>
                  <a:lnTo>
                    <a:pt x="293387" y="57572"/>
                  </a:lnTo>
                  <a:lnTo>
                    <a:pt x="289851" y="53626"/>
                  </a:lnTo>
                  <a:lnTo>
                    <a:pt x="286191" y="49795"/>
                  </a:lnTo>
                  <a:lnTo>
                    <a:pt x="282411" y="46082"/>
                  </a:lnTo>
                  <a:lnTo>
                    <a:pt x="278516" y="42490"/>
                  </a:lnTo>
                  <a:lnTo>
                    <a:pt x="274509" y="39024"/>
                  </a:lnTo>
                  <a:lnTo>
                    <a:pt x="270394" y="35686"/>
                  </a:lnTo>
                  <a:lnTo>
                    <a:pt x="266175" y="32480"/>
                  </a:lnTo>
                  <a:lnTo>
                    <a:pt x="261857" y="29410"/>
                  </a:lnTo>
                  <a:lnTo>
                    <a:pt x="257443" y="26478"/>
                  </a:lnTo>
                  <a:lnTo>
                    <a:pt x="252939" y="23687"/>
                  </a:lnTo>
                  <a:lnTo>
                    <a:pt x="248349" y="21041"/>
                  </a:lnTo>
                  <a:lnTo>
                    <a:pt x="243677" y="18541"/>
                  </a:lnTo>
                  <a:lnTo>
                    <a:pt x="238929" y="16191"/>
                  </a:lnTo>
                  <a:lnTo>
                    <a:pt x="234108" y="13992"/>
                  </a:lnTo>
                  <a:lnTo>
                    <a:pt x="229220" y="11947"/>
                  </a:lnTo>
                  <a:lnTo>
                    <a:pt x="224270" y="10058"/>
                  </a:lnTo>
                  <a:lnTo>
                    <a:pt x="219262" y="8327"/>
                  </a:lnTo>
                  <a:lnTo>
                    <a:pt x="214202" y="6756"/>
                  </a:lnTo>
                  <a:lnTo>
                    <a:pt x="209095" y="5345"/>
                  </a:lnTo>
                  <a:lnTo>
                    <a:pt x="203945" y="4097"/>
                  </a:lnTo>
                  <a:lnTo>
                    <a:pt x="198759" y="3014"/>
                  </a:lnTo>
                  <a:lnTo>
                    <a:pt x="193541" y="2095"/>
                  </a:lnTo>
                  <a:lnTo>
                    <a:pt x="188296" y="1341"/>
                  </a:lnTo>
                  <a:lnTo>
                    <a:pt x="183030" y="755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88717" y="5018213"/>
              <a:ext cx="32321" cy="167167"/>
            </a:xfrm>
            <a:custGeom>
              <a:avLst/>
              <a:pathLst>
                <a:path w="32321" h="167167">
                  <a:moveTo>
                    <a:pt x="32321" y="0"/>
                  </a:moveTo>
                  <a:lnTo>
                    <a:pt x="25818" y="126"/>
                  </a:lnTo>
                  <a:lnTo>
                    <a:pt x="19324" y="506"/>
                  </a:lnTo>
                  <a:lnTo>
                    <a:pt x="12850" y="1137"/>
                  </a:lnTo>
                  <a:lnTo>
                    <a:pt x="6405" y="2021"/>
                  </a:lnTo>
                  <a:lnTo>
                    <a:pt x="0" y="3154"/>
                  </a:lnTo>
                  <a:lnTo>
                    <a:pt x="323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88717" y="5021367"/>
              <a:ext cx="32321" cy="164012"/>
            </a:xfrm>
            <a:custGeom>
              <a:avLst/>
              <a:pathLst>
                <a:path w="32321" h="164012">
                  <a:moveTo>
                    <a:pt x="0" y="0"/>
                  </a:moveTo>
                  <a:lnTo>
                    <a:pt x="32321" y="164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88717" y="5021367"/>
              <a:ext cx="32321" cy="164012"/>
            </a:xfrm>
            <a:custGeom>
              <a:avLst/>
              <a:pathLst>
                <a:path w="32321" h="164012">
                  <a:moveTo>
                    <a:pt x="0" y="0"/>
                  </a:moveTo>
                  <a:lnTo>
                    <a:pt x="32321" y="1640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988717" y="5021367"/>
              <a:ext cx="32321" cy="164012"/>
            </a:xfrm>
            <a:custGeom>
              <a:avLst/>
              <a:pathLst>
                <a:path w="32321" h="164012">
                  <a:moveTo>
                    <a:pt x="0" y="0"/>
                  </a:moveTo>
                  <a:lnTo>
                    <a:pt x="32321" y="1640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53884" y="5021367"/>
              <a:ext cx="167154" cy="192902"/>
            </a:xfrm>
            <a:custGeom>
              <a:avLst/>
              <a:pathLst>
                <a:path w="167154" h="192902">
                  <a:moveTo>
                    <a:pt x="134833" y="0"/>
                  </a:moveTo>
                  <a:lnTo>
                    <a:pt x="129555" y="1128"/>
                  </a:lnTo>
                  <a:lnTo>
                    <a:pt x="124316" y="2427"/>
                  </a:lnTo>
                  <a:lnTo>
                    <a:pt x="119121" y="3895"/>
                  </a:lnTo>
                  <a:lnTo>
                    <a:pt x="113977" y="5529"/>
                  </a:lnTo>
                  <a:lnTo>
                    <a:pt x="108888" y="7328"/>
                  </a:lnTo>
                  <a:lnTo>
                    <a:pt x="103860" y="9291"/>
                  </a:lnTo>
                  <a:lnTo>
                    <a:pt x="98898" y="11415"/>
                  </a:lnTo>
                  <a:lnTo>
                    <a:pt x="94007" y="13698"/>
                  </a:lnTo>
                  <a:lnTo>
                    <a:pt x="89192" y="16138"/>
                  </a:lnTo>
                  <a:lnTo>
                    <a:pt x="84459" y="18732"/>
                  </a:lnTo>
                  <a:lnTo>
                    <a:pt x="79812" y="21477"/>
                  </a:lnTo>
                  <a:lnTo>
                    <a:pt x="75256" y="24372"/>
                  </a:lnTo>
                  <a:lnTo>
                    <a:pt x="70795" y="27411"/>
                  </a:lnTo>
                  <a:lnTo>
                    <a:pt x="66436" y="30593"/>
                  </a:lnTo>
                  <a:lnTo>
                    <a:pt x="62181" y="33914"/>
                  </a:lnTo>
                  <a:lnTo>
                    <a:pt x="58035" y="37371"/>
                  </a:lnTo>
                  <a:lnTo>
                    <a:pt x="54004" y="40960"/>
                  </a:lnTo>
                  <a:lnTo>
                    <a:pt x="50090" y="44677"/>
                  </a:lnTo>
                  <a:lnTo>
                    <a:pt x="46298" y="48519"/>
                  </a:lnTo>
                  <a:lnTo>
                    <a:pt x="42633" y="52481"/>
                  </a:lnTo>
                  <a:lnTo>
                    <a:pt x="39097" y="56559"/>
                  </a:lnTo>
                  <a:lnTo>
                    <a:pt x="35695" y="60749"/>
                  </a:lnTo>
                  <a:lnTo>
                    <a:pt x="32429" y="65047"/>
                  </a:lnTo>
                  <a:lnTo>
                    <a:pt x="29305" y="69448"/>
                  </a:lnTo>
                  <a:lnTo>
                    <a:pt x="26324" y="73948"/>
                  </a:lnTo>
                  <a:lnTo>
                    <a:pt x="23489" y="78541"/>
                  </a:lnTo>
                  <a:lnTo>
                    <a:pt x="20805" y="83224"/>
                  </a:lnTo>
                  <a:lnTo>
                    <a:pt x="18273" y="87991"/>
                  </a:lnTo>
                  <a:lnTo>
                    <a:pt x="15896" y="92837"/>
                  </a:lnTo>
                  <a:lnTo>
                    <a:pt x="13677" y="97758"/>
                  </a:lnTo>
                  <a:lnTo>
                    <a:pt x="11618" y="102747"/>
                  </a:lnTo>
                  <a:lnTo>
                    <a:pt x="9721" y="107800"/>
                  </a:lnTo>
                  <a:lnTo>
                    <a:pt x="7989" y="112912"/>
                  </a:lnTo>
                  <a:lnTo>
                    <a:pt x="6422" y="118077"/>
                  </a:lnTo>
                  <a:lnTo>
                    <a:pt x="5023" y="123290"/>
                  </a:lnTo>
                  <a:lnTo>
                    <a:pt x="3793" y="128546"/>
                  </a:lnTo>
                  <a:lnTo>
                    <a:pt x="2733" y="133838"/>
                  </a:lnTo>
                  <a:lnTo>
                    <a:pt x="1844" y="139162"/>
                  </a:lnTo>
                  <a:lnTo>
                    <a:pt x="1128" y="144512"/>
                  </a:lnTo>
                  <a:lnTo>
                    <a:pt x="585" y="149883"/>
                  </a:lnTo>
                  <a:lnTo>
                    <a:pt x="216" y="155267"/>
                  </a:lnTo>
                  <a:lnTo>
                    <a:pt x="21" y="160662"/>
                  </a:lnTo>
                  <a:lnTo>
                    <a:pt x="0" y="166059"/>
                  </a:lnTo>
                  <a:lnTo>
                    <a:pt x="153" y="171454"/>
                  </a:lnTo>
                  <a:lnTo>
                    <a:pt x="480" y="176842"/>
                  </a:lnTo>
                  <a:lnTo>
                    <a:pt x="981" y="182216"/>
                  </a:lnTo>
                  <a:lnTo>
                    <a:pt x="1655" y="187572"/>
                  </a:lnTo>
                  <a:lnTo>
                    <a:pt x="2502" y="192902"/>
                  </a:lnTo>
                  <a:lnTo>
                    <a:pt x="167154" y="1640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6386" y="5018213"/>
              <a:ext cx="331799" cy="334334"/>
            </a:xfrm>
            <a:custGeom>
              <a:avLst/>
              <a:pathLst>
                <a:path w="331799" h="334334">
                  <a:moveTo>
                    <a:pt x="0" y="196057"/>
                  </a:moveTo>
                  <a:lnTo>
                    <a:pt x="999" y="201267"/>
                  </a:lnTo>
                  <a:lnTo>
                    <a:pt x="2164" y="206443"/>
                  </a:lnTo>
                  <a:lnTo>
                    <a:pt x="3492" y="211580"/>
                  </a:lnTo>
                  <a:lnTo>
                    <a:pt x="4983" y="216672"/>
                  </a:lnTo>
                  <a:lnTo>
                    <a:pt x="6634" y="221714"/>
                  </a:lnTo>
                  <a:lnTo>
                    <a:pt x="8445" y="226701"/>
                  </a:lnTo>
                  <a:lnTo>
                    <a:pt x="10412" y="231628"/>
                  </a:lnTo>
                  <a:lnTo>
                    <a:pt x="12536" y="236490"/>
                  </a:lnTo>
                  <a:lnTo>
                    <a:pt x="14812" y="241282"/>
                  </a:lnTo>
                  <a:lnTo>
                    <a:pt x="17240" y="246000"/>
                  </a:lnTo>
                  <a:lnTo>
                    <a:pt x="19816" y="250638"/>
                  </a:lnTo>
                  <a:lnTo>
                    <a:pt x="22537" y="255192"/>
                  </a:lnTo>
                  <a:lnTo>
                    <a:pt x="25402" y="259658"/>
                  </a:lnTo>
                  <a:lnTo>
                    <a:pt x="28408" y="264030"/>
                  </a:lnTo>
                  <a:lnTo>
                    <a:pt x="31550" y="268305"/>
                  </a:lnTo>
                  <a:lnTo>
                    <a:pt x="34827" y="272478"/>
                  </a:lnTo>
                  <a:lnTo>
                    <a:pt x="38234" y="276545"/>
                  </a:lnTo>
                  <a:lnTo>
                    <a:pt x="41768" y="280501"/>
                  </a:lnTo>
                  <a:lnTo>
                    <a:pt x="45427" y="284344"/>
                  </a:lnTo>
                  <a:lnTo>
                    <a:pt x="49205" y="288068"/>
                  </a:lnTo>
                  <a:lnTo>
                    <a:pt x="53100" y="291671"/>
                  </a:lnTo>
                  <a:lnTo>
                    <a:pt x="57107" y="295148"/>
                  </a:lnTo>
                  <a:lnTo>
                    <a:pt x="61223" y="298496"/>
                  </a:lnTo>
                  <a:lnTo>
                    <a:pt x="65443" y="301713"/>
                  </a:lnTo>
                  <a:lnTo>
                    <a:pt x="69762" y="304793"/>
                  </a:lnTo>
                  <a:lnTo>
                    <a:pt x="74177" y="307735"/>
                  </a:lnTo>
                  <a:lnTo>
                    <a:pt x="78684" y="310535"/>
                  </a:lnTo>
                  <a:lnTo>
                    <a:pt x="83277" y="313191"/>
                  </a:lnTo>
                  <a:lnTo>
                    <a:pt x="87952" y="315700"/>
                  </a:lnTo>
                  <a:lnTo>
                    <a:pt x="92704" y="318059"/>
                  </a:lnTo>
                  <a:lnTo>
                    <a:pt x="97528" y="320266"/>
                  </a:lnTo>
                  <a:lnTo>
                    <a:pt x="102421" y="322319"/>
                  </a:lnTo>
                  <a:lnTo>
                    <a:pt x="107375" y="324216"/>
                  </a:lnTo>
                  <a:lnTo>
                    <a:pt x="112388" y="325954"/>
                  </a:lnTo>
                  <a:lnTo>
                    <a:pt x="117453" y="327533"/>
                  </a:lnTo>
                  <a:lnTo>
                    <a:pt x="122566" y="328950"/>
                  </a:lnTo>
                  <a:lnTo>
                    <a:pt x="127721" y="330204"/>
                  </a:lnTo>
                  <a:lnTo>
                    <a:pt x="132914" y="331294"/>
                  </a:lnTo>
                  <a:lnTo>
                    <a:pt x="138138" y="332218"/>
                  </a:lnTo>
                  <a:lnTo>
                    <a:pt x="143389" y="332977"/>
                  </a:lnTo>
                  <a:lnTo>
                    <a:pt x="148662" y="333568"/>
                  </a:lnTo>
                  <a:lnTo>
                    <a:pt x="153950" y="333991"/>
                  </a:lnTo>
                  <a:lnTo>
                    <a:pt x="159250" y="334247"/>
                  </a:lnTo>
                  <a:lnTo>
                    <a:pt x="164554" y="334334"/>
                  </a:lnTo>
                  <a:lnTo>
                    <a:pt x="169859" y="334253"/>
                  </a:lnTo>
                  <a:lnTo>
                    <a:pt x="175159" y="334004"/>
                  </a:lnTo>
                  <a:lnTo>
                    <a:pt x="180448" y="333586"/>
                  </a:lnTo>
                  <a:lnTo>
                    <a:pt x="185721" y="333001"/>
                  </a:lnTo>
                  <a:lnTo>
                    <a:pt x="190973" y="332249"/>
                  </a:lnTo>
                  <a:lnTo>
                    <a:pt x="196199" y="331331"/>
                  </a:lnTo>
                  <a:lnTo>
                    <a:pt x="201392" y="330247"/>
                  </a:lnTo>
                  <a:lnTo>
                    <a:pt x="206549" y="328999"/>
                  </a:lnTo>
                  <a:lnTo>
                    <a:pt x="211663" y="327588"/>
                  </a:lnTo>
                  <a:lnTo>
                    <a:pt x="216730" y="326015"/>
                  </a:lnTo>
                  <a:lnTo>
                    <a:pt x="221745" y="324283"/>
                  </a:lnTo>
                  <a:lnTo>
                    <a:pt x="226702" y="322392"/>
                  </a:lnTo>
                  <a:lnTo>
                    <a:pt x="231597" y="320344"/>
                  </a:lnTo>
                  <a:lnTo>
                    <a:pt x="236424" y="318143"/>
                  </a:lnTo>
                  <a:lnTo>
                    <a:pt x="241179" y="315789"/>
                  </a:lnTo>
                  <a:lnTo>
                    <a:pt x="245857" y="313286"/>
                  </a:lnTo>
                  <a:lnTo>
                    <a:pt x="250453" y="310635"/>
                  </a:lnTo>
                  <a:lnTo>
                    <a:pt x="254962" y="307840"/>
                  </a:lnTo>
                  <a:lnTo>
                    <a:pt x="259381" y="304903"/>
                  </a:lnTo>
                  <a:lnTo>
                    <a:pt x="263704" y="301828"/>
                  </a:lnTo>
                  <a:lnTo>
                    <a:pt x="267927" y="298617"/>
                  </a:lnTo>
                  <a:lnTo>
                    <a:pt x="272047" y="295273"/>
                  </a:lnTo>
                  <a:lnTo>
                    <a:pt x="276058" y="291801"/>
                  </a:lnTo>
                  <a:lnTo>
                    <a:pt x="279957" y="288203"/>
                  </a:lnTo>
                  <a:lnTo>
                    <a:pt x="283740" y="284483"/>
                  </a:lnTo>
                  <a:lnTo>
                    <a:pt x="287403" y="280644"/>
                  </a:lnTo>
                  <a:lnTo>
                    <a:pt x="290942" y="276692"/>
                  </a:lnTo>
                  <a:lnTo>
                    <a:pt x="294354" y="272629"/>
                  </a:lnTo>
                  <a:lnTo>
                    <a:pt x="297635" y="268460"/>
                  </a:lnTo>
                  <a:lnTo>
                    <a:pt x="300783" y="264189"/>
                  </a:lnTo>
                  <a:lnTo>
                    <a:pt x="303793" y="259820"/>
                  </a:lnTo>
                  <a:lnTo>
                    <a:pt x="306663" y="255358"/>
                  </a:lnTo>
                  <a:lnTo>
                    <a:pt x="309390" y="250807"/>
                  </a:lnTo>
                  <a:lnTo>
                    <a:pt x="311972" y="246172"/>
                  </a:lnTo>
                  <a:lnTo>
                    <a:pt x="314405" y="241457"/>
                  </a:lnTo>
                  <a:lnTo>
                    <a:pt x="316687" y="236667"/>
                  </a:lnTo>
                  <a:lnTo>
                    <a:pt x="318816" y="231807"/>
                  </a:lnTo>
                  <a:lnTo>
                    <a:pt x="320789" y="226883"/>
                  </a:lnTo>
                  <a:lnTo>
                    <a:pt x="322606" y="221898"/>
                  </a:lnTo>
                  <a:lnTo>
                    <a:pt x="324263" y="216858"/>
                  </a:lnTo>
                  <a:lnTo>
                    <a:pt x="325759" y="211768"/>
                  </a:lnTo>
                  <a:lnTo>
                    <a:pt x="327094" y="206633"/>
                  </a:lnTo>
                  <a:lnTo>
                    <a:pt x="328264" y="201458"/>
                  </a:lnTo>
                  <a:lnTo>
                    <a:pt x="329270" y="196248"/>
                  </a:lnTo>
                  <a:lnTo>
                    <a:pt x="330110" y="191010"/>
                  </a:lnTo>
                  <a:lnTo>
                    <a:pt x="330783" y="185747"/>
                  </a:lnTo>
                  <a:lnTo>
                    <a:pt x="331289" y="180466"/>
                  </a:lnTo>
                  <a:lnTo>
                    <a:pt x="331627" y="175171"/>
                  </a:lnTo>
                  <a:lnTo>
                    <a:pt x="331797" y="169868"/>
                  </a:lnTo>
                  <a:lnTo>
                    <a:pt x="331799" y="164563"/>
                  </a:lnTo>
                  <a:lnTo>
                    <a:pt x="331632" y="159260"/>
                  </a:lnTo>
                  <a:lnTo>
                    <a:pt x="331297" y="153965"/>
                  </a:lnTo>
                  <a:lnTo>
                    <a:pt x="330794" y="148683"/>
                  </a:lnTo>
                  <a:lnTo>
                    <a:pt x="330124" y="143420"/>
                  </a:lnTo>
                  <a:lnTo>
                    <a:pt x="329287" y="138181"/>
                  </a:lnTo>
                  <a:lnTo>
                    <a:pt x="328284" y="132971"/>
                  </a:lnTo>
                  <a:lnTo>
                    <a:pt x="327117" y="127796"/>
                  </a:lnTo>
                  <a:lnTo>
                    <a:pt x="325785" y="122660"/>
                  </a:lnTo>
                  <a:lnTo>
                    <a:pt x="324292" y="117569"/>
                  </a:lnTo>
                  <a:lnTo>
                    <a:pt x="322638" y="112528"/>
                  </a:lnTo>
                  <a:lnTo>
                    <a:pt x="320824" y="107542"/>
                  </a:lnTo>
                  <a:lnTo>
                    <a:pt x="318853" y="102616"/>
                  </a:lnTo>
                  <a:lnTo>
                    <a:pt x="316727" y="97755"/>
                  </a:lnTo>
                  <a:lnTo>
                    <a:pt x="314448" y="92964"/>
                  </a:lnTo>
                  <a:lnTo>
                    <a:pt x="312018" y="88248"/>
                  </a:lnTo>
                  <a:lnTo>
                    <a:pt x="309439" y="83611"/>
                  </a:lnTo>
                  <a:lnTo>
                    <a:pt x="306715" y="79059"/>
                  </a:lnTo>
                  <a:lnTo>
                    <a:pt x="303847" y="74595"/>
                  </a:lnTo>
                  <a:lnTo>
                    <a:pt x="300839" y="70224"/>
                  </a:lnTo>
                  <a:lnTo>
                    <a:pt x="297694" y="65951"/>
                  </a:lnTo>
                  <a:lnTo>
                    <a:pt x="294415" y="61780"/>
                  </a:lnTo>
                  <a:lnTo>
                    <a:pt x="291006" y="57716"/>
                  </a:lnTo>
                  <a:lnTo>
                    <a:pt x="287469" y="53761"/>
                  </a:lnTo>
                  <a:lnTo>
                    <a:pt x="283808" y="49921"/>
                  </a:lnTo>
                  <a:lnTo>
                    <a:pt x="280027" y="46198"/>
                  </a:lnTo>
                  <a:lnTo>
                    <a:pt x="276131" y="42598"/>
                  </a:lnTo>
                  <a:lnTo>
                    <a:pt x="272121" y="39123"/>
                  </a:lnTo>
                  <a:lnTo>
                    <a:pt x="268004" y="35777"/>
                  </a:lnTo>
                  <a:lnTo>
                    <a:pt x="263782" y="32564"/>
                  </a:lnTo>
                  <a:lnTo>
                    <a:pt x="259461" y="29486"/>
                  </a:lnTo>
                  <a:lnTo>
                    <a:pt x="255044" y="26546"/>
                  </a:lnTo>
                  <a:lnTo>
                    <a:pt x="250536" y="23749"/>
                  </a:lnTo>
                  <a:lnTo>
                    <a:pt x="245942" y="21095"/>
                  </a:lnTo>
                  <a:lnTo>
                    <a:pt x="241265" y="18589"/>
                  </a:lnTo>
                  <a:lnTo>
                    <a:pt x="236512" y="16233"/>
                  </a:lnTo>
                  <a:lnTo>
                    <a:pt x="231686" y="14029"/>
                  </a:lnTo>
                  <a:lnTo>
                    <a:pt x="226792" y="11978"/>
                  </a:lnTo>
                  <a:lnTo>
                    <a:pt x="221836" y="10085"/>
                  </a:lnTo>
                  <a:lnTo>
                    <a:pt x="216823" y="8349"/>
                  </a:lnTo>
                  <a:lnTo>
                    <a:pt x="211757" y="6773"/>
                  </a:lnTo>
                  <a:lnTo>
                    <a:pt x="206643" y="5359"/>
                  </a:lnTo>
                  <a:lnTo>
                    <a:pt x="201487" y="4108"/>
                  </a:lnTo>
                  <a:lnTo>
                    <a:pt x="196294" y="3022"/>
                  </a:lnTo>
                  <a:lnTo>
                    <a:pt x="191069" y="2100"/>
                  </a:lnTo>
                  <a:lnTo>
                    <a:pt x="185818" y="1345"/>
                  </a:lnTo>
                  <a:lnTo>
                    <a:pt x="180545" y="757"/>
                  </a:lnTo>
                  <a:lnTo>
                    <a:pt x="175256" y="336"/>
                  </a:lnTo>
                  <a:lnTo>
                    <a:pt x="169957" y="84"/>
                  </a:lnTo>
                  <a:lnTo>
                    <a:pt x="164652" y="0"/>
                  </a:lnTo>
                  <a:lnTo>
                    <a:pt x="1646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06764" y="4659281"/>
              <a:ext cx="116470" cy="167167"/>
            </a:xfrm>
            <a:custGeom>
              <a:avLst/>
              <a:pathLst>
                <a:path w="116470" h="167167">
                  <a:moveTo>
                    <a:pt x="116470" y="0"/>
                  </a:moveTo>
                  <a:lnTo>
                    <a:pt x="110869" y="93"/>
                  </a:lnTo>
                  <a:lnTo>
                    <a:pt x="105274" y="375"/>
                  </a:lnTo>
                  <a:lnTo>
                    <a:pt x="99691" y="844"/>
                  </a:lnTo>
                  <a:lnTo>
                    <a:pt x="94127" y="1499"/>
                  </a:lnTo>
                  <a:lnTo>
                    <a:pt x="88589" y="2341"/>
                  </a:lnTo>
                  <a:lnTo>
                    <a:pt x="83081" y="3368"/>
                  </a:lnTo>
                  <a:lnTo>
                    <a:pt x="77611" y="4579"/>
                  </a:lnTo>
                  <a:lnTo>
                    <a:pt x="72185" y="5972"/>
                  </a:lnTo>
                  <a:lnTo>
                    <a:pt x="66809" y="7546"/>
                  </a:lnTo>
                  <a:lnTo>
                    <a:pt x="61488" y="9300"/>
                  </a:lnTo>
                  <a:lnTo>
                    <a:pt x="56229" y="11231"/>
                  </a:lnTo>
                  <a:lnTo>
                    <a:pt x="51038" y="13337"/>
                  </a:lnTo>
                  <a:lnTo>
                    <a:pt x="45920" y="15616"/>
                  </a:lnTo>
                  <a:lnTo>
                    <a:pt x="40881" y="18065"/>
                  </a:lnTo>
                  <a:lnTo>
                    <a:pt x="35928" y="20682"/>
                  </a:lnTo>
                  <a:lnTo>
                    <a:pt x="31065" y="23463"/>
                  </a:lnTo>
                  <a:lnTo>
                    <a:pt x="26297" y="26405"/>
                  </a:lnTo>
                  <a:lnTo>
                    <a:pt x="21631" y="29506"/>
                  </a:lnTo>
                  <a:lnTo>
                    <a:pt x="17072" y="32761"/>
                  </a:lnTo>
                  <a:lnTo>
                    <a:pt x="12624" y="36167"/>
                  </a:lnTo>
                  <a:lnTo>
                    <a:pt x="8293" y="39720"/>
                  </a:lnTo>
                  <a:lnTo>
                    <a:pt x="4083" y="43417"/>
                  </a:lnTo>
                  <a:lnTo>
                    <a:pt x="0" y="47252"/>
                  </a:lnTo>
                  <a:lnTo>
                    <a:pt x="11647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06764" y="4706534"/>
              <a:ext cx="116470" cy="119914"/>
            </a:xfrm>
            <a:custGeom>
              <a:avLst/>
              <a:pathLst>
                <a:path w="116470" h="119914">
                  <a:moveTo>
                    <a:pt x="0" y="0"/>
                  </a:moveTo>
                  <a:lnTo>
                    <a:pt x="116470" y="1199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06764" y="4706534"/>
              <a:ext cx="116470" cy="119914"/>
            </a:xfrm>
            <a:custGeom>
              <a:avLst/>
              <a:pathLst>
                <a:path w="116470" h="119914">
                  <a:moveTo>
                    <a:pt x="0" y="0"/>
                  </a:moveTo>
                  <a:lnTo>
                    <a:pt x="116470" y="1199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256071" y="4706534"/>
              <a:ext cx="334328" cy="287074"/>
            </a:xfrm>
            <a:custGeom>
              <a:avLst/>
              <a:pathLst>
                <a:path w="334328" h="287074">
                  <a:moveTo>
                    <a:pt x="50693" y="0"/>
                  </a:moveTo>
                  <a:lnTo>
                    <a:pt x="46946" y="3756"/>
                  </a:lnTo>
                  <a:lnTo>
                    <a:pt x="43321" y="7629"/>
                  </a:lnTo>
                  <a:lnTo>
                    <a:pt x="39820" y="11616"/>
                  </a:lnTo>
                  <a:lnTo>
                    <a:pt x="36447" y="15711"/>
                  </a:lnTo>
                  <a:lnTo>
                    <a:pt x="33206" y="19912"/>
                  </a:lnTo>
                  <a:lnTo>
                    <a:pt x="30101" y="24213"/>
                  </a:lnTo>
                  <a:lnTo>
                    <a:pt x="27133" y="28611"/>
                  </a:lnTo>
                  <a:lnTo>
                    <a:pt x="24306" y="33100"/>
                  </a:lnTo>
                  <a:lnTo>
                    <a:pt x="21623" y="37677"/>
                  </a:lnTo>
                  <a:lnTo>
                    <a:pt x="19087" y="42337"/>
                  </a:lnTo>
                  <a:lnTo>
                    <a:pt x="16699" y="47075"/>
                  </a:lnTo>
                  <a:lnTo>
                    <a:pt x="14464" y="51886"/>
                  </a:lnTo>
                  <a:lnTo>
                    <a:pt x="12382" y="56766"/>
                  </a:lnTo>
                  <a:lnTo>
                    <a:pt x="10456" y="61710"/>
                  </a:lnTo>
                  <a:lnTo>
                    <a:pt x="8688" y="66712"/>
                  </a:lnTo>
                  <a:lnTo>
                    <a:pt x="7080" y="71768"/>
                  </a:lnTo>
                  <a:lnTo>
                    <a:pt x="5632" y="76872"/>
                  </a:lnTo>
                  <a:lnTo>
                    <a:pt x="4348" y="82019"/>
                  </a:lnTo>
                  <a:lnTo>
                    <a:pt x="3227" y="87205"/>
                  </a:lnTo>
                  <a:lnTo>
                    <a:pt x="2272" y="92424"/>
                  </a:lnTo>
                  <a:lnTo>
                    <a:pt x="1483" y="97670"/>
                  </a:lnTo>
                  <a:lnTo>
                    <a:pt x="860" y="102939"/>
                  </a:lnTo>
                  <a:lnTo>
                    <a:pt x="405" y="108225"/>
                  </a:lnTo>
                  <a:lnTo>
                    <a:pt x="118" y="113522"/>
                  </a:lnTo>
                  <a:lnTo>
                    <a:pt x="0" y="118826"/>
                  </a:lnTo>
                  <a:lnTo>
                    <a:pt x="49" y="124131"/>
                  </a:lnTo>
                  <a:lnTo>
                    <a:pt x="267" y="129432"/>
                  </a:lnTo>
                  <a:lnTo>
                    <a:pt x="653" y="134724"/>
                  </a:lnTo>
                  <a:lnTo>
                    <a:pt x="1207" y="140000"/>
                  </a:lnTo>
                  <a:lnTo>
                    <a:pt x="1928" y="145256"/>
                  </a:lnTo>
                  <a:lnTo>
                    <a:pt x="2815" y="150487"/>
                  </a:lnTo>
                  <a:lnTo>
                    <a:pt x="3868" y="155687"/>
                  </a:lnTo>
                  <a:lnTo>
                    <a:pt x="5086" y="160851"/>
                  </a:lnTo>
                  <a:lnTo>
                    <a:pt x="6466" y="165973"/>
                  </a:lnTo>
                  <a:lnTo>
                    <a:pt x="8009" y="171049"/>
                  </a:lnTo>
                  <a:lnTo>
                    <a:pt x="9712" y="176074"/>
                  </a:lnTo>
                  <a:lnTo>
                    <a:pt x="11573" y="181042"/>
                  </a:lnTo>
                  <a:lnTo>
                    <a:pt x="13591" y="185949"/>
                  </a:lnTo>
                  <a:lnTo>
                    <a:pt x="15764" y="190789"/>
                  </a:lnTo>
                  <a:lnTo>
                    <a:pt x="18089" y="195558"/>
                  </a:lnTo>
                  <a:lnTo>
                    <a:pt x="20565" y="200250"/>
                  </a:lnTo>
                  <a:lnTo>
                    <a:pt x="23188" y="204862"/>
                  </a:lnTo>
                  <a:lnTo>
                    <a:pt x="25956" y="209388"/>
                  </a:lnTo>
                  <a:lnTo>
                    <a:pt x="28867" y="213823"/>
                  </a:lnTo>
                  <a:lnTo>
                    <a:pt x="31916" y="218165"/>
                  </a:lnTo>
                  <a:lnTo>
                    <a:pt x="35102" y="222407"/>
                  </a:lnTo>
                  <a:lnTo>
                    <a:pt x="38421" y="226546"/>
                  </a:lnTo>
                  <a:lnTo>
                    <a:pt x="41870" y="230578"/>
                  </a:lnTo>
                  <a:lnTo>
                    <a:pt x="45444" y="234498"/>
                  </a:lnTo>
                  <a:lnTo>
                    <a:pt x="49142" y="238303"/>
                  </a:lnTo>
                  <a:lnTo>
                    <a:pt x="52958" y="241988"/>
                  </a:lnTo>
                  <a:lnTo>
                    <a:pt x="56889" y="245551"/>
                  </a:lnTo>
                  <a:lnTo>
                    <a:pt x="60932" y="248987"/>
                  </a:lnTo>
                  <a:lnTo>
                    <a:pt x="65081" y="252293"/>
                  </a:lnTo>
                  <a:lnTo>
                    <a:pt x="69333" y="255466"/>
                  </a:lnTo>
                  <a:lnTo>
                    <a:pt x="73684" y="258502"/>
                  </a:lnTo>
                  <a:lnTo>
                    <a:pt x="78129" y="261399"/>
                  </a:lnTo>
                  <a:lnTo>
                    <a:pt x="82664" y="264153"/>
                  </a:lnTo>
                  <a:lnTo>
                    <a:pt x="87283" y="266761"/>
                  </a:lnTo>
                  <a:lnTo>
                    <a:pt x="91983" y="269222"/>
                  </a:lnTo>
                  <a:lnTo>
                    <a:pt x="96759" y="271533"/>
                  </a:lnTo>
                  <a:lnTo>
                    <a:pt x="101606" y="273691"/>
                  </a:lnTo>
                  <a:lnTo>
                    <a:pt x="106519" y="275693"/>
                  </a:lnTo>
                  <a:lnTo>
                    <a:pt x="111493" y="277539"/>
                  </a:lnTo>
                  <a:lnTo>
                    <a:pt x="116523" y="279227"/>
                  </a:lnTo>
                  <a:lnTo>
                    <a:pt x="121604" y="280753"/>
                  </a:lnTo>
                  <a:lnTo>
                    <a:pt x="126730" y="282118"/>
                  </a:lnTo>
                  <a:lnTo>
                    <a:pt x="131898" y="283320"/>
                  </a:lnTo>
                  <a:lnTo>
                    <a:pt x="137101" y="284356"/>
                  </a:lnTo>
                  <a:lnTo>
                    <a:pt x="142335" y="285227"/>
                  </a:lnTo>
                  <a:lnTo>
                    <a:pt x="147593" y="285932"/>
                  </a:lnTo>
                  <a:lnTo>
                    <a:pt x="152871" y="286470"/>
                  </a:lnTo>
                  <a:lnTo>
                    <a:pt x="158164" y="286839"/>
                  </a:lnTo>
                  <a:lnTo>
                    <a:pt x="163465" y="287041"/>
                  </a:lnTo>
                  <a:lnTo>
                    <a:pt x="168770" y="287074"/>
                  </a:lnTo>
                  <a:lnTo>
                    <a:pt x="174074" y="286939"/>
                  </a:lnTo>
                  <a:lnTo>
                    <a:pt x="179371" y="286635"/>
                  </a:lnTo>
                  <a:lnTo>
                    <a:pt x="184655" y="286164"/>
                  </a:lnTo>
                  <a:lnTo>
                    <a:pt x="189922" y="285525"/>
                  </a:lnTo>
                  <a:lnTo>
                    <a:pt x="195166" y="284720"/>
                  </a:lnTo>
                  <a:lnTo>
                    <a:pt x="200382" y="283748"/>
                  </a:lnTo>
                  <a:lnTo>
                    <a:pt x="205564" y="282611"/>
                  </a:lnTo>
                  <a:lnTo>
                    <a:pt x="210707" y="281311"/>
                  </a:lnTo>
                  <a:lnTo>
                    <a:pt x="215807" y="279848"/>
                  </a:lnTo>
                  <a:lnTo>
                    <a:pt x="220858" y="278224"/>
                  </a:lnTo>
                  <a:lnTo>
                    <a:pt x="225854" y="276440"/>
                  </a:lnTo>
                  <a:lnTo>
                    <a:pt x="230792" y="274499"/>
                  </a:lnTo>
                  <a:lnTo>
                    <a:pt x="235665" y="272402"/>
                  </a:lnTo>
                  <a:lnTo>
                    <a:pt x="240470" y="270151"/>
                  </a:lnTo>
                  <a:lnTo>
                    <a:pt x="245200" y="267749"/>
                  </a:lnTo>
                  <a:lnTo>
                    <a:pt x="249852" y="265199"/>
                  </a:lnTo>
                  <a:lnTo>
                    <a:pt x="254421" y="262501"/>
                  </a:lnTo>
                  <a:lnTo>
                    <a:pt x="258901" y="259661"/>
                  </a:lnTo>
                  <a:lnTo>
                    <a:pt x="263290" y="256679"/>
                  </a:lnTo>
                  <a:lnTo>
                    <a:pt x="267581" y="253560"/>
                  </a:lnTo>
                  <a:lnTo>
                    <a:pt x="271772" y="250306"/>
                  </a:lnTo>
                  <a:lnTo>
                    <a:pt x="275857" y="246921"/>
                  </a:lnTo>
                  <a:lnTo>
                    <a:pt x="279832" y="243408"/>
                  </a:lnTo>
                  <a:lnTo>
                    <a:pt x="283695" y="239770"/>
                  </a:lnTo>
                  <a:lnTo>
                    <a:pt x="287439" y="236012"/>
                  </a:lnTo>
                  <a:lnTo>
                    <a:pt x="291063" y="232137"/>
                  </a:lnTo>
                  <a:lnTo>
                    <a:pt x="294562" y="228149"/>
                  </a:lnTo>
                  <a:lnTo>
                    <a:pt x="297932" y="224051"/>
                  </a:lnTo>
                  <a:lnTo>
                    <a:pt x="301171" y="219849"/>
                  </a:lnTo>
                  <a:lnTo>
                    <a:pt x="304274" y="215546"/>
                  </a:lnTo>
                  <a:lnTo>
                    <a:pt x="307240" y="211147"/>
                  </a:lnTo>
                  <a:lnTo>
                    <a:pt x="310065" y="206656"/>
                  </a:lnTo>
                  <a:lnTo>
                    <a:pt x="312745" y="202078"/>
                  </a:lnTo>
                  <a:lnTo>
                    <a:pt x="315279" y="197417"/>
                  </a:lnTo>
                  <a:lnTo>
                    <a:pt x="317664" y="192678"/>
                  </a:lnTo>
                  <a:lnTo>
                    <a:pt x="319897" y="187865"/>
                  </a:lnTo>
                  <a:lnTo>
                    <a:pt x="321977" y="182984"/>
                  </a:lnTo>
                  <a:lnTo>
                    <a:pt x="323900" y="178040"/>
                  </a:lnTo>
                  <a:lnTo>
                    <a:pt x="325666" y="173037"/>
                  </a:lnTo>
                  <a:lnTo>
                    <a:pt x="327272" y="167980"/>
                  </a:lnTo>
                  <a:lnTo>
                    <a:pt x="328716" y="162875"/>
                  </a:lnTo>
                  <a:lnTo>
                    <a:pt x="329998" y="157727"/>
                  </a:lnTo>
                  <a:lnTo>
                    <a:pt x="331116" y="152541"/>
                  </a:lnTo>
                  <a:lnTo>
                    <a:pt x="332069" y="147322"/>
                  </a:lnTo>
                  <a:lnTo>
                    <a:pt x="332855" y="142075"/>
                  </a:lnTo>
                  <a:lnTo>
                    <a:pt x="333475" y="136806"/>
                  </a:lnTo>
                  <a:lnTo>
                    <a:pt x="333928" y="131520"/>
                  </a:lnTo>
                  <a:lnTo>
                    <a:pt x="334212" y="126222"/>
                  </a:lnTo>
                  <a:lnTo>
                    <a:pt x="334328" y="120918"/>
                  </a:lnTo>
                  <a:lnTo>
                    <a:pt x="334275" y="115613"/>
                  </a:lnTo>
                  <a:lnTo>
                    <a:pt x="334055" y="110312"/>
                  </a:lnTo>
                  <a:lnTo>
                    <a:pt x="333666" y="105021"/>
                  </a:lnTo>
                  <a:lnTo>
                    <a:pt x="333110" y="99745"/>
                  </a:lnTo>
                  <a:lnTo>
                    <a:pt x="332386" y="94489"/>
                  </a:lnTo>
                  <a:lnTo>
                    <a:pt x="331496" y="89259"/>
                  </a:lnTo>
                  <a:lnTo>
                    <a:pt x="330440" y="84059"/>
                  </a:lnTo>
                  <a:lnTo>
                    <a:pt x="329220" y="78896"/>
                  </a:lnTo>
                  <a:lnTo>
                    <a:pt x="327837" y="73774"/>
                  </a:lnTo>
                  <a:lnTo>
                    <a:pt x="326292" y="68699"/>
                  </a:lnTo>
                  <a:lnTo>
                    <a:pt x="324587" y="63675"/>
                  </a:lnTo>
                  <a:lnTo>
                    <a:pt x="322723" y="58708"/>
                  </a:lnTo>
                  <a:lnTo>
                    <a:pt x="320702" y="53802"/>
                  </a:lnTo>
                  <a:lnTo>
                    <a:pt x="318527" y="48963"/>
                  </a:lnTo>
                  <a:lnTo>
                    <a:pt x="167163" y="1199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151363" cy="167167"/>
            </a:xfrm>
            <a:custGeom>
              <a:avLst/>
              <a:pathLst>
                <a:path w="151363" h="167167">
                  <a:moveTo>
                    <a:pt x="151363" y="96216"/>
                  </a:moveTo>
                  <a:lnTo>
                    <a:pt x="148988" y="91356"/>
                  </a:lnTo>
                  <a:lnTo>
                    <a:pt x="146458" y="86576"/>
                  </a:lnTo>
                  <a:lnTo>
                    <a:pt x="143774" y="81880"/>
                  </a:lnTo>
                  <a:lnTo>
                    <a:pt x="140940" y="77274"/>
                  </a:lnTo>
                  <a:lnTo>
                    <a:pt x="137958" y="72761"/>
                  </a:lnTo>
                  <a:lnTo>
                    <a:pt x="134832" y="68348"/>
                  </a:lnTo>
                  <a:lnTo>
                    <a:pt x="131564" y="64038"/>
                  </a:lnTo>
                  <a:lnTo>
                    <a:pt x="128159" y="59835"/>
                  </a:lnTo>
                  <a:lnTo>
                    <a:pt x="124620" y="55746"/>
                  </a:lnTo>
                  <a:lnTo>
                    <a:pt x="120950" y="51772"/>
                  </a:lnTo>
                  <a:lnTo>
                    <a:pt x="117154" y="47920"/>
                  </a:lnTo>
                  <a:lnTo>
                    <a:pt x="113235" y="44192"/>
                  </a:lnTo>
                  <a:lnTo>
                    <a:pt x="109197" y="40594"/>
                  </a:lnTo>
                  <a:lnTo>
                    <a:pt x="105045" y="37127"/>
                  </a:lnTo>
                  <a:lnTo>
                    <a:pt x="100784" y="33797"/>
                  </a:lnTo>
                  <a:lnTo>
                    <a:pt x="96416" y="30606"/>
                  </a:lnTo>
                  <a:lnTo>
                    <a:pt x="91948" y="27559"/>
                  </a:lnTo>
                  <a:lnTo>
                    <a:pt x="87383" y="24657"/>
                  </a:lnTo>
                  <a:lnTo>
                    <a:pt x="82727" y="21905"/>
                  </a:lnTo>
                  <a:lnTo>
                    <a:pt x="77985" y="19305"/>
                  </a:lnTo>
                  <a:lnTo>
                    <a:pt x="73161" y="16859"/>
                  </a:lnTo>
                  <a:lnTo>
                    <a:pt x="68260" y="14571"/>
                  </a:lnTo>
                  <a:lnTo>
                    <a:pt x="63288" y="12443"/>
                  </a:lnTo>
                  <a:lnTo>
                    <a:pt x="58249" y="10476"/>
                  </a:lnTo>
                  <a:lnTo>
                    <a:pt x="53149" y="8674"/>
                  </a:lnTo>
                  <a:lnTo>
                    <a:pt x="47994" y="7037"/>
                  </a:lnTo>
                  <a:lnTo>
                    <a:pt x="42789" y="5569"/>
                  </a:lnTo>
                  <a:lnTo>
                    <a:pt x="37539" y="4269"/>
                  </a:lnTo>
                  <a:lnTo>
                    <a:pt x="32249" y="3140"/>
                  </a:lnTo>
                  <a:lnTo>
                    <a:pt x="26926" y="2182"/>
                  </a:lnTo>
                  <a:lnTo>
                    <a:pt x="21575" y="1398"/>
                  </a:lnTo>
                  <a:lnTo>
                    <a:pt x="16201" y="786"/>
                  </a:lnTo>
                  <a:lnTo>
                    <a:pt x="10810" y="349"/>
                  </a:lnTo>
                  <a:lnTo>
                    <a:pt x="5407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07605" y="4213821"/>
              <a:ext cx="120866" cy="167167"/>
            </a:xfrm>
            <a:custGeom>
              <a:avLst/>
              <a:pathLst>
                <a:path w="120866" h="167167">
                  <a:moveTo>
                    <a:pt x="120866" y="0"/>
                  </a:moveTo>
                  <a:lnTo>
                    <a:pt x="115238" y="94"/>
                  </a:lnTo>
                  <a:lnTo>
                    <a:pt x="109616" y="378"/>
                  </a:lnTo>
                  <a:lnTo>
                    <a:pt x="104007" y="852"/>
                  </a:lnTo>
                  <a:lnTo>
                    <a:pt x="98417" y="1514"/>
                  </a:lnTo>
                  <a:lnTo>
                    <a:pt x="92853" y="2363"/>
                  </a:lnTo>
                  <a:lnTo>
                    <a:pt x="87320" y="3400"/>
                  </a:lnTo>
                  <a:lnTo>
                    <a:pt x="81826" y="4622"/>
                  </a:lnTo>
                  <a:lnTo>
                    <a:pt x="76375" y="6029"/>
                  </a:lnTo>
                  <a:lnTo>
                    <a:pt x="70975" y="7618"/>
                  </a:lnTo>
                  <a:lnTo>
                    <a:pt x="65632" y="9388"/>
                  </a:lnTo>
                  <a:lnTo>
                    <a:pt x="60351" y="11337"/>
                  </a:lnTo>
                  <a:lnTo>
                    <a:pt x="55139" y="13463"/>
                  </a:lnTo>
                  <a:lnTo>
                    <a:pt x="50002" y="15763"/>
                  </a:lnTo>
                  <a:lnTo>
                    <a:pt x="44944" y="18234"/>
                  </a:lnTo>
                  <a:lnTo>
                    <a:pt x="39973" y="20875"/>
                  </a:lnTo>
                  <a:lnTo>
                    <a:pt x="35094" y="23681"/>
                  </a:lnTo>
                  <a:lnTo>
                    <a:pt x="30312" y="26650"/>
                  </a:lnTo>
                  <a:lnTo>
                    <a:pt x="25632" y="29779"/>
                  </a:lnTo>
                  <a:lnTo>
                    <a:pt x="21061" y="33063"/>
                  </a:lnTo>
                  <a:lnTo>
                    <a:pt x="16602" y="36499"/>
                  </a:lnTo>
                  <a:lnTo>
                    <a:pt x="12262" y="40084"/>
                  </a:lnTo>
                  <a:lnTo>
                    <a:pt x="8045" y="43812"/>
                  </a:lnTo>
                  <a:lnTo>
                    <a:pt x="3956" y="47680"/>
                  </a:lnTo>
                  <a:lnTo>
                    <a:pt x="0" y="51684"/>
                  </a:lnTo>
                  <a:lnTo>
                    <a:pt x="12086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07605" y="4265506"/>
              <a:ext cx="120866" cy="115482"/>
            </a:xfrm>
            <a:custGeom>
              <a:avLst/>
              <a:pathLst>
                <a:path w="120866" h="115482">
                  <a:moveTo>
                    <a:pt x="0" y="0"/>
                  </a:moveTo>
                  <a:lnTo>
                    <a:pt x="120866" y="1154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561305" y="4251858"/>
              <a:ext cx="334332" cy="296285"/>
            </a:xfrm>
            <a:custGeom>
              <a:avLst/>
              <a:pathLst>
                <a:path w="334332" h="296285">
                  <a:moveTo>
                    <a:pt x="46300" y="13647"/>
                  </a:moveTo>
                  <a:lnTo>
                    <a:pt x="42701" y="17536"/>
                  </a:lnTo>
                  <a:lnTo>
                    <a:pt x="39226" y="21538"/>
                  </a:lnTo>
                  <a:lnTo>
                    <a:pt x="35880" y="25647"/>
                  </a:lnTo>
                  <a:lnTo>
                    <a:pt x="32666" y="29860"/>
                  </a:lnTo>
                  <a:lnTo>
                    <a:pt x="29587" y="34173"/>
                  </a:lnTo>
                  <a:lnTo>
                    <a:pt x="26647" y="38582"/>
                  </a:lnTo>
                  <a:lnTo>
                    <a:pt x="23847" y="43081"/>
                  </a:lnTo>
                  <a:lnTo>
                    <a:pt x="21192" y="47667"/>
                  </a:lnTo>
                  <a:lnTo>
                    <a:pt x="18683" y="52335"/>
                  </a:lnTo>
                  <a:lnTo>
                    <a:pt x="16323" y="57080"/>
                  </a:lnTo>
                  <a:lnTo>
                    <a:pt x="14115" y="61897"/>
                  </a:lnTo>
                  <a:lnTo>
                    <a:pt x="12061" y="66782"/>
                  </a:lnTo>
                  <a:lnTo>
                    <a:pt x="10163" y="71730"/>
                  </a:lnTo>
                  <a:lnTo>
                    <a:pt x="8423" y="76735"/>
                  </a:lnTo>
                  <a:lnTo>
                    <a:pt x="6842" y="81793"/>
                  </a:lnTo>
                  <a:lnTo>
                    <a:pt x="5422" y="86898"/>
                  </a:lnTo>
                  <a:lnTo>
                    <a:pt x="4164" y="92046"/>
                  </a:lnTo>
                  <a:lnTo>
                    <a:pt x="3071" y="97231"/>
                  </a:lnTo>
                  <a:lnTo>
                    <a:pt x="2142" y="102449"/>
                  </a:lnTo>
                  <a:lnTo>
                    <a:pt x="1380" y="107693"/>
                  </a:lnTo>
                  <a:lnTo>
                    <a:pt x="783" y="112958"/>
                  </a:lnTo>
                  <a:lnTo>
                    <a:pt x="354" y="118240"/>
                  </a:lnTo>
                  <a:lnTo>
                    <a:pt x="93" y="123533"/>
                  </a:lnTo>
                  <a:lnTo>
                    <a:pt x="0" y="128831"/>
                  </a:lnTo>
                  <a:lnTo>
                    <a:pt x="74" y="134130"/>
                  </a:lnTo>
                  <a:lnTo>
                    <a:pt x="316" y="139424"/>
                  </a:lnTo>
                  <a:lnTo>
                    <a:pt x="727" y="144707"/>
                  </a:lnTo>
                  <a:lnTo>
                    <a:pt x="1304" y="149975"/>
                  </a:lnTo>
                  <a:lnTo>
                    <a:pt x="2048" y="155221"/>
                  </a:lnTo>
                  <a:lnTo>
                    <a:pt x="2958" y="160442"/>
                  </a:lnTo>
                  <a:lnTo>
                    <a:pt x="4033" y="165631"/>
                  </a:lnTo>
                  <a:lnTo>
                    <a:pt x="5272" y="170783"/>
                  </a:lnTo>
                  <a:lnTo>
                    <a:pt x="6673" y="175894"/>
                  </a:lnTo>
                  <a:lnTo>
                    <a:pt x="8236" y="180957"/>
                  </a:lnTo>
                  <a:lnTo>
                    <a:pt x="9959" y="185969"/>
                  </a:lnTo>
                  <a:lnTo>
                    <a:pt x="11839" y="190923"/>
                  </a:lnTo>
                  <a:lnTo>
                    <a:pt x="13876" y="195815"/>
                  </a:lnTo>
                  <a:lnTo>
                    <a:pt x="16067" y="200641"/>
                  </a:lnTo>
                  <a:lnTo>
                    <a:pt x="18409" y="205394"/>
                  </a:lnTo>
                  <a:lnTo>
                    <a:pt x="20901" y="210071"/>
                  </a:lnTo>
                  <a:lnTo>
                    <a:pt x="23540" y="214666"/>
                  </a:lnTo>
                  <a:lnTo>
                    <a:pt x="26324" y="219176"/>
                  </a:lnTo>
                  <a:lnTo>
                    <a:pt x="29248" y="223595"/>
                  </a:lnTo>
                  <a:lnTo>
                    <a:pt x="32312" y="227919"/>
                  </a:lnTo>
                  <a:lnTo>
                    <a:pt x="35511" y="232143"/>
                  </a:lnTo>
                  <a:lnTo>
                    <a:pt x="38842" y="236265"/>
                  </a:lnTo>
                  <a:lnTo>
                    <a:pt x="42302" y="240278"/>
                  </a:lnTo>
                  <a:lnTo>
                    <a:pt x="45888" y="244180"/>
                  </a:lnTo>
                  <a:lnTo>
                    <a:pt x="49596" y="247966"/>
                  </a:lnTo>
                  <a:lnTo>
                    <a:pt x="53421" y="251633"/>
                  </a:lnTo>
                  <a:lnTo>
                    <a:pt x="57361" y="255177"/>
                  </a:lnTo>
                  <a:lnTo>
                    <a:pt x="61412" y="258594"/>
                  </a:lnTo>
                  <a:lnTo>
                    <a:pt x="65568" y="261881"/>
                  </a:lnTo>
                  <a:lnTo>
                    <a:pt x="69827" y="265034"/>
                  </a:lnTo>
                  <a:lnTo>
                    <a:pt x="74184" y="268051"/>
                  </a:lnTo>
                  <a:lnTo>
                    <a:pt x="78634" y="270929"/>
                  </a:lnTo>
                  <a:lnTo>
                    <a:pt x="83173" y="273664"/>
                  </a:lnTo>
                  <a:lnTo>
                    <a:pt x="87796" y="276253"/>
                  </a:lnTo>
                  <a:lnTo>
                    <a:pt x="92499" y="278695"/>
                  </a:lnTo>
                  <a:lnTo>
                    <a:pt x="97277" y="280987"/>
                  </a:lnTo>
                  <a:lnTo>
                    <a:pt x="102126" y="283126"/>
                  </a:lnTo>
                  <a:lnTo>
                    <a:pt x="107040" y="285110"/>
                  </a:lnTo>
                  <a:lnTo>
                    <a:pt x="112014" y="286937"/>
                  </a:lnTo>
                  <a:lnTo>
                    <a:pt x="117043" y="288606"/>
                  </a:lnTo>
                  <a:lnTo>
                    <a:pt x="122123" y="290115"/>
                  </a:lnTo>
                  <a:lnTo>
                    <a:pt x="127248" y="291462"/>
                  </a:lnTo>
                  <a:lnTo>
                    <a:pt x="132414" y="292645"/>
                  </a:lnTo>
                  <a:lnTo>
                    <a:pt x="137614" y="293665"/>
                  </a:lnTo>
                  <a:lnTo>
                    <a:pt x="142844" y="294519"/>
                  </a:lnTo>
                  <a:lnTo>
                    <a:pt x="148098" y="295206"/>
                  </a:lnTo>
                  <a:lnTo>
                    <a:pt x="153372" y="295727"/>
                  </a:lnTo>
                  <a:lnTo>
                    <a:pt x="158659" y="296081"/>
                  </a:lnTo>
                  <a:lnTo>
                    <a:pt x="163955" y="296267"/>
                  </a:lnTo>
                  <a:lnTo>
                    <a:pt x="169255" y="296285"/>
                  </a:lnTo>
                  <a:lnTo>
                    <a:pt x="174552" y="296134"/>
                  </a:lnTo>
                  <a:lnTo>
                    <a:pt x="179841" y="295816"/>
                  </a:lnTo>
                  <a:lnTo>
                    <a:pt x="185118" y="295331"/>
                  </a:lnTo>
                  <a:lnTo>
                    <a:pt x="190377" y="294678"/>
                  </a:lnTo>
                  <a:lnTo>
                    <a:pt x="195613" y="293859"/>
                  </a:lnTo>
                  <a:lnTo>
                    <a:pt x="200820" y="292875"/>
                  </a:lnTo>
                  <a:lnTo>
                    <a:pt x="205993" y="291726"/>
                  </a:lnTo>
                  <a:lnTo>
                    <a:pt x="211127" y="290414"/>
                  </a:lnTo>
                  <a:lnTo>
                    <a:pt x="216217" y="288939"/>
                  </a:lnTo>
                  <a:lnTo>
                    <a:pt x="221258" y="287304"/>
                  </a:lnTo>
                  <a:lnTo>
                    <a:pt x="226244" y="285510"/>
                  </a:lnTo>
                  <a:lnTo>
                    <a:pt x="231171" y="283559"/>
                  </a:lnTo>
                  <a:lnTo>
                    <a:pt x="236034" y="281453"/>
                  </a:lnTo>
                  <a:lnTo>
                    <a:pt x="240827" y="279194"/>
                  </a:lnTo>
                  <a:lnTo>
                    <a:pt x="245547" y="276783"/>
                  </a:lnTo>
                  <a:lnTo>
                    <a:pt x="250187" y="274225"/>
                  </a:lnTo>
                  <a:lnTo>
                    <a:pt x="254745" y="271521"/>
                  </a:lnTo>
                  <a:lnTo>
                    <a:pt x="259214" y="268673"/>
                  </a:lnTo>
                  <a:lnTo>
                    <a:pt x="263591" y="265685"/>
                  </a:lnTo>
                  <a:lnTo>
                    <a:pt x="267871" y="262561"/>
                  </a:lnTo>
                  <a:lnTo>
                    <a:pt x="272049" y="259302"/>
                  </a:lnTo>
                  <a:lnTo>
                    <a:pt x="276122" y="255912"/>
                  </a:lnTo>
                  <a:lnTo>
                    <a:pt x="280086" y="252395"/>
                  </a:lnTo>
                  <a:lnTo>
                    <a:pt x="283936" y="248754"/>
                  </a:lnTo>
                  <a:lnTo>
                    <a:pt x="287669" y="244992"/>
                  </a:lnTo>
                  <a:lnTo>
                    <a:pt x="291281" y="241115"/>
                  </a:lnTo>
                  <a:lnTo>
                    <a:pt x="294768" y="237124"/>
                  </a:lnTo>
                  <a:lnTo>
                    <a:pt x="298127" y="233026"/>
                  </a:lnTo>
                  <a:lnTo>
                    <a:pt x="301355" y="228823"/>
                  </a:lnTo>
                  <a:lnTo>
                    <a:pt x="304447" y="224519"/>
                  </a:lnTo>
                  <a:lnTo>
                    <a:pt x="307401" y="220120"/>
                  </a:lnTo>
                  <a:lnTo>
                    <a:pt x="310215" y="215629"/>
                  </a:lnTo>
                  <a:lnTo>
                    <a:pt x="312885" y="211052"/>
                  </a:lnTo>
                  <a:lnTo>
                    <a:pt x="315408" y="206392"/>
                  </a:lnTo>
                  <a:lnTo>
                    <a:pt x="317783" y="201654"/>
                  </a:lnTo>
                  <a:lnTo>
                    <a:pt x="320006" y="196844"/>
                  </a:lnTo>
                  <a:lnTo>
                    <a:pt x="322075" y="191966"/>
                  </a:lnTo>
                  <a:lnTo>
                    <a:pt x="323989" y="187024"/>
                  </a:lnTo>
                  <a:lnTo>
                    <a:pt x="325745" y="182024"/>
                  </a:lnTo>
                  <a:lnTo>
                    <a:pt x="327342" y="176971"/>
                  </a:lnTo>
                  <a:lnTo>
                    <a:pt x="328778" y="171870"/>
                  </a:lnTo>
                  <a:lnTo>
                    <a:pt x="330052" y="166726"/>
                  </a:lnTo>
                  <a:lnTo>
                    <a:pt x="331161" y="161545"/>
                  </a:lnTo>
                  <a:lnTo>
                    <a:pt x="332106" y="156330"/>
                  </a:lnTo>
                  <a:lnTo>
                    <a:pt x="332886" y="151089"/>
                  </a:lnTo>
                  <a:lnTo>
                    <a:pt x="333498" y="145825"/>
                  </a:lnTo>
                  <a:lnTo>
                    <a:pt x="333944" y="140545"/>
                  </a:lnTo>
                  <a:lnTo>
                    <a:pt x="334222" y="135253"/>
                  </a:lnTo>
                  <a:lnTo>
                    <a:pt x="334332" y="129955"/>
                  </a:lnTo>
                  <a:lnTo>
                    <a:pt x="334274" y="124656"/>
                  </a:lnTo>
                  <a:lnTo>
                    <a:pt x="334048" y="119361"/>
                  </a:lnTo>
                  <a:lnTo>
                    <a:pt x="333655" y="114077"/>
                  </a:lnTo>
                  <a:lnTo>
                    <a:pt x="333094" y="108807"/>
                  </a:lnTo>
                  <a:lnTo>
                    <a:pt x="332367" y="103558"/>
                  </a:lnTo>
                  <a:lnTo>
                    <a:pt x="331473" y="98335"/>
                  </a:lnTo>
                  <a:lnTo>
                    <a:pt x="330414" y="93142"/>
                  </a:lnTo>
                  <a:lnTo>
                    <a:pt x="329192" y="87986"/>
                  </a:lnTo>
                  <a:lnTo>
                    <a:pt x="327806" y="82871"/>
                  </a:lnTo>
                  <a:lnTo>
                    <a:pt x="326259" y="77803"/>
                  </a:lnTo>
                  <a:lnTo>
                    <a:pt x="324552" y="72786"/>
                  </a:lnTo>
                  <a:lnTo>
                    <a:pt x="322687" y="67826"/>
                  </a:lnTo>
                  <a:lnTo>
                    <a:pt x="320666" y="62927"/>
                  </a:lnTo>
                  <a:lnTo>
                    <a:pt x="318491" y="58095"/>
                  </a:lnTo>
                  <a:lnTo>
                    <a:pt x="316163" y="53334"/>
                  </a:lnTo>
                  <a:lnTo>
                    <a:pt x="313686" y="48650"/>
                  </a:lnTo>
                  <a:lnTo>
                    <a:pt x="311061" y="44046"/>
                  </a:lnTo>
                  <a:lnTo>
                    <a:pt x="308292" y="39528"/>
                  </a:lnTo>
                  <a:lnTo>
                    <a:pt x="305381" y="35100"/>
                  </a:lnTo>
                  <a:lnTo>
                    <a:pt x="302331" y="30766"/>
                  </a:lnTo>
                  <a:lnTo>
                    <a:pt x="299146" y="26531"/>
                  </a:lnTo>
                  <a:lnTo>
                    <a:pt x="295827" y="22400"/>
                  </a:lnTo>
                  <a:lnTo>
                    <a:pt x="292380" y="18375"/>
                  </a:lnTo>
                  <a:lnTo>
                    <a:pt x="288806" y="14462"/>
                  </a:lnTo>
                  <a:lnTo>
                    <a:pt x="285111" y="10664"/>
                  </a:lnTo>
                  <a:lnTo>
                    <a:pt x="281297" y="6985"/>
                  </a:lnTo>
                  <a:lnTo>
                    <a:pt x="277368" y="3429"/>
                  </a:lnTo>
                  <a:lnTo>
                    <a:pt x="273328" y="0"/>
                  </a:lnTo>
                  <a:lnTo>
                    <a:pt x="167167" y="129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106161" cy="167167"/>
            </a:xfrm>
            <a:custGeom>
              <a:avLst/>
              <a:pathLst>
                <a:path w="106161" h="167167">
                  <a:moveTo>
                    <a:pt x="106161" y="38036"/>
                  </a:moveTo>
                  <a:lnTo>
                    <a:pt x="101656" y="34461"/>
                  </a:lnTo>
                  <a:lnTo>
                    <a:pt x="97031" y="31043"/>
                  </a:lnTo>
                  <a:lnTo>
                    <a:pt x="92292" y="27786"/>
                  </a:lnTo>
                  <a:lnTo>
                    <a:pt x="87443" y="24694"/>
                  </a:lnTo>
                  <a:lnTo>
                    <a:pt x="82490" y="21770"/>
                  </a:lnTo>
                  <a:lnTo>
                    <a:pt x="77440" y="19019"/>
                  </a:lnTo>
                  <a:lnTo>
                    <a:pt x="72298" y="16443"/>
                  </a:lnTo>
                  <a:lnTo>
                    <a:pt x="67071" y="14045"/>
                  </a:lnTo>
                  <a:lnTo>
                    <a:pt x="61764" y="11828"/>
                  </a:lnTo>
                  <a:lnTo>
                    <a:pt x="56384" y="9796"/>
                  </a:lnTo>
                  <a:lnTo>
                    <a:pt x="50938" y="7949"/>
                  </a:lnTo>
                  <a:lnTo>
                    <a:pt x="45431" y="6291"/>
                  </a:lnTo>
                  <a:lnTo>
                    <a:pt x="39870" y="4824"/>
                  </a:lnTo>
                  <a:lnTo>
                    <a:pt x="34263" y="3549"/>
                  </a:lnTo>
                  <a:lnTo>
                    <a:pt x="28614" y="2467"/>
                  </a:lnTo>
                  <a:lnTo>
                    <a:pt x="22932" y="1580"/>
                  </a:lnTo>
                  <a:lnTo>
                    <a:pt x="17223" y="889"/>
                  </a:lnTo>
                  <a:lnTo>
                    <a:pt x="11493" y="395"/>
                  </a:lnTo>
                  <a:lnTo>
                    <a:pt x="5750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7091" y="3707720"/>
              <a:ext cx="161919" cy="167167"/>
            </a:xfrm>
            <a:custGeom>
              <a:avLst/>
              <a:pathLst>
                <a:path w="161919" h="167167">
                  <a:moveTo>
                    <a:pt x="161919" y="0"/>
                  </a:moveTo>
                  <a:lnTo>
                    <a:pt x="156540" y="86"/>
                  </a:lnTo>
                  <a:lnTo>
                    <a:pt x="151166" y="346"/>
                  </a:lnTo>
                  <a:lnTo>
                    <a:pt x="145804" y="778"/>
                  </a:lnTo>
                  <a:lnTo>
                    <a:pt x="140458" y="1383"/>
                  </a:lnTo>
                  <a:lnTo>
                    <a:pt x="135134" y="2159"/>
                  </a:lnTo>
                  <a:lnTo>
                    <a:pt x="129838" y="3107"/>
                  </a:lnTo>
                  <a:lnTo>
                    <a:pt x="124575" y="4224"/>
                  </a:lnTo>
                  <a:lnTo>
                    <a:pt x="119351" y="5510"/>
                  </a:lnTo>
                  <a:lnTo>
                    <a:pt x="114172" y="6964"/>
                  </a:lnTo>
                  <a:lnTo>
                    <a:pt x="109041" y="8583"/>
                  </a:lnTo>
                  <a:lnTo>
                    <a:pt x="103965" y="10367"/>
                  </a:lnTo>
                  <a:lnTo>
                    <a:pt x="98950" y="12313"/>
                  </a:lnTo>
                  <a:lnTo>
                    <a:pt x="93999" y="14419"/>
                  </a:lnTo>
                  <a:lnTo>
                    <a:pt x="89119" y="16684"/>
                  </a:lnTo>
                  <a:lnTo>
                    <a:pt x="84314" y="19105"/>
                  </a:lnTo>
                  <a:lnTo>
                    <a:pt x="79590" y="21679"/>
                  </a:lnTo>
                  <a:lnTo>
                    <a:pt x="74951" y="24403"/>
                  </a:lnTo>
                  <a:lnTo>
                    <a:pt x="70402" y="27276"/>
                  </a:lnTo>
                  <a:lnTo>
                    <a:pt x="65948" y="30293"/>
                  </a:lnTo>
                  <a:lnTo>
                    <a:pt x="61593" y="33452"/>
                  </a:lnTo>
                  <a:lnTo>
                    <a:pt x="57342" y="36750"/>
                  </a:lnTo>
                  <a:lnTo>
                    <a:pt x="53200" y="40183"/>
                  </a:lnTo>
                  <a:lnTo>
                    <a:pt x="49170" y="43747"/>
                  </a:lnTo>
                  <a:lnTo>
                    <a:pt x="45257" y="47439"/>
                  </a:lnTo>
                  <a:lnTo>
                    <a:pt x="41464" y="51255"/>
                  </a:lnTo>
                  <a:lnTo>
                    <a:pt x="37797" y="55191"/>
                  </a:lnTo>
                  <a:lnTo>
                    <a:pt x="34258" y="59243"/>
                  </a:lnTo>
                  <a:lnTo>
                    <a:pt x="30851" y="63407"/>
                  </a:lnTo>
                  <a:lnTo>
                    <a:pt x="27580" y="67679"/>
                  </a:lnTo>
                  <a:lnTo>
                    <a:pt x="24448" y="72053"/>
                  </a:lnTo>
                  <a:lnTo>
                    <a:pt x="21459" y="76526"/>
                  </a:lnTo>
                  <a:lnTo>
                    <a:pt x="18615" y="81093"/>
                  </a:lnTo>
                  <a:lnTo>
                    <a:pt x="15919" y="85749"/>
                  </a:lnTo>
                  <a:lnTo>
                    <a:pt x="13375" y="90489"/>
                  </a:lnTo>
                  <a:lnTo>
                    <a:pt x="10984" y="95309"/>
                  </a:lnTo>
                  <a:lnTo>
                    <a:pt x="8750" y="100203"/>
                  </a:lnTo>
                  <a:lnTo>
                    <a:pt x="6675" y="105166"/>
                  </a:lnTo>
                  <a:lnTo>
                    <a:pt x="4760" y="110194"/>
                  </a:lnTo>
                  <a:lnTo>
                    <a:pt x="3008" y="115281"/>
                  </a:lnTo>
                  <a:lnTo>
                    <a:pt x="1421" y="120421"/>
                  </a:lnTo>
                  <a:lnTo>
                    <a:pt x="0" y="125610"/>
                  </a:lnTo>
                  <a:lnTo>
                    <a:pt x="16191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51844" y="3707877"/>
              <a:ext cx="334333" cy="334165"/>
            </a:xfrm>
            <a:custGeom>
              <a:avLst/>
              <a:pathLst>
                <a:path w="334333" h="334165">
                  <a:moveTo>
                    <a:pt x="5247" y="125454"/>
                  </a:moveTo>
                  <a:lnTo>
                    <a:pt x="4009" y="130614"/>
                  </a:lnTo>
                  <a:lnTo>
                    <a:pt x="2936" y="135811"/>
                  </a:lnTo>
                  <a:lnTo>
                    <a:pt x="2029" y="141039"/>
                  </a:lnTo>
                  <a:lnTo>
                    <a:pt x="1288" y="146294"/>
                  </a:lnTo>
                  <a:lnTo>
                    <a:pt x="714" y="151569"/>
                  </a:lnTo>
                  <a:lnTo>
                    <a:pt x="307" y="156860"/>
                  </a:lnTo>
                  <a:lnTo>
                    <a:pt x="69" y="162161"/>
                  </a:lnTo>
                  <a:lnTo>
                    <a:pt x="0" y="167467"/>
                  </a:lnTo>
                  <a:lnTo>
                    <a:pt x="98" y="172772"/>
                  </a:lnTo>
                  <a:lnTo>
                    <a:pt x="365" y="178072"/>
                  </a:lnTo>
                  <a:lnTo>
                    <a:pt x="800" y="183360"/>
                  </a:lnTo>
                  <a:lnTo>
                    <a:pt x="1403" y="188632"/>
                  </a:lnTo>
                  <a:lnTo>
                    <a:pt x="2173" y="193883"/>
                  </a:lnTo>
                  <a:lnTo>
                    <a:pt x="3109" y="199106"/>
                  </a:lnTo>
                  <a:lnTo>
                    <a:pt x="4210" y="204297"/>
                  </a:lnTo>
                  <a:lnTo>
                    <a:pt x="5476" y="209450"/>
                  </a:lnTo>
                  <a:lnTo>
                    <a:pt x="6904" y="214561"/>
                  </a:lnTo>
                  <a:lnTo>
                    <a:pt x="8494" y="219623"/>
                  </a:lnTo>
                  <a:lnTo>
                    <a:pt x="10244" y="224633"/>
                  </a:lnTo>
                  <a:lnTo>
                    <a:pt x="12152" y="229584"/>
                  </a:lnTo>
                  <a:lnTo>
                    <a:pt x="14216" y="234473"/>
                  </a:lnTo>
                  <a:lnTo>
                    <a:pt x="16434" y="239293"/>
                  </a:lnTo>
                  <a:lnTo>
                    <a:pt x="18804" y="244041"/>
                  </a:lnTo>
                  <a:lnTo>
                    <a:pt x="21324" y="248711"/>
                  </a:lnTo>
                  <a:lnTo>
                    <a:pt x="23990" y="253299"/>
                  </a:lnTo>
                  <a:lnTo>
                    <a:pt x="26801" y="257800"/>
                  </a:lnTo>
                  <a:lnTo>
                    <a:pt x="29754" y="262209"/>
                  </a:lnTo>
                  <a:lnTo>
                    <a:pt x="32844" y="266522"/>
                  </a:lnTo>
                  <a:lnTo>
                    <a:pt x="36070" y="270735"/>
                  </a:lnTo>
                  <a:lnTo>
                    <a:pt x="39429" y="274844"/>
                  </a:lnTo>
                  <a:lnTo>
                    <a:pt x="42915" y="278844"/>
                  </a:lnTo>
                  <a:lnTo>
                    <a:pt x="46528" y="282731"/>
                  </a:lnTo>
                  <a:lnTo>
                    <a:pt x="50261" y="286502"/>
                  </a:lnTo>
                  <a:lnTo>
                    <a:pt x="54113" y="290152"/>
                  </a:lnTo>
                  <a:lnTo>
                    <a:pt x="58078" y="293678"/>
                  </a:lnTo>
                  <a:lnTo>
                    <a:pt x="62153" y="297077"/>
                  </a:lnTo>
                  <a:lnTo>
                    <a:pt x="66334" y="300344"/>
                  </a:lnTo>
                  <a:lnTo>
                    <a:pt x="70617" y="303477"/>
                  </a:lnTo>
                  <a:lnTo>
                    <a:pt x="74997" y="306473"/>
                  </a:lnTo>
                  <a:lnTo>
                    <a:pt x="79470" y="309328"/>
                  </a:lnTo>
                  <a:lnTo>
                    <a:pt x="84031" y="312040"/>
                  </a:lnTo>
                  <a:lnTo>
                    <a:pt x="88676" y="314605"/>
                  </a:lnTo>
                  <a:lnTo>
                    <a:pt x="93400" y="317022"/>
                  </a:lnTo>
                  <a:lnTo>
                    <a:pt x="98198" y="319288"/>
                  </a:lnTo>
                  <a:lnTo>
                    <a:pt x="103066" y="321400"/>
                  </a:lnTo>
                  <a:lnTo>
                    <a:pt x="107999" y="323357"/>
                  </a:lnTo>
                  <a:lnTo>
                    <a:pt x="112991" y="325156"/>
                  </a:lnTo>
                  <a:lnTo>
                    <a:pt x="118038" y="326796"/>
                  </a:lnTo>
                  <a:lnTo>
                    <a:pt x="123134" y="328275"/>
                  </a:lnTo>
                  <a:lnTo>
                    <a:pt x="128274" y="329591"/>
                  </a:lnTo>
                  <a:lnTo>
                    <a:pt x="133454" y="330744"/>
                  </a:lnTo>
                  <a:lnTo>
                    <a:pt x="138668" y="331731"/>
                  </a:lnTo>
                  <a:lnTo>
                    <a:pt x="143910" y="332553"/>
                  </a:lnTo>
                  <a:lnTo>
                    <a:pt x="149176" y="333207"/>
                  </a:lnTo>
                  <a:lnTo>
                    <a:pt x="154460" y="333695"/>
                  </a:lnTo>
                  <a:lnTo>
                    <a:pt x="159757" y="334014"/>
                  </a:lnTo>
                  <a:lnTo>
                    <a:pt x="165061" y="334165"/>
                  </a:lnTo>
                  <a:lnTo>
                    <a:pt x="170367" y="334147"/>
                  </a:lnTo>
                  <a:lnTo>
                    <a:pt x="175671" y="333962"/>
                  </a:lnTo>
                  <a:lnTo>
                    <a:pt x="180965" y="333608"/>
                  </a:lnTo>
                  <a:lnTo>
                    <a:pt x="186246" y="333086"/>
                  </a:lnTo>
                  <a:lnTo>
                    <a:pt x="191507" y="332397"/>
                  </a:lnTo>
                  <a:lnTo>
                    <a:pt x="196744" y="331541"/>
                  </a:lnTo>
                  <a:lnTo>
                    <a:pt x="201951" y="330519"/>
                  </a:lnTo>
                  <a:lnTo>
                    <a:pt x="207123" y="329333"/>
                  </a:lnTo>
                  <a:lnTo>
                    <a:pt x="212255" y="327983"/>
                  </a:lnTo>
                  <a:lnTo>
                    <a:pt x="217342" y="326470"/>
                  </a:lnTo>
                  <a:lnTo>
                    <a:pt x="222377" y="324798"/>
                  </a:lnTo>
                  <a:lnTo>
                    <a:pt x="227358" y="322966"/>
                  </a:lnTo>
                  <a:lnTo>
                    <a:pt x="232277" y="320977"/>
                  </a:lnTo>
                  <a:lnTo>
                    <a:pt x="237131" y="318833"/>
                  </a:lnTo>
                  <a:lnTo>
                    <a:pt x="241914" y="316536"/>
                  </a:lnTo>
                  <a:lnTo>
                    <a:pt x="246623" y="314088"/>
                  </a:lnTo>
                  <a:lnTo>
                    <a:pt x="251251" y="311492"/>
                  </a:lnTo>
                  <a:lnTo>
                    <a:pt x="255794" y="308750"/>
                  </a:lnTo>
                  <a:lnTo>
                    <a:pt x="260248" y="305866"/>
                  </a:lnTo>
                  <a:lnTo>
                    <a:pt x="264608" y="302842"/>
                  </a:lnTo>
                  <a:lnTo>
                    <a:pt x="268870" y="299680"/>
                  </a:lnTo>
                  <a:lnTo>
                    <a:pt x="273030" y="296386"/>
                  </a:lnTo>
                  <a:lnTo>
                    <a:pt x="277083" y="292960"/>
                  </a:lnTo>
                  <a:lnTo>
                    <a:pt x="281025" y="289408"/>
                  </a:lnTo>
                  <a:lnTo>
                    <a:pt x="284852" y="285733"/>
                  </a:lnTo>
                  <a:lnTo>
                    <a:pt x="288561" y="281938"/>
                  </a:lnTo>
                  <a:lnTo>
                    <a:pt x="292148" y="278027"/>
                  </a:lnTo>
                  <a:lnTo>
                    <a:pt x="295608" y="274004"/>
                  </a:lnTo>
                  <a:lnTo>
                    <a:pt x="298939" y="269874"/>
                  </a:lnTo>
                  <a:lnTo>
                    <a:pt x="302138" y="265640"/>
                  </a:lnTo>
                  <a:lnTo>
                    <a:pt x="305200" y="261306"/>
                  </a:lnTo>
                  <a:lnTo>
                    <a:pt x="308123" y="256877"/>
                  </a:lnTo>
                  <a:lnTo>
                    <a:pt x="310905" y="252358"/>
                  </a:lnTo>
                  <a:lnTo>
                    <a:pt x="313541" y="247753"/>
                  </a:lnTo>
                  <a:lnTo>
                    <a:pt x="316030" y="243067"/>
                  </a:lnTo>
                  <a:lnTo>
                    <a:pt x="318369" y="238304"/>
                  </a:lnTo>
                  <a:lnTo>
                    <a:pt x="320556" y="233469"/>
                  </a:lnTo>
                  <a:lnTo>
                    <a:pt x="322588" y="228567"/>
                  </a:lnTo>
                  <a:lnTo>
                    <a:pt x="324463" y="223603"/>
                  </a:lnTo>
                  <a:lnTo>
                    <a:pt x="326180" y="218582"/>
                  </a:lnTo>
                  <a:lnTo>
                    <a:pt x="327737" y="213509"/>
                  </a:lnTo>
                  <a:lnTo>
                    <a:pt x="329132" y="208389"/>
                  </a:lnTo>
                  <a:lnTo>
                    <a:pt x="330363" y="203228"/>
                  </a:lnTo>
                  <a:lnTo>
                    <a:pt x="331431" y="198030"/>
                  </a:lnTo>
                  <a:lnTo>
                    <a:pt x="332332" y="192801"/>
                  </a:lnTo>
                  <a:lnTo>
                    <a:pt x="333068" y="187545"/>
                  </a:lnTo>
                  <a:lnTo>
                    <a:pt x="333636" y="182269"/>
                  </a:lnTo>
                  <a:lnTo>
                    <a:pt x="334036" y="176978"/>
                  </a:lnTo>
                  <a:lnTo>
                    <a:pt x="334269" y="171677"/>
                  </a:lnTo>
                  <a:lnTo>
                    <a:pt x="334333" y="166371"/>
                  </a:lnTo>
                  <a:lnTo>
                    <a:pt x="334228" y="161065"/>
                  </a:lnTo>
                  <a:lnTo>
                    <a:pt x="333955" y="155766"/>
                  </a:lnTo>
                  <a:lnTo>
                    <a:pt x="333514" y="150478"/>
                  </a:lnTo>
                  <a:lnTo>
                    <a:pt x="332906" y="145207"/>
                  </a:lnTo>
                  <a:lnTo>
                    <a:pt x="332130" y="139957"/>
                  </a:lnTo>
                  <a:lnTo>
                    <a:pt x="331188" y="134735"/>
                  </a:lnTo>
                  <a:lnTo>
                    <a:pt x="330081" y="129545"/>
                  </a:lnTo>
                  <a:lnTo>
                    <a:pt x="328810" y="124394"/>
                  </a:lnTo>
                  <a:lnTo>
                    <a:pt x="327376" y="119285"/>
                  </a:lnTo>
                  <a:lnTo>
                    <a:pt x="325781" y="114224"/>
                  </a:lnTo>
                  <a:lnTo>
                    <a:pt x="324025" y="109216"/>
                  </a:lnTo>
                  <a:lnTo>
                    <a:pt x="322112" y="104267"/>
                  </a:lnTo>
                  <a:lnTo>
                    <a:pt x="320042" y="99380"/>
                  </a:lnTo>
                  <a:lnTo>
                    <a:pt x="317819" y="94562"/>
                  </a:lnTo>
                  <a:lnTo>
                    <a:pt x="315444" y="89817"/>
                  </a:lnTo>
                  <a:lnTo>
                    <a:pt x="312919" y="85150"/>
                  </a:lnTo>
                  <a:lnTo>
                    <a:pt x="310247" y="80565"/>
                  </a:lnTo>
                  <a:lnTo>
                    <a:pt x="307431" y="76067"/>
                  </a:lnTo>
                  <a:lnTo>
                    <a:pt x="304474" y="71661"/>
                  </a:lnTo>
                  <a:lnTo>
                    <a:pt x="301379" y="67351"/>
                  </a:lnTo>
                  <a:lnTo>
                    <a:pt x="298148" y="63142"/>
                  </a:lnTo>
                  <a:lnTo>
                    <a:pt x="294785" y="59037"/>
                  </a:lnTo>
                  <a:lnTo>
                    <a:pt x="291294" y="55041"/>
                  </a:lnTo>
                  <a:lnTo>
                    <a:pt x="287678" y="51158"/>
                  </a:lnTo>
                  <a:lnTo>
                    <a:pt x="283940" y="47391"/>
                  </a:lnTo>
                  <a:lnTo>
                    <a:pt x="280085" y="43745"/>
                  </a:lnTo>
                  <a:lnTo>
                    <a:pt x="276115" y="40223"/>
                  </a:lnTo>
                  <a:lnTo>
                    <a:pt x="272036" y="36829"/>
                  </a:lnTo>
                  <a:lnTo>
                    <a:pt x="267852" y="33566"/>
                  </a:lnTo>
                  <a:lnTo>
                    <a:pt x="263565" y="30438"/>
                  </a:lnTo>
                  <a:lnTo>
                    <a:pt x="259182" y="27447"/>
                  </a:lnTo>
                  <a:lnTo>
                    <a:pt x="254706" y="24597"/>
                  </a:lnTo>
                  <a:lnTo>
                    <a:pt x="250142" y="21890"/>
                  </a:lnTo>
                  <a:lnTo>
                    <a:pt x="245494" y="19330"/>
                  </a:lnTo>
                  <a:lnTo>
                    <a:pt x="240768" y="16918"/>
                  </a:lnTo>
                  <a:lnTo>
                    <a:pt x="235967" y="14658"/>
                  </a:lnTo>
                  <a:lnTo>
                    <a:pt x="231096" y="12551"/>
                  </a:lnTo>
                  <a:lnTo>
                    <a:pt x="226162" y="10599"/>
                  </a:lnTo>
                  <a:lnTo>
                    <a:pt x="221168" y="8806"/>
                  </a:lnTo>
                  <a:lnTo>
                    <a:pt x="216119" y="7172"/>
                  </a:lnTo>
                  <a:lnTo>
                    <a:pt x="211022" y="5698"/>
                  </a:lnTo>
                  <a:lnTo>
                    <a:pt x="205880" y="4388"/>
                  </a:lnTo>
                  <a:lnTo>
                    <a:pt x="200699" y="3241"/>
                  </a:lnTo>
                  <a:lnTo>
                    <a:pt x="195484" y="2259"/>
                  </a:lnTo>
                  <a:lnTo>
                    <a:pt x="190240" y="1443"/>
                  </a:lnTo>
                  <a:lnTo>
                    <a:pt x="184974" y="794"/>
                  </a:lnTo>
                  <a:lnTo>
                    <a:pt x="179689" y="313"/>
                  </a:lnTo>
                  <a:lnTo>
                    <a:pt x="174392" y="0"/>
                  </a:lnTo>
                  <a:lnTo>
                    <a:pt x="167166" y="1670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7225" cy="167167"/>
            </a:xfrm>
            <a:custGeom>
              <a:avLst/>
              <a:pathLst>
                <a:path w="7225" h="167167">
                  <a:moveTo>
                    <a:pt x="7225" y="15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tx76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2025-06-06T05:13:57Z</dcterms:modified>
  <cp:category/>
</cp:coreProperties>
</file>