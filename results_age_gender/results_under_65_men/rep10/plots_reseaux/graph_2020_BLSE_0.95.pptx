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9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8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6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96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95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55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52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5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96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8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9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8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9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52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8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9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44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90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3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2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9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32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08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9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49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3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95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55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9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5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35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5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52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79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75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75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4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69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52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48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44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73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31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52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3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32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52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8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84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8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8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48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90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0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35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8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73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25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8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3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08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3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33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8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49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3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49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3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79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48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9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64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96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19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8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3362" y="3170392"/>
              <a:ext cx="50416" cy="167167"/>
            </a:xfrm>
            <a:custGeom>
              <a:avLst/>
              <a:pathLst>
                <a:path w="50416" h="167167">
                  <a:moveTo>
                    <a:pt x="50416" y="0"/>
                  </a:moveTo>
                  <a:lnTo>
                    <a:pt x="44016" y="122"/>
                  </a:lnTo>
                  <a:lnTo>
                    <a:pt x="37625" y="490"/>
                  </a:lnTo>
                  <a:lnTo>
                    <a:pt x="31253" y="1102"/>
                  </a:lnTo>
                  <a:lnTo>
                    <a:pt x="24909" y="1957"/>
                  </a:lnTo>
                  <a:lnTo>
                    <a:pt x="18603" y="3055"/>
                  </a:lnTo>
                  <a:lnTo>
                    <a:pt x="12343" y="4393"/>
                  </a:lnTo>
                  <a:lnTo>
                    <a:pt x="6139" y="5970"/>
                  </a:lnTo>
                  <a:lnTo>
                    <a:pt x="0" y="7783"/>
                  </a:lnTo>
                  <a:lnTo>
                    <a:pt x="5041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3362" y="3178176"/>
              <a:ext cx="50416" cy="159383"/>
            </a:xfrm>
            <a:custGeom>
              <a:avLst/>
              <a:pathLst>
                <a:path w="50416" h="159383">
                  <a:moveTo>
                    <a:pt x="0" y="0"/>
                  </a:moveTo>
                  <a:lnTo>
                    <a:pt x="50416" y="1593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2" y="3170431"/>
              <a:ext cx="334333" cy="334275"/>
            </a:xfrm>
            <a:custGeom>
              <a:avLst/>
              <a:pathLst>
                <a:path w="334333" h="334275">
                  <a:moveTo>
                    <a:pt x="116749" y="7745"/>
                  </a:moveTo>
                  <a:lnTo>
                    <a:pt x="111727" y="9422"/>
                  </a:lnTo>
                  <a:lnTo>
                    <a:pt x="106760" y="11257"/>
                  </a:lnTo>
                  <a:lnTo>
                    <a:pt x="101853" y="13248"/>
                  </a:lnTo>
                  <a:lnTo>
                    <a:pt x="97012" y="15394"/>
                  </a:lnTo>
                  <a:lnTo>
                    <a:pt x="92242" y="17692"/>
                  </a:lnTo>
                  <a:lnTo>
                    <a:pt x="87546" y="20140"/>
                  </a:lnTo>
                  <a:lnTo>
                    <a:pt x="82931" y="22735"/>
                  </a:lnTo>
                  <a:lnTo>
                    <a:pt x="78400" y="25476"/>
                  </a:lnTo>
                  <a:lnTo>
                    <a:pt x="73958" y="28358"/>
                  </a:lnTo>
                  <a:lnTo>
                    <a:pt x="69610" y="31380"/>
                  </a:lnTo>
                  <a:lnTo>
                    <a:pt x="65359" y="34538"/>
                  </a:lnTo>
                  <a:lnTo>
                    <a:pt x="61211" y="37829"/>
                  </a:lnTo>
                  <a:lnTo>
                    <a:pt x="57169" y="41249"/>
                  </a:lnTo>
                  <a:lnTo>
                    <a:pt x="53237" y="44796"/>
                  </a:lnTo>
                  <a:lnTo>
                    <a:pt x="49420" y="48466"/>
                  </a:lnTo>
                  <a:lnTo>
                    <a:pt x="45721" y="52255"/>
                  </a:lnTo>
                  <a:lnTo>
                    <a:pt x="42143" y="56159"/>
                  </a:lnTo>
                  <a:lnTo>
                    <a:pt x="38691" y="60174"/>
                  </a:lnTo>
                  <a:lnTo>
                    <a:pt x="35369" y="64297"/>
                  </a:lnTo>
                  <a:lnTo>
                    <a:pt x="32178" y="68523"/>
                  </a:lnTo>
                  <a:lnTo>
                    <a:pt x="29122" y="72848"/>
                  </a:lnTo>
                  <a:lnTo>
                    <a:pt x="26206" y="77267"/>
                  </a:lnTo>
                  <a:lnTo>
                    <a:pt x="23430" y="81777"/>
                  </a:lnTo>
                  <a:lnTo>
                    <a:pt x="20799" y="86372"/>
                  </a:lnTo>
                  <a:lnTo>
                    <a:pt x="18315" y="91048"/>
                  </a:lnTo>
                  <a:lnTo>
                    <a:pt x="15980" y="95801"/>
                  </a:lnTo>
                  <a:lnTo>
                    <a:pt x="13797" y="100625"/>
                  </a:lnTo>
                  <a:lnTo>
                    <a:pt x="11767" y="105516"/>
                  </a:lnTo>
                  <a:lnTo>
                    <a:pt x="9894" y="110468"/>
                  </a:lnTo>
                  <a:lnTo>
                    <a:pt x="8178" y="115478"/>
                  </a:lnTo>
                  <a:lnTo>
                    <a:pt x="6622" y="120539"/>
                  </a:lnTo>
                  <a:lnTo>
                    <a:pt x="5227" y="125647"/>
                  </a:lnTo>
                  <a:lnTo>
                    <a:pt x="3995" y="130797"/>
                  </a:lnTo>
                  <a:lnTo>
                    <a:pt x="2926" y="135983"/>
                  </a:lnTo>
                  <a:lnTo>
                    <a:pt x="2022" y="141201"/>
                  </a:lnTo>
                  <a:lnTo>
                    <a:pt x="1283" y="146444"/>
                  </a:lnTo>
                  <a:lnTo>
                    <a:pt x="712" y="151709"/>
                  </a:lnTo>
                  <a:lnTo>
                    <a:pt x="307" y="156988"/>
                  </a:lnTo>
                  <a:lnTo>
                    <a:pt x="69" y="162278"/>
                  </a:lnTo>
                  <a:lnTo>
                    <a:pt x="0" y="167573"/>
                  </a:lnTo>
                  <a:lnTo>
                    <a:pt x="97" y="172867"/>
                  </a:lnTo>
                  <a:lnTo>
                    <a:pt x="363" y="178156"/>
                  </a:lnTo>
                  <a:lnTo>
                    <a:pt x="796" y="183433"/>
                  </a:lnTo>
                  <a:lnTo>
                    <a:pt x="1396" y="188694"/>
                  </a:lnTo>
                  <a:lnTo>
                    <a:pt x="2162" y="193934"/>
                  </a:lnTo>
                  <a:lnTo>
                    <a:pt x="3094" y="199146"/>
                  </a:lnTo>
                  <a:lnTo>
                    <a:pt x="4190" y="204327"/>
                  </a:lnTo>
                  <a:lnTo>
                    <a:pt x="5450" y="209470"/>
                  </a:lnTo>
                  <a:lnTo>
                    <a:pt x="6872" y="214570"/>
                  </a:lnTo>
                  <a:lnTo>
                    <a:pt x="8455" y="219623"/>
                  </a:lnTo>
                  <a:lnTo>
                    <a:pt x="10197" y="224624"/>
                  </a:lnTo>
                  <a:lnTo>
                    <a:pt x="12097" y="229566"/>
                  </a:lnTo>
                  <a:lnTo>
                    <a:pt x="14153" y="234446"/>
                  </a:lnTo>
                  <a:lnTo>
                    <a:pt x="16361" y="239259"/>
                  </a:lnTo>
                  <a:lnTo>
                    <a:pt x="18722" y="243999"/>
                  </a:lnTo>
                  <a:lnTo>
                    <a:pt x="21231" y="248662"/>
                  </a:lnTo>
                  <a:lnTo>
                    <a:pt x="23886" y="253243"/>
                  </a:lnTo>
                  <a:lnTo>
                    <a:pt x="26686" y="257738"/>
                  </a:lnTo>
                  <a:lnTo>
                    <a:pt x="29626" y="262142"/>
                  </a:lnTo>
                  <a:lnTo>
                    <a:pt x="32704" y="266450"/>
                  </a:lnTo>
                  <a:lnTo>
                    <a:pt x="35917" y="270659"/>
                  </a:lnTo>
                  <a:lnTo>
                    <a:pt x="39262" y="274764"/>
                  </a:lnTo>
                  <a:lnTo>
                    <a:pt x="42735" y="278761"/>
                  </a:lnTo>
                  <a:lnTo>
                    <a:pt x="46333" y="282646"/>
                  </a:lnTo>
                  <a:lnTo>
                    <a:pt x="50053" y="286415"/>
                  </a:lnTo>
                  <a:lnTo>
                    <a:pt x="53889" y="290064"/>
                  </a:lnTo>
                  <a:lnTo>
                    <a:pt x="57840" y="293590"/>
                  </a:lnTo>
                  <a:lnTo>
                    <a:pt x="61900" y="296990"/>
                  </a:lnTo>
                  <a:lnTo>
                    <a:pt x="66066" y="300258"/>
                  </a:lnTo>
                  <a:lnTo>
                    <a:pt x="70333" y="303394"/>
                  </a:lnTo>
                  <a:lnTo>
                    <a:pt x="74697" y="306392"/>
                  </a:lnTo>
                  <a:lnTo>
                    <a:pt x="79154" y="309251"/>
                  </a:lnTo>
                  <a:lnTo>
                    <a:pt x="83700" y="311967"/>
                  </a:lnTo>
                  <a:lnTo>
                    <a:pt x="88329" y="314538"/>
                  </a:lnTo>
                  <a:lnTo>
                    <a:pt x="93037" y="316961"/>
                  </a:lnTo>
                  <a:lnTo>
                    <a:pt x="97820" y="319234"/>
                  </a:lnTo>
                  <a:lnTo>
                    <a:pt x="102672" y="321354"/>
                  </a:lnTo>
                  <a:lnTo>
                    <a:pt x="107589" y="323319"/>
                  </a:lnTo>
                  <a:lnTo>
                    <a:pt x="112566" y="325128"/>
                  </a:lnTo>
                  <a:lnTo>
                    <a:pt x="117598" y="326778"/>
                  </a:lnTo>
                  <a:lnTo>
                    <a:pt x="122679" y="328267"/>
                  </a:lnTo>
                  <a:lnTo>
                    <a:pt x="127805" y="329596"/>
                  </a:lnTo>
                  <a:lnTo>
                    <a:pt x="132970" y="330761"/>
                  </a:lnTo>
                  <a:lnTo>
                    <a:pt x="138170" y="331762"/>
                  </a:lnTo>
                  <a:lnTo>
                    <a:pt x="143399" y="332598"/>
                  </a:lnTo>
                  <a:lnTo>
                    <a:pt x="148651" y="333267"/>
                  </a:lnTo>
                  <a:lnTo>
                    <a:pt x="153923" y="333770"/>
                  </a:lnTo>
                  <a:lnTo>
                    <a:pt x="159207" y="334106"/>
                  </a:lnTo>
                  <a:lnTo>
                    <a:pt x="164500" y="334274"/>
                  </a:lnTo>
                  <a:lnTo>
                    <a:pt x="169795" y="334275"/>
                  </a:lnTo>
                  <a:lnTo>
                    <a:pt x="175087" y="334108"/>
                  </a:lnTo>
                  <a:lnTo>
                    <a:pt x="180372" y="333773"/>
                  </a:lnTo>
                  <a:lnTo>
                    <a:pt x="185643" y="333271"/>
                  </a:lnTo>
                  <a:lnTo>
                    <a:pt x="190896" y="332603"/>
                  </a:lnTo>
                  <a:lnTo>
                    <a:pt x="196125" y="331768"/>
                  </a:lnTo>
                  <a:lnTo>
                    <a:pt x="201325" y="330769"/>
                  </a:lnTo>
                  <a:lnTo>
                    <a:pt x="206491" y="329605"/>
                  </a:lnTo>
                  <a:lnTo>
                    <a:pt x="211617" y="328278"/>
                  </a:lnTo>
                  <a:lnTo>
                    <a:pt x="216699" y="326789"/>
                  </a:lnTo>
                  <a:lnTo>
                    <a:pt x="221730" y="325140"/>
                  </a:lnTo>
                  <a:lnTo>
                    <a:pt x="226708" y="323333"/>
                  </a:lnTo>
                  <a:lnTo>
                    <a:pt x="231625" y="321368"/>
                  </a:lnTo>
                  <a:lnTo>
                    <a:pt x="236478" y="319250"/>
                  </a:lnTo>
                  <a:lnTo>
                    <a:pt x="241261" y="316978"/>
                  </a:lnTo>
                  <a:lnTo>
                    <a:pt x="245970" y="314556"/>
                  </a:lnTo>
                  <a:lnTo>
                    <a:pt x="250600" y="311986"/>
                  </a:lnTo>
                  <a:lnTo>
                    <a:pt x="255146" y="309271"/>
                  </a:lnTo>
                  <a:lnTo>
                    <a:pt x="259604" y="306413"/>
                  </a:lnTo>
                  <a:lnTo>
                    <a:pt x="263969" y="303416"/>
                  </a:lnTo>
                  <a:lnTo>
                    <a:pt x="268237" y="300282"/>
                  </a:lnTo>
                  <a:lnTo>
                    <a:pt x="272403" y="297014"/>
                  </a:lnTo>
                  <a:lnTo>
                    <a:pt x="276464" y="293615"/>
                  </a:lnTo>
                  <a:lnTo>
                    <a:pt x="280415" y="290090"/>
                  </a:lnTo>
                  <a:lnTo>
                    <a:pt x="284253" y="286442"/>
                  </a:lnTo>
                  <a:lnTo>
                    <a:pt x="287973" y="282674"/>
                  </a:lnTo>
                  <a:lnTo>
                    <a:pt x="291572" y="278789"/>
                  </a:lnTo>
                  <a:lnTo>
                    <a:pt x="295046" y="274793"/>
                  </a:lnTo>
                  <a:lnTo>
                    <a:pt x="298392" y="270689"/>
                  </a:lnTo>
                  <a:lnTo>
                    <a:pt x="301606" y="266481"/>
                  </a:lnTo>
                  <a:lnTo>
                    <a:pt x="304685" y="262173"/>
                  </a:lnTo>
                  <a:lnTo>
                    <a:pt x="307626" y="257770"/>
                  </a:lnTo>
                  <a:lnTo>
                    <a:pt x="310427" y="253276"/>
                  </a:lnTo>
                  <a:lnTo>
                    <a:pt x="313083" y="248695"/>
                  </a:lnTo>
                  <a:lnTo>
                    <a:pt x="315594" y="244033"/>
                  </a:lnTo>
                  <a:lnTo>
                    <a:pt x="317955" y="239293"/>
                  </a:lnTo>
                  <a:lnTo>
                    <a:pt x="320165" y="234481"/>
                  </a:lnTo>
                  <a:lnTo>
                    <a:pt x="322221" y="229602"/>
                  </a:lnTo>
                  <a:lnTo>
                    <a:pt x="324122" y="224660"/>
                  </a:lnTo>
                  <a:lnTo>
                    <a:pt x="325865" y="219660"/>
                  </a:lnTo>
                  <a:lnTo>
                    <a:pt x="327450" y="214607"/>
                  </a:lnTo>
                  <a:lnTo>
                    <a:pt x="328873" y="209507"/>
                  </a:lnTo>
                  <a:lnTo>
                    <a:pt x="330134" y="204364"/>
                  </a:lnTo>
                  <a:lnTo>
                    <a:pt x="331232" y="199184"/>
                  </a:lnTo>
                  <a:lnTo>
                    <a:pt x="332165" y="193971"/>
                  </a:lnTo>
                  <a:lnTo>
                    <a:pt x="332932" y="188732"/>
                  </a:lnTo>
                  <a:lnTo>
                    <a:pt x="333533" y="183471"/>
                  </a:lnTo>
                  <a:lnTo>
                    <a:pt x="333967" y="178194"/>
                  </a:lnTo>
                  <a:lnTo>
                    <a:pt x="334234" y="172905"/>
                  </a:lnTo>
                  <a:lnTo>
                    <a:pt x="334333" y="167611"/>
                  </a:lnTo>
                  <a:lnTo>
                    <a:pt x="334265" y="162316"/>
                  </a:lnTo>
                  <a:lnTo>
                    <a:pt x="334028" y="157026"/>
                  </a:lnTo>
                  <a:lnTo>
                    <a:pt x="333625" y="151747"/>
                  </a:lnTo>
                  <a:lnTo>
                    <a:pt x="333054" y="146482"/>
                  </a:lnTo>
                  <a:lnTo>
                    <a:pt x="332317" y="141239"/>
                  </a:lnTo>
                  <a:lnTo>
                    <a:pt x="331414" y="136021"/>
                  </a:lnTo>
                  <a:lnTo>
                    <a:pt x="330346" y="130835"/>
                  </a:lnTo>
                  <a:lnTo>
                    <a:pt x="329115" y="125685"/>
                  </a:lnTo>
                  <a:lnTo>
                    <a:pt x="327721" y="120576"/>
                  </a:lnTo>
                  <a:lnTo>
                    <a:pt x="326166" y="115514"/>
                  </a:lnTo>
                  <a:lnTo>
                    <a:pt x="324452" y="110504"/>
                  </a:lnTo>
                  <a:lnTo>
                    <a:pt x="322579" y="105551"/>
                  </a:lnTo>
                  <a:lnTo>
                    <a:pt x="320551" y="100660"/>
                  </a:lnTo>
                  <a:lnTo>
                    <a:pt x="318369" y="95835"/>
                  </a:lnTo>
                  <a:lnTo>
                    <a:pt x="316035" y="91082"/>
                  </a:lnTo>
                  <a:lnTo>
                    <a:pt x="313552" y="86405"/>
                  </a:lnTo>
                  <a:lnTo>
                    <a:pt x="310922" y="81810"/>
                  </a:lnTo>
                  <a:lnTo>
                    <a:pt x="308148" y="77299"/>
                  </a:lnTo>
                  <a:lnTo>
                    <a:pt x="305232" y="72879"/>
                  </a:lnTo>
                  <a:lnTo>
                    <a:pt x="302177" y="68554"/>
                  </a:lnTo>
                  <a:lnTo>
                    <a:pt x="298988" y="64327"/>
                  </a:lnTo>
                  <a:lnTo>
                    <a:pt x="295666" y="60204"/>
                  </a:lnTo>
                  <a:lnTo>
                    <a:pt x="292215" y="56187"/>
                  </a:lnTo>
                  <a:lnTo>
                    <a:pt x="288638" y="52283"/>
                  </a:lnTo>
                  <a:lnTo>
                    <a:pt x="284940" y="48493"/>
                  </a:lnTo>
                  <a:lnTo>
                    <a:pt x="281123" y="44822"/>
                  </a:lnTo>
                  <a:lnTo>
                    <a:pt x="277193" y="41275"/>
                  </a:lnTo>
                  <a:lnTo>
                    <a:pt x="273151" y="37853"/>
                  </a:lnTo>
                  <a:lnTo>
                    <a:pt x="269004" y="34561"/>
                  </a:lnTo>
                  <a:lnTo>
                    <a:pt x="264754" y="31402"/>
                  </a:lnTo>
                  <a:lnTo>
                    <a:pt x="260406" y="28379"/>
                  </a:lnTo>
                  <a:lnTo>
                    <a:pt x="255965" y="25496"/>
                  </a:lnTo>
                  <a:lnTo>
                    <a:pt x="251435" y="22755"/>
                  </a:lnTo>
                  <a:lnTo>
                    <a:pt x="246820" y="20158"/>
                  </a:lnTo>
                  <a:lnTo>
                    <a:pt x="242125" y="17709"/>
                  </a:lnTo>
                  <a:lnTo>
                    <a:pt x="237355" y="15410"/>
                  </a:lnTo>
                  <a:lnTo>
                    <a:pt x="232515" y="13263"/>
                  </a:lnTo>
                  <a:lnTo>
                    <a:pt x="227609" y="11270"/>
                  </a:lnTo>
                  <a:lnTo>
                    <a:pt x="222642" y="9434"/>
                  </a:lnTo>
                  <a:lnTo>
                    <a:pt x="217620" y="7756"/>
                  </a:lnTo>
                  <a:lnTo>
                    <a:pt x="212547" y="6238"/>
                  </a:lnTo>
                  <a:lnTo>
                    <a:pt x="207428" y="4882"/>
                  </a:lnTo>
                  <a:lnTo>
                    <a:pt x="202270" y="3688"/>
                  </a:lnTo>
                  <a:lnTo>
                    <a:pt x="197075" y="2658"/>
                  </a:lnTo>
                  <a:lnTo>
                    <a:pt x="191851" y="1793"/>
                  </a:lnTo>
                  <a:lnTo>
                    <a:pt x="186602" y="1095"/>
                  </a:lnTo>
                  <a:lnTo>
                    <a:pt x="181334" y="562"/>
                  </a:lnTo>
                  <a:lnTo>
                    <a:pt x="176052" y="197"/>
                  </a:lnTo>
                  <a:lnTo>
                    <a:pt x="170760" y="0"/>
                  </a:lnTo>
                  <a:lnTo>
                    <a:pt x="167166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5" y="2633064"/>
              <a:ext cx="167165" cy="183985"/>
            </a:xfrm>
            <a:custGeom>
              <a:avLst/>
              <a:pathLst>
                <a:path w="167165" h="183985">
                  <a:moveTo>
                    <a:pt x="167165" y="0"/>
                  </a:moveTo>
                  <a:lnTo>
                    <a:pt x="161793" y="86"/>
                  </a:lnTo>
                  <a:lnTo>
                    <a:pt x="156425" y="345"/>
                  </a:lnTo>
                  <a:lnTo>
                    <a:pt x="151069" y="776"/>
                  </a:lnTo>
                  <a:lnTo>
                    <a:pt x="145730" y="1380"/>
                  </a:lnTo>
                  <a:lnTo>
                    <a:pt x="140412" y="2154"/>
                  </a:lnTo>
                  <a:lnTo>
                    <a:pt x="135123" y="3099"/>
                  </a:lnTo>
                  <a:lnTo>
                    <a:pt x="129866" y="4214"/>
                  </a:lnTo>
                  <a:lnTo>
                    <a:pt x="124648" y="5497"/>
                  </a:lnTo>
                  <a:lnTo>
                    <a:pt x="119474" y="6947"/>
                  </a:lnTo>
                  <a:lnTo>
                    <a:pt x="114349" y="8562"/>
                  </a:lnTo>
                  <a:lnTo>
                    <a:pt x="109279" y="10342"/>
                  </a:lnTo>
                  <a:lnTo>
                    <a:pt x="104268" y="12283"/>
                  </a:lnTo>
                  <a:lnTo>
                    <a:pt x="99323" y="14385"/>
                  </a:lnTo>
                  <a:lnTo>
                    <a:pt x="94447" y="16644"/>
                  </a:lnTo>
                  <a:lnTo>
                    <a:pt x="89647" y="19059"/>
                  </a:lnTo>
                  <a:lnTo>
                    <a:pt x="84927" y="21627"/>
                  </a:lnTo>
                  <a:lnTo>
                    <a:pt x="80292" y="24346"/>
                  </a:lnTo>
                  <a:lnTo>
                    <a:pt x="75746" y="27212"/>
                  </a:lnTo>
                  <a:lnTo>
                    <a:pt x="71295" y="30222"/>
                  </a:lnTo>
                  <a:lnTo>
                    <a:pt x="66944" y="33374"/>
                  </a:lnTo>
                  <a:lnTo>
                    <a:pt x="62695" y="36664"/>
                  </a:lnTo>
                  <a:lnTo>
                    <a:pt x="58555" y="40089"/>
                  </a:lnTo>
                  <a:lnTo>
                    <a:pt x="54527" y="43646"/>
                  </a:lnTo>
                  <a:lnTo>
                    <a:pt x="50615" y="47330"/>
                  </a:lnTo>
                  <a:lnTo>
                    <a:pt x="46823" y="51138"/>
                  </a:lnTo>
                  <a:lnTo>
                    <a:pt x="43156" y="55065"/>
                  </a:lnTo>
                  <a:lnTo>
                    <a:pt x="39618" y="59109"/>
                  </a:lnTo>
                  <a:lnTo>
                    <a:pt x="36210" y="63264"/>
                  </a:lnTo>
                  <a:lnTo>
                    <a:pt x="32939" y="67527"/>
                  </a:lnTo>
                  <a:lnTo>
                    <a:pt x="29806" y="71892"/>
                  </a:lnTo>
                  <a:lnTo>
                    <a:pt x="26814" y="76356"/>
                  </a:lnTo>
                  <a:lnTo>
                    <a:pt x="23968" y="80914"/>
                  </a:lnTo>
                  <a:lnTo>
                    <a:pt x="21270" y="85561"/>
                  </a:lnTo>
                  <a:lnTo>
                    <a:pt x="18723" y="90292"/>
                  </a:lnTo>
                  <a:lnTo>
                    <a:pt x="16329" y="95103"/>
                  </a:lnTo>
                  <a:lnTo>
                    <a:pt x="14090" y="99988"/>
                  </a:lnTo>
                  <a:lnTo>
                    <a:pt x="12010" y="104943"/>
                  </a:lnTo>
                  <a:lnTo>
                    <a:pt x="10091" y="109962"/>
                  </a:lnTo>
                  <a:lnTo>
                    <a:pt x="8333" y="115040"/>
                  </a:lnTo>
                  <a:lnTo>
                    <a:pt x="6740" y="120171"/>
                  </a:lnTo>
                  <a:lnTo>
                    <a:pt x="5312" y="125352"/>
                  </a:lnTo>
                  <a:lnTo>
                    <a:pt x="4052" y="130575"/>
                  </a:lnTo>
                  <a:lnTo>
                    <a:pt x="2960" y="135837"/>
                  </a:lnTo>
                  <a:lnTo>
                    <a:pt x="2038" y="141131"/>
                  </a:lnTo>
                  <a:lnTo>
                    <a:pt x="1286" y="146451"/>
                  </a:lnTo>
                  <a:lnTo>
                    <a:pt x="706" y="151793"/>
                  </a:lnTo>
                  <a:lnTo>
                    <a:pt x="298" y="157151"/>
                  </a:lnTo>
                  <a:lnTo>
                    <a:pt x="63" y="162520"/>
                  </a:lnTo>
                  <a:lnTo>
                    <a:pt x="0" y="167893"/>
                  </a:lnTo>
                  <a:lnTo>
                    <a:pt x="109" y="173265"/>
                  </a:lnTo>
                  <a:lnTo>
                    <a:pt x="391" y="178631"/>
                  </a:lnTo>
                  <a:lnTo>
                    <a:pt x="846" y="18398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692" y="2800231"/>
              <a:ext cx="166319" cy="16818"/>
            </a:xfrm>
            <a:custGeom>
              <a:avLst/>
              <a:pathLst>
                <a:path w="166319" h="16818">
                  <a:moveTo>
                    <a:pt x="0" y="16818"/>
                  </a:moveTo>
                  <a:lnTo>
                    <a:pt x="1663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692" y="2667734"/>
              <a:ext cx="333478" cy="299664"/>
            </a:xfrm>
            <a:custGeom>
              <a:avLst/>
              <a:pathLst>
                <a:path w="333478" h="299664">
                  <a:moveTo>
                    <a:pt x="0" y="149315"/>
                  </a:moveTo>
                  <a:lnTo>
                    <a:pt x="621" y="154612"/>
                  </a:lnTo>
                  <a:lnTo>
                    <a:pt x="1410" y="159886"/>
                  </a:lnTo>
                  <a:lnTo>
                    <a:pt x="2368" y="165132"/>
                  </a:lnTo>
                  <a:lnTo>
                    <a:pt x="3492" y="170345"/>
                  </a:lnTo>
                  <a:lnTo>
                    <a:pt x="4782" y="175519"/>
                  </a:lnTo>
                  <a:lnTo>
                    <a:pt x="6237" y="180650"/>
                  </a:lnTo>
                  <a:lnTo>
                    <a:pt x="7854" y="185731"/>
                  </a:lnTo>
                  <a:lnTo>
                    <a:pt x="9633" y="190759"/>
                  </a:lnTo>
                  <a:lnTo>
                    <a:pt x="11571" y="195727"/>
                  </a:lnTo>
                  <a:lnTo>
                    <a:pt x="13666" y="200631"/>
                  </a:lnTo>
                  <a:lnTo>
                    <a:pt x="15917" y="205465"/>
                  </a:lnTo>
                  <a:lnTo>
                    <a:pt x="18321" y="210225"/>
                  </a:lnTo>
                  <a:lnTo>
                    <a:pt x="20876" y="214907"/>
                  </a:lnTo>
                  <a:lnTo>
                    <a:pt x="23579" y="219504"/>
                  </a:lnTo>
                  <a:lnTo>
                    <a:pt x="26426" y="224012"/>
                  </a:lnTo>
                  <a:lnTo>
                    <a:pt x="29417" y="228428"/>
                  </a:lnTo>
                  <a:lnTo>
                    <a:pt x="32546" y="232746"/>
                  </a:lnTo>
                  <a:lnTo>
                    <a:pt x="35812" y="236962"/>
                  </a:lnTo>
                  <a:lnTo>
                    <a:pt x="39210" y="241071"/>
                  </a:lnTo>
                  <a:lnTo>
                    <a:pt x="42738" y="245071"/>
                  </a:lnTo>
                  <a:lnTo>
                    <a:pt x="46392" y="248955"/>
                  </a:lnTo>
                  <a:lnTo>
                    <a:pt x="50168" y="252721"/>
                  </a:lnTo>
                  <a:lnTo>
                    <a:pt x="54062" y="256365"/>
                  </a:lnTo>
                  <a:lnTo>
                    <a:pt x="58070" y="259882"/>
                  </a:lnTo>
                  <a:lnTo>
                    <a:pt x="62188" y="263270"/>
                  </a:lnTo>
                  <a:lnTo>
                    <a:pt x="66412" y="266525"/>
                  </a:lnTo>
                  <a:lnTo>
                    <a:pt x="70738" y="269644"/>
                  </a:lnTo>
                  <a:lnTo>
                    <a:pt x="75161" y="272623"/>
                  </a:lnTo>
                  <a:lnTo>
                    <a:pt x="79677" y="275459"/>
                  </a:lnTo>
                  <a:lnTo>
                    <a:pt x="84281" y="278150"/>
                  </a:lnTo>
                  <a:lnTo>
                    <a:pt x="88969" y="280693"/>
                  </a:lnTo>
                  <a:lnTo>
                    <a:pt x="93735" y="283084"/>
                  </a:lnTo>
                  <a:lnTo>
                    <a:pt x="98576" y="285323"/>
                  </a:lnTo>
                  <a:lnTo>
                    <a:pt x="103485" y="287406"/>
                  </a:lnTo>
                  <a:lnTo>
                    <a:pt x="108458" y="289331"/>
                  </a:lnTo>
                  <a:lnTo>
                    <a:pt x="113490" y="291097"/>
                  </a:lnTo>
                  <a:lnTo>
                    <a:pt x="118575" y="292702"/>
                  </a:lnTo>
                  <a:lnTo>
                    <a:pt x="123710" y="294143"/>
                  </a:lnTo>
                  <a:lnTo>
                    <a:pt x="128887" y="295420"/>
                  </a:lnTo>
                  <a:lnTo>
                    <a:pt x="134103" y="296531"/>
                  </a:lnTo>
                  <a:lnTo>
                    <a:pt x="139352" y="297475"/>
                  </a:lnTo>
                  <a:lnTo>
                    <a:pt x="144628" y="298251"/>
                  </a:lnTo>
                  <a:lnTo>
                    <a:pt x="149926" y="298859"/>
                  </a:lnTo>
                  <a:lnTo>
                    <a:pt x="155241" y="299297"/>
                  </a:lnTo>
                  <a:lnTo>
                    <a:pt x="160567" y="299565"/>
                  </a:lnTo>
                  <a:lnTo>
                    <a:pt x="165898" y="299664"/>
                  </a:lnTo>
                  <a:lnTo>
                    <a:pt x="171231" y="299592"/>
                  </a:lnTo>
                  <a:lnTo>
                    <a:pt x="176558" y="299350"/>
                  </a:lnTo>
                  <a:lnTo>
                    <a:pt x="181875" y="298939"/>
                  </a:lnTo>
                  <a:lnTo>
                    <a:pt x="187176" y="298358"/>
                  </a:lnTo>
                  <a:lnTo>
                    <a:pt x="192456" y="297608"/>
                  </a:lnTo>
                  <a:lnTo>
                    <a:pt x="197709" y="296691"/>
                  </a:lnTo>
                  <a:lnTo>
                    <a:pt x="202930" y="295606"/>
                  </a:lnTo>
                  <a:lnTo>
                    <a:pt x="208114" y="294355"/>
                  </a:lnTo>
                  <a:lnTo>
                    <a:pt x="213256" y="292940"/>
                  </a:lnTo>
                  <a:lnTo>
                    <a:pt x="218350" y="291361"/>
                  </a:lnTo>
                  <a:lnTo>
                    <a:pt x="223390" y="289620"/>
                  </a:lnTo>
                  <a:lnTo>
                    <a:pt x="228373" y="287720"/>
                  </a:lnTo>
                  <a:lnTo>
                    <a:pt x="233293" y="285662"/>
                  </a:lnTo>
                  <a:lnTo>
                    <a:pt x="238144" y="283447"/>
                  </a:lnTo>
                  <a:lnTo>
                    <a:pt x="242922" y="281080"/>
                  </a:lnTo>
                  <a:lnTo>
                    <a:pt x="247623" y="278561"/>
                  </a:lnTo>
                  <a:lnTo>
                    <a:pt x="252240" y="275893"/>
                  </a:lnTo>
                  <a:lnTo>
                    <a:pt x="256771" y="273079"/>
                  </a:lnTo>
                  <a:lnTo>
                    <a:pt x="261209" y="270123"/>
                  </a:lnTo>
                  <a:lnTo>
                    <a:pt x="265550" y="267026"/>
                  </a:lnTo>
                  <a:lnTo>
                    <a:pt x="269791" y="263792"/>
                  </a:lnTo>
                  <a:lnTo>
                    <a:pt x="273926" y="260425"/>
                  </a:lnTo>
                  <a:lnTo>
                    <a:pt x="277952" y="256928"/>
                  </a:lnTo>
                  <a:lnTo>
                    <a:pt x="281864" y="253304"/>
                  </a:lnTo>
                  <a:lnTo>
                    <a:pt x="285658" y="249557"/>
                  </a:lnTo>
                  <a:lnTo>
                    <a:pt x="289332" y="245691"/>
                  </a:lnTo>
                  <a:lnTo>
                    <a:pt x="292880" y="241709"/>
                  </a:lnTo>
                  <a:lnTo>
                    <a:pt x="296299" y="237617"/>
                  </a:lnTo>
                  <a:lnTo>
                    <a:pt x="299586" y="233417"/>
                  </a:lnTo>
                  <a:lnTo>
                    <a:pt x="302737" y="229115"/>
                  </a:lnTo>
                  <a:lnTo>
                    <a:pt x="305749" y="224715"/>
                  </a:lnTo>
                  <a:lnTo>
                    <a:pt x="308620" y="220220"/>
                  </a:lnTo>
                  <a:lnTo>
                    <a:pt x="311345" y="215637"/>
                  </a:lnTo>
                  <a:lnTo>
                    <a:pt x="313923" y="210969"/>
                  </a:lnTo>
                  <a:lnTo>
                    <a:pt x="316351" y="206221"/>
                  </a:lnTo>
                  <a:lnTo>
                    <a:pt x="318627" y="201397"/>
                  </a:lnTo>
                  <a:lnTo>
                    <a:pt x="320747" y="196504"/>
                  </a:lnTo>
                  <a:lnTo>
                    <a:pt x="322710" y="191546"/>
                  </a:lnTo>
                  <a:lnTo>
                    <a:pt x="324514" y="186527"/>
                  </a:lnTo>
                  <a:lnTo>
                    <a:pt x="326157" y="181454"/>
                  </a:lnTo>
                  <a:lnTo>
                    <a:pt x="327637" y="176331"/>
                  </a:lnTo>
                  <a:lnTo>
                    <a:pt x="328953" y="171163"/>
                  </a:lnTo>
                  <a:lnTo>
                    <a:pt x="330104" y="165956"/>
                  </a:lnTo>
                  <a:lnTo>
                    <a:pt x="331087" y="160715"/>
                  </a:lnTo>
                  <a:lnTo>
                    <a:pt x="331904" y="155445"/>
                  </a:lnTo>
                  <a:lnTo>
                    <a:pt x="332551" y="150151"/>
                  </a:lnTo>
                  <a:lnTo>
                    <a:pt x="333030" y="144840"/>
                  </a:lnTo>
                  <a:lnTo>
                    <a:pt x="333339" y="139516"/>
                  </a:lnTo>
                  <a:lnTo>
                    <a:pt x="333478" y="134185"/>
                  </a:lnTo>
                  <a:lnTo>
                    <a:pt x="333446" y="128852"/>
                  </a:lnTo>
                  <a:lnTo>
                    <a:pt x="333245" y="123523"/>
                  </a:lnTo>
                  <a:lnTo>
                    <a:pt x="332874" y="118204"/>
                  </a:lnTo>
                  <a:lnTo>
                    <a:pt x="332333" y="112898"/>
                  </a:lnTo>
                  <a:lnTo>
                    <a:pt x="331624" y="107613"/>
                  </a:lnTo>
                  <a:lnTo>
                    <a:pt x="330746" y="102353"/>
                  </a:lnTo>
                  <a:lnTo>
                    <a:pt x="329701" y="97124"/>
                  </a:lnTo>
                  <a:lnTo>
                    <a:pt x="328489" y="91930"/>
                  </a:lnTo>
                  <a:lnTo>
                    <a:pt x="327113" y="86778"/>
                  </a:lnTo>
                  <a:lnTo>
                    <a:pt x="325573" y="81672"/>
                  </a:lnTo>
                  <a:lnTo>
                    <a:pt x="323871" y="76619"/>
                  </a:lnTo>
                  <a:lnTo>
                    <a:pt x="322008" y="71622"/>
                  </a:lnTo>
                  <a:lnTo>
                    <a:pt x="319987" y="66687"/>
                  </a:lnTo>
                  <a:lnTo>
                    <a:pt x="317810" y="61819"/>
                  </a:lnTo>
                  <a:lnTo>
                    <a:pt x="315478" y="57022"/>
                  </a:lnTo>
                  <a:lnTo>
                    <a:pt x="312995" y="52303"/>
                  </a:lnTo>
                  <a:lnTo>
                    <a:pt x="310362" y="47665"/>
                  </a:lnTo>
                  <a:lnTo>
                    <a:pt x="307583" y="43114"/>
                  </a:lnTo>
                  <a:lnTo>
                    <a:pt x="304660" y="38654"/>
                  </a:lnTo>
                  <a:lnTo>
                    <a:pt x="301597" y="34289"/>
                  </a:lnTo>
                  <a:lnTo>
                    <a:pt x="298395" y="30024"/>
                  </a:lnTo>
                  <a:lnTo>
                    <a:pt x="295060" y="25863"/>
                  </a:lnTo>
                  <a:lnTo>
                    <a:pt x="291593" y="21811"/>
                  </a:lnTo>
                  <a:lnTo>
                    <a:pt x="287998" y="17871"/>
                  </a:lnTo>
                  <a:lnTo>
                    <a:pt x="284280" y="14049"/>
                  </a:lnTo>
                  <a:lnTo>
                    <a:pt x="280442" y="10346"/>
                  </a:lnTo>
                  <a:lnTo>
                    <a:pt x="276488" y="6768"/>
                  </a:lnTo>
                  <a:lnTo>
                    <a:pt x="272422" y="3318"/>
                  </a:lnTo>
                  <a:lnTo>
                    <a:pt x="268247" y="0"/>
                  </a:lnTo>
                  <a:lnTo>
                    <a:pt x="166319" y="132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01928" cy="167167"/>
            </a:xfrm>
            <a:custGeom>
              <a:avLst/>
              <a:pathLst>
                <a:path w="101928" h="167167">
                  <a:moveTo>
                    <a:pt x="101928" y="34670"/>
                  </a:moveTo>
                  <a:lnTo>
                    <a:pt x="97295" y="31231"/>
                  </a:lnTo>
                  <a:lnTo>
                    <a:pt x="92547" y="27955"/>
                  </a:lnTo>
                  <a:lnTo>
                    <a:pt x="87688" y="24845"/>
                  </a:lnTo>
                  <a:lnTo>
                    <a:pt x="82725" y="21904"/>
                  </a:lnTo>
                  <a:lnTo>
                    <a:pt x="77664" y="19136"/>
                  </a:lnTo>
                  <a:lnTo>
                    <a:pt x="72509" y="16544"/>
                  </a:lnTo>
                  <a:lnTo>
                    <a:pt x="67269" y="14132"/>
                  </a:lnTo>
                  <a:lnTo>
                    <a:pt x="61948" y="11902"/>
                  </a:lnTo>
                  <a:lnTo>
                    <a:pt x="56554" y="9857"/>
                  </a:lnTo>
                  <a:lnTo>
                    <a:pt x="51092" y="7999"/>
                  </a:lnTo>
                  <a:lnTo>
                    <a:pt x="45570" y="6331"/>
                  </a:lnTo>
                  <a:lnTo>
                    <a:pt x="39993" y="4854"/>
                  </a:lnTo>
                  <a:lnTo>
                    <a:pt x="34368" y="3571"/>
                  </a:lnTo>
                  <a:lnTo>
                    <a:pt x="28703" y="2482"/>
                  </a:lnTo>
                  <a:lnTo>
                    <a:pt x="23003" y="1590"/>
                  </a:lnTo>
                  <a:lnTo>
                    <a:pt x="17277" y="895"/>
                  </a:lnTo>
                  <a:lnTo>
                    <a:pt x="11529" y="398"/>
                  </a:lnTo>
                  <a:lnTo>
                    <a:pt x="5768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21632" y="2126963"/>
              <a:ext cx="106840" cy="167167"/>
            </a:xfrm>
            <a:custGeom>
              <a:avLst/>
              <a:pathLst>
                <a:path w="106840" h="167167">
                  <a:moveTo>
                    <a:pt x="106840" y="0"/>
                  </a:moveTo>
                  <a:lnTo>
                    <a:pt x="101321" y="91"/>
                  </a:lnTo>
                  <a:lnTo>
                    <a:pt x="95809" y="364"/>
                  </a:lnTo>
                  <a:lnTo>
                    <a:pt x="90309" y="819"/>
                  </a:lnTo>
                  <a:lnTo>
                    <a:pt x="84826" y="1455"/>
                  </a:lnTo>
                  <a:lnTo>
                    <a:pt x="79368" y="2272"/>
                  </a:lnTo>
                  <a:lnTo>
                    <a:pt x="73940" y="3269"/>
                  </a:lnTo>
                  <a:lnTo>
                    <a:pt x="68547" y="4444"/>
                  </a:lnTo>
                  <a:lnTo>
                    <a:pt x="63197" y="5797"/>
                  </a:lnTo>
                  <a:lnTo>
                    <a:pt x="57893" y="7326"/>
                  </a:lnTo>
                  <a:lnTo>
                    <a:pt x="52644" y="9029"/>
                  </a:lnTo>
                  <a:lnTo>
                    <a:pt x="47453" y="10904"/>
                  </a:lnTo>
                  <a:lnTo>
                    <a:pt x="42327" y="12949"/>
                  </a:lnTo>
                  <a:lnTo>
                    <a:pt x="37271" y="15163"/>
                  </a:lnTo>
                  <a:lnTo>
                    <a:pt x="32291" y="17542"/>
                  </a:lnTo>
                  <a:lnTo>
                    <a:pt x="27393" y="20085"/>
                  </a:lnTo>
                  <a:lnTo>
                    <a:pt x="22581" y="22788"/>
                  </a:lnTo>
                  <a:lnTo>
                    <a:pt x="17860" y="25648"/>
                  </a:lnTo>
                  <a:lnTo>
                    <a:pt x="13237" y="28662"/>
                  </a:lnTo>
                  <a:lnTo>
                    <a:pt x="8716" y="31828"/>
                  </a:lnTo>
                  <a:lnTo>
                    <a:pt x="4302" y="35141"/>
                  </a:lnTo>
                  <a:lnTo>
                    <a:pt x="0" y="38597"/>
                  </a:lnTo>
                  <a:lnTo>
                    <a:pt x="10684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1632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17" y="2165561"/>
              <a:ext cx="233969" cy="295736"/>
            </a:xfrm>
            <a:custGeom>
              <a:avLst/>
              <a:pathLst>
                <a:path w="233969" h="295736">
                  <a:moveTo>
                    <a:pt x="60314" y="0"/>
                  </a:moveTo>
                  <a:lnTo>
                    <a:pt x="56284" y="3458"/>
                  </a:lnTo>
                  <a:lnTo>
                    <a:pt x="52366" y="7043"/>
                  </a:lnTo>
                  <a:lnTo>
                    <a:pt x="48564" y="10751"/>
                  </a:lnTo>
                  <a:lnTo>
                    <a:pt x="44881" y="14578"/>
                  </a:lnTo>
                  <a:lnTo>
                    <a:pt x="41321" y="18519"/>
                  </a:lnTo>
                  <a:lnTo>
                    <a:pt x="37889" y="22572"/>
                  </a:lnTo>
                  <a:lnTo>
                    <a:pt x="34587" y="26732"/>
                  </a:lnTo>
                  <a:lnTo>
                    <a:pt x="31419" y="30994"/>
                  </a:lnTo>
                  <a:lnTo>
                    <a:pt x="28388" y="35355"/>
                  </a:lnTo>
                  <a:lnTo>
                    <a:pt x="25497" y="39810"/>
                  </a:lnTo>
                  <a:lnTo>
                    <a:pt x="22749" y="44355"/>
                  </a:lnTo>
                  <a:lnTo>
                    <a:pt x="20147" y="48985"/>
                  </a:lnTo>
                  <a:lnTo>
                    <a:pt x="17693" y="53695"/>
                  </a:lnTo>
                  <a:lnTo>
                    <a:pt x="15390" y="58480"/>
                  </a:lnTo>
                  <a:lnTo>
                    <a:pt x="13240" y="63337"/>
                  </a:lnTo>
                  <a:lnTo>
                    <a:pt x="11246" y="68259"/>
                  </a:lnTo>
                  <a:lnTo>
                    <a:pt x="9408" y="73242"/>
                  </a:lnTo>
                  <a:lnTo>
                    <a:pt x="7731" y="78281"/>
                  </a:lnTo>
                  <a:lnTo>
                    <a:pt x="6214" y="83370"/>
                  </a:lnTo>
                  <a:lnTo>
                    <a:pt x="4859" y="88506"/>
                  </a:lnTo>
                  <a:lnTo>
                    <a:pt x="3668" y="93681"/>
                  </a:lnTo>
                  <a:lnTo>
                    <a:pt x="2642" y="98892"/>
                  </a:lnTo>
                  <a:lnTo>
                    <a:pt x="1783" y="104133"/>
                  </a:lnTo>
                  <a:lnTo>
                    <a:pt x="1090" y="109398"/>
                  </a:lnTo>
                  <a:lnTo>
                    <a:pt x="565" y="114683"/>
                  </a:lnTo>
                  <a:lnTo>
                    <a:pt x="208" y="119982"/>
                  </a:lnTo>
                  <a:lnTo>
                    <a:pt x="19" y="125290"/>
                  </a:lnTo>
                  <a:lnTo>
                    <a:pt x="0" y="130601"/>
                  </a:lnTo>
                  <a:lnTo>
                    <a:pt x="148" y="135909"/>
                  </a:lnTo>
                  <a:lnTo>
                    <a:pt x="466" y="141211"/>
                  </a:lnTo>
                  <a:lnTo>
                    <a:pt x="952" y="146500"/>
                  </a:lnTo>
                  <a:lnTo>
                    <a:pt x="1605" y="151770"/>
                  </a:lnTo>
                  <a:lnTo>
                    <a:pt x="2426" y="157017"/>
                  </a:lnTo>
                  <a:lnTo>
                    <a:pt x="3412" y="162236"/>
                  </a:lnTo>
                  <a:lnTo>
                    <a:pt x="4564" y="167420"/>
                  </a:lnTo>
                  <a:lnTo>
                    <a:pt x="5881" y="172565"/>
                  </a:lnTo>
                  <a:lnTo>
                    <a:pt x="7360" y="177666"/>
                  </a:lnTo>
                  <a:lnTo>
                    <a:pt x="9000" y="182717"/>
                  </a:lnTo>
                  <a:lnTo>
                    <a:pt x="10800" y="187714"/>
                  </a:lnTo>
                  <a:lnTo>
                    <a:pt x="12757" y="192651"/>
                  </a:lnTo>
                  <a:lnTo>
                    <a:pt x="14871" y="197523"/>
                  </a:lnTo>
                  <a:lnTo>
                    <a:pt x="17138" y="202326"/>
                  </a:lnTo>
                  <a:lnTo>
                    <a:pt x="19557" y="207054"/>
                  </a:lnTo>
                  <a:lnTo>
                    <a:pt x="22124" y="211703"/>
                  </a:lnTo>
                  <a:lnTo>
                    <a:pt x="24838" y="216268"/>
                  </a:lnTo>
                  <a:lnTo>
                    <a:pt x="27696" y="220744"/>
                  </a:lnTo>
                  <a:lnTo>
                    <a:pt x="30695" y="225128"/>
                  </a:lnTo>
                  <a:lnTo>
                    <a:pt x="33831" y="229414"/>
                  </a:lnTo>
                  <a:lnTo>
                    <a:pt x="37101" y="233598"/>
                  </a:lnTo>
                  <a:lnTo>
                    <a:pt x="40503" y="237677"/>
                  </a:lnTo>
                  <a:lnTo>
                    <a:pt x="44033" y="241645"/>
                  </a:lnTo>
                  <a:lnTo>
                    <a:pt x="47687" y="245499"/>
                  </a:lnTo>
                  <a:lnTo>
                    <a:pt x="51462" y="249235"/>
                  </a:lnTo>
                  <a:lnTo>
                    <a:pt x="55353" y="252849"/>
                  </a:lnTo>
                  <a:lnTo>
                    <a:pt x="59358" y="256338"/>
                  </a:lnTo>
                  <a:lnTo>
                    <a:pt x="63471" y="259697"/>
                  </a:lnTo>
                  <a:lnTo>
                    <a:pt x="67688" y="262925"/>
                  </a:lnTo>
                  <a:lnTo>
                    <a:pt x="72007" y="266017"/>
                  </a:lnTo>
                  <a:lnTo>
                    <a:pt x="76421" y="268970"/>
                  </a:lnTo>
                  <a:lnTo>
                    <a:pt x="80927" y="271781"/>
                  </a:lnTo>
                  <a:lnTo>
                    <a:pt x="85519" y="274448"/>
                  </a:lnTo>
                  <a:lnTo>
                    <a:pt x="90194" y="276968"/>
                  </a:lnTo>
                  <a:lnTo>
                    <a:pt x="94947" y="279337"/>
                  </a:lnTo>
                  <a:lnTo>
                    <a:pt x="99773" y="281555"/>
                  </a:lnTo>
                  <a:lnTo>
                    <a:pt x="104667" y="283618"/>
                  </a:lnTo>
                  <a:lnTo>
                    <a:pt x="109624" y="285525"/>
                  </a:lnTo>
                  <a:lnTo>
                    <a:pt x="114639" y="287273"/>
                  </a:lnTo>
                  <a:lnTo>
                    <a:pt x="119706" y="288861"/>
                  </a:lnTo>
                  <a:lnTo>
                    <a:pt x="124822" y="290288"/>
                  </a:lnTo>
                  <a:lnTo>
                    <a:pt x="129981" y="291551"/>
                  </a:lnTo>
                  <a:lnTo>
                    <a:pt x="135177" y="292649"/>
                  </a:lnTo>
                  <a:lnTo>
                    <a:pt x="140405" y="293582"/>
                  </a:lnTo>
                  <a:lnTo>
                    <a:pt x="145660" y="294349"/>
                  </a:lnTo>
                  <a:lnTo>
                    <a:pt x="150937" y="294948"/>
                  </a:lnTo>
                  <a:lnTo>
                    <a:pt x="156231" y="295379"/>
                  </a:lnTo>
                  <a:lnTo>
                    <a:pt x="161535" y="295642"/>
                  </a:lnTo>
                  <a:lnTo>
                    <a:pt x="166845" y="295736"/>
                  </a:lnTo>
                  <a:lnTo>
                    <a:pt x="172155" y="295662"/>
                  </a:lnTo>
                  <a:lnTo>
                    <a:pt x="177461" y="295419"/>
                  </a:lnTo>
                  <a:lnTo>
                    <a:pt x="182756" y="295007"/>
                  </a:lnTo>
                  <a:lnTo>
                    <a:pt x="188035" y="294427"/>
                  </a:lnTo>
                  <a:lnTo>
                    <a:pt x="193293" y="293680"/>
                  </a:lnTo>
                  <a:lnTo>
                    <a:pt x="198525" y="292767"/>
                  </a:lnTo>
                  <a:lnTo>
                    <a:pt x="203725" y="291687"/>
                  </a:lnTo>
                  <a:lnTo>
                    <a:pt x="208888" y="290443"/>
                  </a:lnTo>
                  <a:lnTo>
                    <a:pt x="214009" y="289036"/>
                  </a:lnTo>
                  <a:lnTo>
                    <a:pt x="219083" y="287467"/>
                  </a:lnTo>
                  <a:lnTo>
                    <a:pt x="224104" y="285737"/>
                  </a:lnTo>
                  <a:lnTo>
                    <a:pt x="229068" y="283849"/>
                  </a:lnTo>
                  <a:lnTo>
                    <a:pt x="233969" y="281803"/>
                  </a:lnTo>
                  <a:lnTo>
                    <a:pt x="167155" y="128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66" cy="320401"/>
            </a:xfrm>
            <a:custGeom>
              <a:avLst/>
              <a:pathLst>
                <a:path w="167166" h="320401">
                  <a:moveTo>
                    <a:pt x="66814" y="320401"/>
                  </a:moveTo>
                  <a:lnTo>
                    <a:pt x="71701" y="318176"/>
                  </a:lnTo>
                  <a:lnTo>
                    <a:pt x="76514" y="315796"/>
                  </a:lnTo>
                  <a:lnTo>
                    <a:pt x="81248" y="313261"/>
                  </a:lnTo>
                  <a:lnTo>
                    <a:pt x="85898" y="310577"/>
                  </a:lnTo>
                  <a:lnTo>
                    <a:pt x="90460" y="307744"/>
                  </a:lnTo>
                  <a:lnTo>
                    <a:pt x="94928" y="304766"/>
                  </a:lnTo>
                  <a:lnTo>
                    <a:pt x="99298" y="301646"/>
                  </a:lnTo>
                  <a:lnTo>
                    <a:pt x="103566" y="298388"/>
                  </a:lnTo>
                  <a:lnTo>
                    <a:pt x="107727" y="294994"/>
                  </a:lnTo>
                  <a:lnTo>
                    <a:pt x="111777" y="291468"/>
                  </a:lnTo>
                  <a:lnTo>
                    <a:pt x="115712" y="287814"/>
                  </a:lnTo>
                  <a:lnTo>
                    <a:pt x="119527" y="284035"/>
                  </a:lnTo>
                  <a:lnTo>
                    <a:pt x="123219" y="280136"/>
                  </a:lnTo>
                  <a:lnTo>
                    <a:pt x="126783" y="276120"/>
                  </a:lnTo>
                  <a:lnTo>
                    <a:pt x="130217" y="271992"/>
                  </a:lnTo>
                  <a:lnTo>
                    <a:pt x="133517" y="267756"/>
                  </a:lnTo>
                  <a:lnTo>
                    <a:pt x="136678" y="263416"/>
                  </a:lnTo>
                  <a:lnTo>
                    <a:pt x="139699" y="258976"/>
                  </a:lnTo>
                  <a:lnTo>
                    <a:pt x="142576" y="254442"/>
                  </a:lnTo>
                  <a:lnTo>
                    <a:pt x="145305" y="249818"/>
                  </a:lnTo>
                  <a:lnTo>
                    <a:pt x="147885" y="245109"/>
                  </a:lnTo>
                  <a:lnTo>
                    <a:pt x="150312" y="240319"/>
                  </a:lnTo>
                  <a:lnTo>
                    <a:pt x="152584" y="235454"/>
                  </a:lnTo>
                  <a:lnTo>
                    <a:pt x="154698" y="230518"/>
                  </a:lnTo>
                  <a:lnTo>
                    <a:pt x="156653" y="225517"/>
                  </a:lnTo>
                  <a:lnTo>
                    <a:pt x="158446" y="220455"/>
                  </a:lnTo>
                  <a:lnTo>
                    <a:pt x="160076" y="215339"/>
                  </a:lnTo>
                  <a:lnTo>
                    <a:pt x="161540" y="210173"/>
                  </a:lnTo>
                  <a:lnTo>
                    <a:pt x="162838" y="204963"/>
                  </a:lnTo>
                  <a:lnTo>
                    <a:pt x="163968" y="199713"/>
                  </a:lnTo>
                  <a:lnTo>
                    <a:pt x="164929" y="194430"/>
                  </a:lnTo>
                  <a:lnTo>
                    <a:pt x="165719" y="189119"/>
                  </a:lnTo>
                  <a:lnTo>
                    <a:pt x="166339" y="183785"/>
                  </a:lnTo>
                  <a:lnTo>
                    <a:pt x="166787" y="178435"/>
                  </a:lnTo>
                  <a:lnTo>
                    <a:pt x="167063" y="173072"/>
                  </a:lnTo>
                  <a:lnTo>
                    <a:pt x="167166" y="167703"/>
                  </a:lnTo>
                  <a:lnTo>
                    <a:pt x="167097" y="162334"/>
                  </a:lnTo>
                  <a:lnTo>
                    <a:pt x="166856" y="156970"/>
                  </a:lnTo>
                  <a:lnTo>
                    <a:pt x="166442" y="151616"/>
                  </a:lnTo>
                  <a:lnTo>
                    <a:pt x="165857" y="146279"/>
                  </a:lnTo>
                  <a:lnTo>
                    <a:pt x="165100" y="140963"/>
                  </a:lnTo>
                  <a:lnTo>
                    <a:pt x="164174" y="135674"/>
                  </a:lnTo>
                  <a:lnTo>
                    <a:pt x="163077" y="130417"/>
                  </a:lnTo>
                  <a:lnTo>
                    <a:pt x="161813" y="125198"/>
                  </a:lnTo>
                  <a:lnTo>
                    <a:pt x="160382" y="120023"/>
                  </a:lnTo>
                  <a:lnTo>
                    <a:pt x="158785" y="114897"/>
                  </a:lnTo>
                  <a:lnTo>
                    <a:pt x="157024" y="109824"/>
                  </a:lnTo>
                  <a:lnTo>
                    <a:pt x="155101" y="104810"/>
                  </a:lnTo>
                  <a:lnTo>
                    <a:pt x="153019" y="99861"/>
                  </a:lnTo>
                  <a:lnTo>
                    <a:pt x="150778" y="94981"/>
                  </a:lnTo>
                  <a:lnTo>
                    <a:pt x="148382" y="90176"/>
                  </a:lnTo>
                  <a:lnTo>
                    <a:pt x="145833" y="85450"/>
                  </a:lnTo>
                  <a:lnTo>
                    <a:pt x="143133" y="80808"/>
                  </a:lnTo>
                  <a:lnTo>
                    <a:pt x="140285" y="76256"/>
                  </a:lnTo>
                  <a:lnTo>
                    <a:pt x="137293" y="71797"/>
                  </a:lnTo>
                  <a:lnTo>
                    <a:pt x="134159" y="67437"/>
                  </a:lnTo>
                  <a:lnTo>
                    <a:pt x="130887" y="63180"/>
                  </a:lnTo>
                  <a:lnTo>
                    <a:pt x="127480" y="59030"/>
                  </a:lnTo>
                  <a:lnTo>
                    <a:pt x="123941" y="54991"/>
                  </a:lnTo>
                  <a:lnTo>
                    <a:pt x="120274" y="51068"/>
                  </a:lnTo>
                  <a:lnTo>
                    <a:pt x="116484" y="47265"/>
                  </a:lnTo>
                  <a:lnTo>
                    <a:pt x="112573" y="43586"/>
                  </a:lnTo>
                  <a:lnTo>
                    <a:pt x="108545" y="40034"/>
                  </a:lnTo>
                  <a:lnTo>
                    <a:pt x="104406" y="36614"/>
                  </a:lnTo>
                  <a:lnTo>
                    <a:pt x="100160" y="33328"/>
                  </a:lnTo>
                  <a:lnTo>
                    <a:pt x="95809" y="30180"/>
                  </a:lnTo>
                  <a:lnTo>
                    <a:pt x="91360" y="27174"/>
                  </a:lnTo>
                  <a:lnTo>
                    <a:pt x="86817" y="24311"/>
                  </a:lnTo>
                  <a:lnTo>
                    <a:pt x="82184" y="21597"/>
                  </a:lnTo>
                  <a:lnTo>
                    <a:pt x="77466" y="19032"/>
                  </a:lnTo>
                  <a:lnTo>
                    <a:pt x="72669" y="16621"/>
                  </a:lnTo>
                  <a:lnTo>
                    <a:pt x="67796" y="14365"/>
                  </a:lnTo>
                  <a:lnTo>
                    <a:pt x="62854" y="12266"/>
                  </a:lnTo>
                  <a:lnTo>
                    <a:pt x="57846" y="10327"/>
                  </a:lnTo>
                  <a:lnTo>
                    <a:pt x="52779" y="8550"/>
                  </a:lnTo>
                  <a:lnTo>
                    <a:pt x="47658" y="6937"/>
                  </a:lnTo>
                  <a:lnTo>
                    <a:pt x="42487" y="5489"/>
                  </a:lnTo>
                  <a:lnTo>
                    <a:pt x="37272" y="4208"/>
                  </a:lnTo>
                  <a:lnTo>
                    <a:pt x="32019" y="3095"/>
                  </a:lnTo>
                  <a:lnTo>
                    <a:pt x="26733" y="2151"/>
                  </a:lnTo>
                  <a:lnTo>
                    <a:pt x="21420" y="1378"/>
                  </a:lnTo>
                  <a:lnTo>
                    <a:pt x="16084" y="775"/>
                  </a:lnTo>
                  <a:lnTo>
                    <a:pt x="10732" y="344"/>
                  </a:lnTo>
                  <a:lnTo>
                    <a:pt x="536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1453" y="1681503"/>
              <a:ext cx="41781" cy="167167"/>
            </a:xfrm>
            <a:custGeom>
              <a:avLst/>
              <a:pathLst>
                <a:path w="41781" h="167167">
                  <a:moveTo>
                    <a:pt x="41781" y="0"/>
                  </a:moveTo>
                  <a:lnTo>
                    <a:pt x="35750" y="108"/>
                  </a:lnTo>
                  <a:lnTo>
                    <a:pt x="29726" y="435"/>
                  </a:lnTo>
                  <a:lnTo>
                    <a:pt x="23718" y="978"/>
                  </a:lnTo>
                  <a:lnTo>
                    <a:pt x="17734" y="1738"/>
                  </a:lnTo>
                  <a:lnTo>
                    <a:pt x="11781" y="2714"/>
                  </a:lnTo>
                  <a:lnTo>
                    <a:pt x="5867" y="3903"/>
                  </a:lnTo>
                  <a:lnTo>
                    <a:pt x="0" y="5305"/>
                  </a:lnTo>
                  <a:lnTo>
                    <a:pt x="4178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1453" y="1686808"/>
              <a:ext cx="41781" cy="161861"/>
            </a:xfrm>
            <a:custGeom>
              <a:avLst/>
              <a:pathLst>
                <a:path w="41781" h="161861">
                  <a:moveTo>
                    <a:pt x="0" y="0"/>
                  </a:moveTo>
                  <a:lnTo>
                    <a:pt x="41781" y="1618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74" y="1686808"/>
              <a:ext cx="334326" cy="329015"/>
            </a:xfrm>
            <a:custGeom>
              <a:avLst/>
              <a:pathLst>
                <a:path w="334326" h="329015">
                  <a:moveTo>
                    <a:pt x="125378" y="0"/>
                  </a:moveTo>
                  <a:lnTo>
                    <a:pt x="120284" y="1401"/>
                  </a:lnTo>
                  <a:lnTo>
                    <a:pt x="115236" y="2962"/>
                  </a:lnTo>
                  <a:lnTo>
                    <a:pt x="110240" y="4683"/>
                  </a:lnTo>
                  <a:lnTo>
                    <a:pt x="105302" y="6560"/>
                  </a:lnTo>
                  <a:lnTo>
                    <a:pt x="100425" y="8592"/>
                  </a:lnTo>
                  <a:lnTo>
                    <a:pt x="95614" y="10778"/>
                  </a:lnTo>
                  <a:lnTo>
                    <a:pt x="90875" y="13114"/>
                  </a:lnTo>
                  <a:lnTo>
                    <a:pt x="86213" y="15599"/>
                  </a:lnTo>
                  <a:lnTo>
                    <a:pt x="81631" y="18231"/>
                  </a:lnTo>
                  <a:lnTo>
                    <a:pt x="77135" y="21005"/>
                  </a:lnTo>
                  <a:lnTo>
                    <a:pt x="72728" y="23921"/>
                  </a:lnTo>
                  <a:lnTo>
                    <a:pt x="68416" y="26974"/>
                  </a:lnTo>
                  <a:lnTo>
                    <a:pt x="64203" y="30162"/>
                  </a:lnTo>
                  <a:lnTo>
                    <a:pt x="60092" y="33481"/>
                  </a:lnTo>
                  <a:lnTo>
                    <a:pt x="56088" y="36929"/>
                  </a:lnTo>
                  <a:lnTo>
                    <a:pt x="52196" y="40501"/>
                  </a:lnTo>
                  <a:lnTo>
                    <a:pt x="48418" y="44195"/>
                  </a:lnTo>
                  <a:lnTo>
                    <a:pt x="44759" y="48006"/>
                  </a:lnTo>
                  <a:lnTo>
                    <a:pt x="41222" y="51932"/>
                  </a:lnTo>
                  <a:lnTo>
                    <a:pt x="37810" y="55966"/>
                  </a:lnTo>
                  <a:lnTo>
                    <a:pt x="34529" y="60107"/>
                  </a:lnTo>
                  <a:lnTo>
                    <a:pt x="31379" y="64349"/>
                  </a:lnTo>
                  <a:lnTo>
                    <a:pt x="28365" y="68689"/>
                  </a:lnTo>
                  <a:lnTo>
                    <a:pt x="25490" y="73122"/>
                  </a:lnTo>
                  <a:lnTo>
                    <a:pt x="22757" y="77643"/>
                  </a:lnTo>
                  <a:lnTo>
                    <a:pt x="20167" y="82249"/>
                  </a:lnTo>
                  <a:lnTo>
                    <a:pt x="17725" y="86934"/>
                  </a:lnTo>
                  <a:lnTo>
                    <a:pt x="15431" y="91694"/>
                  </a:lnTo>
                  <a:lnTo>
                    <a:pt x="13290" y="96524"/>
                  </a:lnTo>
                  <a:lnTo>
                    <a:pt x="11302" y="101419"/>
                  </a:lnTo>
                  <a:lnTo>
                    <a:pt x="9469" y="106375"/>
                  </a:lnTo>
                  <a:lnTo>
                    <a:pt x="7795" y="111386"/>
                  </a:lnTo>
                  <a:lnTo>
                    <a:pt x="6279" y="116447"/>
                  </a:lnTo>
                  <a:lnTo>
                    <a:pt x="4924" y="121554"/>
                  </a:lnTo>
                  <a:lnTo>
                    <a:pt x="3732" y="126702"/>
                  </a:lnTo>
                  <a:lnTo>
                    <a:pt x="2702" y="131884"/>
                  </a:lnTo>
                  <a:lnTo>
                    <a:pt x="1837" y="137096"/>
                  </a:lnTo>
                  <a:lnTo>
                    <a:pt x="1137" y="142333"/>
                  </a:lnTo>
                  <a:lnTo>
                    <a:pt x="603" y="147590"/>
                  </a:lnTo>
                  <a:lnTo>
                    <a:pt x="235" y="152860"/>
                  </a:lnTo>
                  <a:lnTo>
                    <a:pt x="34" y="158140"/>
                  </a:lnTo>
                  <a:lnTo>
                    <a:pt x="0" y="163423"/>
                  </a:lnTo>
                  <a:lnTo>
                    <a:pt x="132" y="168705"/>
                  </a:lnTo>
                  <a:lnTo>
                    <a:pt x="432" y="173980"/>
                  </a:lnTo>
                  <a:lnTo>
                    <a:pt x="898" y="179243"/>
                  </a:lnTo>
                  <a:lnTo>
                    <a:pt x="1531" y="184489"/>
                  </a:lnTo>
                  <a:lnTo>
                    <a:pt x="2329" y="189712"/>
                  </a:lnTo>
                  <a:lnTo>
                    <a:pt x="3291" y="194907"/>
                  </a:lnTo>
                  <a:lnTo>
                    <a:pt x="4417" y="200069"/>
                  </a:lnTo>
                  <a:lnTo>
                    <a:pt x="5706" y="205193"/>
                  </a:lnTo>
                  <a:lnTo>
                    <a:pt x="7156" y="210274"/>
                  </a:lnTo>
                  <a:lnTo>
                    <a:pt x="8766" y="215306"/>
                  </a:lnTo>
                  <a:lnTo>
                    <a:pt x="10534" y="220285"/>
                  </a:lnTo>
                  <a:lnTo>
                    <a:pt x="12459" y="225206"/>
                  </a:lnTo>
                  <a:lnTo>
                    <a:pt x="14538" y="230063"/>
                  </a:lnTo>
                  <a:lnTo>
                    <a:pt x="16769" y="234852"/>
                  </a:lnTo>
                  <a:lnTo>
                    <a:pt x="19151" y="239568"/>
                  </a:lnTo>
                  <a:lnTo>
                    <a:pt x="21681" y="244207"/>
                  </a:lnTo>
                  <a:lnTo>
                    <a:pt x="24356" y="248763"/>
                  </a:lnTo>
                  <a:lnTo>
                    <a:pt x="27173" y="253233"/>
                  </a:lnTo>
                  <a:lnTo>
                    <a:pt x="30131" y="257611"/>
                  </a:lnTo>
                  <a:lnTo>
                    <a:pt x="33225" y="261894"/>
                  </a:lnTo>
                  <a:lnTo>
                    <a:pt x="36453" y="266077"/>
                  </a:lnTo>
                  <a:lnTo>
                    <a:pt x="39812" y="270155"/>
                  </a:lnTo>
                  <a:lnTo>
                    <a:pt x="43298" y="274126"/>
                  </a:lnTo>
                  <a:lnTo>
                    <a:pt x="46908" y="277984"/>
                  </a:lnTo>
                  <a:lnTo>
                    <a:pt x="50638" y="281726"/>
                  </a:lnTo>
                  <a:lnTo>
                    <a:pt x="54484" y="285349"/>
                  </a:lnTo>
                  <a:lnTo>
                    <a:pt x="58443" y="288848"/>
                  </a:lnTo>
                  <a:lnTo>
                    <a:pt x="62510" y="292220"/>
                  </a:lnTo>
                  <a:lnTo>
                    <a:pt x="66682" y="295462"/>
                  </a:lnTo>
                  <a:lnTo>
                    <a:pt x="70954" y="298571"/>
                  </a:lnTo>
                  <a:lnTo>
                    <a:pt x="75323" y="301543"/>
                  </a:lnTo>
                  <a:lnTo>
                    <a:pt x="79783" y="304375"/>
                  </a:lnTo>
                  <a:lnTo>
                    <a:pt x="84330" y="307065"/>
                  </a:lnTo>
                  <a:lnTo>
                    <a:pt x="88960" y="309610"/>
                  </a:lnTo>
                  <a:lnTo>
                    <a:pt x="93669" y="312008"/>
                  </a:lnTo>
                  <a:lnTo>
                    <a:pt x="98450" y="314255"/>
                  </a:lnTo>
                  <a:lnTo>
                    <a:pt x="103301" y="316351"/>
                  </a:lnTo>
                  <a:lnTo>
                    <a:pt x="108215" y="318292"/>
                  </a:lnTo>
                  <a:lnTo>
                    <a:pt x="113188" y="320076"/>
                  </a:lnTo>
                  <a:lnTo>
                    <a:pt x="118215" y="321703"/>
                  </a:lnTo>
                  <a:lnTo>
                    <a:pt x="123291" y="323170"/>
                  </a:lnTo>
                  <a:lnTo>
                    <a:pt x="128410" y="324476"/>
                  </a:lnTo>
                  <a:lnTo>
                    <a:pt x="133569" y="325619"/>
                  </a:lnTo>
                  <a:lnTo>
                    <a:pt x="138761" y="326599"/>
                  </a:lnTo>
                  <a:lnTo>
                    <a:pt x="143981" y="327414"/>
                  </a:lnTo>
                  <a:lnTo>
                    <a:pt x="149224" y="328064"/>
                  </a:lnTo>
                  <a:lnTo>
                    <a:pt x="154486" y="328548"/>
                  </a:lnTo>
                  <a:lnTo>
                    <a:pt x="159760" y="328865"/>
                  </a:lnTo>
                  <a:lnTo>
                    <a:pt x="165041" y="329015"/>
                  </a:lnTo>
                  <a:lnTo>
                    <a:pt x="170325" y="328999"/>
                  </a:lnTo>
                  <a:lnTo>
                    <a:pt x="175605" y="328815"/>
                  </a:lnTo>
                  <a:lnTo>
                    <a:pt x="180877" y="328465"/>
                  </a:lnTo>
                  <a:lnTo>
                    <a:pt x="186135" y="327948"/>
                  </a:lnTo>
                  <a:lnTo>
                    <a:pt x="191374" y="327266"/>
                  </a:lnTo>
                  <a:lnTo>
                    <a:pt x="196590" y="326418"/>
                  </a:lnTo>
                  <a:lnTo>
                    <a:pt x="201775" y="325406"/>
                  </a:lnTo>
                  <a:lnTo>
                    <a:pt x="206926" y="324230"/>
                  </a:lnTo>
                  <a:lnTo>
                    <a:pt x="212038" y="322892"/>
                  </a:lnTo>
                  <a:lnTo>
                    <a:pt x="217104" y="321393"/>
                  </a:lnTo>
                  <a:lnTo>
                    <a:pt x="222121" y="319735"/>
                  </a:lnTo>
                  <a:lnTo>
                    <a:pt x="227083" y="317920"/>
                  </a:lnTo>
                  <a:lnTo>
                    <a:pt x="231985" y="315948"/>
                  </a:lnTo>
                  <a:lnTo>
                    <a:pt x="236822" y="313822"/>
                  </a:lnTo>
                  <a:lnTo>
                    <a:pt x="241589" y="311545"/>
                  </a:lnTo>
                  <a:lnTo>
                    <a:pt x="246282" y="309118"/>
                  </a:lnTo>
                  <a:lnTo>
                    <a:pt x="250897" y="306544"/>
                  </a:lnTo>
                  <a:lnTo>
                    <a:pt x="255427" y="303825"/>
                  </a:lnTo>
                  <a:lnTo>
                    <a:pt x="259869" y="300965"/>
                  </a:lnTo>
                  <a:lnTo>
                    <a:pt x="264219" y="297966"/>
                  </a:lnTo>
                  <a:lnTo>
                    <a:pt x="268472" y="294830"/>
                  </a:lnTo>
                  <a:lnTo>
                    <a:pt x="272623" y="291562"/>
                  </a:lnTo>
                  <a:lnTo>
                    <a:pt x="276670" y="288165"/>
                  </a:lnTo>
                  <a:lnTo>
                    <a:pt x="280606" y="284641"/>
                  </a:lnTo>
                  <a:lnTo>
                    <a:pt x="284430" y="280994"/>
                  </a:lnTo>
                  <a:lnTo>
                    <a:pt x="288136" y="277229"/>
                  </a:lnTo>
                  <a:lnTo>
                    <a:pt x="291722" y="273348"/>
                  </a:lnTo>
                  <a:lnTo>
                    <a:pt x="295183" y="269356"/>
                  </a:lnTo>
                  <a:lnTo>
                    <a:pt x="298516" y="265256"/>
                  </a:lnTo>
                  <a:lnTo>
                    <a:pt x="301718" y="261053"/>
                  </a:lnTo>
                  <a:lnTo>
                    <a:pt x="304785" y="256751"/>
                  </a:lnTo>
                  <a:lnTo>
                    <a:pt x="307715" y="252355"/>
                  </a:lnTo>
                  <a:lnTo>
                    <a:pt x="310505" y="247868"/>
                  </a:lnTo>
                  <a:lnTo>
                    <a:pt x="313151" y="243295"/>
                  </a:lnTo>
                  <a:lnTo>
                    <a:pt x="315652" y="238640"/>
                  </a:lnTo>
                  <a:lnTo>
                    <a:pt x="318004" y="233909"/>
                  </a:lnTo>
                  <a:lnTo>
                    <a:pt x="320206" y="229106"/>
                  </a:lnTo>
                  <a:lnTo>
                    <a:pt x="322254" y="224236"/>
                  </a:lnTo>
                  <a:lnTo>
                    <a:pt x="324148" y="219303"/>
                  </a:lnTo>
                  <a:lnTo>
                    <a:pt x="325885" y="214314"/>
                  </a:lnTo>
                  <a:lnTo>
                    <a:pt x="327463" y="209271"/>
                  </a:lnTo>
                  <a:lnTo>
                    <a:pt x="328881" y="204182"/>
                  </a:lnTo>
                  <a:lnTo>
                    <a:pt x="330138" y="199050"/>
                  </a:lnTo>
                  <a:lnTo>
                    <a:pt x="331232" y="193881"/>
                  </a:lnTo>
                  <a:lnTo>
                    <a:pt x="332162" y="188679"/>
                  </a:lnTo>
                  <a:lnTo>
                    <a:pt x="332927" y="183452"/>
                  </a:lnTo>
                  <a:lnTo>
                    <a:pt x="333527" y="178202"/>
                  </a:lnTo>
                  <a:lnTo>
                    <a:pt x="333960" y="172936"/>
                  </a:lnTo>
                  <a:lnTo>
                    <a:pt x="334226" y="167660"/>
                  </a:lnTo>
                  <a:lnTo>
                    <a:pt x="334326" y="162377"/>
                  </a:lnTo>
                  <a:lnTo>
                    <a:pt x="334259" y="157094"/>
                  </a:lnTo>
                  <a:lnTo>
                    <a:pt x="334025" y="151815"/>
                  </a:lnTo>
                  <a:lnTo>
                    <a:pt x="333624" y="146547"/>
                  </a:lnTo>
                  <a:lnTo>
                    <a:pt x="333057" y="141294"/>
                  </a:lnTo>
                  <a:lnTo>
                    <a:pt x="332324" y="136062"/>
                  </a:lnTo>
                  <a:lnTo>
                    <a:pt x="331426" y="130855"/>
                  </a:lnTo>
                  <a:lnTo>
                    <a:pt x="330364" y="125679"/>
                  </a:lnTo>
                  <a:lnTo>
                    <a:pt x="329139" y="120539"/>
                  </a:lnTo>
                  <a:lnTo>
                    <a:pt x="327753" y="115441"/>
                  </a:lnTo>
                  <a:lnTo>
                    <a:pt x="326205" y="110389"/>
                  </a:lnTo>
                  <a:lnTo>
                    <a:pt x="324499" y="105389"/>
                  </a:lnTo>
                  <a:lnTo>
                    <a:pt x="322636" y="100445"/>
                  </a:lnTo>
                  <a:lnTo>
                    <a:pt x="320618" y="95562"/>
                  </a:lnTo>
                  <a:lnTo>
                    <a:pt x="318446" y="90745"/>
                  </a:lnTo>
                  <a:lnTo>
                    <a:pt x="316123" y="86000"/>
                  </a:lnTo>
                  <a:lnTo>
                    <a:pt x="313651" y="81330"/>
                  </a:lnTo>
                  <a:lnTo>
                    <a:pt x="311033" y="76741"/>
                  </a:lnTo>
                  <a:lnTo>
                    <a:pt x="308271" y="72237"/>
                  </a:lnTo>
                  <a:lnTo>
                    <a:pt x="305368" y="67822"/>
                  </a:lnTo>
                  <a:lnTo>
                    <a:pt x="302327" y="63501"/>
                  </a:lnTo>
                  <a:lnTo>
                    <a:pt x="299151" y="59279"/>
                  </a:lnTo>
                  <a:lnTo>
                    <a:pt x="295843" y="55159"/>
                  </a:lnTo>
                  <a:lnTo>
                    <a:pt x="292407" y="51145"/>
                  </a:lnTo>
                  <a:lnTo>
                    <a:pt x="288846" y="47242"/>
                  </a:lnTo>
                  <a:lnTo>
                    <a:pt x="285163" y="43454"/>
                  </a:lnTo>
                  <a:lnTo>
                    <a:pt x="281362" y="39784"/>
                  </a:lnTo>
                  <a:lnTo>
                    <a:pt x="277447" y="36236"/>
                  </a:lnTo>
                  <a:lnTo>
                    <a:pt x="273422" y="32813"/>
                  </a:lnTo>
                  <a:lnTo>
                    <a:pt x="269290" y="29520"/>
                  </a:lnTo>
                  <a:lnTo>
                    <a:pt x="265057" y="26358"/>
                  </a:lnTo>
                  <a:lnTo>
                    <a:pt x="260726" y="23332"/>
                  </a:lnTo>
                  <a:lnTo>
                    <a:pt x="256301" y="20444"/>
                  </a:lnTo>
                  <a:lnTo>
                    <a:pt x="251788" y="17698"/>
                  </a:lnTo>
                  <a:lnTo>
                    <a:pt x="247189" y="15095"/>
                  </a:lnTo>
                  <a:lnTo>
                    <a:pt x="242511" y="12640"/>
                  </a:lnTo>
                  <a:lnTo>
                    <a:pt x="167160" y="1618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5351" cy="167167"/>
            </a:xfrm>
            <a:custGeom>
              <a:avLst/>
              <a:pathLst>
                <a:path w="75351" h="167167">
                  <a:moveTo>
                    <a:pt x="75351" y="17945"/>
                  </a:moveTo>
                  <a:lnTo>
                    <a:pt x="69936" y="15332"/>
                  </a:lnTo>
                  <a:lnTo>
                    <a:pt x="64430" y="12915"/>
                  </a:lnTo>
                  <a:lnTo>
                    <a:pt x="58841" y="10698"/>
                  </a:lnTo>
                  <a:lnTo>
                    <a:pt x="53176" y="8683"/>
                  </a:lnTo>
                  <a:lnTo>
                    <a:pt x="47443" y="6873"/>
                  </a:lnTo>
                  <a:lnTo>
                    <a:pt x="41647" y="5271"/>
                  </a:lnTo>
                  <a:lnTo>
                    <a:pt x="35798" y="3878"/>
                  </a:lnTo>
                  <a:lnTo>
                    <a:pt x="29903" y="2696"/>
                  </a:lnTo>
                  <a:lnTo>
                    <a:pt x="23969" y="1727"/>
                  </a:lnTo>
                  <a:lnTo>
                    <a:pt x="18004" y="972"/>
                  </a:lnTo>
                  <a:lnTo>
                    <a:pt x="12015" y="432"/>
                  </a:lnTo>
                  <a:lnTo>
                    <a:pt x="601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78" y="1322571"/>
              <a:ext cx="334326" cy="334318"/>
            </a:xfrm>
            <a:custGeom>
              <a:avLst/>
              <a:pathLst>
                <a:path w="334326" h="334318">
                  <a:moveTo>
                    <a:pt x="167160" y="0"/>
                  </a:moveTo>
                  <a:lnTo>
                    <a:pt x="161880" y="83"/>
                  </a:lnTo>
                  <a:lnTo>
                    <a:pt x="156605" y="333"/>
                  </a:lnTo>
                  <a:lnTo>
                    <a:pt x="151341" y="750"/>
                  </a:lnTo>
                  <a:lnTo>
                    <a:pt x="146092" y="1332"/>
                  </a:lnTo>
                  <a:lnTo>
                    <a:pt x="140864" y="2081"/>
                  </a:lnTo>
                  <a:lnTo>
                    <a:pt x="135663" y="2994"/>
                  </a:lnTo>
                  <a:lnTo>
                    <a:pt x="130493" y="4071"/>
                  </a:lnTo>
                  <a:lnTo>
                    <a:pt x="125359" y="5310"/>
                  </a:lnTo>
                  <a:lnTo>
                    <a:pt x="120268" y="6711"/>
                  </a:lnTo>
                  <a:lnTo>
                    <a:pt x="115223" y="8273"/>
                  </a:lnTo>
                  <a:lnTo>
                    <a:pt x="110230" y="9992"/>
                  </a:lnTo>
                  <a:lnTo>
                    <a:pt x="105294" y="11869"/>
                  </a:lnTo>
                  <a:lnTo>
                    <a:pt x="100419" y="13901"/>
                  </a:lnTo>
                  <a:lnTo>
                    <a:pt x="95611" y="16085"/>
                  </a:lnTo>
                  <a:lnTo>
                    <a:pt x="90875" y="18421"/>
                  </a:lnTo>
                  <a:lnTo>
                    <a:pt x="86214" y="20905"/>
                  </a:lnTo>
                  <a:lnTo>
                    <a:pt x="81635" y="23534"/>
                  </a:lnTo>
                  <a:lnTo>
                    <a:pt x="77141" y="26308"/>
                  </a:lnTo>
                  <a:lnTo>
                    <a:pt x="72736" y="29221"/>
                  </a:lnTo>
                  <a:lnTo>
                    <a:pt x="68426" y="32273"/>
                  </a:lnTo>
                  <a:lnTo>
                    <a:pt x="64214" y="35459"/>
                  </a:lnTo>
                  <a:lnTo>
                    <a:pt x="60105" y="38776"/>
                  </a:lnTo>
                  <a:lnTo>
                    <a:pt x="56103" y="42222"/>
                  </a:lnTo>
                  <a:lnTo>
                    <a:pt x="52212" y="45792"/>
                  </a:lnTo>
                  <a:lnTo>
                    <a:pt x="48436" y="49483"/>
                  </a:lnTo>
                  <a:lnTo>
                    <a:pt x="44778" y="53292"/>
                  </a:lnTo>
                  <a:lnTo>
                    <a:pt x="41242" y="57215"/>
                  </a:lnTo>
                  <a:lnTo>
                    <a:pt x="37832" y="61247"/>
                  </a:lnTo>
                  <a:lnTo>
                    <a:pt x="34551" y="65385"/>
                  </a:lnTo>
                  <a:lnTo>
                    <a:pt x="31402" y="69625"/>
                  </a:lnTo>
                  <a:lnTo>
                    <a:pt x="28388" y="73961"/>
                  </a:lnTo>
                  <a:lnTo>
                    <a:pt x="25514" y="78391"/>
                  </a:lnTo>
                  <a:lnTo>
                    <a:pt x="22780" y="82910"/>
                  </a:lnTo>
                  <a:lnTo>
                    <a:pt x="20191" y="87512"/>
                  </a:lnTo>
                  <a:lnTo>
                    <a:pt x="17748" y="92194"/>
                  </a:lnTo>
                  <a:lnTo>
                    <a:pt x="15454" y="96951"/>
                  </a:lnTo>
                  <a:lnTo>
                    <a:pt x="13312" y="101778"/>
                  </a:lnTo>
                  <a:lnTo>
                    <a:pt x="11324" y="106670"/>
                  </a:lnTo>
                  <a:lnTo>
                    <a:pt x="9490" y="111623"/>
                  </a:lnTo>
                  <a:lnTo>
                    <a:pt x="7815" y="116631"/>
                  </a:lnTo>
                  <a:lnTo>
                    <a:pt x="6298" y="121689"/>
                  </a:lnTo>
                  <a:lnTo>
                    <a:pt x="4942" y="126793"/>
                  </a:lnTo>
                  <a:lnTo>
                    <a:pt x="3747" y="131937"/>
                  </a:lnTo>
                  <a:lnTo>
                    <a:pt x="2716" y="137117"/>
                  </a:lnTo>
                  <a:lnTo>
                    <a:pt x="1849" y="142326"/>
                  </a:lnTo>
                  <a:lnTo>
                    <a:pt x="1147" y="147560"/>
                  </a:lnTo>
                  <a:lnTo>
                    <a:pt x="610" y="152814"/>
                  </a:lnTo>
                  <a:lnTo>
                    <a:pt x="240" y="158082"/>
                  </a:lnTo>
                  <a:lnTo>
                    <a:pt x="36" y="163359"/>
                  </a:lnTo>
                  <a:lnTo>
                    <a:pt x="0" y="168639"/>
                  </a:lnTo>
                  <a:lnTo>
                    <a:pt x="129" y="173919"/>
                  </a:lnTo>
                  <a:lnTo>
                    <a:pt x="426" y="179191"/>
                  </a:lnTo>
                  <a:lnTo>
                    <a:pt x="889" y="184452"/>
                  </a:lnTo>
                  <a:lnTo>
                    <a:pt x="1518" y="189695"/>
                  </a:lnTo>
                  <a:lnTo>
                    <a:pt x="2312" y="194916"/>
                  </a:lnTo>
                  <a:lnTo>
                    <a:pt x="3271" y="200109"/>
                  </a:lnTo>
                  <a:lnTo>
                    <a:pt x="4393" y="205270"/>
                  </a:lnTo>
                  <a:lnTo>
                    <a:pt x="5678" y="210392"/>
                  </a:lnTo>
                  <a:lnTo>
                    <a:pt x="7124" y="215471"/>
                  </a:lnTo>
                  <a:lnTo>
                    <a:pt x="8730" y="220502"/>
                  </a:lnTo>
                  <a:lnTo>
                    <a:pt x="10493" y="225480"/>
                  </a:lnTo>
                  <a:lnTo>
                    <a:pt x="12414" y="230399"/>
                  </a:lnTo>
                  <a:lnTo>
                    <a:pt x="14488" y="235256"/>
                  </a:lnTo>
                  <a:lnTo>
                    <a:pt x="16715" y="240044"/>
                  </a:lnTo>
                  <a:lnTo>
                    <a:pt x="19092" y="244760"/>
                  </a:lnTo>
                  <a:lnTo>
                    <a:pt x="21617" y="249398"/>
                  </a:lnTo>
                  <a:lnTo>
                    <a:pt x="24287" y="253955"/>
                  </a:lnTo>
                  <a:lnTo>
                    <a:pt x="27099" y="258424"/>
                  </a:lnTo>
                  <a:lnTo>
                    <a:pt x="30052" y="262803"/>
                  </a:lnTo>
                  <a:lnTo>
                    <a:pt x="33141" y="267086"/>
                  </a:lnTo>
                  <a:lnTo>
                    <a:pt x="36364" y="271269"/>
                  </a:lnTo>
                  <a:lnTo>
                    <a:pt x="39718" y="275349"/>
                  </a:lnTo>
                  <a:lnTo>
                    <a:pt x="43198" y="279320"/>
                  </a:lnTo>
                  <a:lnTo>
                    <a:pt x="46803" y="283180"/>
                  </a:lnTo>
                  <a:lnTo>
                    <a:pt x="50527" y="286924"/>
                  </a:lnTo>
                  <a:lnTo>
                    <a:pt x="54368" y="290548"/>
                  </a:lnTo>
                  <a:lnTo>
                    <a:pt x="58322" y="294049"/>
                  </a:lnTo>
                  <a:lnTo>
                    <a:pt x="62384" y="297424"/>
                  </a:lnTo>
                  <a:lnTo>
                    <a:pt x="66551" y="300668"/>
                  </a:lnTo>
                  <a:lnTo>
                    <a:pt x="70818" y="303780"/>
                  </a:lnTo>
                  <a:lnTo>
                    <a:pt x="75181" y="306755"/>
                  </a:lnTo>
                  <a:lnTo>
                    <a:pt x="79636" y="309590"/>
                  </a:lnTo>
                  <a:lnTo>
                    <a:pt x="84178" y="312284"/>
                  </a:lnTo>
                  <a:lnTo>
                    <a:pt x="88804" y="314833"/>
                  </a:lnTo>
                  <a:lnTo>
                    <a:pt x="93507" y="317234"/>
                  </a:lnTo>
                  <a:lnTo>
                    <a:pt x="98284" y="319486"/>
                  </a:lnTo>
                  <a:lnTo>
                    <a:pt x="103129" y="321585"/>
                  </a:lnTo>
                  <a:lnTo>
                    <a:pt x="108039" y="323531"/>
                  </a:lnTo>
                  <a:lnTo>
                    <a:pt x="113008" y="325320"/>
                  </a:lnTo>
                  <a:lnTo>
                    <a:pt x="118030" y="326952"/>
                  </a:lnTo>
                  <a:lnTo>
                    <a:pt x="123102" y="328424"/>
                  </a:lnTo>
                  <a:lnTo>
                    <a:pt x="128217" y="329735"/>
                  </a:lnTo>
                  <a:lnTo>
                    <a:pt x="133372" y="330884"/>
                  </a:lnTo>
                  <a:lnTo>
                    <a:pt x="138560" y="331870"/>
                  </a:lnTo>
                  <a:lnTo>
                    <a:pt x="143777" y="332691"/>
                  </a:lnTo>
                  <a:lnTo>
                    <a:pt x="149017" y="333347"/>
                  </a:lnTo>
                  <a:lnTo>
                    <a:pt x="154275" y="333837"/>
                  </a:lnTo>
                  <a:lnTo>
                    <a:pt x="159546" y="334161"/>
                  </a:lnTo>
                  <a:lnTo>
                    <a:pt x="164824" y="334318"/>
                  </a:lnTo>
                  <a:lnTo>
                    <a:pt x="170105" y="334308"/>
                  </a:lnTo>
                  <a:lnTo>
                    <a:pt x="175383" y="334132"/>
                  </a:lnTo>
                  <a:lnTo>
                    <a:pt x="180653" y="333789"/>
                  </a:lnTo>
                  <a:lnTo>
                    <a:pt x="185910" y="333280"/>
                  </a:lnTo>
                  <a:lnTo>
                    <a:pt x="191147" y="332605"/>
                  </a:lnTo>
                  <a:lnTo>
                    <a:pt x="196361" y="331764"/>
                  </a:lnTo>
                  <a:lnTo>
                    <a:pt x="201545" y="330760"/>
                  </a:lnTo>
                  <a:lnTo>
                    <a:pt x="206696" y="329592"/>
                  </a:lnTo>
                  <a:lnTo>
                    <a:pt x="211806" y="328262"/>
                  </a:lnTo>
                  <a:lnTo>
                    <a:pt x="216873" y="326772"/>
                  </a:lnTo>
                  <a:lnTo>
                    <a:pt x="221889" y="325122"/>
                  </a:lnTo>
                  <a:lnTo>
                    <a:pt x="226851" y="323314"/>
                  </a:lnTo>
                  <a:lnTo>
                    <a:pt x="231754" y="321351"/>
                  </a:lnTo>
                  <a:lnTo>
                    <a:pt x="236592" y="319234"/>
                  </a:lnTo>
                  <a:lnTo>
                    <a:pt x="241360" y="316965"/>
                  </a:lnTo>
                  <a:lnTo>
                    <a:pt x="246055" y="314546"/>
                  </a:lnTo>
                  <a:lnTo>
                    <a:pt x="250671" y="311981"/>
                  </a:lnTo>
                  <a:lnTo>
                    <a:pt x="255203" y="309271"/>
                  </a:lnTo>
                  <a:lnTo>
                    <a:pt x="259648" y="306419"/>
                  </a:lnTo>
                  <a:lnTo>
                    <a:pt x="264000" y="303428"/>
                  </a:lnTo>
                  <a:lnTo>
                    <a:pt x="268256" y="300301"/>
                  </a:lnTo>
                  <a:lnTo>
                    <a:pt x="272411" y="297041"/>
                  </a:lnTo>
                  <a:lnTo>
                    <a:pt x="276461" y="293652"/>
                  </a:lnTo>
                  <a:lnTo>
                    <a:pt x="280401" y="290136"/>
                  </a:lnTo>
                  <a:lnTo>
                    <a:pt x="284229" y="286498"/>
                  </a:lnTo>
                  <a:lnTo>
                    <a:pt x="287940" y="282741"/>
                  </a:lnTo>
                  <a:lnTo>
                    <a:pt x="291530" y="278868"/>
                  </a:lnTo>
                  <a:lnTo>
                    <a:pt x="294996" y="274884"/>
                  </a:lnTo>
                  <a:lnTo>
                    <a:pt x="298335" y="270792"/>
                  </a:lnTo>
                  <a:lnTo>
                    <a:pt x="301543" y="266597"/>
                  </a:lnTo>
                  <a:lnTo>
                    <a:pt x="304616" y="262303"/>
                  </a:lnTo>
                  <a:lnTo>
                    <a:pt x="307553" y="257913"/>
                  </a:lnTo>
                  <a:lnTo>
                    <a:pt x="310349" y="253433"/>
                  </a:lnTo>
                  <a:lnTo>
                    <a:pt x="313003" y="248868"/>
                  </a:lnTo>
                  <a:lnTo>
                    <a:pt x="315511" y="244220"/>
                  </a:lnTo>
                  <a:lnTo>
                    <a:pt x="317870" y="239496"/>
                  </a:lnTo>
                  <a:lnTo>
                    <a:pt x="320080" y="234699"/>
                  </a:lnTo>
                  <a:lnTo>
                    <a:pt x="322137" y="229835"/>
                  </a:lnTo>
                  <a:lnTo>
                    <a:pt x="324039" y="224909"/>
                  </a:lnTo>
                  <a:lnTo>
                    <a:pt x="325784" y="219925"/>
                  </a:lnTo>
                  <a:lnTo>
                    <a:pt x="327372" y="214888"/>
                  </a:lnTo>
                  <a:lnTo>
                    <a:pt x="328799" y="209804"/>
                  </a:lnTo>
                  <a:lnTo>
                    <a:pt x="330065" y="204677"/>
                  </a:lnTo>
                  <a:lnTo>
                    <a:pt x="331169" y="199512"/>
                  </a:lnTo>
                  <a:lnTo>
                    <a:pt x="332109" y="194316"/>
                  </a:lnTo>
                  <a:lnTo>
                    <a:pt x="332884" y="189092"/>
                  </a:lnTo>
                  <a:lnTo>
                    <a:pt x="333494" y="183846"/>
                  </a:lnTo>
                  <a:lnTo>
                    <a:pt x="333938" y="178584"/>
                  </a:lnTo>
                  <a:lnTo>
                    <a:pt x="334215" y="173310"/>
                  </a:lnTo>
                  <a:lnTo>
                    <a:pt x="334326" y="168030"/>
                  </a:lnTo>
                  <a:lnTo>
                    <a:pt x="334270" y="162750"/>
                  </a:lnTo>
                  <a:lnTo>
                    <a:pt x="334047" y="157474"/>
                  </a:lnTo>
                  <a:lnTo>
                    <a:pt x="333657" y="152207"/>
                  </a:lnTo>
                  <a:lnTo>
                    <a:pt x="333102" y="146955"/>
                  </a:lnTo>
                  <a:lnTo>
                    <a:pt x="332380" y="141724"/>
                  </a:lnTo>
                  <a:lnTo>
                    <a:pt x="331494" y="136518"/>
                  </a:lnTo>
                  <a:lnTo>
                    <a:pt x="330444" y="131342"/>
                  </a:lnTo>
                  <a:lnTo>
                    <a:pt x="329231" y="126203"/>
                  </a:lnTo>
                  <a:lnTo>
                    <a:pt x="327856" y="121104"/>
                  </a:lnTo>
                  <a:lnTo>
                    <a:pt x="326321" y="116051"/>
                  </a:lnTo>
                  <a:lnTo>
                    <a:pt x="324627" y="111049"/>
                  </a:lnTo>
                  <a:lnTo>
                    <a:pt x="322776" y="106103"/>
                  </a:lnTo>
                  <a:lnTo>
                    <a:pt x="320769" y="101218"/>
                  </a:lnTo>
                  <a:lnTo>
                    <a:pt x="318610" y="96399"/>
                  </a:lnTo>
                  <a:lnTo>
                    <a:pt x="316299" y="91651"/>
                  </a:lnTo>
                  <a:lnTo>
                    <a:pt x="313839" y="86977"/>
                  </a:lnTo>
                  <a:lnTo>
                    <a:pt x="311233" y="82384"/>
                  </a:lnTo>
                  <a:lnTo>
                    <a:pt x="308483" y="77876"/>
                  </a:lnTo>
                  <a:lnTo>
                    <a:pt x="305592" y="73456"/>
                  </a:lnTo>
                  <a:lnTo>
                    <a:pt x="302563" y="69131"/>
                  </a:lnTo>
                  <a:lnTo>
                    <a:pt x="299399" y="64903"/>
                  </a:lnTo>
                  <a:lnTo>
                    <a:pt x="296103" y="60777"/>
                  </a:lnTo>
                  <a:lnTo>
                    <a:pt x="292678" y="56757"/>
                  </a:lnTo>
                  <a:lnTo>
                    <a:pt x="289128" y="52847"/>
                  </a:lnTo>
                  <a:lnTo>
                    <a:pt x="285456" y="49052"/>
                  </a:lnTo>
                  <a:lnTo>
                    <a:pt x="281666" y="45374"/>
                  </a:lnTo>
                  <a:lnTo>
                    <a:pt x="277762" y="41818"/>
                  </a:lnTo>
                  <a:lnTo>
                    <a:pt x="273747" y="38387"/>
                  </a:lnTo>
                  <a:lnTo>
                    <a:pt x="269626" y="35085"/>
                  </a:lnTo>
                  <a:lnTo>
                    <a:pt x="265403" y="31914"/>
                  </a:lnTo>
                  <a:lnTo>
                    <a:pt x="261082" y="2887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51450"/>
              <a:ext cx="93921" cy="138288"/>
            </a:xfrm>
            <a:custGeom>
              <a:avLst/>
              <a:pathLst>
                <a:path w="93921" h="138288">
                  <a:moveTo>
                    <a:pt x="93921" y="0"/>
                  </a:moveTo>
                  <a:lnTo>
                    <a:pt x="0" y="1382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9954"/>
              <a:ext cx="93921" cy="139785"/>
            </a:xfrm>
            <a:custGeom>
              <a:avLst/>
              <a:pathLst>
                <a:path w="93921" h="139785">
                  <a:moveTo>
                    <a:pt x="93921" y="1496"/>
                  </a:moveTo>
                  <a:lnTo>
                    <a:pt x="91679" y="0"/>
                  </a:lnTo>
                  <a:lnTo>
                    <a:pt x="0" y="1397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91679" cy="167167"/>
            </a:xfrm>
            <a:custGeom>
              <a:avLst/>
              <a:pathLst>
                <a:path w="91679" h="167167">
                  <a:moveTo>
                    <a:pt x="91679" y="27382"/>
                  </a:moveTo>
                  <a:lnTo>
                    <a:pt x="86853" y="24333"/>
                  </a:lnTo>
                  <a:lnTo>
                    <a:pt x="81926" y="21452"/>
                  </a:lnTo>
                  <a:lnTo>
                    <a:pt x="76904" y="18740"/>
                  </a:lnTo>
                  <a:lnTo>
                    <a:pt x="71792" y="16201"/>
                  </a:lnTo>
                  <a:lnTo>
                    <a:pt x="66596" y="13838"/>
                  </a:lnTo>
                  <a:lnTo>
                    <a:pt x="61323" y="11654"/>
                  </a:lnTo>
                  <a:lnTo>
                    <a:pt x="55978" y="9651"/>
                  </a:lnTo>
                  <a:lnTo>
                    <a:pt x="50568" y="7831"/>
                  </a:lnTo>
                  <a:lnTo>
                    <a:pt x="45099" y="6198"/>
                  </a:lnTo>
                  <a:lnTo>
                    <a:pt x="39577" y="4752"/>
                  </a:lnTo>
                  <a:lnTo>
                    <a:pt x="34009" y="3496"/>
                  </a:lnTo>
                  <a:lnTo>
                    <a:pt x="28402" y="2430"/>
                  </a:lnTo>
                  <a:lnTo>
                    <a:pt x="22761" y="1556"/>
                  </a:lnTo>
                  <a:lnTo>
                    <a:pt x="17094" y="876"/>
                  </a:lnTo>
                  <a:lnTo>
                    <a:pt x="11407" y="389"/>
                  </a:lnTo>
                  <a:lnTo>
                    <a:pt x="570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0" y="1071028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4" y="5321"/>
                  </a:lnTo>
                  <a:lnTo>
                    <a:pt x="120218" y="6725"/>
                  </a:lnTo>
                  <a:lnTo>
                    <a:pt x="115168" y="8290"/>
                  </a:lnTo>
                  <a:lnTo>
                    <a:pt x="110171" y="10013"/>
                  </a:lnTo>
                  <a:lnTo>
                    <a:pt x="105230" y="11893"/>
                  </a:lnTo>
                  <a:lnTo>
                    <a:pt x="100351" y="13929"/>
                  </a:lnTo>
                  <a:lnTo>
                    <a:pt x="95539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2" y="23582"/>
                  </a:lnTo>
                  <a:lnTo>
                    <a:pt x="77055" y="26361"/>
                  </a:lnTo>
                  <a:lnTo>
                    <a:pt x="72648" y="29280"/>
                  </a:lnTo>
                  <a:lnTo>
                    <a:pt x="68335" y="32337"/>
                  </a:lnTo>
                  <a:lnTo>
                    <a:pt x="64121" y="35530"/>
                  </a:lnTo>
                  <a:lnTo>
                    <a:pt x="60010" y="38853"/>
                  </a:lnTo>
                  <a:lnTo>
                    <a:pt x="56007" y="42305"/>
                  </a:lnTo>
                  <a:lnTo>
                    <a:pt x="52114" y="45882"/>
                  </a:lnTo>
                  <a:lnTo>
                    <a:pt x="48337" y="49581"/>
                  </a:lnTo>
                  <a:lnTo>
                    <a:pt x="44678" y="53397"/>
                  </a:lnTo>
                  <a:lnTo>
                    <a:pt x="41142" y="57326"/>
                  </a:lnTo>
                  <a:lnTo>
                    <a:pt x="37732" y="61366"/>
                  </a:lnTo>
                  <a:lnTo>
                    <a:pt x="34451" y="65511"/>
                  </a:lnTo>
                  <a:lnTo>
                    <a:pt x="31303" y="69758"/>
                  </a:lnTo>
                  <a:lnTo>
                    <a:pt x="28291" y="74102"/>
                  </a:lnTo>
                  <a:lnTo>
                    <a:pt x="25418" y="78540"/>
                  </a:lnTo>
                  <a:lnTo>
                    <a:pt x="22687" y="83066"/>
                  </a:lnTo>
                  <a:lnTo>
                    <a:pt x="20100" y="87676"/>
                  </a:lnTo>
                  <a:lnTo>
                    <a:pt x="17660" y="92366"/>
                  </a:lnTo>
                  <a:lnTo>
                    <a:pt x="15369" y="97130"/>
                  </a:lnTo>
                  <a:lnTo>
                    <a:pt x="13231" y="101965"/>
                  </a:lnTo>
                  <a:lnTo>
                    <a:pt x="11246" y="106864"/>
                  </a:lnTo>
                  <a:lnTo>
                    <a:pt x="9417" y="111824"/>
                  </a:lnTo>
                  <a:lnTo>
                    <a:pt x="7746" y="116840"/>
                  </a:lnTo>
                  <a:lnTo>
                    <a:pt x="6234" y="121905"/>
                  </a:lnTo>
                  <a:lnTo>
                    <a:pt x="4884" y="127016"/>
                  </a:lnTo>
                  <a:lnTo>
                    <a:pt x="3695" y="132168"/>
                  </a:lnTo>
                  <a:lnTo>
                    <a:pt x="2670" y="137354"/>
                  </a:lnTo>
                  <a:lnTo>
                    <a:pt x="1810" y="142570"/>
                  </a:lnTo>
                  <a:lnTo>
                    <a:pt x="1115" y="147810"/>
                  </a:lnTo>
                  <a:lnTo>
                    <a:pt x="586" y="153070"/>
                  </a:lnTo>
                  <a:lnTo>
                    <a:pt x="223" y="158344"/>
                  </a:lnTo>
                  <a:lnTo>
                    <a:pt x="28" y="163627"/>
                  </a:lnTo>
                  <a:lnTo>
                    <a:pt x="0" y="168913"/>
                  </a:lnTo>
                  <a:lnTo>
                    <a:pt x="138" y="174198"/>
                  </a:lnTo>
                  <a:lnTo>
                    <a:pt x="444" y="179475"/>
                  </a:lnTo>
                  <a:lnTo>
                    <a:pt x="917" y="184741"/>
                  </a:lnTo>
                  <a:lnTo>
                    <a:pt x="1555" y="189988"/>
                  </a:lnTo>
                  <a:lnTo>
                    <a:pt x="2360" y="195213"/>
                  </a:lnTo>
                  <a:lnTo>
                    <a:pt x="3329" y="200410"/>
                  </a:lnTo>
                  <a:lnTo>
                    <a:pt x="4462" y="205574"/>
                  </a:lnTo>
                  <a:lnTo>
                    <a:pt x="5758" y="210699"/>
                  </a:lnTo>
                  <a:lnTo>
                    <a:pt x="7215" y="215780"/>
                  </a:lnTo>
                  <a:lnTo>
                    <a:pt x="8832" y="220813"/>
                  </a:lnTo>
                  <a:lnTo>
                    <a:pt x="10608" y="225793"/>
                  </a:lnTo>
                  <a:lnTo>
                    <a:pt x="12540" y="230713"/>
                  </a:lnTo>
                  <a:lnTo>
                    <a:pt x="14626" y="235571"/>
                  </a:lnTo>
                  <a:lnTo>
                    <a:pt x="16865" y="240359"/>
                  </a:lnTo>
                  <a:lnTo>
                    <a:pt x="19255" y="245075"/>
                  </a:lnTo>
                  <a:lnTo>
                    <a:pt x="21792" y="249713"/>
                  </a:lnTo>
                  <a:lnTo>
                    <a:pt x="24475" y="254268"/>
                  </a:lnTo>
                  <a:lnTo>
                    <a:pt x="27300" y="258736"/>
                  </a:lnTo>
                  <a:lnTo>
                    <a:pt x="30266" y="263112"/>
                  </a:lnTo>
                  <a:lnTo>
                    <a:pt x="33368" y="267393"/>
                  </a:lnTo>
                  <a:lnTo>
                    <a:pt x="36604" y="271573"/>
                  </a:lnTo>
                  <a:lnTo>
                    <a:pt x="39970" y="275649"/>
                  </a:lnTo>
                  <a:lnTo>
                    <a:pt x="43464" y="279616"/>
                  </a:lnTo>
                  <a:lnTo>
                    <a:pt x="47082" y="283471"/>
                  </a:lnTo>
                  <a:lnTo>
                    <a:pt x="50819" y="287210"/>
                  </a:lnTo>
                  <a:lnTo>
                    <a:pt x="54673" y="290828"/>
                  </a:lnTo>
                  <a:lnTo>
                    <a:pt x="58639" y="294323"/>
                  </a:lnTo>
                  <a:lnTo>
                    <a:pt x="62714" y="297691"/>
                  </a:lnTo>
                  <a:lnTo>
                    <a:pt x="66894" y="300928"/>
                  </a:lnTo>
                  <a:lnTo>
                    <a:pt x="71173" y="304032"/>
                  </a:lnTo>
                  <a:lnTo>
                    <a:pt x="75549" y="306998"/>
                  </a:lnTo>
                  <a:lnTo>
                    <a:pt x="80016" y="309825"/>
                  </a:lnTo>
                  <a:lnTo>
                    <a:pt x="84570" y="312509"/>
                  </a:lnTo>
                  <a:lnTo>
                    <a:pt x="89207" y="315048"/>
                  </a:lnTo>
                  <a:lnTo>
                    <a:pt x="93922" y="317438"/>
                  </a:lnTo>
                  <a:lnTo>
                    <a:pt x="98710" y="319679"/>
                  </a:lnTo>
                  <a:lnTo>
                    <a:pt x="103567" y="321767"/>
                  </a:lnTo>
                  <a:lnTo>
                    <a:pt x="108487" y="323700"/>
                  </a:lnTo>
                  <a:lnTo>
                    <a:pt x="113466" y="325477"/>
                  </a:lnTo>
                  <a:lnTo>
                    <a:pt x="118499" y="327096"/>
                  </a:lnTo>
                  <a:lnTo>
                    <a:pt x="123580" y="328554"/>
                  </a:lnTo>
                  <a:lnTo>
                    <a:pt x="128705" y="329852"/>
                  </a:lnTo>
                  <a:lnTo>
                    <a:pt x="133868" y="330986"/>
                  </a:lnTo>
                  <a:lnTo>
                    <a:pt x="139064" y="331957"/>
                  </a:lnTo>
                  <a:lnTo>
                    <a:pt x="144289" y="332763"/>
                  </a:lnTo>
                  <a:lnTo>
                    <a:pt x="149537" y="333403"/>
                  </a:lnTo>
                  <a:lnTo>
                    <a:pt x="154802" y="333877"/>
                  </a:lnTo>
                  <a:lnTo>
                    <a:pt x="160079" y="334184"/>
                  </a:lnTo>
                  <a:lnTo>
                    <a:pt x="165364" y="334325"/>
                  </a:lnTo>
                  <a:lnTo>
                    <a:pt x="170650" y="334298"/>
                  </a:lnTo>
                  <a:lnTo>
                    <a:pt x="175933" y="334104"/>
                  </a:lnTo>
                  <a:lnTo>
                    <a:pt x="181207" y="333743"/>
                  </a:lnTo>
                  <a:lnTo>
                    <a:pt x="186467" y="333215"/>
                  </a:lnTo>
                  <a:lnTo>
                    <a:pt x="191708" y="332522"/>
                  </a:lnTo>
                  <a:lnTo>
                    <a:pt x="196924" y="331663"/>
                  </a:lnTo>
                  <a:lnTo>
                    <a:pt x="202110" y="330639"/>
                  </a:lnTo>
                  <a:lnTo>
                    <a:pt x="207262" y="329453"/>
                  </a:lnTo>
                  <a:lnTo>
                    <a:pt x="212373" y="328103"/>
                  </a:lnTo>
                  <a:lnTo>
                    <a:pt x="217439" y="326593"/>
                  </a:lnTo>
                  <a:lnTo>
                    <a:pt x="222455" y="324924"/>
                  </a:lnTo>
                  <a:lnTo>
                    <a:pt x="227416" y="323096"/>
                  </a:lnTo>
                  <a:lnTo>
                    <a:pt x="232316" y="321113"/>
                  </a:lnTo>
                  <a:lnTo>
                    <a:pt x="237151" y="318976"/>
                  </a:lnTo>
                  <a:lnTo>
                    <a:pt x="241916" y="316687"/>
                  </a:lnTo>
                  <a:lnTo>
                    <a:pt x="246607" y="314248"/>
                  </a:lnTo>
                  <a:lnTo>
                    <a:pt x="251218" y="311662"/>
                  </a:lnTo>
                  <a:lnTo>
                    <a:pt x="255744" y="308932"/>
                  </a:lnTo>
                  <a:lnTo>
                    <a:pt x="260183" y="306060"/>
                  </a:lnTo>
                  <a:lnTo>
                    <a:pt x="264528" y="303049"/>
                  </a:lnTo>
                  <a:lnTo>
                    <a:pt x="268776" y="299903"/>
                  </a:lnTo>
                  <a:lnTo>
                    <a:pt x="272922" y="296623"/>
                  </a:lnTo>
                  <a:lnTo>
                    <a:pt x="276962" y="293214"/>
                  </a:lnTo>
                  <a:lnTo>
                    <a:pt x="280893" y="289679"/>
                  </a:lnTo>
                  <a:lnTo>
                    <a:pt x="284710" y="286022"/>
                  </a:lnTo>
                  <a:lnTo>
                    <a:pt x="288409" y="282245"/>
                  </a:lnTo>
                  <a:lnTo>
                    <a:pt x="291987" y="278354"/>
                  </a:lnTo>
                  <a:lnTo>
                    <a:pt x="295441" y="274351"/>
                  </a:lnTo>
                  <a:lnTo>
                    <a:pt x="298766" y="270241"/>
                  </a:lnTo>
                  <a:lnTo>
                    <a:pt x="301959" y="266028"/>
                  </a:lnTo>
                  <a:lnTo>
                    <a:pt x="305018" y="261717"/>
                  </a:lnTo>
                  <a:lnTo>
                    <a:pt x="307938" y="257310"/>
                  </a:lnTo>
                  <a:lnTo>
                    <a:pt x="310718" y="252814"/>
                  </a:lnTo>
                  <a:lnTo>
                    <a:pt x="313355" y="248232"/>
                  </a:lnTo>
                  <a:lnTo>
                    <a:pt x="315845" y="243568"/>
                  </a:lnTo>
                  <a:lnTo>
                    <a:pt x="318186" y="238829"/>
                  </a:lnTo>
                  <a:lnTo>
                    <a:pt x="320377" y="234017"/>
                  </a:lnTo>
                  <a:lnTo>
                    <a:pt x="322414" y="229139"/>
                  </a:lnTo>
                  <a:lnTo>
                    <a:pt x="324296" y="224199"/>
                  </a:lnTo>
                  <a:lnTo>
                    <a:pt x="326020" y="219202"/>
                  </a:lnTo>
                  <a:lnTo>
                    <a:pt x="327586" y="214153"/>
                  </a:lnTo>
                  <a:lnTo>
                    <a:pt x="328992" y="209057"/>
                  </a:lnTo>
                  <a:lnTo>
                    <a:pt x="330235" y="203919"/>
                  </a:lnTo>
                  <a:lnTo>
                    <a:pt x="331316" y="198744"/>
                  </a:lnTo>
                  <a:lnTo>
                    <a:pt x="332232" y="193537"/>
                  </a:lnTo>
                  <a:lnTo>
                    <a:pt x="332983" y="188305"/>
                  </a:lnTo>
                  <a:lnTo>
                    <a:pt x="333569" y="183051"/>
                  </a:lnTo>
                  <a:lnTo>
                    <a:pt x="333988" y="177781"/>
                  </a:lnTo>
                  <a:lnTo>
                    <a:pt x="334240" y="172501"/>
                  </a:lnTo>
                  <a:lnTo>
                    <a:pt x="334325" y="167215"/>
                  </a:lnTo>
                  <a:lnTo>
                    <a:pt x="334243" y="161929"/>
                  </a:lnTo>
                  <a:lnTo>
                    <a:pt x="333994" y="156648"/>
                  </a:lnTo>
                  <a:lnTo>
                    <a:pt x="333578" y="151378"/>
                  </a:lnTo>
                  <a:lnTo>
                    <a:pt x="332996" y="146124"/>
                  </a:lnTo>
                  <a:lnTo>
                    <a:pt x="332247" y="140891"/>
                  </a:lnTo>
                  <a:lnTo>
                    <a:pt x="331334" y="13568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06713"/>
              <a:ext cx="164176" cy="31482"/>
            </a:xfrm>
            <a:custGeom>
              <a:avLst/>
              <a:pathLst>
                <a:path w="164176" h="31482">
                  <a:moveTo>
                    <a:pt x="164176" y="0"/>
                  </a:moveTo>
                  <a:lnTo>
                    <a:pt x="0" y="314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03191"/>
              <a:ext cx="164176" cy="35005"/>
            </a:xfrm>
            <a:custGeom>
              <a:avLst/>
              <a:pathLst>
                <a:path w="164176" h="35005">
                  <a:moveTo>
                    <a:pt x="164176" y="3522"/>
                  </a:moveTo>
                  <a:lnTo>
                    <a:pt x="163461" y="0"/>
                  </a:lnTo>
                  <a:lnTo>
                    <a:pt x="0" y="35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3461" cy="167167"/>
            </a:xfrm>
            <a:custGeom>
              <a:avLst/>
              <a:pathLst>
                <a:path w="163461" h="167167">
                  <a:moveTo>
                    <a:pt x="163461" y="132162"/>
                  </a:moveTo>
                  <a:lnTo>
                    <a:pt x="162242" y="126889"/>
                  </a:lnTo>
                  <a:lnTo>
                    <a:pt x="160853" y="121658"/>
                  </a:lnTo>
                  <a:lnTo>
                    <a:pt x="159296" y="116475"/>
                  </a:lnTo>
                  <a:lnTo>
                    <a:pt x="157571" y="111345"/>
                  </a:lnTo>
                  <a:lnTo>
                    <a:pt x="155682" y="106273"/>
                  </a:lnTo>
                  <a:lnTo>
                    <a:pt x="153629" y="101265"/>
                  </a:lnTo>
                  <a:lnTo>
                    <a:pt x="151415" y="96327"/>
                  </a:lnTo>
                  <a:lnTo>
                    <a:pt x="149042" y="91462"/>
                  </a:lnTo>
                  <a:lnTo>
                    <a:pt x="146514" y="86677"/>
                  </a:lnTo>
                  <a:lnTo>
                    <a:pt x="143831" y="81977"/>
                  </a:lnTo>
                  <a:lnTo>
                    <a:pt x="140998" y="77365"/>
                  </a:lnTo>
                  <a:lnTo>
                    <a:pt x="138017" y="72848"/>
                  </a:lnTo>
                  <a:lnTo>
                    <a:pt x="134892" y="68430"/>
                  </a:lnTo>
                  <a:lnTo>
                    <a:pt x="131625" y="64115"/>
                  </a:lnTo>
                  <a:lnTo>
                    <a:pt x="128220" y="59908"/>
                  </a:lnTo>
                  <a:lnTo>
                    <a:pt x="124680" y="55813"/>
                  </a:lnTo>
                  <a:lnTo>
                    <a:pt x="121010" y="51836"/>
                  </a:lnTo>
                  <a:lnTo>
                    <a:pt x="117214" y="47979"/>
                  </a:lnTo>
                  <a:lnTo>
                    <a:pt x="113294" y="44247"/>
                  </a:lnTo>
                  <a:lnTo>
                    <a:pt x="109255" y="40644"/>
                  </a:lnTo>
                  <a:lnTo>
                    <a:pt x="105102" y="37173"/>
                  </a:lnTo>
                  <a:lnTo>
                    <a:pt x="100839" y="33839"/>
                  </a:lnTo>
                  <a:lnTo>
                    <a:pt x="96470" y="30645"/>
                  </a:lnTo>
                  <a:lnTo>
                    <a:pt x="92000" y="27593"/>
                  </a:lnTo>
                  <a:lnTo>
                    <a:pt x="87434" y="24688"/>
                  </a:lnTo>
                  <a:lnTo>
                    <a:pt x="82776" y="21933"/>
                  </a:lnTo>
                  <a:lnTo>
                    <a:pt x="78031" y="19329"/>
                  </a:lnTo>
                  <a:lnTo>
                    <a:pt x="73205" y="16881"/>
                  </a:lnTo>
                  <a:lnTo>
                    <a:pt x="68301" y="14590"/>
                  </a:lnTo>
                  <a:lnTo>
                    <a:pt x="63326" y="12459"/>
                  </a:lnTo>
                  <a:lnTo>
                    <a:pt x="58285" y="10490"/>
                  </a:lnTo>
                  <a:lnTo>
                    <a:pt x="53183" y="8685"/>
                  </a:lnTo>
                  <a:lnTo>
                    <a:pt x="48024" y="7047"/>
                  </a:lnTo>
                  <a:lnTo>
                    <a:pt x="42816" y="5576"/>
                  </a:lnTo>
                  <a:lnTo>
                    <a:pt x="37563" y="4274"/>
                  </a:lnTo>
                  <a:lnTo>
                    <a:pt x="32270" y="3144"/>
                  </a:lnTo>
                  <a:lnTo>
                    <a:pt x="26943" y="2185"/>
                  </a:lnTo>
                  <a:lnTo>
                    <a:pt x="21589" y="1399"/>
                  </a:lnTo>
                  <a:lnTo>
                    <a:pt x="16211" y="787"/>
                  </a:lnTo>
                  <a:lnTo>
                    <a:pt x="10817" y="350"/>
                  </a:lnTo>
                  <a:lnTo>
                    <a:pt x="541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79148" y="941493"/>
              <a:ext cx="144395" cy="167167"/>
            </a:xfrm>
            <a:custGeom>
              <a:avLst/>
              <a:pathLst>
                <a:path w="144395" h="167167">
                  <a:moveTo>
                    <a:pt x="144395" y="0"/>
                  </a:moveTo>
                  <a:lnTo>
                    <a:pt x="138949" y="88"/>
                  </a:lnTo>
                  <a:lnTo>
                    <a:pt x="133508" y="354"/>
                  </a:lnTo>
                  <a:lnTo>
                    <a:pt x="128080" y="798"/>
                  </a:lnTo>
                  <a:lnTo>
                    <a:pt x="122668" y="1417"/>
                  </a:lnTo>
                  <a:lnTo>
                    <a:pt x="117280" y="2213"/>
                  </a:lnTo>
                  <a:lnTo>
                    <a:pt x="111920" y="3184"/>
                  </a:lnTo>
                  <a:lnTo>
                    <a:pt x="106595" y="4329"/>
                  </a:lnTo>
                  <a:lnTo>
                    <a:pt x="101310" y="5647"/>
                  </a:lnTo>
                  <a:lnTo>
                    <a:pt x="96070" y="7137"/>
                  </a:lnTo>
                  <a:lnTo>
                    <a:pt x="90882" y="8796"/>
                  </a:lnTo>
                  <a:lnTo>
                    <a:pt x="85751" y="10623"/>
                  </a:lnTo>
                  <a:lnTo>
                    <a:pt x="80682" y="12617"/>
                  </a:lnTo>
                  <a:lnTo>
                    <a:pt x="75681" y="14775"/>
                  </a:lnTo>
                  <a:lnTo>
                    <a:pt x="70753" y="17094"/>
                  </a:lnTo>
                  <a:lnTo>
                    <a:pt x="65902" y="19573"/>
                  </a:lnTo>
                  <a:lnTo>
                    <a:pt x="61136" y="22209"/>
                  </a:lnTo>
                  <a:lnTo>
                    <a:pt x="56457" y="24998"/>
                  </a:lnTo>
                  <a:lnTo>
                    <a:pt x="51872" y="27939"/>
                  </a:lnTo>
                  <a:lnTo>
                    <a:pt x="47385" y="31027"/>
                  </a:lnTo>
                  <a:lnTo>
                    <a:pt x="43001" y="34260"/>
                  </a:lnTo>
                  <a:lnTo>
                    <a:pt x="38725" y="37634"/>
                  </a:lnTo>
                  <a:lnTo>
                    <a:pt x="34561" y="41145"/>
                  </a:lnTo>
                  <a:lnTo>
                    <a:pt x="30514" y="44790"/>
                  </a:lnTo>
                  <a:lnTo>
                    <a:pt x="26587" y="48565"/>
                  </a:lnTo>
                  <a:lnTo>
                    <a:pt x="22786" y="52466"/>
                  </a:lnTo>
                  <a:lnTo>
                    <a:pt x="19114" y="56489"/>
                  </a:lnTo>
                  <a:lnTo>
                    <a:pt x="15574" y="60629"/>
                  </a:lnTo>
                  <a:lnTo>
                    <a:pt x="12172" y="64883"/>
                  </a:lnTo>
                  <a:lnTo>
                    <a:pt x="8910" y="69245"/>
                  </a:lnTo>
                  <a:lnTo>
                    <a:pt x="5791" y="73711"/>
                  </a:lnTo>
                  <a:lnTo>
                    <a:pt x="2820" y="78276"/>
                  </a:lnTo>
                  <a:lnTo>
                    <a:pt x="0" y="82936"/>
                  </a:lnTo>
                  <a:lnTo>
                    <a:pt x="14439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79148" y="1024429"/>
              <a:ext cx="144395" cy="84231"/>
            </a:xfrm>
            <a:custGeom>
              <a:avLst/>
              <a:pathLst>
                <a:path w="144395" h="84231">
                  <a:moveTo>
                    <a:pt x="0" y="0"/>
                  </a:moveTo>
                  <a:lnTo>
                    <a:pt x="144395" y="842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87" y="981247"/>
              <a:ext cx="334315" cy="294578"/>
            </a:xfrm>
            <a:custGeom>
              <a:avLst/>
              <a:pathLst>
                <a:path w="334315" h="294578">
                  <a:moveTo>
                    <a:pt x="22761" y="43182"/>
                  </a:moveTo>
                  <a:lnTo>
                    <a:pt x="20162" y="47804"/>
                  </a:lnTo>
                  <a:lnTo>
                    <a:pt x="17711" y="52506"/>
                  </a:lnTo>
                  <a:lnTo>
                    <a:pt x="15410" y="57284"/>
                  </a:lnTo>
                  <a:lnTo>
                    <a:pt x="13262" y="62132"/>
                  </a:lnTo>
                  <a:lnTo>
                    <a:pt x="11269" y="67046"/>
                  </a:lnTo>
                  <a:lnTo>
                    <a:pt x="9433" y="72021"/>
                  </a:lnTo>
                  <a:lnTo>
                    <a:pt x="7755" y="77052"/>
                  </a:lnTo>
                  <a:lnTo>
                    <a:pt x="6238" y="82133"/>
                  </a:lnTo>
                  <a:lnTo>
                    <a:pt x="4883" y="87259"/>
                  </a:lnTo>
                  <a:lnTo>
                    <a:pt x="3691" y="92427"/>
                  </a:lnTo>
                  <a:lnTo>
                    <a:pt x="2664" y="97629"/>
                  </a:lnTo>
                  <a:lnTo>
                    <a:pt x="1802" y="102861"/>
                  </a:lnTo>
                  <a:lnTo>
                    <a:pt x="1106" y="108118"/>
                  </a:lnTo>
                  <a:lnTo>
                    <a:pt x="578" y="113395"/>
                  </a:lnTo>
                  <a:lnTo>
                    <a:pt x="217" y="118685"/>
                  </a:lnTo>
                  <a:lnTo>
                    <a:pt x="24" y="123984"/>
                  </a:lnTo>
                  <a:lnTo>
                    <a:pt x="0" y="129287"/>
                  </a:lnTo>
                  <a:lnTo>
                    <a:pt x="143" y="134588"/>
                  </a:lnTo>
                  <a:lnTo>
                    <a:pt x="455" y="139882"/>
                  </a:lnTo>
                  <a:lnTo>
                    <a:pt x="934" y="145163"/>
                  </a:lnTo>
                  <a:lnTo>
                    <a:pt x="1581" y="150426"/>
                  </a:lnTo>
                  <a:lnTo>
                    <a:pt x="2394" y="155666"/>
                  </a:lnTo>
                  <a:lnTo>
                    <a:pt x="3373" y="160878"/>
                  </a:lnTo>
                  <a:lnTo>
                    <a:pt x="4517" y="166056"/>
                  </a:lnTo>
                  <a:lnTo>
                    <a:pt x="5824" y="171195"/>
                  </a:lnTo>
                  <a:lnTo>
                    <a:pt x="7294" y="176290"/>
                  </a:lnTo>
                  <a:lnTo>
                    <a:pt x="8925" y="181336"/>
                  </a:lnTo>
                  <a:lnTo>
                    <a:pt x="10714" y="186327"/>
                  </a:lnTo>
                  <a:lnTo>
                    <a:pt x="12662" y="191259"/>
                  </a:lnTo>
                  <a:lnTo>
                    <a:pt x="14765" y="196128"/>
                  </a:lnTo>
                  <a:lnTo>
                    <a:pt x="17021" y="200926"/>
                  </a:lnTo>
                  <a:lnTo>
                    <a:pt x="19428" y="205651"/>
                  </a:lnTo>
                  <a:lnTo>
                    <a:pt x="21984" y="210298"/>
                  </a:lnTo>
                  <a:lnTo>
                    <a:pt x="24686" y="214860"/>
                  </a:lnTo>
                  <a:lnTo>
                    <a:pt x="27531" y="219335"/>
                  </a:lnTo>
                  <a:lnTo>
                    <a:pt x="30517" y="223718"/>
                  </a:lnTo>
                  <a:lnTo>
                    <a:pt x="33640" y="228003"/>
                  </a:lnTo>
                  <a:lnTo>
                    <a:pt x="36898" y="232187"/>
                  </a:lnTo>
                  <a:lnTo>
                    <a:pt x="40286" y="236266"/>
                  </a:lnTo>
                  <a:lnTo>
                    <a:pt x="43803" y="240235"/>
                  </a:lnTo>
                  <a:lnTo>
                    <a:pt x="47443" y="244091"/>
                  </a:lnTo>
                  <a:lnTo>
                    <a:pt x="51204" y="247829"/>
                  </a:lnTo>
                  <a:lnTo>
                    <a:pt x="55082" y="251446"/>
                  </a:lnTo>
                  <a:lnTo>
                    <a:pt x="59072" y="254939"/>
                  </a:lnTo>
                  <a:lnTo>
                    <a:pt x="63171" y="258303"/>
                  </a:lnTo>
                  <a:lnTo>
                    <a:pt x="67375" y="261535"/>
                  </a:lnTo>
                  <a:lnTo>
                    <a:pt x="71679" y="264632"/>
                  </a:lnTo>
                  <a:lnTo>
                    <a:pt x="76080" y="267592"/>
                  </a:lnTo>
                  <a:lnTo>
                    <a:pt x="80572" y="270410"/>
                  </a:lnTo>
                  <a:lnTo>
                    <a:pt x="85151" y="273084"/>
                  </a:lnTo>
                  <a:lnTo>
                    <a:pt x="89812" y="275612"/>
                  </a:lnTo>
                  <a:lnTo>
                    <a:pt x="94552" y="277990"/>
                  </a:lnTo>
                  <a:lnTo>
                    <a:pt x="99364" y="280217"/>
                  </a:lnTo>
                  <a:lnTo>
                    <a:pt x="104245" y="282291"/>
                  </a:lnTo>
                  <a:lnTo>
                    <a:pt x="109189" y="284208"/>
                  </a:lnTo>
                  <a:lnTo>
                    <a:pt x="114191" y="285968"/>
                  </a:lnTo>
                  <a:lnTo>
                    <a:pt x="119247" y="287568"/>
                  </a:lnTo>
                  <a:lnTo>
                    <a:pt x="124350" y="289007"/>
                  </a:lnTo>
                  <a:lnTo>
                    <a:pt x="129497" y="290284"/>
                  </a:lnTo>
                  <a:lnTo>
                    <a:pt x="134682" y="291396"/>
                  </a:lnTo>
                  <a:lnTo>
                    <a:pt x="139900" y="292344"/>
                  </a:lnTo>
                  <a:lnTo>
                    <a:pt x="145145" y="293125"/>
                  </a:lnTo>
                  <a:lnTo>
                    <a:pt x="150412" y="293740"/>
                  </a:lnTo>
                  <a:lnTo>
                    <a:pt x="155695" y="294187"/>
                  </a:lnTo>
                  <a:lnTo>
                    <a:pt x="160991" y="294467"/>
                  </a:lnTo>
                  <a:lnTo>
                    <a:pt x="166293" y="294578"/>
                  </a:lnTo>
                  <a:lnTo>
                    <a:pt x="171595" y="294522"/>
                  </a:lnTo>
                  <a:lnTo>
                    <a:pt x="176893" y="294297"/>
                  </a:lnTo>
                  <a:lnTo>
                    <a:pt x="182181" y="293904"/>
                  </a:lnTo>
                  <a:lnTo>
                    <a:pt x="187454" y="293344"/>
                  </a:lnTo>
                  <a:lnTo>
                    <a:pt x="192707" y="292616"/>
                  </a:lnTo>
                  <a:lnTo>
                    <a:pt x="197934" y="291723"/>
                  </a:lnTo>
                  <a:lnTo>
                    <a:pt x="203130" y="290664"/>
                  </a:lnTo>
                  <a:lnTo>
                    <a:pt x="208290" y="289441"/>
                  </a:lnTo>
                  <a:lnTo>
                    <a:pt x="213408" y="288055"/>
                  </a:lnTo>
                  <a:lnTo>
                    <a:pt x="218480" y="286507"/>
                  </a:lnTo>
                  <a:lnTo>
                    <a:pt x="223500" y="284799"/>
                  </a:lnTo>
                  <a:lnTo>
                    <a:pt x="228464" y="282933"/>
                  </a:lnTo>
                  <a:lnTo>
                    <a:pt x="233366" y="280910"/>
                  </a:lnTo>
                  <a:lnTo>
                    <a:pt x="238201" y="278733"/>
                  </a:lnTo>
                  <a:lnTo>
                    <a:pt x="242965" y="276403"/>
                  </a:lnTo>
                  <a:lnTo>
                    <a:pt x="247652" y="273924"/>
                  </a:lnTo>
                  <a:lnTo>
                    <a:pt x="252259" y="271297"/>
                  </a:lnTo>
                  <a:lnTo>
                    <a:pt x="256779" y="268525"/>
                  </a:lnTo>
                  <a:lnTo>
                    <a:pt x="261210" y="265612"/>
                  </a:lnTo>
                  <a:lnTo>
                    <a:pt x="265546" y="262559"/>
                  </a:lnTo>
                  <a:lnTo>
                    <a:pt x="269783" y="259370"/>
                  </a:lnTo>
                  <a:lnTo>
                    <a:pt x="273917" y="256049"/>
                  </a:lnTo>
                  <a:lnTo>
                    <a:pt x="277943" y="252598"/>
                  </a:lnTo>
                  <a:lnTo>
                    <a:pt x="281858" y="249021"/>
                  </a:lnTo>
                  <a:lnTo>
                    <a:pt x="285657" y="245322"/>
                  </a:lnTo>
                  <a:lnTo>
                    <a:pt x="289337" y="241504"/>
                  </a:lnTo>
                  <a:lnTo>
                    <a:pt x="292895" y="237571"/>
                  </a:lnTo>
                  <a:lnTo>
                    <a:pt x="296325" y="233528"/>
                  </a:lnTo>
                  <a:lnTo>
                    <a:pt x="299626" y="229378"/>
                  </a:lnTo>
                  <a:lnTo>
                    <a:pt x="302793" y="225125"/>
                  </a:lnTo>
                  <a:lnTo>
                    <a:pt x="305824" y="220774"/>
                  </a:lnTo>
                  <a:lnTo>
                    <a:pt x="308716" y="216328"/>
                  </a:lnTo>
                  <a:lnTo>
                    <a:pt x="311465" y="211794"/>
                  </a:lnTo>
                  <a:lnTo>
                    <a:pt x="314068" y="207174"/>
                  </a:lnTo>
                  <a:lnTo>
                    <a:pt x="316524" y="202474"/>
                  </a:lnTo>
                  <a:lnTo>
                    <a:pt x="318830" y="197699"/>
                  </a:lnTo>
                  <a:lnTo>
                    <a:pt x="320983" y="192853"/>
                  </a:lnTo>
                  <a:lnTo>
                    <a:pt x="322981" y="187941"/>
                  </a:lnTo>
                  <a:lnTo>
                    <a:pt x="324823" y="182968"/>
                  </a:lnTo>
                  <a:lnTo>
                    <a:pt x="326505" y="177939"/>
                  </a:lnTo>
                  <a:lnTo>
                    <a:pt x="328028" y="172860"/>
                  </a:lnTo>
                  <a:lnTo>
                    <a:pt x="329388" y="167735"/>
                  </a:lnTo>
                  <a:lnTo>
                    <a:pt x="330585" y="162569"/>
                  </a:lnTo>
                  <a:lnTo>
                    <a:pt x="331618" y="157367"/>
                  </a:lnTo>
                  <a:lnTo>
                    <a:pt x="332486" y="152136"/>
                  </a:lnTo>
                  <a:lnTo>
                    <a:pt x="333187" y="146880"/>
                  </a:lnTo>
                  <a:lnTo>
                    <a:pt x="333720" y="141604"/>
                  </a:lnTo>
                  <a:lnTo>
                    <a:pt x="334087" y="136314"/>
                  </a:lnTo>
                  <a:lnTo>
                    <a:pt x="334285" y="131015"/>
                  </a:lnTo>
                  <a:lnTo>
                    <a:pt x="334315" y="125712"/>
                  </a:lnTo>
                  <a:lnTo>
                    <a:pt x="334177" y="120411"/>
                  </a:lnTo>
                  <a:lnTo>
                    <a:pt x="333871" y="115117"/>
                  </a:lnTo>
                  <a:lnTo>
                    <a:pt x="333397" y="109836"/>
                  </a:lnTo>
                  <a:lnTo>
                    <a:pt x="332756" y="104572"/>
                  </a:lnTo>
                  <a:lnTo>
                    <a:pt x="331948" y="99331"/>
                  </a:lnTo>
                  <a:lnTo>
                    <a:pt x="330975" y="94118"/>
                  </a:lnTo>
                  <a:lnTo>
                    <a:pt x="329836" y="88939"/>
                  </a:lnTo>
                  <a:lnTo>
                    <a:pt x="328534" y="83798"/>
                  </a:lnTo>
                  <a:lnTo>
                    <a:pt x="327069" y="78702"/>
                  </a:lnTo>
                  <a:lnTo>
                    <a:pt x="325444" y="73654"/>
                  </a:lnTo>
                  <a:lnTo>
                    <a:pt x="323659" y="68661"/>
                  </a:lnTo>
                  <a:lnTo>
                    <a:pt x="321717" y="63727"/>
                  </a:lnTo>
                  <a:lnTo>
                    <a:pt x="319619" y="58856"/>
                  </a:lnTo>
                  <a:lnTo>
                    <a:pt x="317368" y="54055"/>
                  </a:lnTo>
                  <a:lnTo>
                    <a:pt x="314966" y="49328"/>
                  </a:lnTo>
                  <a:lnTo>
                    <a:pt x="312415" y="44679"/>
                  </a:lnTo>
                  <a:lnTo>
                    <a:pt x="309718" y="40113"/>
                  </a:lnTo>
                  <a:lnTo>
                    <a:pt x="306877" y="35635"/>
                  </a:lnTo>
                  <a:lnTo>
                    <a:pt x="303896" y="31250"/>
                  </a:lnTo>
                  <a:lnTo>
                    <a:pt x="300777" y="26961"/>
                  </a:lnTo>
                  <a:lnTo>
                    <a:pt x="297523" y="22774"/>
                  </a:lnTo>
                  <a:lnTo>
                    <a:pt x="294139" y="18692"/>
                  </a:lnTo>
                  <a:lnTo>
                    <a:pt x="290627" y="14719"/>
                  </a:lnTo>
                  <a:lnTo>
                    <a:pt x="286990" y="10859"/>
                  </a:lnTo>
                  <a:lnTo>
                    <a:pt x="283233" y="7117"/>
                  </a:lnTo>
                  <a:lnTo>
                    <a:pt x="279359" y="3496"/>
                  </a:lnTo>
                  <a:lnTo>
                    <a:pt x="275372" y="0"/>
                  </a:lnTo>
                  <a:lnTo>
                    <a:pt x="167156" y="127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108216" cy="167167"/>
            </a:xfrm>
            <a:custGeom>
              <a:avLst/>
              <a:pathLst>
                <a:path w="108216" h="167167">
                  <a:moveTo>
                    <a:pt x="108216" y="39753"/>
                  </a:moveTo>
                  <a:lnTo>
                    <a:pt x="103883" y="36197"/>
                  </a:lnTo>
                  <a:lnTo>
                    <a:pt x="99435" y="32788"/>
                  </a:lnTo>
                  <a:lnTo>
                    <a:pt x="94874" y="29531"/>
                  </a:lnTo>
                  <a:lnTo>
                    <a:pt x="90207" y="26427"/>
                  </a:lnTo>
                  <a:lnTo>
                    <a:pt x="85438" y="23483"/>
                  </a:lnTo>
                  <a:lnTo>
                    <a:pt x="80574" y="20699"/>
                  </a:lnTo>
                  <a:lnTo>
                    <a:pt x="75618" y="18081"/>
                  </a:lnTo>
                  <a:lnTo>
                    <a:pt x="70578" y="15629"/>
                  </a:lnTo>
                  <a:lnTo>
                    <a:pt x="65458" y="13349"/>
                  </a:lnTo>
                  <a:lnTo>
                    <a:pt x="60265" y="11241"/>
                  </a:lnTo>
                  <a:lnTo>
                    <a:pt x="55004" y="9308"/>
                  </a:lnTo>
                  <a:lnTo>
                    <a:pt x="49682" y="7553"/>
                  </a:lnTo>
                  <a:lnTo>
                    <a:pt x="44303" y="5977"/>
                  </a:lnTo>
                  <a:lnTo>
                    <a:pt x="38875" y="4583"/>
                  </a:lnTo>
                  <a:lnTo>
                    <a:pt x="33403" y="3371"/>
                  </a:lnTo>
                  <a:lnTo>
                    <a:pt x="27893" y="2343"/>
                  </a:lnTo>
                  <a:lnTo>
                    <a:pt x="22352" y="1501"/>
                  </a:lnTo>
                  <a:lnTo>
                    <a:pt x="16786" y="844"/>
                  </a:lnTo>
                  <a:lnTo>
                    <a:pt x="11201" y="375"/>
                  </a:lnTo>
                  <a:lnTo>
                    <a:pt x="560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68727" y="941493"/>
              <a:ext cx="117488" cy="167167"/>
            </a:xfrm>
            <a:custGeom>
              <a:avLst/>
              <a:pathLst>
                <a:path w="117488" h="167167">
                  <a:moveTo>
                    <a:pt x="117488" y="0"/>
                  </a:moveTo>
                  <a:lnTo>
                    <a:pt x="111824" y="95"/>
                  </a:lnTo>
                  <a:lnTo>
                    <a:pt x="106168" y="383"/>
                  </a:lnTo>
                  <a:lnTo>
                    <a:pt x="100524" y="862"/>
                  </a:lnTo>
                  <a:lnTo>
                    <a:pt x="94899" y="1533"/>
                  </a:lnTo>
                  <a:lnTo>
                    <a:pt x="89301" y="2393"/>
                  </a:lnTo>
                  <a:lnTo>
                    <a:pt x="83735" y="3443"/>
                  </a:lnTo>
                  <a:lnTo>
                    <a:pt x="78207" y="4680"/>
                  </a:lnTo>
                  <a:lnTo>
                    <a:pt x="72725" y="6104"/>
                  </a:lnTo>
                  <a:lnTo>
                    <a:pt x="67294" y="7713"/>
                  </a:lnTo>
                  <a:lnTo>
                    <a:pt x="61921" y="9505"/>
                  </a:lnTo>
                  <a:lnTo>
                    <a:pt x="56612" y="11478"/>
                  </a:lnTo>
                  <a:lnTo>
                    <a:pt x="51372" y="13630"/>
                  </a:lnTo>
                  <a:lnTo>
                    <a:pt x="46209" y="15958"/>
                  </a:lnTo>
                  <a:lnTo>
                    <a:pt x="41127" y="18459"/>
                  </a:lnTo>
                  <a:lnTo>
                    <a:pt x="36133" y="21132"/>
                  </a:lnTo>
                  <a:lnTo>
                    <a:pt x="31232" y="23972"/>
                  </a:lnTo>
                  <a:lnTo>
                    <a:pt x="26430" y="26976"/>
                  </a:lnTo>
                  <a:lnTo>
                    <a:pt x="21733" y="30142"/>
                  </a:lnTo>
                  <a:lnTo>
                    <a:pt x="17146" y="33464"/>
                  </a:lnTo>
                  <a:lnTo>
                    <a:pt x="12674" y="36940"/>
                  </a:lnTo>
                  <a:lnTo>
                    <a:pt x="8322" y="40566"/>
                  </a:lnTo>
                  <a:lnTo>
                    <a:pt x="4096" y="44337"/>
                  </a:lnTo>
                  <a:lnTo>
                    <a:pt x="0" y="48249"/>
                  </a:lnTo>
                  <a:lnTo>
                    <a:pt x="11748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68727" y="989742"/>
              <a:ext cx="117488" cy="118917"/>
            </a:xfrm>
            <a:custGeom>
              <a:avLst/>
              <a:pathLst>
                <a:path w="117488" h="118917">
                  <a:moveTo>
                    <a:pt x="0" y="0"/>
                  </a:moveTo>
                  <a:lnTo>
                    <a:pt x="117488" y="1189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66" y="989742"/>
              <a:ext cx="167149" cy="266273"/>
            </a:xfrm>
            <a:custGeom>
              <a:avLst/>
              <a:pathLst>
                <a:path w="167149" h="266273">
                  <a:moveTo>
                    <a:pt x="49660" y="0"/>
                  </a:moveTo>
                  <a:lnTo>
                    <a:pt x="45887" y="3850"/>
                  </a:lnTo>
                  <a:lnTo>
                    <a:pt x="42240" y="7819"/>
                  </a:lnTo>
                  <a:lnTo>
                    <a:pt x="38723" y="11905"/>
                  </a:lnTo>
                  <a:lnTo>
                    <a:pt x="35339" y="16101"/>
                  </a:lnTo>
                  <a:lnTo>
                    <a:pt x="32092" y="20405"/>
                  </a:lnTo>
                  <a:lnTo>
                    <a:pt x="28986" y="24810"/>
                  </a:lnTo>
                  <a:lnTo>
                    <a:pt x="26024" y="29314"/>
                  </a:lnTo>
                  <a:lnTo>
                    <a:pt x="23208" y="33911"/>
                  </a:lnTo>
                  <a:lnTo>
                    <a:pt x="20542" y="38596"/>
                  </a:lnTo>
                  <a:lnTo>
                    <a:pt x="18028" y="43365"/>
                  </a:lnTo>
                  <a:lnTo>
                    <a:pt x="15670" y="48213"/>
                  </a:lnTo>
                  <a:lnTo>
                    <a:pt x="13469" y="53134"/>
                  </a:lnTo>
                  <a:lnTo>
                    <a:pt x="11428" y="58123"/>
                  </a:lnTo>
                  <a:lnTo>
                    <a:pt x="9548" y="63176"/>
                  </a:lnTo>
                  <a:lnTo>
                    <a:pt x="7833" y="68286"/>
                  </a:lnTo>
                  <a:lnTo>
                    <a:pt x="6283" y="73449"/>
                  </a:lnTo>
                  <a:lnTo>
                    <a:pt x="4901" y="78660"/>
                  </a:lnTo>
                  <a:lnTo>
                    <a:pt x="3687" y="83912"/>
                  </a:lnTo>
                  <a:lnTo>
                    <a:pt x="2644" y="89201"/>
                  </a:lnTo>
                  <a:lnTo>
                    <a:pt x="1771" y="94521"/>
                  </a:lnTo>
                  <a:lnTo>
                    <a:pt x="1070" y="99866"/>
                  </a:lnTo>
                  <a:lnTo>
                    <a:pt x="542" y="105231"/>
                  </a:lnTo>
                  <a:lnTo>
                    <a:pt x="188" y="110610"/>
                  </a:lnTo>
                  <a:lnTo>
                    <a:pt x="7" y="115997"/>
                  </a:lnTo>
                  <a:lnTo>
                    <a:pt x="0" y="121388"/>
                  </a:lnTo>
                  <a:lnTo>
                    <a:pt x="166" y="126776"/>
                  </a:lnTo>
                  <a:lnTo>
                    <a:pt x="506" y="132156"/>
                  </a:lnTo>
                  <a:lnTo>
                    <a:pt x="1020" y="137523"/>
                  </a:lnTo>
                  <a:lnTo>
                    <a:pt x="1706" y="142869"/>
                  </a:lnTo>
                  <a:lnTo>
                    <a:pt x="2564" y="148191"/>
                  </a:lnTo>
                  <a:lnTo>
                    <a:pt x="3594" y="153483"/>
                  </a:lnTo>
                  <a:lnTo>
                    <a:pt x="4793" y="158739"/>
                  </a:lnTo>
                  <a:lnTo>
                    <a:pt x="6162" y="163953"/>
                  </a:lnTo>
                  <a:lnTo>
                    <a:pt x="7698" y="169120"/>
                  </a:lnTo>
                  <a:lnTo>
                    <a:pt x="9399" y="174235"/>
                  </a:lnTo>
                  <a:lnTo>
                    <a:pt x="11265" y="179293"/>
                  </a:lnTo>
                  <a:lnTo>
                    <a:pt x="13293" y="184288"/>
                  </a:lnTo>
                  <a:lnTo>
                    <a:pt x="15480" y="189215"/>
                  </a:lnTo>
                  <a:lnTo>
                    <a:pt x="17826" y="194068"/>
                  </a:lnTo>
                  <a:lnTo>
                    <a:pt x="20327" y="198844"/>
                  </a:lnTo>
                  <a:lnTo>
                    <a:pt x="22980" y="203536"/>
                  </a:lnTo>
                  <a:lnTo>
                    <a:pt x="25784" y="208141"/>
                  </a:lnTo>
                  <a:lnTo>
                    <a:pt x="28734" y="212653"/>
                  </a:lnTo>
                  <a:lnTo>
                    <a:pt x="31828" y="217067"/>
                  </a:lnTo>
                  <a:lnTo>
                    <a:pt x="35063" y="221379"/>
                  </a:lnTo>
                  <a:lnTo>
                    <a:pt x="38436" y="225585"/>
                  </a:lnTo>
                  <a:lnTo>
                    <a:pt x="41942" y="229679"/>
                  </a:lnTo>
                  <a:lnTo>
                    <a:pt x="45578" y="233659"/>
                  </a:lnTo>
                  <a:lnTo>
                    <a:pt x="49341" y="237519"/>
                  </a:lnTo>
                  <a:lnTo>
                    <a:pt x="53227" y="241256"/>
                  </a:lnTo>
                  <a:lnTo>
                    <a:pt x="57230" y="244865"/>
                  </a:lnTo>
                  <a:lnTo>
                    <a:pt x="61349" y="248344"/>
                  </a:lnTo>
                  <a:lnTo>
                    <a:pt x="65577" y="251688"/>
                  </a:lnTo>
                  <a:lnTo>
                    <a:pt x="69911" y="254894"/>
                  </a:lnTo>
                  <a:lnTo>
                    <a:pt x="74345" y="257959"/>
                  </a:lnTo>
                  <a:lnTo>
                    <a:pt x="78877" y="260879"/>
                  </a:lnTo>
                  <a:lnTo>
                    <a:pt x="83500" y="263651"/>
                  </a:lnTo>
                  <a:lnTo>
                    <a:pt x="88210" y="266273"/>
                  </a:lnTo>
                  <a:lnTo>
                    <a:pt x="167149" y="118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07277" y="941493"/>
              <a:ext cx="246098" cy="334319"/>
            </a:xfrm>
            <a:custGeom>
              <a:avLst/>
              <a:pathLst>
                <a:path w="246098" h="334319">
                  <a:moveTo>
                    <a:pt x="0" y="314523"/>
                  </a:moveTo>
                  <a:lnTo>
                    <a:pt x="4735" y="316963"/>
                  </a:lnTo>
                  <a:lnTo>
                    <a:pt x="9546" y="319252"/>
                  </a:lnTo>
                  <a:lnTo>
                    <a:pt x="14428" y="321386"/>
                  </a:lnTo>
                  <a:lnTo>
                    <a:pt x="19375" y="323363"/>
                  </a:lnTo>
                  <a:lnTo>
                    <a:pt x="24383" y="325182"/>
                  </a:lnTo>
                  <a:lnTo>
                    <a:pt x="29446" y="326840"/>
                  </a:lnTo>
                  <a:lnTo>
                    <a:pt x="34559" y="328336"/>
                  </a:lnTo>
                  <a:lnTo>
                    <a:pt x="39718" y="329668"/>
                  </a:lnTo>
                  <a:lnTo>
                    <a:pt x="44916" y="330836"/>
                  </a:lnTo>
                  <a:lnTo>
                    <a:pt x="50149" y="331837"/>
                  </a:lnTo>
                  <a:lnTo>
                    <a:pt x="55411" y="332671"/>
                  </a:lnTo>
                  <a:lnTo>
                    <a:pt x="60697" y="333336"/>
                  </a:lnTo>
                  <a:lnTo>
                    <a:pt x="66001" y="333833"/>
                  </a:lnTo>
                  <a:lnTo>
                    <a:pt x="71319" y="334161"/>
                  </a:lnTo>
                  <a:lnTo>
                    <a:pt x="76644" y="334319"/>
                  </a:lnTo>
                  <a:lnTo>
                    <a:pt x="81972" y="334307"/>
                  </a:lnTo>
                  <a:lnTo>
                    <a:pt x="87297" y="334125"/>
                  </a:lnTo>
                  <a:lnTo>
                    <a:pt x="92613" y="333774"/>
                  </a:lnTo>
                  <a:lnTo>
                    <a:pt x="97915" y="333254"/>
                  </a:lnTo>
                  <a:lnTo>
                    <a:pt x="103198" y="332565"/>
                  </a:lnTo>
                  <a:lnTo>
                    <a:pt x="108456" y="331708"/>
                  </a:lnTo>
                  <a:lnTo>
                    <a:pt x="113685" y="330683"/>
                  </a:lnTo>
                  <a:lnTo>
                    <a:pt x="118878" y="329493"/>
                  </a:lnTo>
                  <a:lnTo>
                    <a:pt x="124030" y="328138"/>
                  </a:lnTo>
                  <a:lnTo>
                    <a:pt x="129137" y="326619"/>
                  </a:lnTo>
                  <a:lnTo>
                    <a:pt x="134193" y="324939"/>
                  </a:lnTo>
                  <a:lnTo>
                    <a:pt x="139192" y="323098"/>
                  </a:lnTo>
                  <a:lnTo>
                    <a:pt x="144130" y="321098"/>
                  </a:lnTo>
                  <a:lnTo>
                    <a:pt x="149003" y="318943"/>
                  </a:lnTo>
                  <a:lnTo>
                    <a:pt x="153804" y="316633"/>
                  </a:lnTo>
                  <a:lnTo>
                    <a:pt x="158528" y="314171"/>
                  </a:lnTo>
                  <a:lnTo>
                    <a:pt x="163173" y="311560"/>
                  </a:lnTo>
                  <a:lnTo>
                    <a:pt x="167731" y="308803"/>
                  </a:lnTo>
                  <a:lnTo>
                    <a:pt x="172199" y="305901"/>
                  </a:lnTo>
                  <a:lnTo>
                    <a:pt x="176573" y="302859"/>
                  </a:lnTo>
                  <a:lnTo>
                    <a:pt x="180847" y="299679"/>
                  </a:lnTo>
                  <a:lnTo>
                    <a:pt x="185018" y="296364"/>
                  </a:lnTo>
                  <a:lnTo>
                    <a:pt x="189082" y="292918"/>
                  </a:lnTo>
                  <a:lnTo>
                    <a:pt x="193033" y="289344"/>
                  </a:lnTo>
                  <a:lnTo>
                    <a:pt x="196868" y="285646"/>
                  </a:lnTo>
                  <a:lnTo>
                    <a:pt x="200584" y="281828"/>
                  </a:lnTo>
                  <a:lnTo>
                    <a:pt x="204176" y="277893"/>
                  </a:lnTo>
                  <a:lnTo>
                    <a:pt x="207641" y="273846"/>
                  </a:lnTo>
                  <a:lnTo>
                    <a:pt x="210975" y="269691"/>
                  </a:lnTo>
                  <a:lnTo>
                    <a:pt x="214175" y="265431"/>
                  </a:lnTo>
                  <a:lnTo>
                    <a:pt x="217238" y="261072"/>
                  </a:lnTo>
                  <a:lnTo>
                    <a:pt x="220160" y="256617"/>
                  </a:lnTo>
                  <a:lnTo>
                    <a:pt x="222939" y="252071"/>
                  </a:lnTo>
                  <a:lnTo>
                    <a:pt x="225571" y="247439"/>
                  </a:lnTo>
                  <a:lnTo>
                    <a:pt x="228055" y="242726"/>
                  </a:lnTo>
                  <a:lnTo>
                    <a:pt x="230387" y="237936"/>
                  </a:lnTo>
                  <a:lnTo>
                    <a:pt x="232565" y="233074"/>
                  </a:lnTo>
                  <a:lnTo>
                    <a:pt x="234587" y="228145"/>
                  </a:lnTo>
                  <a:lnTo>
                    <a:pt x="236451" y="223154"/>
                  </a:lnTo>
                  <a:lnTo>
                    <a:pt x="238155" y="218106"/>
                  </a:lnTo>
                  <a:lnTo>
                    <a:pt x="239698" y="213006"/>
                  </a:lnTo>
                  <a:lnTo>
                    <a:pt x="241077" y="207860"/>
                  </a:lnTo>
                  <a:lnTo>
                    <a:pt x="242291" y="202673"/>
                  </a:lnTo>
                  <a:lnTo>
                    <a:pt x="243340" y="197449"/>
                  </a:lnTo>
                  <a:lnTo>
                    <a:pt x="244221" y="192195"/>
                  </a:lnTo>
                  <a:lnTo>
                    <a:pt x="244935" y="186915"/>
                  </a:lnTo>
                  <a:lnTo>
                    <a:pt x="245480" y="181615"/>
                  </a:lnTo>
                  <a:lnTo>
                    <a:pt x="245856" y="176301"/>
                  </a:lnTo>
                  <a:lnTo>
                    <a:pt x="246062" y="170977"/>
                  </a:lnTo>
                  <a:lnTo>
                    <a:pt x="246098" y="165650"/>
                  </a:lnTo>
                  <a:lnTo>
                    <a:pt x="245965" y="160324"/>
                  </a:lnTo>
                  <a:lnTo>
                    <a:pt x="245662" y="155005"/>
                  </a:lnTo>
                  <a:lnTo>
                    <a:pt x="245190" y="149698"/>
                  </a:lnTo>
                  <a:lnTo>
                    <a:pt x="244549" y="144409"/>
                  </a:lnTo>
                  <a:lnTo>
                    <a:pt x="243740" y="139143"/>
                  </a:lnTo>
                  <a:lnTo>
                    <a:pt x="242763" y="133906"/>
                  </a:lnTo>
                  <a:lnTo>
                    <a:pt x="241620" y="128702"/>
                  </a:lnTo>
                  <a:lnTo>
                    <a:pt x="240311" y="123537"/>
                  </a:lnTo>
                  <a:lnTo>
                    <a:pt x="238839" y="118417"/>
                  </a:lnTo>
                  <a:lnTo>
                    <a:pt x="237204" y="113346"/>
                  </a:lnTo>
                  <a:lnTo>
                    <a:pt x="235409" y="108330"/>
                  </a:lnTo>
                  <a:lnTo>
                    <a:pt x="233455" y="103374"/>
                  </a:lnTo>
                  <a:lnTo>
                    <a:pt x="231343" y="98483"/>
                  </a:lnTo>
                  <a:lnTo>
                    <a:pt x="229077" y="93661"/>
                  </a:lnTo>
                  <a:lnTo>
                    <a:pt x="226659" y="88914"/>
                  </a:lnTo>
                  <a:lnTo>
                    <a:pt x="224090" y="84246"/>
                  </a:lnTo>
                  <a:lnTo>
                    <a:pt x="221374" y="79663"/>
                  </a:lnTo>
                  <a:lnTo>
                    <a:pt x="218513" y="75168"/>
                  </a:lnTo>
                  <a:lnTo>
                    <a:pt x="215510" y="70767"/>
                  </a:lnTo>
                  <a:lnTo>
                    <a:pt x="212369" y="66464"/>
                  </a:lnTo>
                  <a:lnTo>
                    <a:pt x="209092" y="62263"/>
                  </a:lnTo>
                  <a:lnTo>
                    <a:pt x="205683" y="58169"/>
                  </a:lnTo>
                  <a:lnTo>
                    <a:pt x="202146" y="54185"/>
                  </a:lnTo>
                  <a:lnTo>
                    <a:pt x="198483" y="50317"/>
                  </a:lnTo>
                  <a:lnTo>
                    <a:pt x="194698" y="46567"/>
                  </a:lnTo>
                  <a:lnTo>
                    <a:pt x="190796" y="42939"/>
                  </a:lnTo>
                  <a:lnTo>
                    <a:pt x="186781" y="39437"/>
                  </a:lnTo>
                  <a:lnTo>
                    <a:pt x="182656" y="36066"/>
                  </a:lnTo>
                  <a:lnTo>
                    <a:pt x="178425" y="32827"/>
                  </a:lnTo>
                  <a:lnTo>
                    <a:pt x="174094" y="29725"/>
                  </a:lnTo>
                  <a:lnTo>
                    <a:pt x="169666" y="26763"/>
                  </a:lnTo>
                  <a:lnTo>
                    <a:pt x="165146" y="23943"/>
                  </a:lnTo>
                  <a:lnTo>
                    <a:pt x="160538" y="21268"/>
                  </a:lnTo>
                  <a:lnTo>
                    <a:pt x="155847" y="18742"/>
                  </a:lnTo>
                  <a:lnTo>
                    <a:pt x="151078" y="16367"/>
                  </a:lnTo>
                  <a:lnTo>
                    <a:pt x="146236" y="14144"/>
                  </a:lnTo>
                  <a:lnTo>
                    <a:pt x="141326" y="12078"/>
                  </a:lnTo>
                  <a:lnTo>
                    <a:pt x="136352" y="10168"/>
                  </a:lnTo>
                  <a:lnTo>
                    <a:pt x="131320" y="8418"/>
                  </a:lnTo>
                  <a:lnTo>
                    <a:pt x="126234" y="6830"/>
                  </a:lnTo>
                  <a:lnTo>
                    <a:pt x="121101" y="5404"/>
                  </a:lnTo>
                  <a:lnTo>
                    <a:pt x="115925" y="4143"/>
                  </a:lnTo>
                  <a:lnTo>
                    <a:pt x="110711" y="3047"/>
                  </a:lnTo>
                  <a:lnTo>
                    <a:pt x="105465" y="2118"/>
                  </a:lnTo>
                  <a:lnTo>
                    <a:pt x="100192" y="1356"/>
                  </a:lnTo>
                  <a:lnTo>
                    <a:pt x="94897" y="763"/>
                  </a:lnTo>
                  <a:lnTo>
                    <a:pt x="89587" y="339"/>
                  </a:lnTo>
                  <a:lnTo>
                    <a:pt x="84265" y="84"/>
                  </a:lnTo>
                  <a:lnTo>
                    <a:pt x="78938" y="0"/>
                  </a:lnTo>
                  <a:lnTo>
                    <a:pt x="789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38" y="1071028"/>
              <a:ext cx="167163" cy="333827"/>
            </a:xfrm>
            <a:custGeom>
              <a:avLst/>
              <a:pathLst>
                <a:path w="167163" h="333827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3" y="765"/>
                  </a:lnTo>
                  <a:lnTo>
                    <a:pt x="145881" y="1360"/>
                  </a:lnTo>
                  <a:lnTo>
                    <a:pt x="140602" y="2123"/>
                  </a:lnTo>
                  <a:lnTo>
                    <a:pt x="135349" y="3055"/>
                  </a:lnTo>
                  <a:lnTo>
                    <a:pt x="130129" y="4153"/>
                  </a:lnTo>
                  <a:lnTo>
                    <a:pt x="124946" y="5418"/>
                  </a:lnTo>
                  <a:lnTo>
                    <a:pt x="119807" y="6847"/>
                  </a:lnTo>
                  <a:lnTo>
                    <a:pt x="114715" y="8440"/>
                  </a:lnTo>
                  <a:lnTo>
                    <a:pt x="109678" y="10194"/>
                  </a:lnTo>
                  <a:lnTo>
                    <a:pt x="104698" y="12108"/>
                  </a:lnTo>
                  <a:lnTo>
                    <a:pt x="99782" y="14181"/>
                  </a:lnTo>
                  <a:lnTo>
                    <a:pt x="94935" y="16408"/>
                  </a:lnTo>
                  <a:lnTo>
                    <a:pt x="90162" y="18790"/>
                  </a:lnTo>
                  <a:lnTo>
                    <a:pt x="85467" y="21322"/>
                  </a:lnTo>
                  <a:lnTo>
                    <a:pt x="80855" y="24003"/>
                  </a:lnTo>
                  <a:lnTo>
                    <a:pt x="76330" y="26830"/>
                  </a:lnTo>
                  <a:lnTo>
                    <a:pt x="71899" y="29800"/>
                  </a:lnTo>
                  <a:lnTo>
                    <a:pt x="67564" y="32909"/>
                  </a:lnTo>
                  <a:lnTo>
                    <a:pt x="63331" y="36156"/>
                  </a:lnTo>
                  <a:lnTo>
                    <a:pt x="59204" y="39535"/>
                  </a:lnTo>
                  <a:lnTo>
                    <a:pt x="55186" y="43045"/>
                  </a:lnTo>
                  <a:lnTo>
                    <a:pt x="51283" y="46681"/>
                  </a:lnTo>
                  <a:lnTo>
                    <a:pt x="47498" y="50440"/>
                  </a:lnTo>
                  <a:lnTo>
                    <a:pt x="43834" y="54318"/>
                  </a:lnTo>
                  <a:lnTo>
                    <a:pt x="40296" y="58310"/>
                  </a:lnTo>
                  <a:lnTo>
                    <a:pt x="36887" y="62414"/>
                  </a:lnTo>
                  <a:lnTo>
                    <a:pt x="33611" y="66624"/>
                  </a:lnTo>
                  <a:lnTo>
                    <a:pt x="30471" y="70936"/>
                  </a:lnTo>
                  <a:lnTo>
                    <a:pt x="27470" y="75347"/>
                  </a:lnTo>
                  <a:lnTo>
                    <a:pt x="24612" y="79851"/>
                  </a:lnTo>
                  <a:lnTo>
                    <a:pt x="21898" y="84444"/>
                  </a:lnTo>
                  <a:lnTo>
                    <a:pt x="19333" y="89121"/>
                  </a:lnTo>
                  <a:lnTo>
                    <a:pt x="16918" y="93878"/>
                  </a:lnTo>
                  <a:lnTo>
                    <a:pt x="14656" y="98709"/>
                  </a:lnTo>
                  <a:lnTo>
                    <a:pt x="12549" y="103610"/>
                  </a:lnTo>
                  <a:lnTo>
                    <a:pt x="10600" y="108576"/>
                  </a:lnTo>
                  <a:lnTo>
                    <a:pt x="8810" y="113601"/>
                  </a:lnTo>
                  <a:lnTo>
                    <a:pt x="7181" y="118681"/>
                  </a:lnTo>
                  <a:lnTo>
                    <a:pt x="5716" y="123810"/>
                  </a:lnTo>
                  <a:lnTo>
                    <a:pt x="4414" y="128984"/>
                  </a:lnTo>
                  <a:lnTo>
                    <a:pt x="3279" y="134196"/>
                  </a:lnTo>
                  <a:lnTo>
                    <a:pt x="2310" y="139442"/>
                  </a:lnTo>
                  <a:lnTo>
                    <a:pt x="1510" y="144716"/>
                  </a:lnTo>
                  <a:lnTo>
                    <a:pt x="878" y="150013"/>
                  </a:lnTo>
                  <a:lnTo>
                    <a:pt x="415" y="155328"/>
                  </a:lnTo>
                  <a:lnTo>
                    <a:pt x="122" y="160654"/>
                  </a:lnTo>
                  <a:lnTo>
                    <a:pt x="0" y="165988"/>
                  </a:lnTo>
                  <a:lnTo>
                    <a:pt x="47" y="171322"/>
                  </a:lnTo>
                  <a:lnTo>
                    <a:pt x="265" y="176652"/>
                  </a:lnTo>
                  <a:lnTo>
                    <a:pt x="652" y="181973"/>
                  </a:lnTo>
                  <a:lnTo>
                    <a:pt x="1209" y="187278"/>
                  </a:lnTo>
                  <a:lnTo>
                    <a:pt x="1936" y="192563"/>
                  </a:lnTo>
                  <a:lnTo>
                    <a:pt x="2830" y="197822"/>
                  </a:lnTo>
                  <a:lnTo>
                    <a:pt x="3892" y="203050"/>
                  </a:lnTo>
                  <a:lnTo>
                    <a:pt x="5120" y="208241"/>
                  </a:lnTo>
                  <a:lnTo>
                    <a:pt x="6513" y="213391"/>
                  </a:lnTo>
                  <a:lnTo>
                    <a:pt x="8070" y="218493"/>
                  </a:lnTo>
                  <a:lnTo>
                    <a:pt x="9789" y="223543"/>
                  </a:lnTo>
                  <a:lnTo>
                    <a:pt x="11668" y="228536"/>
                  </a:lnTo>
                  <a:lnTo>
                    <a:pt x="13705" y="233466"/>
                  </a:lnTo>
                  <a:lnTo>
                    <a:pt x="15898" y="238329"/>
                  </a:lnTo>
                  <a:lnTo>
                    <a:pt x="18246" y="243119"/>
                  </a:lnTo>
                  <a:lnTo>
                    <a:pt x="20745" y="247832"/>
                  </a:lnTo>
                  <a:lnTo>
                    <a:pt x="23394" y="252463"/>
                  </a:lnTo>
                  <a:lnTo>
                    <a:pt x="26189" y="257007"/>
                  </a:lnTo>
                  <a:lnTo>
                    <a:pt x="29127" y="261459"/>
                  </a:lnTo>
                  <a:lnTo>
                    <a:pt x="32206" y="265816"/>
                  </a:lnTo>
                  <a:lnTo>
                    <a:pt x="35422" y="270072"/>
                  </a:lnTo>
                  <a:lnTo>
                    <a:pt x="38773" y="274223"/>
                  </a:lnTo>
                  <a:lnTo>
                    <a:pt x="42254" y="278265"/>
                  </a:lnTo>
                  <a:lnTo>
                    <a:pt x="45863" y="282194"/>
                  </a:lnTo>
                  <a:lnTo>
                    <a:pt x="49595" y="286006"/>
                  </a:lnTo>
                  <a:lnTo>
                    <a:pt x="53446" y="289697"/>
                  </a:lnTo>
                  <a:lnTo>
                    <a:pt x="57414" y="293263"/>
                  </a:lnTo>
                  <a:lnTo>
                    <a:pt x="61493" y="296700"/>
                  </a:lnTo>
                  <a:lnTo>
                    <a:pt x="65680" y="300006"/>
                  </a:lnTo>
                  <a:lnTo>
                    <a:pt x="69970" y="303176"/>
                  </a:lnTo>
                  <a:lnTo>
                    <a:pt x="74360" y="306208"/>
                  </a:lnTo>
                  <a:lnTo>
                    <a:pt x="78843" y="309099"/>
                  </a:lnTo>
                  <a:lnTo>
                    <a:pt x="83417" y="311845"/>
                  </a:lnTo>
                  <a:lnTo>
                    <a:pt x="88076" y="314443"/>
                  </a:lnTo>
                  <a:lnTo>
                    <a:pt x="92815" y="316891"/>
                  </a:lnTo>
                  <a:lnTo>
                    <a:pt x="97631" y="319187"/>
                  </a:lnTo>
                  <a:lnTo>
                    <a:pt x="102517" y="321329"/>
                  </a:lnTo>
                  <a:lnTo>
                    <a:pt x="107469" y="323313"/>
                  </a:lnTo>
                  <a:lnTo>
                    <a:pt x="112481" y="325138"/>
                  </a:lnTo>
                  <a:lnTo>
                    <a:pt x="117550" y="326802"/>
                  </a:lnTo>
                  <a:lnTo>
                    <a:pt x="122668" y="328304"/>
                  </a:lnTo>
                  <a:lnTo>
                    <a:pt x="127833" y="329642"/>
                  </a:lnTo>
                  <a:lnTo>
                    <a:pt x="133037" y="330814"/>
                  </a:lnTo>
                  <a:lnTo>
                    <a:pt x="138276" y="331820"/>
                  </a:lnTo>
                  <a:lnTo>
                    <a:pt x="143544" y="332657"/>
                  </a:lnTo>
                  <a:lnTo>
                    <a:pt x="148837" y="333327"/>
                  </a:lnTo>
                  <a:lnTo>
                    <a:pt x="154148" y="333827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51486" y="1238196"/>
              <a:ext cx="13015" cy="166660"/>
            </a:xfrm>
            <a:custGeom>
              <a:avLst/>
              <a:pathLst>
                <a:path w="13015" h="166660">
                  <a:moveTo>
                    <a:pt x="0" y="166660"/>
                  </a:moveTo>
                  <a:lnTo>
                    <a:pt x="130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51486" y="1088571"/>
              <a:ext cx="180167" cy="316775"/>
            </a:xfrm>
            <a:custGeom>
              <a:avLst/>
              <a:pathLst>
                <a:path w="180167" h="316775">
                  <a:moveTo>
                    <a:pt x="0" y="316284"/>
                  </a:moveTo>
                  <a:lnTo>
                    <a:pt x="5349" y="316616"/>
                  </a:lnTo>
                  <a:lnTo>
                    <a:pt x="10706" y="316775"/>
                  </a:lnTo>
                  <a:lnTo>
                    <a:pt x="16065" y="316764"/>
                  </a:lnTo>
                  <a:lnTo>
                    <a:pt x="21421" y="316580"/>
                  </a:lnTo>
                  <a:lnTo>
                    <a:pt x="26769" y="316225"/>
                  </a:lnTo>
                  <a:lnTo>
                    <a:pt x="32102" y="315698"/>
                  </a:lnTo>
                  <a:lnTo>
                    <a:pt x="37416" y="315001"/>
                  </a:lnTo>
                  <a:lnTo>
                    <a:pt x="42705" y="314134"/>
                  </a:lnTo>
                  <a:lnTo>
                    <a:pt x="47963" y="313097"/>
                  </a:lnTo>
                  <a:lnTo>
                    <a:pt x="53186" y="311893"/>
                  </a:lnTo>
                  <a:lnTo>
                    <a:pt x="58367" y="310522"/>
                  </a:lnTo>
                  <a:lnTo>
                    <a:pt x="63501" y="308985"/>
                  </a:lnTo>
                  <a:lnTo>
                    <a:pt x="68584" y="307285"/>
                  </a:lnTo>
                  <a:lnTo>
                    <a:pt x="73609" y="305423"/>
                  </a:lnTo>
                  <a:lnTo>
                    <a:pt x="78572" y="303400"/>
                  </a:lnTo>
                  <a:lnTo>
                    <a:pt x="83468" y="301220"/>
                  </a:lnTo>
                  <a:lnTo>
                    <a:pt x="88291" y="298883"/>
                  </a:lnTo>
                  <a:lnTo>
                    <a:pt x="93037" y="296393"/>
                  </a:lnTo>
                  <a:lnTo>
                    <a:pt x="97701" y="293753"/>
                  </a:lnTo>
                  <a:lnTo>
                    <a:pt x="102278" y="290964"/>
                  </a:lnTo>
                  <a:lnTo>
                    <a:pt x="106763" y="288030"/>
                  </a:lnTo>
                  <a:lnTo>
                    <a:pt x="111151" y="284954"/>
                  </a:lnTo>
                  <a:lnTo>
                    <a:pt x="115439" y="281738"/>
                  </a:lnTo>
                  <a:lnTo>
                    <a:pt x="119621" y="278387"/>
                  </a:lnTo>
                  <a:lnTo>
                    <a:pt x="123694" y="274903"/>
                  </a:lnTo>
                  <a:lnTo>
                    <a:pt x="127653" y="271291"/>
                  </a:lnTo>
                  <a:lnTo>
                    <a:pt x="131495" y="267554"/>
                  </a:lnTo>
                  <a:lnTo>
                    <a:pt x="135214" y="263695"/>
                  </a:lnTo>
                  <a:lnTo>
                    <a:pt x="138808" y="259719"/>
                  </a:lnTo>
                  <a:lnTo>
                    <a:pt x="142273" y="255630"/>
                  </a:lnTo>
                  <a:lnTo>
                    <a:pt x="145604" y="251432"/>
                  </a:lnTo>
                  <a:lnTo>
                    <a:pt x="148800" y="247130"/>
                  </a:lnTo>
                  <a:lnTo>
                    <a:pt x="151856" y="242727"/>
                  </a:lnTo>
                  <a:lnTo>
                    <a:pt x="154769" y="238228"/>
                  </a:lnTo>
                  <a:lnTo>
                    <a:pt x="157536" y="233639"/>
                  </a:lnTo>
                  <a:lnTo>
                    <a:pt x="160155" y="228963"/>
                  </a:lnTo>
                  <a:lnTo>
                    <a:pt x="162623" y="224205"/>
                  </a:lnTo>
                  <a:lnTo>
                    <a:pt x="164937" y="219371"/>
                  </a:lnTo>
                  <a:lnTo>
                    <a:pt x="167094" y="214465"/>
                  </a:lnTo>
                  <a:lnTo>
                    <a:pt x="169094" y="209493"/>
                  </a:lnTo>
                  <a:lnTo>
                    <a:pt x="170933" y="204459"/>
                  </a:lnTo>
                  <a:lnTo>
                    <a:pt x="172609" y="199368"/>
                  </a:lnTo>
                  <a:lnTo>
                    <a:pt x="174122" y="194227"/>
                  </a:lnTo>
                  <a:lnTo>
                    <a:pt x="175469" y="189039"/>
                  </a:lnTo>
                  <a:lnTo>
                    <a:pt x="176649" y="183811"/>
                  </a:lnTo>
                  <a:lnTo>
                    <a:pt x="177661" y="178548"/>
                  </a:lnTo>
                  <a:lnTo>
                    <a:pt x="178503" y="173256"/>
                  </a:lnTo>
                  <a:lnTo>
                    <a:pt x="179176" y="167938"/>
                  </a:lnTo>
                  <a:lnTo>
                    <a:pt x="179677" y="162603"/>
                  </a:lnTo>
                  <a:lnTo>
                    <a:pt x="180008" y="157253"/>
                  </a:lnTo>
                  <a:lnTo>
                    <a:pt x="180167" y="151896"/>
                  </a:lnTo>
                  <a:lnTo>
                    <a:pt x="180153" y="146537"/>
                  </a:lnTo>
                  <a:lnTo>
                    <a:pt x="179969" y="141181"/>
                  </a:lnTo>
                  <a:lnTo>
                    <a:pt x="179612" y="135833"/>
                  </a:lnTo>
                  <a:lnTo>
                    <a:pt x="179084" y="130500"/>
                  </a:lnTo>
                  <a:lnTo>
                    <a:pt x="178386" y="125186"/>
                  </a:lnTo>
                  <a:lnTo>
                    <a:pt x="177518" y="119897"/>
                  </a:lnTo>
                  <a:lnTo>
                    <a:pt x="176480" y="114639"/>
                  </a:lnTo>
                  <a:lnTo>
                    <a:pt x="175275" y="109417"/>
                  </a:lnTo>
                  <a:lnTo>
                    <a:pt x="173902" y="104237"/>
                  </a:lnTo>
                  <a:lnTo>
                    <a:pt x="172365" y="99102"/>
                  </a:lnTo>
                  <a:lnTo>
                    <a:pt x="170663" y="94020"/>
                  </a:lnTo>
                  <a:lnTo>
                    <a:pt x="168800" y="88995"/>
                  </a:lnTo>
                  <a:lnTo>
                    <a:pt x="166776" y="84033"/>
                  </a:lnTo>
                  <a:lnTo>
                    <a:pt x="164595" y="79137"/>
                  </a:lnTo>
                  <a:lnTo>
                    <a:pt x="162257" y="74314"/>
                  </a:lnTo>
                  <a:lnTo>
                    <a:pt x="159767" y="69569"/>
                  </a:lnTo>
                  <a:lnTo>
                    <a:pt x="157125" y="64906"/>
                  </a:lnTo>
                  <a:lnTo>
                    <a:pt x="154335" y="60330"/>
                  </a:lnTo>
                  <a:lnTo>
                    <a:pt x="151400" y="55845"/>
                  </a:lnTo>
                  <a:lnTo>
                    <a:pt x="148323" y="51458"/>
                  </a:lnTo>
                  <a:lnTo>
                    <a:pt x="145106" y="47171"/>
                  </a:lnTo>
                  <a:lnTo>
                    <a:pt x="141754" y="42989"/>
                  </a:lnTo>
                  <a:lnTo>
                    <a:pt x="138270" y="38917"/>
                  </a:lnTo>
                  <a:lnTo>
                    <a:pt x="134657" y="34959"/>
                  </a:lnTo>
                  <a:lnTo>
                    <a:pt x="130918" y="31118"/>
                  </a:lnTo>
                  <a:lnTo>
                    <a:pt x="127059" y="27399"/>
                  </a:lnTo>
                  <a:lnTo>
                    <a:pt x="123082" y="23806"/>
                  </a:lnTo>
                  <a:lnTo>
                    <a:pt x="118992" y="20343"/>
                  </a:lnTo>
                  <a:lnTo>
                    <a:pt x="114794" y="17012"/>
                  </a:lnTo>
                  <a:lnTo>
                    <a:pt x="110490" y="13818"/>
                  </a:lnTo>
                  <a:lnTo>
                    <a:pt x="106087" y="10763"/>
                  </a:lnTo>
                  <a:lnTo>
                    <a:pt x="101588" y="7850"/>
                  </a:lnTo>
                  <a:lnTo>
                    <a:pt x="96998" y="5084"/>
                  </a:lnTo>
                  <a:lnTo>
                    <a:pt x="92321" y="2466"/>
                  </a:lnTo>
                  <a:lnTo>
                    <a:pt x="87563" y="0"/>
                  </a:lnTo>
                  <a:lnTo>
                    <a:pt x="13015" y="149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74548" cy="167167"/>
            </a:xfrm>
            <a:custGeom>
              <a:avLst/>
              <a:pathLst>
                <a:path w="74548" h="167167">
                  <a:moveTo>
                    <a:pt x="74548" y="17542"/>
                  </a:moveTo>
                  <a:lnTo>
                    <a:pt x="69182" y="14987"/>
                  </a:lnTo>
                  <a:lnTo>
                    <a:pt x="63728" y="12624"/>
                  </a:lnTo>
                  <a:lnTo>
                    <a:pt x="58194" y="10456"/>
                  </a:lnTo>
                  <a:lnTo>
                    <a:pt x="52586" y="8486"/>
                  </a:lnTo>
                  <a:lnTo>
                    <a:pt x="46912" y="6717"/>
                  </a:lnTo>
                  <a:lnTo>
                    <a:pt x="41179" y="5151"/>
                  </a:lnTo>
                  <a:lnTo>
                    <a:pt x="35393" y="3789"/>
                  </a:lnTo>
                  <a:lnTo>
                    <a:pt x="29563" y="2634"/>
                  </a:lnTo>
                  <a:lnTo>
                    <a:pt x="23695" y="1687"/>
                  </a:lnTo>
                  <a:lnTo>
                    <a:pt x="17797" y="950"/>
                  </a:lnTo>
                  <a:lnTo>
                    <a:pt x="11877" y="422"/>
                  </a:lnTo>
                  <a:lnTo>
                    <a:pt x="5942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58586" y="1322571"/>
              <a:ext cx="130134" cy="167167"/>
            </a:xfrm>
            <a:custGeom>
              <a:avLst/>
              <a:pathLst>
                <a:path w="130134" h="167167">
                  <a:moveTo>
                    <a:pt x="130134" y="0"/>
                  </a:moveTo>
                  <a:lnTo>
                    <a:pt x="124611" y="91"/>
                  </a:lnTo>
                  <a:lnTo>
                    <a:pt x="119094" y="364"/>
                  </a:lnTo>
                  <a:lnTo>
                    <a:pt x="113589" y="820"/>
                  </a:lnTo>
                  <a:lnTo>
                    <a:pt x="108102" y="1458"/>
                  </a:lnTo>
                  <a:lnTo>
                    <a:pt x="102639" y="2276"/>
                  </a:lnTo>
                  <a:lnTo>
                    <a:pt x="97206" y="3275"/>
                  </a:lnTo>
                  <a:lnTo>
                    <a:pt x="91809" y="4452"/>
                  </a:lnTo>
                  <a:lnTo>
                    <a:pt x="86454" y="5807"/>
                  </a:lnTo>
                  <a:lnTo>
                    <a:pt x="81147" y="7338"/>
                  </a:lnTo>
                  <a:lnTo>
                    <a:pt x="75893" y="9044"/>
                  </a:lnTo>
                  <a:lnTo>
                    <a:pt x="70698" y="10922"/>
                  </a:lnTo>
                  <a:lnTo>
                    <a:pt x="65569" y="12971"/>
                  </a:lnTo>
                  <a:lnTo>
                    <a:pt x="60509" y="15189"/>
                  </a:lnTo>
                  <a:lnTo>
                    <a:pt x="55526" y="17572"/>
                  </a:lnTo>
                  <a:lnTo>
                    <a:pt x="50624" y="20119"/>
                  </a:lnTo>
                  <a:lnTo>
                    <a:pt x="45809" y="22826"/>
                  </a:lnTo>
                  <a:lnTo>
                    <a:pt x="41087" y="25691"/>
                  </a:lnTo>
                  <a:lnTo>
                    <a:pt x="36461" y="28710"/>
                  </a:lnTo>
                  <a:lnTo>
                    <a:pt x="31938" y="31881"/>
                  </a:lnTo>
                  <a:lnTo>
                    <a:pt x="27521" y="35199"/>
                  </a:lnTo>
                  <a:lnTo>
                    <a:pt x="23217" y="38661"/>
                  </a:lnTo>
                  <a:lnTo>
                    <a:pt x="19030" y="42264"/>
                  </a:lnTo>
                  <a:lnTo>
                    <a:pt x="14964" y="46003"/>
                  </a:lnTo>
                  <a:lnTo>
                    <a:pt x="11024" y="49874"/>
                  </a:lnTo>
                  <a:lnTo>
                    <a:pt x="7213" y="53873"/>
                  </a:lnTo>
                  <a:lnTo>
                    <a:pt x="3537" y="57997"/>
                  </a:lnTo>
                  <a:lnTo>
                    <a:pt x="0" y="62239"/>
                  </a:lnTo>
                  <a:lnTo>
                    <a:pt x="13013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8586" y="1384811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64" y="1335971"/>
              <a:ext cx="334318" cy="320932"/>
            </a:xfrm>
            <a:custGeom>
              <a:avLst/>
              <a:pathLst>
                <a:path w="334318" h="320932">
                  <a:moveTo>
                    <a:pt x="37021" y="48839"/>
                  </a:moveTo>
                  <a:lnTo>
                    <a:pt x="33754" y="53026"/>
                  </a:lnTo>
                  <a:lnTo>
                    <a:pt x="30621" y="57314"/>
                  </a:lnTo>
                  <a:lnTo>
                    <a:pt x="27627" y="61700"/>
                  </a:lnTo>
                  <a:lnTo>
                    <a:pt x="24772" y="66178"/>
                  </a:lnTo>
                  <a:lnTo>
                    <a:pt x="22062" y="70745"/>
                  </a:lnTo>
                  <a:lnTo>
                    <a:pt x="19498" y="75396"/>
                  </a:lnTo>
                  <a:lnTo>
                    <a:pt x="17083" y="80126"/>
                  </a:lnTo>
                  <a:lnTo>
                    <a:pt x="14820" y="84930"/>
                  </a:lnTo>
                  <a:lnTo>
                    <a:pt x="12710" y="89804"/>
                  </a:lnTo>
                  <a:lnTo>
                    <a:pt x="10756" y="94742"/>
                  </a:lnTo>
                  <a:lnTo>
                    <a:pt x="8960" y="99739"/>
                  </a:lnTo>
                  <a:lnTo>
                    <a:pt x="7324" y="104792"/>
                  </a:lnTo>
                  <a:lnTo>
                    <a:pt x="5849" y="109893"/>
                  </a:lnTo>
                  <a:lnTo>
                    <a:pt x="4537" y="115039"/>
                  </a:lnTo>
                  <a:lnTo>
                    <a:pt x="3389" y="120224"/>
                  </a:lnTo>
                  <a:lnTo>
                    <a:pt x="2406" y="125443"/>
                  </a:lnTo>
                  <a:lnTo>
                    <a:pt x="1589" y="130691"/>
                  </a:lnTo>
                  <a:lnTo>
                    <a:pt x="940" y="135962"/>
                  </a:lnTo>
                  <a:lnTo>
                    <a:pt x="458" y="141250"/>
                  </a:lnTo>
                  <a:lnTo>
                    <a:pt x="144" y="146552"/>
                  </a:lnTo>
                  <a:lnTo>
                    <a:pt x="0" y="151860"/>
                  </a:lnTo>
                  <a:lnTo>
                    <a:pt x="23" y="157171"/>
                  </a:lnTo>
                  <a:lnTo>
                    <a:pt x="216" y="162478"/>
                  </a:lnTo>
                  <a:lnTo>
                    <a:pt x="577" y="167777"/>
                  </a:lnTo>
                  <a:lnTo>
                    <a:pt x="1106" y="173061"/>
                  </a:lnTo>
                  <a:lnTo>
                    <a:pt x="1802" y="178325"/>
                  </a:lnTo>
                  <a:lnTo>
                    <a:pt x="2666" y="183565"/>
                  </a:lnTo>
                  <a:lnTo>
                    <a:pt x="3695" y="188775"/>
                  </a:lnTo>
                  <a:lnTo>
                    <a:pt x="4890" y="193950"/>
                  </a:lnTo>
                  <a:lnTo>
                    <a:pt x="6248" y="199084"/>
                  </a:lnTo>
                  <a:lnTo>
                    <a:pt x="7769" y="204172"/>
                  </a:lnTo>
                  <a:lnTo>
                    <a:pt x="9450" y="209210"/>
                  </a:lnTo>
                  <a:lnTo>
                    <a:pt x="11291" y="214191"/>
                  </a:lnTo>
                  <a:lnTo>
                    <a:pt x="13289" y="219112"/>
                  </a:lnTo>
                  <a:lnTo>
                    <a:pt x="15442" y="223966"/>
                  </a:lnTo>
                  <a:lnTo>
                    <a:pt x="17749" y="228750"/>
                  </a:lnTo>
                  <a:lnTo>
                    <a:pt x="20206" y="233458"/>
                  </a:lnTo>
                  <a:lnTo>
                    <a:pt x="22811" y="238085"/>
                  </a:lnTo>
                  <a:lnTo>
                    <a:pt x="25562" y="242628"/>
                  </a:lnTo>
                  <a:lnTo>
                    <a:pt x="28456" y="247081"/>
                  </a:lnTo>
                  <a:lnTo>
                    <a:pt x="31490" y="251439"/>
                  </a:lnTo>
                  <a:lnTo>
                    <a:pt x="34661" y="255699"/>
                  </a:lnTo>
                  <a:lnTo>
                    <a:pt x="37966" y="259856"/>
                  </a:lnTo>
                  <a:lnTo>
                    <a:pt x="41401" y="263907"/>
                  </a:lnTo>
                  <a:lnTo>
                    <a:pt x="44963" y="267846"/>
                  </a:lnTo>
                  <a:lnTo>
                    <a:pt x="48648" y="271669"/>
                  </a:lnTo>
                  <a:lnTo>
                    <a:pt x="52453" y="275374"/>
                  </a:lnTo>
                  <a:lnTo>
                    <a:pt x="56374" y="278956"/>
                  </a:lnTo>
                  <a:lnTo>
                    <a:pt x="60406" y="282412"/>
                  </a:lnTo>
                  <a:lnTo>
                    <a:pt x="64546" y="285738"/>
                  </a:lnTo>
                  <a:lnTo>
                    <a:pt x="68790" y="288931"/>
                  </a:lnTo>
                  <a:lnTo>
                    <a:pt x="73133" y="291987"/>
                  </a:lnTo>
                  <a:lnTo>
                    <a:pt x="77571" y="294904"/>
                  </a:lnTo>
                  <a:lnTo>
                    <a:pt x="82099" y="297678"/>
                  </a:lnTo>
                  <a:lnTo>
                    <a:pt x="86714" y="300307"/>
                  </a:lnTo>
                  <a:lnTo>
                    <a:pt x="91409" y="302789"/>
                  </a:lnTo>
                  <a:lnTo>
                    <a:pt x="96181" y="305120"/>
                  </a:lnTo>
                  <a:lnTo>
                    <a:pt x="101024" y="307298"/>
                  </a:lnTo>
                  <a:lnTo>
                    <a:pt x="105934" y="309321"/>
                  </a:lnTo>
                  <a:lnTo>
                    <a:pt x="110906" y="311187"/>
                  </a:lnTo>
                  <a:lnTo>
                    <a:pt x="115935" y="312894"/>
                  </a:lnTo>
                  <a:lnTo>
                    <a:pt x="121015" y="314441"/>
                  </a:lnTo>
                  <a:lnTo>
                    <a:pt x="126142" y="315826"/>
                  </a:lnTo>
                  <a:lnTo>
                    <a:pt x="131311" y="317047"/>
                  </a:lnTo>
                  <a:lnTo>
                    <a:pt x="136515" y="318103"/>
                  </a:lnTo>
                  <a:lnTo>
                    <a:pt x="141751" y="318993"/>
                  </a:lnTo>
                  <a:lnTo>
                    <a:pt x="147012" y="319717"/>
                  </a:lnTo>
                  <a:lnTo>
                    <a:pt x="152293" y="320273"/>
                  </a:lnTo>
                  <a:lnTo>
                    <a:pt x="157590" y="320661"/>
                  </a:lnTo>
                  <a:lnTo>
                    <a:pt x="162896" y="320881"/>
                  </a:lnTo>
                  <a:lnTo>
                    <a:pt x="168206" y="320932"/>
                  </a:lnTo>
                  <a:lnTo>
                    <a:pt x="173516" y="320814"/>
                  </a:lnTo>
                  <a:lnTo>
                    <a:pt x="178818" y="320528"/>
                  </a:lnTo>
                  <a:lnTo>
                    <a:pt x="184110" y="320073"/>
                  </a:lnTo>
                  <a:lnTo>
                    <a:pt x="189384" y="319451"/>
                  </a:lnTo>
                  <a:lnTo>
                    <a:pt x="194635" y="318661"/>
                  </a:lnTo>
                  <a:lnTo>
                    <a:pt x="199859" y="317705"/>
                  </a:lnTo>
                  <a:lnTo>
                    <a:pt x="205050" y="316583"/>
                  </a:lnTo>
                  <a:lnTo>
                    <a:pt x="210203" y="315298"/>
                  </a:lnTo>
                  <a:lnTo>
                    <a:pt x="215312" y="313849"/>
                  </a:lnTo>
                  <a:lnTo>
                    <a:pt x="220372" y="312238"/>
                  </a:lnTo>
                  <a:lnTo>
                    <a:pt x="225379" y="310468"/>
                  </a:lnTo>
                  <a:lnTo>
                    <a:pt x="230327" y="308539"/>
                  </a:lnTo>
                  <a:lnTo>
                    <a:pt x="235212" y="306455"/>
                  </a:lnTo>
                  <a:lnTo>
                    <a:pt x="240027" y="304216"/>
                  </a:lnTo>
                  <a:lnTo>
                    <a:pt x="244770" y="301825"/>
                  </a:lnTo>
                  <a:lnTo>
                    <a:pt x="249433" y="299285"/>
                  </a:lnTo>
                  <a:lnTo>
                    <a:pt x="254014" y="296598"/>
                  </a:lnTo>
                  <a:lnTo>
                    <a:pt x="258507" y="293767"/>
                  </a:lnTo>
                  <a:lnTo>
                    <a:pt x="262908" y="290795"/>
                  </a:lnTo>
                  <a:lnTo>
                    <a:pt x="267212" y="287684"/>
                  </a:lnTo>
                  <a:lnTo>
                    <a:pt x="271416" y="284438"/>
                  </a:lnTo>
                  <a:lnTo>
                    <a:pt x="275514" y="281061"/>
                  </a:lnTo>
                  <a:lnTo>
                    <a:pt x="279502" y="277555"/>
                  </a:lnTo>
                  <a:lnTo>
                    <a:pt x="283378" y="273924"/>
                  </a:lnTo>
                  <a:lnTo>
                    <a:pt x="287136" y="270171"/>
                  </a:lnTo>
                  <a:lnTo>
                    <a:pt x="290773" y="266301"/>
                  </a:lnTo>
                  <a:lnTo>
                    <a:pt x="294285" y="262318"/>
                  </a:lnTo>
                  <a:lnTo>
                    <a:pt x="297669" y="258225"/>
                  </a:lnTo>
                  <a:lnTo>
                    <a:pt x="300921" y="254027"/>
                  </a:lnTo>
                  <a:lnTo>
                    <a:pt x="304038" y="249727"/>
                  </a:lnTo>
                  <a:lnTo>
                    <a:pt x="307017" y="245331"/>
                  </a:lnTo>
                  <a:lnTo>
                    <a:pt x="309855" y="240842"/>
                  </a:lnTo>
                  <a:lnTo>
                    <a:pt x="312549" y="236265"/>
                  </a:lnTo>
                  <a:lnTo>
                    <a:pt x="315096" y="231605"/>
                  </a:lnTo>
                  <a:lnTo>
                    <a:pt x="317494" y="226867"/>
                  </a:lnTo>
                  <a:lnTo>
                    <a:pt x="319740" y="222054"/>
                  </a:lnTo>
                  <a:lnTo>
                    <a:pt x="321832" y="217173"/>
                  </a:lnTo>
                  <a:lnTo>
                    <a:pt x="323768" y="212228"/>
                  </a:lnTo>
                  <a:lnTo>
                    <a:pt x="325546" y="207224"/>
                  </a:lnTo>
                  <a:lnTo>
                    <a:pt x="327164" y="202166"/>
                  </a:lnTo>
                  <a:lnTo>
                    <a:pt x="328621" y="197059"/>
                  </a:lnTo>
                  <a:lnTo>
                    <a:pt x="329914" y="191908"/>
                  </a:lnTo>
                  <a:lnTo>
                    <a:pt x="331044" y="186719"/>
                  </a:lnTo>
                  <a:lnTo>
                    <a:pt x="332008" y="181496"/>
                  </a:lnTo>
                  <a:lnTo>
                    <a:pt x="332805" y="176246"/>
                  </a:lnTo>
                  <a:lnTo>
                    <a:pt x="333436" y="170973"/>
                  </a:lnTo>
                  <a:lnTo>
                    <a:pt x="333898" y="165683"/>
                  </a:lnTo>
                  <a:lnTo>
                    <a:pt x="334193" y="160380"/>
                  </a:lnTo>
                  <a:lnTo>
                    <a:pt x="334318" y="155071"/>
                  </a:lnTo>
                  <a:lnTo>
                    <a:pt x="334275" y="149760"/>
                  </a:lnTo>
                  <a:lnTo>
                    <a:pt x="334064" y="144454"/>
                  </a:lnTo>
                  <a:lnTo>
                    <a:pt x="333684" y="139157"/>
                  </a:lnTo>
                  <a:lnTo>
                    <a:pt x="333136" y="133875"/>
                  </a:lnTo>
                  <a:lnTo>
                    <a:pt x="332420" y="128613"/>
                  </a:lnTo>
                  <a:lnTo>
                    <a:pt x="331538" y="123376"/>
                  </a:lnTo>
                  <a:lnTo>
                    <a:pt x="330489" y="118170"/>
                  </a:lnTo>
                  <a:lnTo>
                    <a:pt x="329276" y="112999"/>
                  </a:lnTo>
                  <a:lnTo>
                    <a:pt x="327899" y="107870"/>
                  </a:lnTo>
                  <a:lnTo>
                    <a:pt x="326360" y="102787"/>
                  </a:lnTo>
                  <a:lnTo>
                    <a:pt x="324661" y="97756"/>
                  </a:lnTo>
                  <a:lnTo>
                    <a:pt x="322802" y="92781"/>
                  </a:lnTo>
                  <a:lnTo>
                    <a:pt x="320786" y="87868"/>
                  </a:lnTo>
                  <a:lnTo>
                    <a:pt x="318615" y="83021"/>
                  </a:lnTo>
                  <a:lnTo>
                    <a:pt x="316292" y="78246"/>
                  </a:lnTo>
                  <a:lnTo>
                    <a:pt x="313818" y="73547"/>
                  </a:lnTo>
                  <a:lnTo>
                    <a:pt x="311196" y="68929"/>
                  </a:lnTo>
                  <a:lnTo>
                    <a:pt x="308428" y="64396"/>
                  </a:lnTo>
                  <a:lnTo>
                    <a:pt x="305518" y="59954"/>
                  </a:lnTo>
                  <a:lnTo>
                    <a:pt x="302468" y="55606"/>
                  </a:lnTo>
                  <a:lnTo>
                    <a:pt x="299282" y="51358"/>
                  </a:lnTo>
                  <a:lnTo>
                    <a:pt x="295962" y="47213"/>
                  </a:lnTo>
                  <a:lnTo>
                    <a:pt x="292513" y="43175"/>
                  </a:lnTo>
                  <a:lnTo>
                    <a:pt x="288936" y="39249"/>
                  </a:lnTo>
                  <a:lnTo>
                    <a:pt x="285237" y="35438"/>
                  </a:lnTo>
                  <a:lnTo>
                    <a:pt x="281419" y="31747"/>
                  </a:lnTo>
                  <a:lnTo>
                    <a:pt x="277486" y="28179"/>
                  </a:lnTo>
                  <a:lnTo>
                    <a:pt x="273441" y="24738"/>
                  </a:lnTo>
                  <a:lnTo>
                    <a:pt x="269288" y="21427"/>
                  </a:lnTo>
                  <a:lnTo>
                    <a:pt x="265033" y="18250"/>
                  </a:lnTo>
                  <a:lnTo>
                    <a:pt x="260679" y="15209"/>
                  </a:lnTo>
                  <a:lnTo>
                    <a:pt x="256231" y="12309"/>
                  </a:lnTo>
                  <a:lnTo>
                    <a:pt x="251692" y="9550"/>
                  </a:lnTo>
                  <a:lnTo>
                    <a:pt x="247069" y="6938"/>
                  </a:lnTo>
                  <a:lnTo>
                    <a:pt x="242365" y="4474"/>
                  </a:lnTo>
                  <a:lnTo>
                    <a:pt x="237584" y="2160"/>
                  </a:lnTo>
                  <a:lnTo>
                    <a:pt x="232733" y="0"/>
                  </a:lnTo>
                  <a:lnTo>
                    <a:pt x="167156" y="1537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65577" cy="167167"/>
            </a:xfrm>
            <a:custGeom>
              <a:avLst/>
              <a:pathLst>
                <a:path w="65577" h="167167">
                  <a:moveTo>
                    <a:pt x="65577" y="13399"/>
                  </a:moveTo>
                  <a:lnTo>
                    <a:pt x="59899" y="11100"/>
                  </a:lnTo>
                  <a:lnTo>
                    <a:pt x="54140" y="9010"/>
                  </a:lnTo>
                  <a:lnTo>
                    <a:pt x="48309" y="7132"/>
                  </a:lnTo>
                  <a:lnTo>
                    <a:pt x="42414" y="5470"/>
                  </a:lnTo>
                  <a:lnTo>
                    <a:pt x="36461" y="4024"/>
                  </a:lnTo>
                  <a:lnTo>
                    <a:pt x="30459" y="2798"/>
                  </a:lnTo>
                  <a:lnTo>
                    <a:pt x="24416" y="1792"/>
                  </a:lnTo>
                  <a:lnTo>
                    <a:pt x="18341" y="1009"/>
                  </a:lnTo>
                  <a:lnTo>
                    <a:pt x="12241" y="448"/>
                  </a:lnTo>
                  <a:lnTo>
                    <a:pt x="6124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74924" y="1681503"/>
              <a:ext cx="111600" cy="167167"/>
            </a:xfrm>
            <a:custGeom>
              <a:avLst/>
              <a:pathLst>
                <a:path w="111600" h="167167">
                  <a:moveTo>
                    <a:pt x="111600" y="0"/>
                  </a:moveTo>
                  <a:lnTo>
                    <a:pt x="106047" y="92"/>
                  </a:lnTo>
                  <a:lnTo>
                    <a:pt x="100500" y="368"/>
                  </a:lnTo>
                  <a:lnTo>
                    <a:pt x="94965" y="829"/>
                  </a:lnTo>
                  <a:lnTo>
                    <a:pt x="89448" y="1474"/>
                  </a:lnTo>
                  <a:lnTo>
                    <a:pt x="83956" y="2301"/>
                  </a:lnTo>
                  <a:lnTo>
                    <a:pt x="78494" y="3310"/>
                  </a:lnTo>
                  <a:lnTo>
                    <a:pt x="73069" y="4501"/>
                  </a:lnTo>
                  <a:lnTo>
                    <a:pt x="67687" y="5870"/>
                  </a:lnTo>
                  <a:lnTo>
                    <a:pt x="62353" y="7418"/>
                  </a:lnTo>
                  <a:lnTo>
                    <a:pt x="57073" y="9142"/>
                  </a:lnTo>
                  <a:lnTo>
                    <a:pt x="51854" y="11041"/>
                  </a:lnTo>
                  <a:lnTo>
                    <a:pt x="46700" y="13112"/>
                  </a:lnTo>
                  <a:lnTo>
                    <a:pt x="41618" y="15353"/>
                  </a:lnTo>
                  <a:lnTo>
                    <a:pt x="36613" y="17762"/>
                  </a:lnTo>
                  <a:lnTo>
                    <a:pt x="31692" y="20335"/>
                  </a:lnTo>
                  <a:lnTo>
                    <a:pt x="26858" y="23071"/>
                  </a:lnTo>
                  <a:lnTo>
                    <a:pt x="22118" y="25965"/>
                  </a:lnTo>
                  <a:lnTo>
                    <a:pt x="17476" y="29016"/>
                  </a:lnTo>
                  <a:lnTo>
                    <a:pt x="12939" y="32219"/>
                  </a:lnTo>
                  <a:lnTo>
                    <a:pt x="8510" y="35571"/>
                  </a:lnTo>
                  <a:lnTo>
                    <a:pt x="4196" y="39068"/>
                  </a:lnTo>
                  <a:lnTo>
                    <a:pt x="0" y="42707"/>
                  </a:lnTo>
                  <a:lnTo>
                    <a:pt x="11160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74924" y="1724210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76" y="1681503"/>
              <a:ext cx="334296" cy="334334"/>
            </a:xfrm>
            <a:custGeom>
              <a:avLst/>
              <a:pathLst>
                <a:path w="334296" h="334334">
                  <a:moveTo>
                    <a:pt x="55548" y="42707"/>
                  </a:moveTo>
                  <a:lnTo>
                    <a:pt x="51656" y="46310"/>
                  </a:lnTo>
                  <a:lnTo>
                    <a:pt x="47880" y="50034"/>
                  </a:lnTo>
                  <a:lnTo>
                    <a:pt x="44225" y="53877"/>
                  </a:lnTo>
                  <a:lnTo>
                    <a:pt x="40693" y="57833"/>
                  </a:lnTo>
                  <a:lnTo>
                    <a:pt x="37288" y="61899"/>
                  </a:lnTo>
                  <a:lnTo>
                    <a:pt x="34014" y="66072"/>
                  </a:lnTo>
                  <a:lnTo>
                    <a:pt x="30874" y="70346"/>
                  </a:lnTo>
                  <a:lnTo>
                    <a:pt x="27871" y="74717"/>
                  </a:lnTo>
                  <a:lnTo>
                    <a:pt x="25009" y="79182"/>
                  </a:lnTo>
                  <a:lnTo>
                    <a:pt x="22289" y="83735"/>
                  </a:lnTo>
                  <a:lnTo>
                    <a:pt x="19716" y="88372"/>
                  </a:lnTo>
                  <a:lnTo>
                    <a:pt x="17290" y="93089"/>
                  </a:lnTo>
                  <a:lnTo>
                    <a:pt x="15016" y="97880"/>
                  </a:lnTo>
                  <a:lnTo>
                    <a:pt x="12895" y="102741"/>
                  </a:lnTo>
                  <a:lnTo>
                    <a:pt x="10929" y="107666"/>
                  </a:lnTo>
                  <a:lnTo>
                    <a:pt x="9120" y="112652"/>
                  </a:lnTo>
                  <a:lnTo>
                    <a:pt x="7470" y="117692"/>
                  </a:lnTo>
                  <a:lnTo>
                    <a:pt x="5981" y="122782"/>
                  </a:lnTo>
                  <a:lnTo>
                    <a:pt x="4654" y="127917"/>
                  </a:lnTo>
                  <a:lnTo>
                    <a:pt x="3491" y="133091"/>
                  </a:lnTo>
                  <a:lnTo>
                    <a:pt x="2492" y="138300"/>
                  </a:lnTo>
                  <a:lnTo>
                    <a:pt x="1659" y="143538"/>
                  </a:lnTo>
                  <a:lnTo>
                    <a:pt x="993" y="148799"/>
                  </a:lnTo>
                  <a:lnTo>
                    <a:pt x="494" y="154079"/>
                  </a:lnTo>
                  <a:lnTo>
                    <a:pt x="163" y="159372"/>
                  </a:lnTo>
                  <a:lnTo>
                    <a:pt x="0" y="164673"/>
                  </a:lnTo>
                  <a:lnTo>
                    <a:pt x="5" y="169977"/>
                  </a:lnTo>
                  <a:lnTo>
                    <a:pt x="178" y="175277"/>
                  </a:lnTo>
                  <a:lnTo>
                    <a:pt x="519" y="180570"/>
                  </a:lnTo>
                  <a:lnTo>
                    <a:pt x="1028" y="185849"/>
                  </a:lnTo>
                  <a:lnTo>
                    <a:pt x="1704" y="191109"/>
                  </a:lnTo>
                  <a:lnTo>
                    <a:pt x="2547" y="196345"/>
                  </a:lnTo>
                  <a:lnTo>
                    <a:pt x="3555" y="201552"/>
                  </a:lnTo>
                  <a:lnTo>
                    <a:pt x="4728" y="206724"/>
                  </a:lnTo>
                  <a:lnTo>
                    <a:pt x="6065" y="211856"/>
                  </a:lnTo>
                  <a:lnTo>
                    <a:pt x="7564" y="216943"/>
                  </a:lnTo>
                  <a:lnTo>
                    <a:pt x="9223" y="221981"/>
                  </a:lnTo>
                  <a:lnTo>
                    <a:pt x="11041" y="226963"/>
                  </a:lnTo>
                  <a:lnTo>
                    <a:pt x="13017" y="231885"/>
                  </a:lnTo>
                  <a:lnTo>
                    <a:pt x="15147" y="236741"/>
                  </a:lnTo>
                  <a:lnTo>
                    <a:pt x="17431" y="241528"/>
                  </a:lnTo>
                  <a:lnTo>
                    <a:pt x="19865" y="246240"/>
                  </a:lnTo>
                  <a:lnTo>
                    <a:pt x="22447" y="250872"/>
                  </a:lnTo>
                  <a:lnTo>
                    <a:pt x="25175" y="255420"/>
                  </a:lnTo>
                  <a:lnTo>
                    <a:pt x="28046" y="259879"/>
                  </a:lnTo>
                  <a:lnTo>
                    <a:pt x="31057" y="264245"/>
                  </a:lnTo>
                  <a:lnTo>
                    <a:pt x="34205" y="268513"/>
                  </a:lnTo>
                  <a:lnTo>
                    <a:pt x="37487" y="272680"/>
                  </a:lnTo>
                  <a:lnTo>
                    <a:pt x="40899" y="276740"/>
                  </a:lnTo>
                  <a:lnTo>
                    <a:pt x="44439" y="280689"/>
                  </a:lnTo>
                  <a:lnTo>
                    <a:pt x="48102" y="284525"/>
                  </a:lnTo>
                  <a:lnTo>
                    <a:pt x="51884" y="288242"/>
                  </a:lnTo>
                  <a:lnTo>
                    <a:pt x="55783" y="291837"/>
                  </a:lnTo>
                  <a:lnTo>
                    <a:pt x="59794" y="295307"/>
                  </a:lnTo>
                  <a:lnTo>
                    <a:pt x="63913" y="298648"/>
                  </a:lnTo>
                  <a:lnTo>
                    <a:pt x="68135" y="301857"/>
                  </a:lnTo>
                  <a:lnTo>
                    <a:pt x="72458" y="304930"/>
                  </a:lnTo>
                  <a:lnTo>
                    <a:pt x="76875" y="307864"/>
                  </a:lnTo>
                  <a:lnTo>
                    <a:pt x="81384" y="310657"/>
                  </a:lnTo>
                  <a:lnTo>
                    <a:pt x="85979" y="313306"/>
                  </a:lnTo>
                  <a:lnTo>
                    <a:pt x="90656" y="315807"/>
                  </a:lnTo>
                  <a:lnTo>
                    <a:pt x="95409" y="318158"/>
                  </a:lnTo>
                  <a:lnTo>
                    <a:pt x="100235" y="320358"/>
                  </a:lnTo>
                  <a:lnTo>
                    <a:pt x="105128" y="322404"/>
                  </a:lnTo>
                  <a:lnTo>
                    <a:pt x="110084" y="324293"/>
                  </a:lnTo>
                  <a:lnTo>
                    <a:pt x="115097" y="326024"/>
                  </a:lnTo>
                  <a:lnTo>
                    <a:pt x="120162" y="327595"/>
                  </a:lnTo>
                  <a:lnTo>
                    <a:pt x="125275" y="329005"/>
                  </a:lnTo>
                  <a:lnTo>
                    <a:pt x="130430" y="330252"/>
                  </a:lnTo>
                  <a:lnTo>
                    <a:pt x="135621" y="331335"/>
                  </a:lnTo>
                  <a:lnTo>
                    <a:pt x="140845" y="332252"/>
                  </a:lnTo>
                  <a:lnTo>
                    <a:pt x="146095" y="333003"/>
                  </a:lnTo>
                  <a:lnTo>
                    <a:pt x="151366" y="333588"/>
                  </a:lnTo>
                  <a:lnTo>
                    <a:pt x="156653" y="334005"/>
                  </a:lnTo>
                  <a:lnTo>
                    <a:pt x="161951" y="334254"/>
                  </a:lnTo>
                  <a:lnTo>
                    <a:pt x="167254" y="334334"/>
                  </a:lnTo>
                  <a:lnTo>
                    <a:pt x="172556" y="334247"/>
                  </a:lnTo>
                  <a:lnTo>
                    <a:pt x="177854" y="333991"/>
                  </a:lnTo>
                  <a:lnTo>
                    <a:pt x="183140" y="333568"/>
                  </a:lnTo>
                  <a:lnTo>
                    <a:pt x="188411" y="332977"/>
                  </a:lnTo>
                  <a:lnTo>
                    <a:pt x="193660" y="332219"/>
                  </a:lnTo>
                  <a:lnTo>
                    <a:pt x="198882" y="331295"/>
                  </a:lnTo>
                  <a:lnTo>
                    <a:pt x="204072" y="330205"/>
                  </a:lnTo>
                  <a:lnTo>
                    <a:pt x="209226" y="328952"/>
                  </a:lnTo>
                  <a:lnTo>
                    <a:pt x="214337" y="327536"/>
                  </a:lnTo>
                  <a:lnTo>
                    <a:pt x="219400" y="325958"/>
                  </a:lnTo>
                  <a:lnTo>
                    <a:pt x="224411" y="324221"/>
                  </a:lnTo>
                  <a:lnTo>
                    <a:pt x="229364" y="322325"/>
                  </a:lnTo>
                  <a:lnTo>
                    <a:pt x="234255" y="320274"/>
                  </a:lnTo>
                  <a:lnTo>
                    <a:pt x="239078" y="318068"/>
                  </a:lnTo>
                  <a:lnTo>
                    <a:pt x="243828" y="315710"/>
                  </a:lnTo>
                  <a:lnTo>
                    <a:pt x="248502" y="313203"/>
                  </a:lnTo>
                  <a:lnTo>
                    <a:pt x="253093" y="310549"/>
                  </a:lnTo>
                  <a:lnTo>
                    <a:pt x="257598" y="307751"/>
                  </a:lnTo>
                  <a:lnTo>
                    <a:pt x="262012" y="304811"/>
                  </a:lnTo>
                  <a:lnTo>
                    <a:pt x="266331" y="301732"/>
                  </a:lnTo>
                  <a:lnTo>
                    <a:pt x="270550" y="298518"/>
                  </a:lnTo>
                  <a:lnTo>
                    <a:pt x="274664" y="295172"/>
                  </a:lnTo>
                  <a:lnTo>
                    <a:pt x="278671" y="291697"/>
                  </a:lnTo>
                  <a:lnTo>
                    <a:pt x="282565" y="288097"/>
                  </a:lnTo>
                  <a:lnTo>
                    <a:pt x="286343" y="284375"/>
                  </a:lnTo>
                  <a:lnTo>
                    <a:pt x="290001" y="280535"/>
                  </a:lnTo>
                  <a:lnTo>
                    <a:pt x="293535" y="276580"/>
                  </a:lnTo>
                  <a:lnTo>
                    <a:pt x="296942" y="272516"/>
                  </a:lnTo>
                  <a:lnTo>
                    <a:pt x="300219" y="268346"/>
                  </a:lnTo>
                  <a:lnTo>
                    <a:pt x="303361" y="264074"/>
                  </a:lnTo>
                  <a:lnTo>
                    <a:pt x="306367" y="259704"/>
                  </a:lnTo>
                  <a:lnTo>
                    <a:pt x="309232" y="255241"/>
                  </a:lnTo>
                  <a:lnTo>
                    <a:pt x="311955" y="250690"/>
                  </a:lnTo>
                  <a:lnTo>
                    <a:pt x="314531" y="246054"/>
                  </a:lnTo>
                  <a:lnTo>
                    <a:pt x="316960" y="241339"/>
                  </a:lnTo>
                  <a:lnTo>
                    <a:pt x="319237" y="236550"/>
                  </a:lnTo>
                  <a:lnTo>
                    <a:pt x="321361" y="231690"/>
                  </a:lnTo>
                  <a:lnTo>
                    <a:pt x="323331" y="226766"/>
                  </a:lnTo>
                  <a:lnTo>
                    <a:pt x="325143" y="221782"/>
                  </a:lnTo>
                  <a:lnTo>
                    <a:pt x="326796" y="216742"/>
                  </a:lnTo>
                  <a:lnTo>
                    <a:pt x="328288" y="211653"/>
                  </a:lnTo>
                  <a:lnTo>
                    <a:pt x="329618" y="206519"/>
                  </a:lnTo>
                  <a:lnTo>
                    <a:pt x="330784" y="201346"/>
                  </a:lnTo>
                  <a:lnTo>
                    <a:pt x="331786" y="196138"/>
                  </a:lnTo>
                  <a:lnTo>
                    <a:pt x="332622" y="190901"/>
                  </a:lnTo>
                  <a:lnTo>
                    <a:pt x="333292" y="185639"/>
                  </a:lnTo>
                  <a:lnTo>
                    <a:pt x="333794" y="180360"/>
                  </a:lnTo>
                  <a:lnTo>
                    <a:pt x="334129" y="175067"/>
                  </a:lnTo>
                  <a:lnTo>
                    <a:pt x="334296" y="169766"/>
                  </a:lnTo>
                  <a:lnTo>
                    <a:pt x="334294" y="164463"/>
                  </a:lnTo>
                  <a:lnTo>
                    <a:pt x="334124" y="159162"/>
                  </a:lnTo>
                  <a:lnTo>
                    <a:pt x="333786" y="153869"/>
                  </a:lnTo>
                  <a:lnTo>
                    <a:pt x="333280" y="148590"/>
                  </a:lnTo>
                  <a:lnTo>
                    <a:pt x="332607" y="143329"/>
                  </a:lnTo>
                  <a:lnTo>
                    <a:pt x="331768" y="138093"/>
                  </a:lnTo>
                  <a:lnTo>
                    <a:pt x="330763" y="132885"/>
                  </a:lnTo>
                  <a:lnTo>
                    <a:pt x="329593" y="127712"/>
                  </a:lnTo>
                  <a:lnTo>
                    <a:pt x="328260" y="122579"/>
                  </a:lnTo>
                  <a:lnTo>
                    <a:pt x="326764" y="117491"/>
                  </a:lnTo>
                  <a:lnTo>
                    <a:pt x="325108" y="112453"/>
                  </a:lnTo>
                  <a:lnTo>
                    <a:pt x="323293" y="107469"/>
                  </a:lnTo>
                  <a:lnTo>
                    <a:pt x="321321" y="102546"/>
                  </a:lnTo>
                  <a:lnTo>
                    <a:pt x="319193" y="97688"/>
                  </a:lnTo>
                  <a:lnTo>
                    <a:pt x="316913" y="92900"/>
                  </a:lnTo>
                  <a:lnTo>
                    <a:pt x="314482" y="88187"/>
                  </a:lnTo>
                  <a:lnTo>
                    <a:pt x="311902" y="83553"/>
                  </a:lnTo>
                  <a:lnTo>
                    <a:pt x="309177" y="79003"/>
                  </a:lnTo>
                  <a:lnTo>
                    <a:pt x="306309" y="74542"/>
                  </a:lnTo>
                  <a:lnTo>
                    <a:pt x="303300" y="70174"/>
                  </a:lnTo>
                  <a:lnTo>
                    <a:pt x="300155" y="65904"/>
                  </a:lnTo>
                  <a:lnTo>
                    <a:pt x="296876" y="61736"/>
                  </a:lnTo>
                  <a:lnTo>
                    <a:pt x="293466" y="57674"/>
                  </a:lnTo>
                  <a:lnTo>
                    <a:pt x="289929" y="53722"/>
                  </a:lnTo>
                  <a:lnTo>
                    <a:pt x="286269" y="49884"/>
                  </a:lnTo>
                  <a:lnTo>
                    <a:pt x="282489" y="46165"/>
                  </a:lnTo>
                  <a:lnTo>
                    <a:pt x="278592" y="42567"/>
                  </a:lnTo>
                  <a:lnTo>
                    <a:pt x="274584" y="39094"/>
                  </a:lnTo>
                  <a:lnTo>
                    <a:pt x="270467" y="35751"/>
                  </a:lnTo>
                  <a:lnTo>
                    <a:pt x="266246" y="32539"/>
                  </a:lnTo>
                  <a:lnTo>
                    <a:pt x="261926" y="29464"/>
                  </a:lnTo>
                  <a:lnTo>
                    <a:pt x="257510" y="26526"/>
                  </a:lnTo>
                  <a:lnTo>
                    <a:pt x="253003" y="23731"/>
                  </a:lnTo>
                  <a:lnTo>
                    <a:pt x="248410" y="21080"/>
                  </a:lnTo>
                  <a:lnTo>
                    <a:pt x="243735" y="18575"/>
                  </a:lnTo>
                  <a:lnTo>
                    <a:pt x="238983" y="16221"/>
                  </a:lnTo>
                  <a:lnTo>
                    <a:pt x="234158" y="14018"/>
                  </a:lnTo>
                  <a:lnTo>
                    <a:pt x="229266" y="11969"/>
                  </a:lnTo>
                  <a:lnTo>
                    <a:pt x="224312" y="10077"/>
                  </a:lnTo>
                  <a:lnTo>
                    <a:pt x="219300" y="8343"/>
                  </a:lnTo>
                  <a:lnTo>
                    <a:pt x="214236" y="6768"/>
                  </a:lnTo>
                  <a:lnTo>
                    <a:pt x="209124" y="5355"/>
                  </a:lnTo>
                  <a:lnTo>
                    <a:pt x="203970" y="4105"/>
                  </a:lnTo>
                  <a:lnTo>
                    <a:pt x="198779" y="3019"/>
                  </a:lnTo>
                  <a:lnTo>
                    <a:pt x="193556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69019" y="2126963"/>
              <a:ext cx="112267" cy="167167"/>
            </a:xfrm>
            <a:custGeom>
              <a:avLst/>
              <a:pathLst>
                <a:path w="112267" h="167167">
                  <a:moveTo>
                    <a:pt x="112267" y="0"/>
                  </a:moveTo>
                  <a:lnTo>
                    <a:pt x="106673" y="93"/>
                  </a:lnTo>
                  <a:lnTo>
                    <a:pt x="101085" y="374"/>
                  </a:lnTo>
                  <a:lnTo>
                    <a:pt x="95510" y="842"/>
                  </a:lnTo>
                  <a:lnTo>
                    <a:pt x="89954" y="1495"/>
                  </a:lnTo>
                  <a:lnTo>
                    <a:pt x="84422" y="2335"/>
                  </a:lnTo>
                  <a:lnTo>
                    <a:pt x="78922" y="3359"/>
                  </a:lnTo>
                  <a:lnTo>
                    <a:pt x="73459" y="4567"/>
                  </a:lnTo>
                  <a:lnTo>
                    <a:pt x="68039" y="5957"/>
                  </a:lnTo>
                  <a:lnTo>
                    <a:pt x="62669" y="7527"/>
                  </a:lnTo>
                  <a:lnTo>
                    <a:pt x="57354" y="9276"/>
                  </a:lnTo>
                  <a:lnTo>
                    <a:pt x="52101" y="11202"/>
                  </a:lnTo>
                  <a:lnTo>
                    <a:pt x="46916" y="13303"/>
                  </a:lnTo>
                  <a:lnTo>
                    <a:pt x="41804" y="15576"/>
                  </a:lnTo>
                  <a:lnTo>
                    <a:pt x="36770" y="18019"/>
                  </a:lnTo>
                  <a:lnTo>
                    <a:pt x="31821" y="20629"/>
                  </a:lnTo>
                  <a:lnTo>
                    <a:pt x="26963" y="23403"/>
                  </a:lnTo>
                  <a:lnTo>
                    <a:pt x="22199" y="26338"/>
                  </a:lnTo>
                  <a:lnTo>
                    <a:pt x="17537" y="29431"/>
                  </a:lnTo>
                  <a:lnTo>
                    <a:pt x="12981" y="32679"/>
                  </a:lnTo>
                  <a:lnTo>
                    <a:pt x="8536" y="36076"/>
                  </a:lnTo>
                  <a:lnTo>
                    <a:pt x="4207" y="39621"/>
                  </a:lnTo>
                  <a:lnTo>
                    <a:pt x="0" y="43309"/>
                  </a:lnTo>
                  <a:lnTo>
                    <a:pt x="11226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34" y="2127159"/>
              <a:ext cx="334318" cy="334138"/>
            </a:xfrm>
            <a:custGeom>
              <a:avLst/>
              <a:pathLst>
                <a:path w="334318" h="334138">
                  <a:moveTo>
                    <a:pt x="54885" y="43113"/>
                  </a:moveTo>
                  <a:lnTo>
                    <a:pt x="51028" y="46722"/>
                  </a:lnTo>
                  <a:lnTo>
                    <a:pt x="47287" y="50451"/>
                  </a:lnTo>
                  <a:lnTo>
                    <a:pt x="43665" y="54297"/>
                  </a:lnTo>
                  <a:lnTo>
                    <a:pt x="40167" y="58254"/>
                  </a:lnTo>
                  <a:lnTo>
                    <a:pt x="36795" y="62321"/>
                  </a:lnTo>
                  <a:lnTo>
                    <a:pt x="33554" y="66492"/>
                  </a:lnTo>
                  <a:lnTo>
                    <a:pt x="30446" y="70763"/>
                  </a:lnTo>
                  <a:lnTo>
                    <a:pt x="27474" y="75130"/>
                  </a:lnTo>
                  <a:lnTo>
                    <a:pt x="24642" y="79589"/>
                  </a:lnTo>
                  <a:lnTo>
                    <a:pt x="21953" y="84136"/>
                  </a:lnTo>
                  <a:lnTo>
                    <a:pt x="19408" y="88765"/>
                  </a:lnTo>
                  <a:lnTo>
                    <a:pt x="17011" y="93472"/>
                  </a:lnTo>
                  <a:lnTo>
                    <a:pt x="14764" y="98252"/>
                  </a:lnTo>
                  <a:lnTo>
                    <a:pt x="12668" y="103101"/>
                  </a:lnTo>
                  <a:lnTo>
                    <a:pt x="10728" y="108014"/>
                  </a:lnTo>
                  <a:lnTo>
                    <a:pt x="8943" y="112986"/>
                  </a:lnTo>
                  <a:lnTo>
                    <a:pt x="7316" y="118011"/>
                  </a:lnTo>
                  <a:lnTo>
                    <a:pt x="5849" y="123086"/>
                  </a:lnTo>
                  <a:lnTo>
                    <a:pt x="4543" y="128204"/>
                  </a:lnTo>
                  <a:lnTo>
                    <a:pt x="3399" y="133361"/>
                  </a:lnTo>
                  <a:lnTo>
                    <a:pt x="2419" y="138552"/>
                  </a:lnTo>
                  <a:lnTo>
                    <a:pt x="1604" y="143771"/>
                  </a:lnTo>
                  <a:lnTo>
                    <a:pt x="953" y="149013"/>
                  </a:lnTo>
                  <a:lnTo>
                    <a:pt x="469" y="154273"/>
                  </a:lnTo>
                  <a:lnTo>
                    <a:pt x="151" y="159546"/>
                  </a:lnTo>
                  <a:lnTo>
                    <a:pt x="0" y="164826"/>
                  </a:lnTo>
                  <a:lnTo>
                    <a:pt x="15" y="170108"/>
                  </a:lnTo>
                  <a:lnTo>
                    <a:pt x="198" y="175387"/>
                  </a:lnTo>
                  <a:lnTo>
                    <a:pt x="547" y="180658"/>
                  </a:lnTo>
                  <a:lnTo>
                    <a:pt x="1063" y="185915"/>
                  </a:lnTo>
                  <a:lnTo>
                    <a:pt x="1744" y="191153"/>
                  </a:lnTo>
                  <a:lnTo>
                    <a:pt x="2591" y="196367"/>
                  </a:lnTo>
                  <a:lnTo>
                    <a:pt x="3602" y="201552"/>
                  </a:lnTo>
                  <a:lnTo>
                    <a:pt x="4776" y="206702"/>
                  </a:lnTo>
                  <a:lnTo>
                    <a:pt x="6112" y="211813"/>
                  </a:lnTo>
                  <a:lnTo>
                    <a:pt x="7609" y="216879"/>
                  </a:lnTo>
                  <a:lnTo>
                    <a:pt x="9266" y="221894"/>
                  </a:lnTo>
                  <a:lnTo>
                    <a:pt x="11080" y="226855"/>
                  </a:lnTo>
                  <a:lnTo>
                    <a:pt x="13050" y="231757"/>
                  </a:lnTo>
                  <a:lnTo>
                    <a:pt x="15174" y="236593"/>
                  </a:lnTo>
                  <a:lnTo>
                    <a:pt x="17449" y="241360"/>
                  </a:lnTo>
                  <a:lnTo>
                    <a:pt x="19874" y="246053"/>
                  </a:lnTo>
                  <a:lnTo>
                    <a:pt x="22447" y="250667"/>
                  </a:lnTo>
                  <a:lnTo>
                    <a:pt x="25163" y="255197"/>
                  </a:lnTo>
                  <a:lnTo>
                    <a:pt x="28022" y="259639"/>
                  </a:lnTo>
                  <a:lnTo>
                    <a:pt x="31019" y="263989"/>
                  </a:lnTo>
                  <a:lnTo>
                    <a:pt x="34152" y="268242"/>
                  </a:lnTo>
                  <a:lnTo>
                    <a:pt x="37418" y="272393"/>
                  </a:lnTo>
                  <a:lnTo>
                    <a:pt x="40814" y="276440"/>
                  </a:lnTo>
                  <a:lnTo>
                    <a:pt x="44335" y="280377"/>
                  </a:lnTo>
                  <a:lnTo>
                    <a:pt x="47980" y="284200"/>
                  </a:lnTo>
                  <a:lnTo>
                    <a:pt x="51743" y="287907"/>
                  </a:lnTo>
                  <a:lnTo>
                    <a:pt x="55622" y="291493"/>
                  </a:lnTo>
                  <a:lnTo>
                    <a:pt x="59612" y="294955"/>
                  </a:lnTo>
                  <a:lnTo>
                    <a:pt x="63709" y="298289"/>
                  </a:lnTo>
                  <a:lnTo>
                    <a:pt x="67910" y="301492"/>
                  </a:lnTo>
                  <a:lnTo>
                    <a:pt x="72209" y="304560"/>
                  </a:lnTo>
                  <a:lnTo>
                    <a:pt x="76604" y="307491"/>
                  </a:lnTo>
                  <a:lnTo>
                    <a:pt x="81089" y="310282"/>
                  </a:lnTo>
                  <a:lnTo>
                    <a:pt x="85660" y="312930"/>
                  </a:lnTo>
                  <a:lnTo>
                    <a:pt x="90312" y="315431"/>
                  </a:lnTo>
                  <a:lnTo>
                    <a:pt x="95041" y="317785"/>
                  </a:lnTo>
                  <a:lnTo>
                    <a:pt x="99842" y="319988"/>
                  </a:lnTo>
                  <a:lnTo>
                    <a:pt x="104710" y="322039"/>
                  </a:lnTo>
                  <a:lnTo>
                    <a:pt x="109641" y="323934"/>
                  </a:lnTo>
                  <a:lnTo>
                    <a:pt x="114629" y="325673"/>
                  </a:lnTo>
                  <a:lnTo>
                    <a:pt x="119669" y="327253"/>
                  </a:lnTo>
                  <a:lnTo>
                    <a:pt x="124757" y="328673"/>
                  </a:lnTo>
                  <a:lnTo>
                    <a:pt x="129887" y="329932"/>
                  </a:lnTo>
                  <a:lnTo>
                    <a:pt x="135054" y="331028"/>
                  </a:lnTo>
                  <a:lnTo>
                    <a:pt x="140254" y="331960"/>
                  </a:lnTo>
                  <a:lnTo>
                    <a:pt x="145480" y="332728"/>
                  </a:lnTo>
                  <a:lnTo>
                    <a:pt x="150728" y="333330"/>
                  </a:lnTo>
                  <a:lnTo>
                    <a:pt x="155992" y="333766"/>
                  </a:lnTo>
                  <a:lnTo>
                    <a:pt x="161268" y="334035"/>
                  </a:lnTo>
                  <a:lnTo>
                    <a:pt x="166549" y="334138"/>
                  </a:lnTo>
                  <a:lnTo>
                    <a:pt x="171831" y="334073"/>
                  </a:lnTo>
                  <a:lnTo>
                    <a:pt x="177108" y="333842"/>
                  </a:lnTo>
                  <a:lnTo>
                    <a:pt x="182376" y="333444"/>
                  </a:lnTo>
                  <a:lnTo>
                    <a:pt x="187628" y="332880"/>
                  </a:lnTo>
                  <a:lnTo>
                    <a:pt x="192859" y="332151"/>
                  </a:lnTo>
                  <a:lnTo>
                    <a:pt x="198065" y="331256"/>
                  </a:lnTo>
                  <a:lnTo>
                    <a:pt x="203241" y="330197"/>
                  </a:lnTo>
                  <a:lnTo>
                    <a:pt x="208380" y="328976"/>
                  </a:lnTo>
                  <a:lnTo>
                    <a:pt x="213478" y="327592"/>
                  </a:lnTo>
                  <a:lnTo>
                    <a:pt x="218529" y="326048"/>
                  </a:lnTo>
                  <a:lnTo>
                    <a:pt x="223530" y="324346"/>
                  </a:lnTo>
                  <a:lnTo>
                    <a:pt x="228474" y="322486"/>
                  </a:lnTo>
                  <a:lnTo>
                    <a:pt x="233357" y="320471"/>
                  </a:lnTo>
                  <a:lnTo>
                    <a:pt x="238173" y="318302"/>
                  </a:lnTo>
                  <a:lnTo>
                    <a:pt x="242919" y="315983"/>
                  </a:lnTo>
                  <a:lnTo>
                    <a:pt x="247589" y="313515"/>
                  </a:lnTo>
                  <a:lnTo>
                    <a:pt x="252179" y="310900"/>
                  </a:lnTo>
                  <a:lnTo>
                    <a:pt x="256684" y="308142"/>
                  </a:lnTo>
                  <a:lnTo>
                    <a:pt x="261100" y="305243"/>
                  </a:lnTo>
                  <a:lnTo>
                    <a:pt x="265422" y="302205"/>
                  </a:lnTo>
                  <a:lnTo>
                    <a:pt x="269645" y="299033"/>
                  </a:lnTo>
                  <a:lnTo>
                    <a:pt x="273767" y="295729"/>
                  </a:lnTo>
                  <a:lnTo>
                    <a:pt x="277782" y="292296"/>
                  </a:lnTo>
                  <a:lnTo>
                    <a:pt x="281686" y="288738"/>
                  </a:lnTo>
                  <a:lnTo>
                    <a:pt x="285476" y="285059"/>
                  </a:lnTo>
                  <a:lnTo>
                    <a:pt x="289148" y="281261"/>
                  </a:lnTo>
                  <a:lnTo>
                    <a:pt x="292698" y="277350"/>
                  </a:lnTo>
                  <a:lnTo>
                    <a:pt x="296123" y="273328"/>
                  </a:lnTo>
                  <a:lnTo>
                    <a:pt x="299419" y="269200"/>
                  </a:lnTo>
                  <a:lnTo>
                    <a:pt x="302583" y="264970"/>
                  </a:lnTo>
                  <a:lnTo>
                    <a:pt x="305611" y="260643"/>
                  </a:lnTo>
                  <a:lnTo>
                    <a:pt x="308502" y="256221"/>
                  </a:lnTo>
                  <a:lnTo>
                    <a:pt x="311251" y="251711"/>
                  </a:lnTo>
                  <a:lnTo>
                    <a:pt x="313856" y="247116"/>
                  </a:lnTo>
                  <a:lnTo>
                    <a:pt x="316315" y="242440"/>
                  </a:lnTo>
                  <a:lnTo>
                    <a:pt x="318625" y="237690"/>
                  </a:lnTo>
                  <a:lnTo>
                    <a:pt x="320784" y="232869"/>
                  </a:lnTo>
                  <a:lnTo>
                    <a:pt x="322789" y="227982"/>
                  </a:lnTo>
                  <a:lnTo>
                    <a:pt x="324639" y="223034"/>
                  </a:lnTo>
                  <a:lnTo>
                    <a:pt x="326332" y="218030"/>
                  </a:lnTo>
                  <a:lnTo>
                    <a:pt x="327866" y="212976"/>
                  </a:lnTo>
                  <a:lnTo>
                    <a:pt x="329239" y="207875"/>
                  </a:lnTo>
                  <a:lnTo>
                    <a:pt x="330451" y="202733"/>
                  </a:lnTo>
                  <a:lnTo>
                    <a:pt x="331499" y="197556"/>
                  </a:lnTo>
                  <a:lnTo>
                    <a:pt x="332383" y="192348"/>
                  </a:lnTo>
                  <a:lnTo>
                    <a:pt x="333102" y="187115"/>
                  </a:lnTo>
                  <a:lnTo>
                    <a:pt x="333656" y="181862"/>
                  </a:lnTo>
                  <a:lnTo>
                    <a:pt x="334043" y="176594"/>
                  </a:lnTo>
                  <a:lnTo>
                    <a:pt x="334264" y="171316"/>
                  </a:lnTo>
                  <a:lnTo>
                    <a:pt x="334318" y="166034"/>
                  </a:lnTo>
                  <a:lnTo>
                    <a:pt x="334205" y="160753"/>
                  </a:lnTo>
                  <a:lnTo>
                    <a:pt x="333925" y="155478"/>
                  </a:lnTo>
                  <a:lnTo>
                    <a:pt x="333479" y="150215"/>
                  </a:lnTo>
                  <a:lnTo>
                    <a:pt x="332866" y="144968"/>
                  </a:lnTo>
                  <a:lnTo>
                    <a:pt x="332088" y="139743"/>
                  </a:lnTo>
                  <a:lnTo>
                    <a:pt x="331146" y="134546"/>
                  </a:lnTo>
                  <a:lnTo>
                    <a:pt x="330039" y="129381"/>
                  </a:lnTo>
                  <a:lnTo>
                    <a:pt x="328770" y="124253"/>
                  </a:lnTo>
                  <a:lnTo>
                    <a:pt x="327340" y="119168"/>
                  </a:lnTo>
                  <a:lnTo>
                    <a:pt x="325750" y="114131"/>
                  </a:lnTo>
                  <a:lnTo>
                    <a:pt x="324001" y="109146"/>
                  </a:lnTo>
                  <a:lnTo>
                    <a:pt x="322096" y="104219"/>
                  </a:lnTo>
                  <a:lnTo>
                    <a:pt x="320036" y="99355"/>
                  </a:lnTo>
                  <a:lnTo>
                    <a:pt x="317823" y="94559"/>
                  </a:lnTo>
                  <a:lnTo>
                    <a:pt x="315460" y="89835"/>
                  </a:lnTo>
                  <a:lnTo>
                    <a:pt x="312949" y="85187"/>
                  </a:lnTo>
                  <a:lnTo>
                    <a:pt x="310292" y="80622"/>
                  </a:lnTo>
                  <a:lnTo>
                    <a:pt x="307492" y="76142"/>
                  </a:lnTo>
                  <a:lnTo>
                    <a:pt x="304552" y="71754"/>
                  </a:lnTo>
                  <a:lnTo>
                    <a:pt x="301475" y="67460"/>
                  </a:lnTo>
                  <a:lnTo>
                    <a:pt x="298264" y="63266"/>
                  </a:lnTo>
                  <a:lnTo>
                    <a:pt x="294922" y="59175"/>
                  </a:lnTo>
                  <a:lnTo>
                    <a:pt x="291453" y="55192"/>
                  </a:lnTo>
                  <a:lnTo>
                    <a:pt x="287859" y="51321"/>
                  </a:lnTo>
                  <a:lnTo>
                    <a:pt x="284145" y="47565"/>
                  </a:lnTo>
                  <a:lnTo>
                    <a:pt x="280314" y="43928"/>
                  </a:lnTo>
                  <a:lnTo>
                    <a:pt x="276369" y="40414"/>
                  </a:lnTo>
                  <a:lnTo>
                    <a:pt x="272316" y="37027"/>
                  </a:lnTo>
                  <a:lnTo>
                    <a:pt x="268158" y="33769"/>
                  </a:lnTo>
                  <a:lnTo>
                    <a:pt x="263899" y="30644"/>
                  </a:lnTo>
                  <a:lnTo>
                    <a:pt x="259544" y="27655"/>
                  </a:lnTo>
                  <a:lnTo>
                    <a:pt x="255096" y="24806"/>
                  </a:lnTo>
                  <a:lnTo>
                    <a:pt x="250560" y="22098"/>
                  </a:lnTo>
                  <a:lnTo>
                    <a:pt x="245941" y="19535"/>
                  </a:lnTo>
                  <a:lnTo>
                    <a:pt x="241244" y="17120"/>
                  </a:lnTo>
                  <a:lnTo>
                    <a:pt x="236472" y="14854"/>
                  </a:lnTo>
                  <a:lnTo>
                    <a:pt x="231631" y="12739"/>
                  </a:lnTo>
                  <a:lnTo>
                    <a:pt x="226726" y="10779"/>
                  </a:lnTo>
                  <a:lnTo>
                    <a:pt x="221762" y="8975"/>
                  </a:lnTo>
                  <a:lnTo>
                    <a:pt x="216742" y="7328"/>
                  </a:lnTo>
                  <a:lnTo>
                    <a:pt x="211674" y="5841"/>
                  </a:lnTo>
                  <a:lnTo>
                    <a:pt x="206561" y="4515"/>
                  </a:lnTo>
                  <a:lnTo>
                    <a:pt x="201408" y="3351"/>
                  </a:lnTo>
                  <a:lnTo>
                    <a:pt x="196221" y="2351"/>
                  </a:lnTo>
                  <a:lnTo>
                    <a:pt x="191006" y="1514"/>
                  </a:lnTo>
                  <a:lnTo>
                    <a:pt x="185766" y="843"/>
                  </a:lnTo>
                  <a:lnTo>
                    <a:pt x="180508" y="338"/>
                  </a:lnTo>
                  <a:lnTo>
                    <a:pt x="175237" y="0"/>
                  </a:lnTo>
                  <a:lnTo>
                    <a:pt x="167153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8083" cy="167167"/>
            </a:xfrm>
            <a:custGeom>
              <a:avLst/>
              <a:pathLst>
                <a:path w="8083" h="167167">
                  <a:moveTo>
                    <a:pt x="8083" y="1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91" y="2633064"/>
              <a:ext cx="334323" cy="334327"/>
            </a:xfrm>
            <a:custGeom>
              <a:avLst/>
              <a:pathLst>
                <a:path w="334323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2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3" y="4083"/>
                  </a:lnTo>
                  <a:lnTo>
                    <a:pt x="125293" y="5326"/>
                  </a:lnTo>
                  <a:lnTo>
                    <a:pt x="120194" y="6732"/>
                  </a:lnTo>
                  <a:lnTo>
                    <a:pt x="115142" y="8298"/>
                  </a:lnTo>
                  <a:lnTo>
                    <a:pt x="110142" y="10023"/>
                  </a:lnTo>
                  <a:lnTo>
                    <a:pt x="105199" y="11905"/>
                  </a:lnTo>
                  <a:lnTo>
                    <a:pt x="100318" y="13943"/>
                  </a:lnTo>
                  <a:lnTo>
                    <a:pt x="95505" y="16134"/>
                  </a:lnTo>
                  <a:lnTo>
                    <a:pt x="90763" y="18476"/>
                  </a:lnTo>
                  <a:lnTo>
                    <a:pt x="86097" y="20967"/>
                  </a:lnTo>
                  <a:lnTo>
                    <a:pt x="81512" y="23605"/>
                  </a:lnTo>
                  <a:lnTo>
                    <a:pt x="77014" y="26386"/>
                  </a:lnTo>
                  <a:lnTo>
                    <a:pt x="72605" y="29308"/>
                  </a:lnTo>
                  <a:lnTo>
                    <a:pt x="68291" y="32368"/>
                  </a:lnTo>
                  <a:lnTo>
                    <a:pt x="64076" y="35564"/>
                  </a:lnTo>
                  <a:lnTo>
                    <a:pt x="59965" y="38890"/>
                  </a:lnTo>
                  <a:lnTo>
                    <a:pt x="55960" y="42346"/>
                  </a:lnTo>
                  <a:lnTo>
                    <a:pt x="52067" y="45926"/>
                  </a:lnTo>
                  <a:lnTo>
                    <a:pt x="48289" y="49627"/>
                  </a:lnTo>
                  <a:lnTo>
                    <a:pt x="44630" y="53447"/>
                  </a:lnTo>
                  <a:lnTo>
                    <a:pt x="41094" y="57380"/>
                  </a:lnTo>
                  <a:lnTo>
                    <a:pt x="37684" y="61423"/>
                  </a:lnTo>
                  <a:lnTo>
                    <a:pt x="34404" y="65571"/>
                  </a:lnTo>
                  <a:lnTo>
                    <a:pt x="31256" y="69822"/>
                  </a:lnTo>
                  <a:lnTo>
                    <a:pt x="28245" y="74170"/>
                  </a:lnTo>
                  <a:lnTo>
                    <a:pt x="25372" y="78611"/>
                  </a:lnTo>
                  <a:lnTo>
                    <a:pt x="22642" y="83141"/>
                  </a:lnTo>
                  <a:lnTo>
                    <a:pt x="20056" y="87755"/>
                  </a:lnTo>
                  <a:lnTo>
                    <a:pt x="17617" y="92448"/>
                  </a:lnTo>
                  <a:lnTo>
                    <a:pt x="15328" y="97216"/>
                  </a:lnTo>
                  <a:lnTo>
                    <a:pt x="13191" y="102054"/>
                  </a:lnTo>
                  <a:lnTo>
                    <a:pt x="11208" y="106957"/>
                  </a:lnTo>
                  <a:lnTo>
                    <a:pt x="9382" y="111921"/>
                  </a:lnTo>
                  <a:lnTo>
                    <a:pt x="7713" y="116940"/>
                  </a:lnTo>
                  <a:lnTo>
                    <a:pt x="6204" y="122009"/>
                  </a:lnTo>
                  <a:lnTo>
                    <a:pt x="4856" y="127123"/>
                  </a:lnTo>
                  <a:lnTo>
                    <a:pt x="3670" y="132278"/>
                  </a:lnTo>
                  <a:lnTo>
                    <a:pt x="2648" y="137467"/>
                  </a:lnTo>
                  <a:lnTo>
                    <a:pt x="1791" y="142686"/>
                  </a:lnTo>
                  <a:lnTo>
                    <a:pt x="1099" y="147930"/>
                  </a:lnTo>
                  <a:lnTo>
                    <a:pt x="574" y="153193"/>
                  </a:lnTo>
                  <a:lnTo>
                    <a:pt x="215" y="158470"/>
                  </a:lnTo>
                  <a:lnTo>
                    <a:pt x="24" y="163755"/>
                  </a:lnTo>
                  <a:lnTo>
                    <a:pt x="0" y="169044"/>
                  </a:lnTo>
                  <a:lnTo>
                    <a:pt x="143" y="174332"/>
                  </a:lnTo>
                  <a:lnTo>
                    <a:pt x="453" y="179611"/>
                  </a:lnTo>
                  <a:lnTo>
                    <a:pt x="930" y="184879"/>
                  </a:lnTo>
                  <a:lnTo>
                    <a:pt x="1573" y="190129"/>
                  </a:lnTo>
                  <a:lnTo>
                    <a:pt x="2383" y="195355"/>
                  </a:lnTo>
                  <a:lnTo>
                    <a:pt x="3357" y="200554"/>
                  </a:lnTo>
                  <a:lnTo>
                    <a:pt x="4495" y="205719"/>
                  </a:lnTo>
                  <a:lnTo>
                    <a:pt x="5796" y="210846"/>
                  </a:lnTo>
                  <a:lnTo>
                    <a:pt x="7259" y="215929"/>
                  </a:lnTo>
                  <a:lnTo>
                    <a:pt x="8881" y="220963"/>
                  </a:lnTo>
                  <a:lnTo>
                    <a:pt x="10662" y="225943"/>
                  </a:lnTo>
                  <a:lnTo>
                    <a:pt x="12600" y="230864"/>
                  </a:lnTo>
                  <a:lnTo>
                    <a:pt x="14693" y="235722"/>
                  </a:lnTo>
                  <a:lnTo>
                    <a:pt x="16938" y="240510"/>
                  </a:lnTo>
                  <a:lnTo>
                    <a:pt x="19333" y="245226"/>
                  </a:lnTo>
                  <a:lnTo>
                    <a:pt x="21876" y="249863"/>
                  </a:lnTo>
                  <a:lnTo>
                    <a:pt x="24565" y="254418"/>
                  </a:lnTo>
                  <a:lnTo>
                    <a:pt x="27397" y="258885"/>
                  </a:lnTo>
                  <a:lnTo>
                    <a:pt x="30368" y="263261"/>
                  </a:lnTo>
                  <a:lnTo>
                    <a:pt x="33477" y="267540"/>
                  </a:lnTo>
                  <a:lnTo>
                    <a:pt x="36719" y="271719"/>
                  </a:lnTo>
                  <a:lnTo>
                    <a:pt x="40092" y="275793"/>
                  </a:lnTo>
                  <a:lnTo>
                    <a:pt x="43592" y="279758"/>
                  </a:lnTo>
                  <a:lnTo>
                    <a:pt x="47215" y="283611"/>
                  </a:lnTo>
                  <a:lnTo>
                    <a:pt x="50959" y="287347"/>
                  </a:lnTo>
                  <a:lnTo>
                    <a:pt x="54819" y="290962"/>
                  </a:lnTo>
                  <a:lnTo>
                    <a:pt x="58792" y="294454"/>
                  </a:lnTo>
                  <a:lnTo>
                    <a:pt x="62873" y="297819"/>
                  </a:lnTo>
                  <a:lnTo>
                    <a:pt x="67058" y="301052"/>
                  </a:lnTo>
                  <a:lnTo>
                    <a:pt x="71344" y="304152"/>
                  </a:lnTo>
                  <a:lnTo>
                    <a:pt x="75725" y="307115"/>
                  </a:lnTo>
                  <a:lnTo>
                    <a:pt x="80198" y="309937"/>
                  </a:lnTo>
                  <a:lnTo>
                    <a:pt x="84759" y="312616"/>
                  </a:lnTo>
                  <a:lnTo>
                    <a:pt x="89401" y="315150"/>
                  </a:lnTo>
                  <a:lnTo>
                    <a:pt x="94122" y="317536"/>
                  </a:lnTo>
                  <a:lnTo>
                    <a:pt x="98915" y="319771"/>
                  </a:lnTo>
                  <a:lnTo>
                    <a:pt x="103777" y="321854"/>
                  </a:lnTo>
                  <a:lnTo>
                    <a:pt x="108702" y="323781"/>
                  </a:lnTo>
                  <a:lnTo>
                    <a:pt x="113686" y="325552"/>
                  </a:lnTo>
                  <a:lnTo>
                    <a:pt x="118723" y="327164"/>
                  </a:lnTo>
                  <a:lnTo>
                    <a:pt x="123809" y="328617"/>
                  </a:lnTo>
                  <a:lnTo>
                    <a:pt x="128938" y="329907"/>
                  </a:lnTo>
                  <a:lnTo>
                    <a:pt x="134106" y="331035"/>
                  </a:lnTo>
                  <a:lnTo>
                    <a:pt x="139306" y="331998"/>
                  </a:lnTo>
                  <a:lnTo>
                    <a:pt x="144535" y="332797"/>
                  </a:lnTo>
                  <a:lnTo>
                    <a:pt x="149786" y="333429"/>
                  </a:lnTo>
                  <a:lnTo>
                    <a:pt x="155054" y="333896"/>
                  </a:lnTo>
                  <a:lnTo>
                    <a:pt x="160335" y="334195"/>
                  </a:lnTo>
                  <a:lnTo>
                    <a:pt x="165622" y="334327"/>
                  </a:lnTo>
                  <a:lnTo>
                    <a:pt x="170911" y="334292"/>
                  </a:lnTo>
                  <a:lnTo>
                    <a:pt x="176196" y="334090"/>
                  </a:lnTo>
                  <a:lnTo>
                    <a:pt x="181472" y="333720"/>
                  </a:lnTo>
                  <a:lnTo>
                    <a:pt x="186734" y="333184"/>
                  </a:lnTo>
                  <a:lnTo>
                    <a:pt x="191976" y="332482"/>
                  </a:lnTo>
                  <a:lnTo>
                    <a:pt x="197194" y="331614"/>
                  </a:lnTo>
                  <a:lnTo>
                    <a:pt x="202381" y="330581"/>
                  </a:lnTo>
                  <a:lnTo>
                    <a:pt x="207533" y="329385"/>
                  </a:lnTo>
                  <a:lnTo>
                    <a:pt x="212645" y="328026"/>
                  </a:lnTo>
                  <a:lnTo>
                    <a:pt x="217711" y="326507"/>
                  </a:lnTo>
                  <a:lnTo>
                    <a:pt x="222726" y="324828"/>
                  </a:lnTo>
                  <a:lnTo>
                    <a:pt x="227686" y="322991"/>
                  </a:lnTo>
                  <a:lnTo>
                    <a:pt x="232585" y="320998"/>
                  </a:lnTo>
                  <a:lnTo>
                    <a:pt x="237419" y="318851"/>
                  </a:lnTo>
                  <a:lnTo>
                    <a:pt x="242182" y="316553"/>
                  </a:lnTo>
                  <a:lnTo>
                    <a:pt x="246871" y="314104"/>
                  </a:lnTo>
                  <a:lnTo>
                    <a:pt x="251479" y="311509"/>
                  </a:lnTo>
                  <a:lnTo>
                    <a:pt x="256003" y="308769"/>
                  </a:lnTo>
                  <a:lnTo>
                    <a:pt x="260438" y="305888"/>
                  </a:lnTo>
                  <a:lnTo>
                    <a:pt x="264780" y="302867"/>
                  </a:lnTo>
                  <a:lnTo>
                    <a:pt x="269024" y="299711"/>
                  </a:lnTo>
                  <a:lnTo>
                    <a:pt x="273166" y="296422"/>
                  </a:lnTo>
                  <a:lnTo>
                    <a:pt x="277202" y="293004"/>
                  </a:lnTo>
                  <a:lnTo>
                    <a:pt x="281128" y="289459"/>
                  </a:lnTo>
                  <a:lnTo>
                    <a:pt x="284940" y="285792"/>
                  </a:lnTo>
                  <a:lnTo>
                    <a:pt x="288634" y="282007"/>
                  </a:lnTo>
                  <a:lnTo>
                    <a:pt x="292206" y="278107"/>
                  </a:lnTo>
                  <a:lnTo>
                    <a:pt x="295653" y="274095"/>
                  </a:lnTo>
                  <a:lnTo>
                    <a:pt x="298971" y="269977"/>
                  </a:lnTo>
                  <a:lnTo>
                    <a:pt x="302158" y="265755"/>
                  </a:lnTo>
                  <a:lnTo>
                    <a:pt x="305209" y="261435"/>
                  </a:lnTo>
                  <a:lnTo>
                    <a:pt x="308122" y="257020"/>
                  </a:lnTo>
                  <a:lnTo>
                    <a:pt x="310894" y="252516"/>
                  </a:lnTo>
                  <a:lnTo>
                    <a:pt x="313522" y="247926"/>
                  </a:lnTo>
                  <a:lnTo>
                    <a:pt x="316004" y="243255"/>
                  </a:lnTo>
                  <a:lnTo>
                    <a:pt x="318336" y="238508"/>
                  </a:lnTo>
                  <a:lnTo>
                    <a:pt x="320518" y="233690"/>
                  </a:lnTo>
                  <a:lnTo>
                    <a:pt x="322545" y="228805"/>
                  </a:lnTo>
                  <a:lnTo>
                    <a:pt x="324417" y="223859"/>
                  </a:lnTo>
                  <a:lnTo>
                    <a:pt x="326132" y="218855"/>
                  </a:lnTo>
                  <a:lnTo>
                    <a:pt x="327688" y="213800"/>
                  </a:lnTo>
                  <a:lnTo>
                    <a:pt x="329083" y="208698"/>
                  </a:lnTo>
                  <a:lnTo>
                    <a:pt x="330315" y="203555"/>
                  </a:lnTo>
                  <a:lnTo>
                    <a:pt x="331385" y="198375"/>
                  </a:lnTo>
                  <a:lnTo>
                    <a:pt x="332290" y="193164"/>
                  </a:lnTo>
                  <a:lnTo>
                    <a:pt x="333030" y="187927"/>
                  </a:lnTo>
                  <a:lnTo>
                    <a:pt x="333603" y="182669"/>
                  </a:lnTo>
                  <a:lnTo>
                    <a:pt x="334011" y="177396"/>
                  </a:lnTo>
                  <a:lnTo>
                    <a:pt x="334251" y="172112"/>
                  </a:lnTo>
                  <a:lnTo>
                    <a:pt x="334323" y="166824"/>
                  </a:lnTo>
                  <a:lnTo>
                    <a:pt x="334229" y="161535"/>
                  </a:lnTo>
                  <a:lnTo>
                    <a:pt x="333967" y="156253"/>
                  </a:lnTo>
                  <a:lnTo>
                    <a:pt x="333538" y="150981"/>
                  </a:lnTo>
                  <a:lnTo>
                    <a:pt x="332943" y="145726"/>
                  </a:lnTo>
                  <a:lnTo>
                    <a:pt x="332182" y="140492"/>
                  </a:lnTo>
                  <a:lnTo>
                    <a:pt x="331255" y="135285"/>
                  </a:lnTo>
                  <a:lnTo>
                    <a:pt x="330165" y="130109"/>
                  </a:lnTo>
                  <a:lnTo>
                    <a:pt x="328911" y="124971"/>
                  </a:lnTo>
                  <a:lnTo>
                    <a:pt x="327495" y="119875"/>
                  </a:lnTo>
                  <a:lnTo>
                    <a:pt x="325918" y="11482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47891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53088"/>
              <a:ext cx="158762" cy="147142"/>
            </a:xfrm>
            <a:custGeom>
              <a:avLst/>
              <a:pathLst>
                <a:path w="158762" h="147142">
                  <a:moveTo>
                    <a:pt x="158762" y="94802"/>
                  </a:moveTo>
                  <a:lnTo>
                    <a:pt x="156951" y="89600"/>
                  </a:lnTo>
                  <a:lnTo>
                    <a:pt x="154970" y="84461"/>
                  </a:lnTo>
                  <a:lnTo>
                    <a:pt x="152821" y="79389"/>
                  </a:lnTo>
                  <a:lnTo>
                    <a:pt x="150506" y="74391"/>
                  </a:lnTo>
                  <a:lnTo>
                    <a:pt x="148028" y="69473"/>
                  </a:lnTo>
                  <a:lnTo>
                    <a:pt x="145389" y="64638"/>
                  </a:lnTo>
                  <a:lnTo>
                    <a:pt x="142592" y="59893"/>
                  </a:lnTo>
                  <a:lnTo>
                    <a:pt x="139640" y="55243"/>
                  </a:lnTo>
                  <a:lnTo>
                    <a:pt x="136536" y="50692"/>
                  </a:lnTo>
                  <a:lnTo>
                    <a:pt x="133285" y="46247"/>
                  </a:lnTo>
                  <a:lnTo>
                    <a:pt x="129889" y="41911"/>
                  </a:lnTo>
                  <a:lnTo>
                    <a:pt x="126351" y="37689"/>
                  </a:lnTo>
                  <a:lnTo>
                    <a:pt x="122677" y="33585"/>
                  </a:lnTo>
                  <a:lnTo>
                    <a:pt x="118869" y="29606"/>
                  </a:lnTo>
                  <a:lnTo>
                    <a:pt x="114933" y="25753"/>
                  </a:lnTo>
                  <a:lnTo>
                    <a:pt x="110871" y="22033"/>
                  </a:lnTo>
                  <a:lnTo>
                    <a:pt x="106689" y="18448"/>
                  </a:lnTo>
                  <a:lnTo>
                    <a:pt x="102392" y="15003"/>
                  </a:lnTo>
                  <a:lnTo>
                    <a:pt x="97983" y="11702"/>
                  </a:lnTo>
                  <a:lnTo>
                    <a:pt x="93468" y="8547"/>
                  </a:lnTo>
                  <a:lnTo>
                    <a:pt x="88851" y="5543"/>
                  </a:lnTo>
                  <a:lnTo>
                    <a:pt x="84138" y="2693"/>
                  </a:lnTo>
                  <a:lnTo>
                    <a:pt x="79334" y="0"/>
                  </a:lnTo>
                  <a:lnTo>
                    <a:pt x="0" y="14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79334" cy="167167"/>
            </a:xfrm>
            <a:custGeom>
              <a:avLst/>
              <a:pathLst>
                <a:path w="79334" h="167167">
                  <a:moveTo>
                    <a:pt x="79334" y="20024"/>
                  </a:moveTo>
                  <a:lnTo>
                    <a:pt x="74088" y="17314"/>
                  </a:lnTo>
                  <a:lnTo>
                    <a:pt x="68750" y="14791"/>
                  </a:lnTo>
                  <a:lnTo>
                    <a:pt x="63326" y="12459"/>
                  </a:lnTo>
                  <a:lnTo>
                    <a:pt x="57824" y="10319"/>
                  </a:lnTo>
                  <a:lnTo>
                    <a:pt x="52249" y="8375"/>
                  </a:lnTo>
                  <a:lnTo>
                    <a:pt x="46609" y="6629"/>
                  </a:lnTo>
                  <a:lnTo>
                    <a:pt x="40911" y="5083"/>
                  </a:lnTo>
                  <a:lnTo>
                    <a:pt x="35161" y="3739"/>
                  </a:lnTo>
                  <a:lnTo>
                    <a:pt x="29368" y="2600"/>
                  </a:lnTo>
                  <a:lnTo>
                    <a:pt x="23539" y="1665"/>
                  </a:lnTo>
                  <a:lnTo>
                    <a:pt x="17680" y="937"/>
                  </a:lnTo>
                  <a:lnTo>
                    <a:pt x="11799" y="416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34" y="3170392"/>
              <a:ext cx="334293" cy="334334"/>
            </a:xfrm>
            <a:custGeom>
              <a:avLst/>
              <a:pathLst>
                <a:path w="334293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4" y="336"/>
                  </a:lnTo>
                  <a:lnTo>
                    <a:pt x="151256" y="756"/>
                  </a:lnTo>
                  <a:lnTo>
                    <a:pt x="145984" y="1344"/>
                  </a:lnTo>
                  <a:lnTo>
                    <a:pt x="140734" y="2099"/>
                  </a:lnTo>
                  <a:lnTo>
                    <a:pt x="135510" y="3020"/>
                  </a:lnTo>
                  <a:lnTo>
                    <a:pt x="130318" y="4107"/>
                  </a:lnTo>
                  <a:lnTo>
                    <a:pt x="125163" y="5357"/>
                  </a:lnTo>
                  <a:lnTo>
                    <a:pt x="120050" y="6771"/>
                  </a:lnTo>
                  <a:lnTo>
                    <a:pt x="114985" y="8346"/>
                  </a:lnTo>
                  <a:lnTo>
                    <a:pt x="109972" y="10081"/>
                  </a:lnTo>
                  <a:lnTo>
                    <a:pt x="105017" y="11974"/>
                  </a:lnTo>
                  <a:lnTo>
                    <a:pt x="100124" y="14023"/>
                  </a:lnTo>
                  <a:lnTo>
                    <a:pt x="95299" y="16227"/>
                  </a:lnTo>
                  <a:lnTo>
                    <a:pt x="90546" y="18582"/>
                  </a:lnTo>
                  <a:lnTo>
                    <a:pt x="85871" y="21087"/>
                  </a:lnTo>
                  <a:lnTo>
                    <a:pt x="81277" y="23739"/>
                  </a:lnTo>
                  <a:lnTo>
                    <a:pt x="76770" y="26536"/>
                  </a:lnTo>
                  <a:lnTo>
                    <a:pt x="72353" y="29474"/>
                  </a:lnTo>
                  <a:lnTo>
                    <a:pt x="68032" y="32551"/>
                  </a:lnTo>
                  <a:lnTo>
                    <a:pt x="63811" y="35763"/>
                  </a:lnTo>
                  <a:lnTo>
                    <a:pt x="59694" y="39108"/>
                  </a:lnTo>
                  <a:lnTo>
                    <a:pt x="55685" y="42582"/>
                  </a:lnTo>
                  <a:lnTo>
                    <a:pt x="51789" y="46181"/>
                  </a:lnTo>
                  <a:lnTo>
                    <a:pt x="48008" y="49902"/>
                  </a:lnTo>
                  <a:lnTo>
                    <a:pt x="44348" y="53741"/>
                  </a:lnTo>
                  <a:lnTo>
                    <a:pt x="40811" y="57694"/>
                  </a:lnTo>
                  <a:lnTo>
                    <a:pt x="37401" y="61757"/>
                  </a:lnTo>
                  <a:lnTo>
                    <a:pt x="34122" y="65927"/>
                  </a:lnTo>
                  <a:lnTo>
                    <a:pt x="30977" y="70198"/>
                  </a:lnTo>
                  <a:lnTo>
                    <a:pt x="27969" y="74568"/>
                  </a:lnTo>
                  <a:lnTo>
                    <a:pt x="25101" y="79030"/>
                  </a:lnTo>
                  <a:lnTo>
                    <a:pt x="22376" y="83581"/>
                  </a:lnTo>
                  <a:lnTo>
                    <a:pt x="19797" y="88216"/>
                  </a:lnTo>
                  <a:lnTo>
                    <a:pt x="17366" y="92931"/>
                  </a:lnTo>
                  <a:lnTo>
                    <a:pt x="15086" y="97721"/>
                  </a:lnTo>
                  <a:lnTo>
                    <a:pt x="12959" y="102580"/>
                  </a:lnTo>
                  <a:lnTo>
                    <a:pt x="10988" y="107504"/>
                  </a:lnTo>
                  <a:lnTo>
                    <a:pt x="9174" y="112489"/>
                  </a:lnTo>
                  <a:lnTo>
                    <a:pt x="7518" y="117529"/>
                  </a:lnTo>
                  <a:lnTo>
                    <a:pt x="6024" y="122618"/>
                  </a:lnTo>
                  <a:lnTo>
                    <a:pt x="4691" y="127753"/>
                  </a:lnTo>
                  <a:lnTo>
                    <a:pt x="3523" y="132927"/>
                  </a:lnTo>
                  <a:lnTo>
                    <a:pt x="2519" y="138135"/>
                  </a:lnTo>
                  <a:lnTo>
                    <a:pt x="1681" y="143373"/>
                  </a:lnTo>
                  <a:lnTo>
                    <a:pt x="1009" y="148635"/>
                  </a:lnTo>
                  <a:lnTo>
                    <a:pt x="505" y="153915"/>
                  </a:lnTo>
                  <a:lnTo>
                    <a:pt x="168" y="159209"/>
                  </a:lnTo>
                  <a:lnTo>
                    <a:pt x="0" y="164511"/>
                  </a:lnTo>
                  <a:lnTo>
                    <a:pt x="0" y="169815"/>
                  </a:lnTo>
                  <a:lnTo>
                    <a:pt x="168" y="175117"/>
                  </a:lnTo>
                  <a:lnTo>
                    <a:pt x="504" y="180411"/>
                  </a:lnTo>
                  <a:lnTo>
                    <a:pt x="1008" y="185691"/>
                  </a:lnTo>
                  <a:lnTo>
                    <a:pt x="1679" y="190953"/>
                  </a:lnTo>
                  <a:lnTo>
                    <a:pt x="2517" y="196191"/>
                  </a:lnTo>
                  <a:lnTo>
                    <a:pt x="3521" y="201400"/>
                  </a:lnTo>
                  <a:lnTo>
                    <a:pt x="4690" y="206574"/>
                  </a:lnTo>
                  <a:lnTo>
                    <a:pt x="6022" y="211708"/>
                  </a:lnTo>
                  <a:lnTo>
                    <a:pt x="7516" y="216798"/>
                  </a:lnTo>
                  <a:lnTo>
                    <a:pt x="9171" y="221838"/>
                  </a:lnTo>
                  <a:lnTo>
                    <a:pt x="10985" y="226822"/>
                  </a:lnTo>
                  <a:lnTo>
                    <a:pt x="12957" y="231747"/>
                  </a:lnTo>
                  <a:lnTo>
                    <a:pt x="15083" y="236606"/>
                  </a:lnTo>
                  <a:lnTo>
                    <a:pt x="17363" y="241396"/>
                  </a:lnTo>
                  <a:lnTo>
                    <a:pt x="19793" y="246111"/>
                  </a:lnTo>
                  <a:lnTo>
                    <a:pt x="22372" y="250746"/>
                  </a:lnTo>
                  <a:lnTo>
                    <a:pt x="25097" y="255297"/>
                  </a:lnTo>
                  <a:lnTo>
                    <a:pt x="27964" y="259760"/>
                  </a:lnTo>
                  <a:lnTo>
                    <a:pt x="30972" y="264129"/>
                  </a:lnTo>
                  <a:lnTo>
                    <a:pt x="34117" y="268401"/>
                  </a:lnTo>
                  <a:lnTo>
                    <a:pt x="37396" y="272571"/>
                  </a:lnTo>
                  <a:lnTo>
                    <a:pt x="40806" y="276634"/>
                  </a:lnTo>
                  <a:lnTo>
                    <a:pt x="44342" y="280587"/>
                  </a:lnTo>
                  <a:lnTo>
                    <a:pt x="48003" y="284427"/>
                  </a:lnTo>
                  <a:lnTo>
                    <a:pt x="51783" y="288148"/>
                  </a:lnTo>
                  <a:lnTo>
                    <a:pt x="55680" y="291747"/>
                  </a:lnTo>
                  <a:lnTo>
                    <a:pt x="59688" y="295221"/>
                  </a:lnTo>
                  <a:lnTo>
                    <a:pt x="63805" y="298566"/>
                  </a:lnTo>
                  <a:lnTo>
                    <a:pt x="68026" y="301778"/>
                  </a:lnTo>
                  <a:lnTo>
                    <a:pt x="72347" y="304855"/>
                  </a:lnTo>
                  <a:lnTo>
                    <a:pt x="76763" y="307794"/>
                  </a:lnTo>
                  <a:lnTo>
                    <a:pt x="81270" y="310591"/>
                  </a:lnTo>
                  <a:lnTo>
                    <a:pt x="85864" y="313243"/>
                  </a:lnTo>
                  <a:lnTo>
                    <a:pt x="90540" y="315748"/>
                  </a:lnTo>
                  <a:lnTo>
                    <a:pt x="95292" y="318104"/>
                  </a:lnTo>
                  <a:lnTo>
                    <a:pt x="100117" y="320308"/>
                  </a:lnTo>
                  <a:lnTo>
                    <a:pt x="105010" y="322357"/>
                  </a:lnTo>
                  <a:lnTo>
                    <a:pt x="109965" y="324251"/>
                  </a:lnTo>
                  <a:lnTo>
                    <a:pt x="114978" y="325986"/>
                  </a:lnTo>
                  <a:lnTo>
                    <a:pt x="120043" y="327561"/>
                  </a:lnTo>
                  <a:lnTo>
                    <a:pt x="125155" y="328975"/>
                  </a:lnTo>
                  <a:lnTo>
                    <a:pt x="130310" y="330225"/>
                  </a:lnTo>
                  <a:lnTo>
                    <a:pt x="135502" y="331312"/>
                  </a:lnTo>
                  <a:lnTo>
                    <a:pt x="140726" y="332233"/>
                  </a:lnTo>
                  <a:lnTo>
                    <a:pt x="145977" y="332989"/>
                  </a:lnTo>
                  <a:lnTo>
                    <a:pt x="151248" y="333577"/>
                  </a:lnTo>
                  <a:lnTo>
                    <a:pt x="156536" y="333997"/>
                  </a:lnTo>
                  <a:lnTo>
                    <a:pt x="161835" y="334250"/>
                  </a:lnTo>
                  <a:lnTo>
                    <a:pt x="167138" y="334334"/>
                  </a:lnTo>
                  <a:lnTo>
                    <a:pt x="172442" y="334250"/>
                  </a:lnTo>
                  <a:lnTo>
                    <a:pt x="177741" y="333998"/>
                  </a:lnTo>
                  <a:lnTo>
                    <a:pt x="183028" y="333578"/>
                  </a:lnTo>
                  <a:lnTo>
                    <a:pt x="188300" y="332990"/>
                  </a:lnTo>
                  <a:lnTo>
                    <a:pt x="193551" y="332236"/>
                  </a:lnTo>
                  <a:lnTo>
                    <a:pt x="198775" y="331315"/>
                  </a:lnTo>
                  <a:lnTo>
                    <a:pt x="203967" y="330229"/>
                  </a:lnTo>
                  <a:lnTo>
                    <a:pt x="209122" y="328979"/>
                  </a:lnTo>
                  <a:lnTo>
                    <a:pt x="214235" y="327565"/>
                  </a:lnTo>
                  <a:lnTo>
                    <a:pt x="219300" y="325991"/>
                  </a:lnTo>
                  <a:lnTo>
                    <a:pt x="224313" y="324256"/>
                  </a:lnTo>
                  <a:lnTo>
                    <a:pt x="229268" y="322363"/>
                  </a:lnTo>
                  <a:lnTo>
                    <a:pt x="234161" y="320314"/>
                  </a:lnTo>
                  <a:lnTo>
                    <a:pt x="238986" y="318111"/>
                  </a:lnTo>
                  <a:lnTo>
                    <a:pt x="243739" y="315755"/>
                  </a:lnTo>
                  <a:lnTo>
                    <a:pt x="248414" y="313250"/>
                  </a:lnTo>
                  <a:lnTo>
                    <a:pt x="253008" y="310598"/>
                  </a:lnTo>
                  <a:lnTo>
                    <a:pt x="257516" y="307802"/>
                  </a:lnTo>
                  <a:lnTo>
                    <a:pt x="261932" y="304864"/>
                  </a:lnTo>
                  <a:lnTo>
                    <a:pt x="266253" y="301787"/>
                  </a:lnTo>
                  <a:lnTo>
                    <a:pt x="270475" y="298575"/>
                  </a:lnTo>
                  <a:lnTo>
                    <a:pt x="274592" y="295231"/>
                  </a:lnTo>
                  <a:lnTo>
                    <a:pt x="278601" y="291757"/>
                  </a:lnTo>
                  <a:lnTo>
                    <a:pt x="282498" y="288158"/>
                  </a:lnTo>
                  <a:lnTo>
                    <a:pt x="286279" y="284438"/>
                  </a:lnTo>
                  <a:lnTo>
                    <a:pt x="289939" y="280599"/>
                  </a:lnTo>
                  <a:lnTo>
                    <a:pt x="293476" y="276646"/>
                  </a:lnTo>
                  <a:lnTo>
                    <a:pt x="296886" y="272582"/>
                  </a:lnTo>
                  <a:lnTo>
                    <a:pt x="300165" y="268413"/>
                  </a:lnTo>
                  <a:lnTo>
                    <a:pt x="303311" y="264142"/>
                  </a:lnTo>
                  <a:lnTo>
                    <a:pt x="306319" y="259773"/>
                  </a:lnTo>
                  <a:lnTo>
                    <a:pt x="309187" y="255310"/>
                  </a:lnTo>
                  <a:lnTo>
                    <a:pt x="311912" y="250759"/>
                  </a:lnTo>
                  <a:lnTo>
                    <a:pt x="314491" y="246124"/>
                  </a:lnTo>
                  <a:lnTo>
                    <a:pt x="316922" y="241410"/>
                  </a:lnTo>
                  <a:lnTo>
                    <a:pt x="319203" y="236620"/>
                  </a:lnTo>
                  <a:lnTo>
                    <a:pt x="321330" y="231761"/>
                  </a:lnTo>
                  <a:lnTo>
                    <a:pt x="323301" y="226837"/>
                  </a:lnTo>
                  <a:lnTo>
                    <a:pt x="325116" y="221852"/>
                  </a:lnTo>
                  <a:lnTo>
                    <a:pt x="326771" y="216813"/>
                  </a:lnTo>
                  <a:lnTo>
                    <a:pt x="328266" y="211723"/>
                  </a:lnTo>
                  <a:lnTo>
                    <a:pt x="329599" y="206589"/>
                  </a:lnTo>
                  <a:lnTo>
                    <a:pt x="330768" y="201415"/>
                  </a:lnTo>
                  <a:lnTo>
                    <a:pt x="331772" y="196206"/>
                  </a:lnTo>
                  <a:lnTo>
                    <a:pt x="332610" y="190968"/>
                  </a:lnTo>
                  <a:lnTo>
                    <a:pt x="333282" y="185707"/>
                  </a:lnTo>
                  <a:lnTo>
                    <a:pt x="333787" y="180426"/>
                  </a:lnTo>
                  <a:lnTo>
                    <a:pt x="334124" y="175132"/>
                  </a:lnTo>
                  <a:lnTo>
                    <a:pt x="334292" y="169831"/>
                  </a:lnTo>
                  <a:lnTo>
                    <a:pt x="334293" y="164526"/>
                  </a:lnTo>
                  <a:lnTo>
                    <a:pt x="334125" y="159224"/>
                  </a:lnTo>
                  <a:lnTo>
                    <a:pt x="333789" y="153931"/>
                  </a:lnTo>
                  <a:lnTo>
                    <a:pt x="333285" y="148650"/>
                  </a:lnTo>
                  <a:lnTo>
                    <a:pt x="332614" y="143388"/>
                  </a:lnTo>
                  <a:lnTo>
                    <a:pt x="331776" y="138150"/>
                  </a:lnTo>
                  <a:lnTo>
                    <a:pt x="330772" y="132942"/>
                  </a:lnTo>
                  <a:lnTo>
                    <a:pt x="329604" y="127767"/>
                  </a:lnTo>
                  <a:lnTo>
                    <a:pt x="328272" y="122633"/>
                  </a:lnTo>
                  <a:lnTo>
                    <a:pt x="326778" y="117543"/>
                  </a:lnTo>
                  <a:lnTo>
                    <a:pt x="325123" y="112503"/>
                  </a:lnTo>
                  <a:lnTo>
                    <a:pt x="323309" y="107519"/>
                  </a:lnTo>
                  <a:lnTo>
                    <a:pt x="321338" y="102594"/>
                  </a:lnTo>
                  <a:lnTo>
                    <a:pt x="319212" y="97734"/>
                  </a:lnTo>
                  <a:lnTo>
                    <a:pt x="316933" y="92945"/>
                  </a:lnTo>
                  <a:lnTo>
                    <a:pt x="314502" y="88230"/>
                  </a:lnTo>
                  <a:lnTo>
                    <a:pt x="311924" y="83594"/>
                  </a:lnTo>
                  <a:lnTo>
                    <a:pt x="309199" y="79043"/>
                  </a:lnTo>
                  <a:lnTo>
                    <a:pt x="306332" y="74580"/>
                  </a:lnTo>
                  <a:lnTo>
                    <a:pt x="303324" y="70211"/>
                  </a:lnTo>
                  <a:lnTo>
                    <a:pt x="300179" y="65939"/>
                  </a:lnTo>
                  <a:lnTo>
                    <a:pt x="296901" y="61769"/>
                  </a:lnTo>
                  <a:lnTo>
                    <a:pt x="293491" y="57705"/>
                  </a:lnTo>
                  <a:lnTo>
                    <a:pt x="289955" y="53752"/>
                  </a:lnTo>
                  <a:lnTo>
                    <a:pt x="286295" y="49913"/>
                  </a:lnTo>
                  <a:lnTo>
                    <a:pt x="282514" y="46191"/>
                  </a:lnTo>
                  <a:lnTo>
                    <a:pt x="278618" y="42592"/>
                  </a:lnTo>
                  <a:lnTo>
                    <a:pt x="274609" y="39118"/>
                  </a:lnTo>
                  <a:lnTo>
                    <a:pt x="270493" y="3577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99778"/>
              <a:ext cx="103346" cy="137781"/>
            </a:xfrm>
            <a:custGeom>
              <a:avLst/>
              <a:pathLst>
                <a:path w="103346" h="137781">
                  <a:moveTo>
                    <a:pt x="103346" y="6387"/>
                  </a:moveTo>
                  <a:lnTo>
                    <a:pt x="94663" y="0"/>
                  </a:lnTo>
                  <a:lnTo>
                    <a:pt x="0" y="137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94663" cy="167167"/>
            </a:xfrm>
            <a:custGeom>
              <a:avLst/>
              <a:pathLst>
                <a:path w="94663" h="167167">
                  <a:moveTo>
                    <a:pt x="94663" y="29385"/>
                  </a:moveTo>
                  <a:lnTo>
                    <a:pt x="90003" y="26297"/>
                  </a:lnTo>
                  <a:lnTo>
                    <a:pt x="85242" y="23366"/>
                  </a:lnTo>
                  <a:lnTo>
                    <a:pt x="80386" y="20596"/>
                  </a:lnTo>
                  <a:lnTo>
                    <a:pt x="75440" y="17990"/>
                  </a:lnTo>
                  <a:lnTo>
                    <a:pt x="70410" y="15551"/>
                  </a:lnTo>
                  <a:lnTo>
                    <a:pt x="65301" y="13282"/>
                  </a:lnTo>
                  <a:lnTo>
                    <a:pt x="60119" y="11184"/>
                  </a:lnTo>
                  <a:lnTo>
                    <a:pt x="54870" y="9261"/>
                  </a:lnTo>
                  <a:lnTo>
                    <a:pt x="49559" y="7515"/>
                  </a:lnTo>
                  <a:lnTo>
                    <a:pt x="44193" y="5947"/>
                  </a:lnTo>
                  <a:lnTo>
                    <a:pt x="38778" y="4559"/>
                  </a:lnTo>
                  <a:lnTo>
                    <a:pt x="33319" y="3354"/>
                  </a:lnTo>
                  <a:lnTo>
                    <a:pt x="27823" y="2331"/>
                  </a:lnTo>
                  <a:lnTo>
                    <a:pt x="22295" y="1493"/>
                  </a:lnTo>
                  <a:lnTo>
                    <a:pt x="16743" y="840"/>
                  </a:lnTo>
                  <a:lnTo>
                    <a:pt x="11172" y="373"/>
                  </a:lnTo>
                  <a:lnTo>
                    <a:pt x="558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87" y="3707720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3" y="333"/>
                  </a:lnTo>
                  <a:lnTo>
                    <a:pt x="151338" y="750"/>
                  </a:lnTo>
                  <a:lnTo>
                    <a:pt x="146088" y="1333"/>
                  </a:lnTo>
                  <a:lnTo>
                    <a:pt x="140859" y="2081"/>
                  </a:lnTo>
                  <a:lnTo>
                    <a:pt x="135657" y="2995"/>
                  </a:lnTo>
                  <a:lnTo>
                    <a:pt x="130486" y="4072"/>
                  </a:lnTo>
                  <a:lnTo>
                    <a:pt x="125352" y="5312"/>
                  </a:lnTo>
                  <a:lnTo>
                    <a:pt x="120260" y="6714"/>
                  </a:lnTo>
                  <a:lnTo>
                    <a:pt x="115214" y="8275"/>
                  </a:lnTo>
                  <a:lnTo>
                    <a:pt x="110220" y="9996"/>
                  </a:lnTo>
                  <a:lnTo>
                    <a:pt x="105283" y="11873"/>
                  </a:lnTo>
                  <a:lnTo>
                    <a:pt x="100408" y="13905"/>
                  </a:lnTo>
                  <a:lnTo>
                    <a:pt x="95599" y="16091"/>
                  </a:lnTo>
                  <a:lnTo>
                    <a:pt x="90862" y="18427"/>
                  </a:lnTo>
                  <a:lnTo>
                    <a:pt x="86201" y="20912"/>
                  </a:lnTo>
                  <a:lnTo>
                    <a:pt x="81621" y="23542"/>
                  </a:lnTo>
                  <a:lnTo>
                    <a:pt x="77126" y="26316"/>
                  </a:lnTo>
                  <a:lnTo>
                    <a:pt x="72722" y="29231"/>
                  </a:lnTo>
                  <a:lnTo>
                    <a:pt x="68411" y="32283"/>
                  </a:lnTo>
                  <a:lnTo>
                    <a:pt x="64199" y="35470"/>
                  </a:lnTo>
                  <a:lnTo>
                    <a:pt x="60090" y="38789"/>
                  </a:lnTo>
                  <a:lnTo>
                    <a:pt x="56087" y="42236"/>
                  </a:lnTo>
                  <a:lnTo>
                    <a:pt x="52196" y="45807"/>
                  </a:lnTo>
                  <a:lnTo>
                    <a:pt x="48419" y="49500"/>
                  </a:lnTo>
                  <a:lnTo>
                    <a:pt x="44761" y="53310"/>
                  </a:lnTo>
                  <a:lnTo>
                    <a:pt x="41225" y="57233"/>
                  </a:lnTo>
                  <a:lnTo>
                    <a:pt x="37815" y="61267"/>
                  </a:lnTo>
                  <a:lnTo>
                    <a:pt x="34534" y="65406"/>
                  </a:lnTo>
                  <a:lnTo>
                    <a:pt x="31385" y="69647"/>
                  </a:lnTo>
                  <a:lnTo>
                    <a:pt x="28372" y="73985"/>
                  </a:lnTo>
                  <a:lnTo>
                    <a:pt x="25498" y="78416"/>
                  </a:lnTo>
                  <a:lnTo>
                    <a:pt x="22765" y="82936"/>
                  </a:lnTo>
                  <a:lnTo>
                    <a:pt x="20176" y="87539"/>
                  </a:lnTo>
                  <a:lnTo>
                    <a:pt x="17733" y="92223"/>
                  </a:lnTo>
                  <a:lnTo>
                    <a:pt x="15440" y="96981"/>
                  </a:lnTo>
                  <a:lnTo>
                    <a:pt x="13299" y="101809"/>
                  </a:lnTo>
                  <a:lnTo>
                    <a:pt x="11311" y="106703"/>
                  </a:lnTo>
                  <a:lnTo>
                    <a:pt x="9478" y="111656"/>
                  </a:lnTo>
                  <a:lnTo>
                    <a:pt x="7803" y="116666"/>
                  </a:lnTo>
                  <a:lnTo>
                    <a:pt x="6287" y="121725"/>
                  </a:lnTo>
                  <a:lnTo>
                    <a:pt x="4932" y="126830"/>
                  </a:lnTo>
                  <a:lnTo>
                    <a:pt x="3739" y="131976"/>
                  </a:lnTo>
                  <a:lnTo>
                    <a:pt x="2709" y="137156"/>
                  </a:lnTo>
                  <a:lnTo>
                    <a:pt x="1843" y="142366"/>
                  </a:lnTo>
                  <a:lnTo>
                    <a:pt x="1142" y="147601"/>
                  </a:lnTo>
                  <a:lnTo>
                    <a:pt x="606" y="152856"/>
                  </a:lnTo>
                  <a:lnTo>
                    <a:pt x="237" y="158125"/>
                  </a:lnTo>
                  <a:lnTo>
                    <a:pt x="35" y="163403"/>
                  </a:lnTo>
                  <a:lnTo>
                    <a:pt x="0" y="168685"/>
                  </a:lnTo>
                  <a:lnTo>
                    <a:pt x="131" y="173965"/>
                  </a:lnTo>
                  <a:lnTo>
                    <a:pt x="429" y="179238"/>
                  </a:lnTo>
                  <a:lnTo>
                    <a:pt x="894" y="184500"/>
                  </a:lnTo>
                  <a:lnTo>
                    <a:pt x="1524" y="189744"/>
                  </a:lnTo>
                  <a:lnTo>
                    <a:pt x="2320" y="194966"/>
                  </a:lnTo>
                  <a:lnTo>
                    <a:pt x="3281" y="200159"/>
                  </a:lnTo>
                  <a:lnTo>
                    <a:pt x="4405" y="205320"/>
                  </a:lnTo>
                  <a:lnTo>
                    <a:pt x="5691" y="210443"/>
                  </a:lnTo>
                  <a:lnTo>
                    <a:pt x="7139" y="215522"/>
                  </a:lnTo>
                  <a:lnTo>
                    <a:pt x="8747" y="220554"/>
                  </a:lnTo>
                  <a:lnTo>
                    <a:pt x="10512" y="225532"/>
                  </a:lnTo>
                  <a:lnTo>
                    <a:pt x="12434" y="230451"/>
                  </a:lnTo>
                  <a:lnTo>
                    <a:pt x="14511" y="235308"/>
                  </a:lnTo>
                  <a:lnTo>
                    <a:pt x="16740" y="240097"/>
                  </a:lnTo>
                  <a:lnTo>
                    <a:pt x="19119" y="244812"/>
                  </a:lnTo>
                  <a:lnTo>
                    <a:pt x="21646" y="249450"/>
                  </a:lnTo>
                  <a:lnTo>
                    <a:pt x="24318" y="254007"/>
                  </a:lnTo>
                  <a:lnTo>
                    <a:pt x="27133" y="258476"/>
                  </a:lnTo>
                  <a:lnTo>
                    <a:pt x="30087" y="262854"/>
                  </a:lnTo>
                  <a:lnTo>
                    <a:pt x="33179" y="267137"/>
                  </a:lnTo>
                  <a:lnTo>
                    <a:pt x="36404" y="271320"/>
                  </a:lnTo>
                  <a:lnTo>
                    <a:pt x="39760" y="275399"/>
                  </a:lnTo>
                  <a:lnTo>
                    <a:pt x="43242" y="279369"/>
                  </a:lnTo>
                  <a:lnTo>
                    <a:pt x="46849" y="283228"/>
                  </a:lnTo>
                  <a:lnTo>
                    <a:pt x="50576" y="286971"/>
                  </a:lnTo>
                  <a:lnTo>
                    <a:pt x="54419" y="290595"/>
                  </a:lnTo>
                  <a:lnTo>
                    <a:pt x="58374" y="294095"/>
                  </a:lnTo>
                  <a:lnTo>
                    <a:pt x="62439" y="297468"/>
                  </a:lnTo>
                  <a:lnTo>
                    <a:pt x="66607" y="300711"/>
                  </a:lnTo>
                  <a:lnTo>
                    <a:pt x="70877" y="303821"/>
                  </a:lnTo>
                  <a:lnTo>
                    <a:pt x="75242" y="306795"/>
                  </a:lnTo>
                  <a:lnTo>
                    <a:pt x="79699" y="309629"/>
                  </a:lnTo>
                  <a:lnTo>
                    <a:pt x="84243" y="312321"/>
                  </a:lnTo>
                  <a:lnTo>
                    <a:pt x="88870" y="314868"/>
                  </a:lnTo>
                  <a:lnTo>
                    <a:pt x="93576" y="317268"/>
                  </a:lnTo>
                  <a:lnTo>
                    <a:pt x="98355" y="319518"/>
                  </a:lnTo>
                  <a:lnTo>
                    <a:pt x="103202" y="321615"/>
                  </a:lnTo>
                  <a:lnTo>
                    <a:pt x="108113" y="323559"/>
                  </a:lnTo>
                  <a:lnTo>
                    <a:pt x="113084" y="325346"/>
                  </a:lnTo>
                  <a:lnTo>
                    <a:pt x="118108" y="326976"/>
                  </a:lnTo>
                  <a:lnTo>
                    <a:pt x="123181" y="328446"/>
                  </a:lnTo>
                  <a:lnTo>
                    <a:pt x="128298" y="329754"/>
                  </a:lnTo>
                  <a:lnTo>
                    <a:pt x="133454" y="330901"/>
                  </a:lnTo>
                  <a:lnTo>
                    <a:pt x="138644" y="331884"/>
                  </a:lnTo>
                  <a:lnTo>
                    <a:pt x="143862" y="332703"/>
                  </a:lnTo>
                  <a:lnTo>
                    <a:pt x="149103" y="333356"/>
                  </a:lnTo>
                  <a:lnTo>
                    <a:pt x="154362" y="333844"/>
                  </a:lnTo>
                  <a:lnTo>
                    <a:pt x="159634" y="334165"/>
                  </a:lnTo>
                  <a:lnTo>
                    <a:pt x="164914" y="334319"/>
                  </a:lnTo>
                  <a:lnTo>
                    <a:pt x="170196" y="334307"/>
                  </a:lnTo>
                  <a:lnTo>
                    <a:pt x="175475" y="334127"/>
                  </a:lnTo>
                  <a:lnTo>
                    <a:pt x="180745" y="333781"/>
                  </a:lnTo>
                  <a:lnTo>
                    <a:pt x="186002" y="333269"/>
                  </a:lnTo>
                  <a:lnTo>
                    <a:pt x="191240" y="332591"/>
                  </a:lnTo>
                  <a:lnTo>
                    <a:pt x="196454" y="331748"/>
                  </a:lnTo>
                  <a:lnTo>
                    <a:pt x="201639" y="330740"/>
                  </a:lnTo>
                  <a:lnTo>
                    <a:pt x="206790" y="329569"/>
                  </a:lnTo>
                  <a:lnTo>
                    <a:pt x="211900" y="328236"/>
                  </a:lnTo>
                  <a:lnTo>
                    <a:pt x="216967" y="326742"/>
                  </a:lnTo>
                  <a:lnTo>
                    <a:pt x="221983" y="325089"/>
                  </a:lnTo>
                  <a:lnTo>
                    <a:pt x="226945" y="323278"/>
                  </a:lnTo>
                  <a:lnTo>
                    <a:pt x="231847" y="321312"/>
                  </a:lnTo>
                  <a:lnTo>
                    <a:pt x="236684" y="319191"/>
                  </a:lnTo>
                  <a:lnTo>
                    <a:pt x="241452" y="316919"/>
                  </a:lnTo>
                  <a:lnTo>
                    <a:pt x="246146" y="314497"/>
                  </a:lnTo>
                  <a:lnTo>
                    <a:pt x="250761" y="311928"/>
                  </a:lnTo>
                  <a:lnTo>
                    <a:pt x="255293" y="309215"/>
                  </a:lnTo>
                  <a:lnTo>
                    <a:pt x="259737" y="306359"/>
                  </a:lnTo>
                  <a:lnTo>
                    <a:pt x="264088" y="303365"/>
                  </a:lnTo>
                  <a:lnTo>
                    <a:pt x="268342" y="300235"/>
                  </a:lnTo>
                  <a:lnTo>
                    <a:pt x="272496" y="296972"/>
                  </a:lnTo>
                  <a:lnTo>
                    <a:pt x="276544" y="293579"/>
                  </a:lnTo>
                  <a:lnTo>
                    <a:pt x="280483" y="290061"/>
                  </a:lnTo>
                  <a:lnTo>
                    <a:pt x="284309" y="286419"/>
                  </a:lnTo>
                  <a:lnTo>
                    <a:pt x="288018" y="282659"/>
                  </a:lnTo>
                  <a:lnTo>
                    <a:pt x="291606" y="278783"/>
                  </a:lnTo>
                  <a:lnTo>
                    <a:pt x="295070" y="274796"/>
                  </a:lnTo>
                  <a:lnTo>
                    <a:pt x="298407" y="270701"/>
                  </a:lnTo>
                  <a:lnTo>
                    <a:pt x="301612" y="266503"/>
                  </a:lnTo>
                  <a:lnTo>
                    <a:pt x="304683" y="262206"/>
                  </a:lnTo>
                  <a:lnTo>
                    <a:pt x="307617" y="257813"/>
                  </a:lnTo>
                  <a:lnTo>
                    <a:pt x="310411" y="253331"/>
                  </a:lnTo>
                  <a:lnTo>
                    <a:pt x="313061" y="248762"/>
                  </a:lnTo>
                  <a:lnTo>
                    <a:pt x="315566" y="244112"/>
                  </a:lnTo>
                  <a:lnTo>
                    <a:pt x="317923" y="239385"/>
                  </a:lnTo>
                  <a:lnTo>
                    <a:pt x="320129" y="234586"/>
                  </a:lnTo>
                  <a:lnTo>
                    <a:pt x="322183" y="229720"/>
                  </a:lnTo>
                  <a:lnTo>
                    <a:pt x="324082" y="224791"/>
                  </a:lnTo>
                  <a:lnTo>
                    <a:pt x="325824" y="219805"/>
                  </a:lnTo>
                  <a:lnTo>
                    <a:pt x="327408" y="214766"/>
                  </a:lnTo>
                  <a:lnTo>
                    <a:pt x="328831" y="209680"/>
                  </a:lnTo>
                  <a:lnTo>
                    <a:pt x="330094" y="204551"/>
                  </a:lnTo>
                  <a:lnTo>
                    <a:pt x="331193" y="199385"/>
                  </a:lnTo>
                  <a:lnTo>
                    <a:pt x="332129" y="194187"/>
                  </a:lnTo>
                  <a:lnTo>
                    <a:pt x="332901" y="188961"/>
                  </a:lnTo>
                  <a:lnTo>
                    <a:pt x="333506" y="183714"/>
                  </a:lnTo>
                  <a:lnTo>
                    <a:pt x="333946" y="178451"/>
                  </a:lnTo>
                  <a:lnTo>
                    <a:pt x="334219" y="173176"/>
                  </a:lnTo>
                  <a:lnTo>
                    <a:pt x="334326" y="167895"/>
                  </a:lnTo>
                  <a:lnTo>
                    <a:pt x="334265" y="162614"/>
                  </a:lnTo>
                  <a:lnTo>
                    <a:pt x="334038" y="157337"/>
                  </a:lnTo>
                  <a:lnTo>
                    <a:pt x="333644" y="152070"/>
                  </a:lnTo>
                  <a:lnTo>
                    <a:pt x="333084" y="146818"/>
                  </a:lnTo>
                  <a:lnTo>
                    <a:pt x="332359" y="141586"/>
                  </a:lnTo>
                  <a:lnTo>
                    <a:pt x="331468" y="136380"/>
                  </a:lnTo>
                  <a:lnTo>
                    <a:pt x="330413" y="131204"/>
                  </a:lnTo>
                  <a:lnTo>
                    <a:pt x="329196" y="126064"/>
                  </a:lnTo>
                  <a:lnTo>
                    <a:pt x="327816" y="120966"/>
                  </a:lnTo>
                  <a:lnTo>
                    <a:pt x="326276" y="115913"/>
                  </a:lnTo>
                  <a:lnTo>
                    <a:pt x="324578" y="110912"/>
                  </a:lnTo>
                  <a:lnTo>
                    <a:pt x="322722" y="105967"/>
                  </a:lnTo>
                  <a:lnTo>
                    <a:pt x="320711" y="101083"/>
                  </a:lnTo>
                  <a:lnTo>
                    <a:pt x="318547" y="96265"/>
                  </a:lnTo>
                  <a:lnTo>
                    <a:pt x="316231" y="91518"/>
                  </a:lnTo>
                  <a:lnTo>
                    <a:pt x="313767" y="86846"/>
                  </a:lnTo>
                  <a:lnTo>
                    <a:pt x="311156" y="82255"/>
                  </a:lnTo>
                  <a:lnTo>
                    <a:pt x="308402" y="77748"/>
                  </a:lnTo>
                  <a:lnTo>
                    <a:pt x="305506" y="73330"/>
                  </a:lnTo>
                  <a:lnTo>
                    <a:pt x="302473" y="69006"/>
                  </a:lnTo>
                  <a:lnTo>
                    <a:pt x="299304" y="64781"/>
                  </a:lnTo>
                  <a:lnTo>
                    <a:pt x="296003" y="60657"/>
                  </a:lnTo>
                  <a:lnTo>
                    <a:pt x="292574" y="56640"/>
                  </a:lnTo>
                  <a:lnTo>
                    <a:pt x="289020" y="52733"/>
                  </a:lnTo>
                  <a:lnTo>
                    <a:pt x="285344" y="48940"/>
                  </a:lnTo>
                  <a:lnTo>
                    <a:pt x="281550" y="45265"/>
                  </a:lnTo>
                  <a:lnTo>
                    <a:pt x="277641" y="41712"/>
                  </a:lnTo>
                  <a:lnTo>
                    <a:pt x="273623" y="38285"/>
                  </a:lnTo>
                  <a:lnTo>
                    <a:pt x="269498" y="34986"/>
                  </a:lnTo>
                  <a:lnTo>
                    <a:pt x="265271" y="31818"/>
                  </a:lnTo>
                  <a:lnTo>
                    <a:pt x="260946" y="28787"/>
                  </a:lnTo>
                  <a:lnTo>
                    <a:pt x="256527" y="25893"/>
                  </a:lnTo>
                  <a:lnTo>
                    <a:pt x="252020" y="23140"/>
                  </a:lnTo>
                  <a:lnTo>
                    <a:pt x="247427" y="20531"/>
                  </a:lnTo>
                  <a:lnTo>
                    <a:pt x="242755" y="18068"/>
                  </a:lnTo>
                  <a:lnTo>
                    <a:pt x="238006" y="15754"/>
                  </a:lnTo>
                  <a:lnTo>
                    <a:pt x="233188" y="13592"/>
                  </a:lnTo>
                  <a:lnTo>
                    <a:pt x="228303" y="11583"/>
                  </a:lnTo>
                  <a:lnTo>
                    <a:pt x="223357" y="9729"/>
                  </a:lnTo>
                  <a:lnTo>
                    <a:pt x="218355" y="8032"/>
                  </a:lnTo>
                  <a:lnTo>
                    <a:pt x="213302" y="6494"/>
                  </a:lnTo>
                  <a:lnTo>
                    <a:pt x="208203" y="5116"/>
                  </a:lnTo>
                  <a:lnTo>
                    <a:pt x="203063" y="3901"/>
                  </a:lnTo>
                  <a:lnTo>
                    <a:pt x="197887" y="2848"/>
                  </a:lnTo>
                  <a:lnTo>
                    <a:pt x="192681" y="1959"/>
                  </a:lnTo>
                  <a:lnTo>
                    <a:pt x="187449" y="1235"/>
                  </a:lnTo>
                  <a:lnTo>
                    <a:pt x="182196" y="677"/>
                  </a:lnTo>
                  <a:lnTo>
                    <a:pt x="176929" y="285"/>
                  </a:lnTo>
                  <a:lnTo>
                    <a:pt x="171652" y="6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4491" cy="167167"/>
            </a:xfrm>
            <a:custGeom>
              <a:avLst/>
              <a:pathLst>
                <a:path w="4491" h="167167">
                  <a:moveTo>
                    <a:pt x="4491" y="6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7" y="4213821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3" y="333"/>
                  </a:lnTo>
                  <a:lnTo>
                    <a:pt x="151338" y="750"/>
                  </a:lnTo>
                  <a:lnTo>
                    <a:pt x="146088" y="1333"/>
                  </a:lnTo>
                  <a:lnTo>
                    <a:pt x="140859" y="2081"/>
                  </a:lnTo>
                  <a:lnTo>
                    <a:pt x="135657" y="2995"/>
                  </a:lnTo>
                  <a:lnTo>
                    <a:pt x="130486" y="4072"/>
                  </a:lnTo>
                  <a:lnTo>
                    <a:pt x="125352" y="5312"/>
                  </a:lnTo>
                  <a:lnTo>
                    <a:pt x="120260" y="6714"/>
                  </a:lnTo>
                  <a:lnTo>
                    <a:pt x="115214" y="8275"/>
                  </a:lnTo>
                  <a:lnTo>
                    <a:pt x="110220" y="9996"/>
                  </a:lnTo>
                  <a:lnTo>
                    <a:pt x="105283" y="11873"/>
                  </a:lnTo>
                  <a:lnTo>
                    <a:pt x="100408" y="13905"/>
                  </a:lnTo>
                  <a:lnTo>
                    <a:pt x="95599" y="16091"/>
                  </a:lnTo>
                  <a:lnTo>
                    <a:pt x="90862" y="18427"/>
                  </a:lnTo>
                  <a:lnTo>
                    <a:pt x="86201" y="20912"/>
                  </a:lnTo>
                  <a:lnTo>
                    <a:pt x="81621" y="23542"/>
                  </a:lnTo>
                  <a:lnTo>
                    <a:pt x="77126" y="26316"/>
                  </a:lnTo>
                  <a:lnTo>
                    <a:pt x="72722" y="29231"/>
                  </a:lnTo>
                  <a:lnTo>
                    <a:pt x="68411" y="32283"/>
                  </a:lnTo>
                  <a:lnTo>
                    <a:pt x="64199" y="35470"/>
                  </a:lnTo>
                  <a:lnTo>
                    <a:pt x="60090" y="38789"/>
                  </a:lnTo>
                  <a:lnTo>
                    <a:pt x="56087" y="42236"/>
                  </a:lnTo>
                  <a:lnTo>
                    <a:pt x="52196" y="45807"/>
                  </a:lnTo>
                  <a:lnTo>
                    <a:pt x="48419" y="49500"/>
                  </a:lnTo>
                  <a:lnTo>
                    <a:pt x="44761" y="53310"/>
                  </a:lnTo>
                  <a:lnTo>
                    <a:pt x="41225" y="57233"/>
                  </a:lnTo>
                  <a:lnTo>
                    <a:pt x="37815" y="61267"/>
                  </a:lnTo>
                  <a:lnTo>
                    <a:pt x="34534" y="65406"/>
                  </a:lnTo>
                  <a:lnTo>
                    <a:pt x="31385" y="69647"/>
                  </a:lnTo>
                  <a:lnTo>
                    <a:pt x="28372" y="73985"/>
                  </a:lnTo>
                  <a:lnTo>
                    <a:pt x="25498" y="78416"/>
                  </a:lnTo>
                  <a:lnTo>
                    <a:pt x="22765" y="82936"/>
                  </a:lnTo>
                  <a:lnTo>
                    <a:pt x="20176" y="87539"/>
                  </a:lnTo>
                  <a:lnTo>
                    <a:pt x="17733" y="92223"/>
                  </a:lnTo>
                  <a:lnTo>
                    <a:pt x="15440" y="96981"/>
                  </a:lnTo>
                  <a:lnTo>
                    <a:pt x="13299" y="101809"/>
                  </a:lnTo>
                  <a:lnTo>
                    <a:pt x="11311" y="106703"/>
                  </a:lnTo>
                  <a:lnTo>
                    <a:pt x="9478" y="111656"/>
                  </a:lnTo>
                  <a:lnTo>
                    <a:pt x="7803" y="116666"/>
                  </a:lnTo>
                  <a:lnTo>
                    <a:pt x="6287" y="121725"/>
                  </a:lnTo>
                  <a:lnTo>
                    <a:pt x="4932" y="126830"/>
                  </a:lnTo>
                  <a:lnTo>
                    <a:pt x="3739" y="131976"/>
                  </a:lnTo>
                  <a:lnTo>
                    <a:pt x="2709" y="137156"/>
                  </a:lnTo>
                  <a:lnTo>
                    <a:pt x="1843" y="142366"/>
                  </a:lnTo>
                  <a:lnTo>
                    <a:pt x="1142" y="147601"/>
                  </a:lnTo>
                  <a:lnTo>
                    <a:pt x="606" y="152856"/>
                  </a:lnTo>
                  <a:lnTo>
                    <a:pt x="237" y="158125"/>
                  </a:lnTo>
                  <a:lnTo>
                    <a:pt x="35" y="163403"/>
                  </a:lnTo>
                  <a:lnTo>
                    <a:pt x="0" y="168685"/>
                  </a:lnTo>
                  <a:lnTo>
                    <a:pt x="131" y="173965"/>
                  </a:lnTo>
                  <a:lnTo>
                    <a:pt x="429" y="179238"/>
                  </a:lnTo>
                  <a:lnTo>
                    <a:pt x="894" y="184500"/>
                  </a:lnTo>
                  <a:lnTo>
                    <a:pt x="1524" y="189744"/>
                  </a:lnTo>
                  <a:lnTo>
                    <a:pt x="2320" y="194966"/>
                  </a:lnTo>
                  <a:lnTo>
                    <a:pt x="3281" y="200159"/>
                  </a:lnTo>
                  <a:lnTo>
                    <a:pt x="4405" y="205320"/>
                  </a:lnTo>
                  <a:lnTo>
                    <a:pt x="5691" y="210443"/>
                  </a:lnTo>
                  <a:lnTo>
                    <a:pt x="7139" y="215522"/>
                  </a:lnTo>
                  <a:lnTo>
                    <a:pt x="8747" y="220554"/>
                  </a:lnTo>
                  <a:lnTo>
                    <a:pt x="10512" y="225532"/>
                  </a:lnTo>
                  <a:lnTo>
                    <a:pt x="12434" y="230451"/>
                  </a:lnTo>
                  <a:lnTo>
                    <a:pt x="14511" y="235308"/>
                  </a:lnTo>
                  <a:lnTo>
                    <a:pt x="16740" y="240097"/>
                  </a:lnTo>
                  <a:lnTo>
                    <a:pt x="19119" y="244812"/>
                  </a:lnTo>
                  <a:lnTo>
                    <a:pt x="21646" y="249450"/>
                  </a:lnTo>
                  <a:lnTo>
                    <a:pt x="24318" y="254007"/>
                  </a:lnTo>
                  <a:lnTo>
                    <a:pt x="27133" y="258476"/>
                  </a:lnTo>
                  <a:lnTo>
                    <a:pt x="30087" y="262854"/>
                  </a:lnTo>
                  <a:lnTo>
                    <a:pt x="33179" y="267137"/>
                  </a:lnTo>
                  <a:lnTo>
                    <a:pt x="36404" y="271320"/>
                  </a:lnTo>
                  <a:lnTo>
                    <a:pt x="39760" y="275399"/>
                  </a:lnTo>
                  <a:lnTo>
                    <a:pt x="43242" y="279369"/>
                  </a:lnTo>
                  <a:lnTo>
                    <a:pt x="46849" y="283228"/>
                  </a:lnTo>
                  <a:lnTo>
                    <a:pt x="50576" y="286971"/>
                  </a:lnTo>
                  <a:lnTo>
                    <a:pt x="54419" y="290595"/>
                  </a:lnTo>
                  <a:lnTo>
                    <a:pt x="58374" y="294095"/>
                  </a:lnTo>
                  <a:lnTo>
                    <a:pt x="62439" y="297468"/>
                  </a:lnTo>
                  <a:lnTo>
                    <a:pt x="66607" y="300711"/>
                  </a:lnTo>
                  <a:lnTo>
                    <a:pt x="70877" y="303821"/>
                  </a:lnTo>
                  <a:lnTo>
                    <a:pt x="75242" y="306795"/>
                  </a:lnTo>
                  <a:lnTo>
                    <a:pt x="79699" y="309629"/>
                  </a:lnTo>
                  <a:lnTo>
                    <a:pt x="84243" y="312321"/>
                  </a:lnTo>
                  <a:lnTo>
                    <a:pt x="88870" y="314868"/>
                  </a:lnTo>
                  <a:lnTo>
                    <a:pt x="93576" y="317268"/>
                  </a:lnTo>
                  <a:lnTo>
                    <a:pt x="98355" y="319518"/>
                  </a:lnTo>
                  <a:lnTo>
                    <a:pt x="103202" y="321615"/>
                  </a:lnTo>
                  <a:lnTo>
                    <a:pt x="108113" y="323559"/>
                  </a:lnTo>
                  <a:lnTo>
                    <a:pt x="113084" y="325346"/>
                  </a:lnTo>
                  <a:lnTo>
                    <a:pt x="118108" y="326976"/>
                  </a:lnTo>
                  <a:lnTo>
                    <a:pt x="123181" y="328446"/>
                  </a:lnTo>
                  <a:lnTo>
                    <a:pt x="128298" y="329754"/>
                  </a:lnTo>
                  <a:lnTo>
                    <a:pt x="133454" y="330901"/>
                  </a:lnTo>
                  <a:lnTo>
                    <a:pt x="138644" y="331884"/>
                  </a:lnTo>
                  <a:lnTo>
                    <a:pt x="143862" y="332703"/>
                  </a:lnTo>
                  <a:lnTo>
                    <a:pt x="149103" y="333356"/>
                  </a:lnTo>
                  <a:lnTo>
                    <a:pt x="154362" y="333844"/>
                  </a:lnTo>
                  <a:lnTo>
                    <a:pt x="159634" y="334165"/>
                  </a:lnTo>
                  <a:lnTo>
                    <a:pt x="164914" y="334319"/>
                  </a:lnTo>
                  <a:lnTo>
                    <a:pt x="170196" y="334307"/>
                  </a:lnTo>
                  <a:lnTo>
                    <a:pt x="175475" y="334127"/>
                  </a:lnTo>
                  <a:lnTo>
                    <a:pt x="180745" y="333781"/>
                  </a:lnTo>
                  <a:lnTo>
                    <a:pt x="186002" y="333269"/>
                  </a:lnTo>
                  <a:lnTo>
                    <a:pt x="191240" y="332591"/>
                  </a:lnTo>
                  <a:lnTo>
                    <a:pt x="196454" y="331748"/>
                  </a:lnTo>
                  <a:lnTo>
                    <a:pt x="201639" y="330740"/>
                  </a:lnTo>
                  <a:lnTo>
                    <a:pt x="206790" y="329569"/>
                  </a:lnTo>
                  <a:lnTo>
                    <a:pt x="211900" y="328236"/>
                  </a:lnTo>
                  <a:lnTo>
                    <a:pt x="216967" y="326742"/>
                  </a:lnTo>
                  <a:lnTo>
                    <a:pt x="221983" y="325089"/>
                  </a:lnTo>
                  <a:lnTo>
                    <a:pt x="226945" y="323278"/>
                  </a:lnTo>
                  <a:lnTo>
                    <a:pt x="231847" y="321312"/>
                  </a:lnTo>
                  <a:lnTo>
                    <a:pt x="236684" y="319191"/>
                  </a:lnTo>
                  <a:lnTo>
                    <a:pt x="241452" y="316919"/>
                  </a:lnTo>
                  <a:lnTo>
                    <a:pt x="246146" y="314497"/>
                  </a:lnTo>
                  <a:lnTo>
                    <a:pt x="250761" y="311928"/>
                  </a:lnTo>
                  <a:lnTo>
                    <a:pt x="255293" y="309215"/>
                  </a:lnTo>
                  <a:lnTo>
                    <a:pt x="259737" y="306359"/>
                  </a:lnTo>
                  <a:lnTo>
                    <a:pt x="264088" y="303365"/>
                  </a:lnTo>
                  <a:lnTo>
                    <a:pt x="268342" y="300235"/>
                  </a:lnTo>
                  <a:lnTo>
                    <a:pt x="272496" y="296972"/>
                  </a:lnTo>
                  <a:lnTo>
                    <a:pt x="276544" y="293579"/>
                  </a:lnTo>
                  <a:lnTo>
                    <a:pt x="280483" y="290061"/>
                  </a:lnTo>
                  <a:lnTo>
                    <a:pt x="284309" y="286419"/>
                  </a:lnTo>
                  <a:lnTo>
                    <a:pt x="288018" y="282659"/>
                  </a:lnTo>
                  <a:lnTo>
                    <a:pt x="291606" y="278783"/>
                  </a:lnTo>
                  <a:lnTo>
                    <a:pt x="295070" y="274796"/>
                  </a:lnTo>
                  <a:lnTo>
                    <a:pt x="298407" y="270701"/>
                  </a:lnTo>
                  <a:lnTo>
                    <a:pt x="301612" y="266503"/>
                  </a:lnTo>
                  <a:lnTo>
                    <a:pt x="304683" y="262206"/>
                  </a:lnTo>
                  <a:lnTo>
                    <a:pt x="307617" y="257813"/>
                  </a:lnTo>
                  <a:lnTo>
                    <a:pt x="310411" y="253331"/>
                  </a:lnTo>
                  <a:lnTo>
                    <a:pt x="313061" y="248762"/>
                  </a:lnTo>
                  <a:lnTo>
                    <a:pt x="315566" y="244112"/>
                  </a:lnTo>
                  <a:lnTo>
                    <a:pt x="317923" y="239385"/>
                  </a:lnTo>
                  <a:lnTo>
                    <a:pt x="320129" y="234586"/>
                  </a:lnTo>
                  <a:lnTo>
                    <a:pt x="322183" y="229720"/>
                  </a:lnTo>
                  <a:lnTo>
                    <a:pt x="324082" y="224791"/>
                  </a:lnTo>
                  <a:lnTo>
                    <a:pt x="325824" y="219805"/>
                  </a:lnTo>
                  <a:lnTo>
                    <a:pt x="327408" y="214766"/>
                  </a:lnTo>
                  <a:lnTo>
                    <a:pt x="328831" y="209680"/>
                  </a:lnTo>
                  <a:lnTo>
                    <a:pt x="330094" y="204551"/>
                  </a:lnTo>
                  <a:lnTo>
                    <a:pt x="331193" y="199385"/>
                  </a:lnTo>
                  <a:lnTo>
                    <a:pt x="332129" y="194187"/>
                  </a:lnTo>
                  <a:lnTo>
                    <a:pt x="332901" y="188961"/>
                  </a:lnTo>
                  <a:lnTo>
                    <a:pt x="333506" y="183714"/>
                  </a:lnTo>
                  <a:lnTo>
                    <a:pt x="333946" y="178451"/>
                  </a:lnTo>
                  <a:lnTo>
                    <a:pt x="334219" y="173176"/>
                  </a:lnTo>
                  <a:lnTo>
                    <a:pt x="334326" y="167895"/>
                  </a:lnTo>
                  <a:lnTo>
                    <a:pt x="334265" y="162614"/>
                  </a:lnTo>
                  <a:lnTo>
                    <a:pt x="334038" y="157337"/>
                  </a:lnTo>
                  <a:lnTo>
                    <a:pt x="333644" y="152070"/>
                  </a:lnTo>
                  <a:lnTo>
                    <a:pt x="333084" y="146818"/>
                  </a:lnTo>
                  <a:lnTo>
                    <a:pt x="332359" y="141586"/>
                  </a:lnTo>
                  <a:lnTo>
                    <a:pt x="331468" y="136380"/>
                  </a:lnTo>
                  <a:lnTo>
                    <a:pt x="330413" y="131204"/>
                  </a:lnTo>
                  <a:lnTo>
                    <a:pt x="329196" y="126064"/>
                  </a:lnTo>
                  <a:lnTo>
                    <a:pt x="327816" y="120966"/>
                  </a:lnTo>
                  <a:lnTo>
                    <a:pt x="326276" y="115913"/>
                  </a:lnTo>
                  <a:lnTo>
                    <a:pt x="324578" y="110912"/>
                  </a:lnTo>
                  <a:lnTo>
                    <a:pt x="322722" y="105967"/>
                  </a:lnTo>
                  <a:lnTo>
                    <a:pt x="320711" y="101083"/>
                  </a:lnTo>
                  <a:lnTo>
                    <a:pt x="318547" y="96265"/>
                  </a:lnTo>
                  <a:lnTo>
                    <a:pt x="316231" y="91518"/>
                  </a:lnTo>
                  <a:lnTo>
                    <a:pt x="313767" y="86846"/>
                  </a:lnTo>
                  <a:lnTo>
                    <a:pt x="311156" y="82255"/>
                  </a:lnTo>
                  <a:lnTo>
                    <a:pt x="308402" y="77748"/>
                  </a:lnTo>
                  <a:lnTo>
                    <a:pt x="305506" y="73330"/>
                  </a:lnTo>
                  <a:lnTo>
                    <a:pt x="302473" y="69006"/>
                  </a:lnTo>
                  <a:lnTo>
                    <a:pt x="299304" y="64781"/>
                  </a:lnTo>
                  <a:lnTo>
                    <a:pt x="296003" y="60657"/>
                  </a:lnTo>
                  <a:lnTo>
                    <a:pt x="292574" y="56640"/>
                  </a:lnTo>
                  <a:lnTo>
                    <a:pt x="289020" y="52733"/>
                  </a:lnTo>
                  <a:lnTo>
                    <a:pt x="285344" y="48940"/>
                  </a:lnTo>
                  <a:lnTo>
                    <a:pt x="281550" y="45265"/>
                  </a:lnTo>
                  <a:lnTo>
                    <a:pt x="277641" y="41712"/>
                  </a:lnTo>
                  <a:lnTo>
                    <a:pt x="273623" y="38285"/>
                  </a:lnTo>
                  <a:lnTo>
                    <a:pt x="269498" y="34986"/>
                  </a:lnTo>
                  <a:lnTo>
                    <a:pt x="265271" y="31818"/>
                  </a:lnTo>
                  <a:lnTo>
                    <a:pt x="260946" y="28787"/>
                  </a:lnTo>
                  <a:lnTo>
                    <a:pt x="256527" y="25893"/>
                  </a:lnTo>
                  <a:lnTo>
                    <a:pt x="252020" y="23140"/>
                  </a:lnTo>
                  <a:lnTo>
                    <a:pt x="247427" y="20531"/>
                  </a:lnTo>
                  <a:lnTo>
                    <a:pt x="242755" y="18068"/>
                  </a:lnTo>
                  <a:lnTo>
                    <a:pt x="238006" y="15754"/>
                  </a:lnTo>
                  <a:lnTo>
                    <a:pt x="233188" y="13592"/>
                  </a:lnTo>
                  <a:lnTo>
                    <a:pt x="228303" y="11583"/>
                  </a:lnTo>
                  <a:lnTo>
                    <a:pt x="223357" y="9729"/>
                  </a:lnTo>
                  <a:lnTo>
                    <a:pt x="218355" y="8032"/>
                  </a:lnTo>
                  <a:lnTo>
                    <a:pt x="213302" y="6494"/>
                  </a:lnTo>
                  <a:lnTo>
                    <a:pt x="208203" y="5116"/>
                  </a:lnTo>
                  <a:lnTo>
                    <a:pt x="203063" y="3901"/>
                  </a:lnTo>
                  <a:lnTo>
                    <a:pt x="197887" y="2848"/>
                  </a:lnTo>
                  <a:lnTo>
                    <a:pt x="192681" y="1959"/>
                  </a:lnTo>
                  <a:lnTo>
                    <a:pt x="187449" y="1235"/>
                  </a:lnTo>
                  <a:lnTo>
                    <a:pt x="182196" y="677"/>
                  </a:lnTo>
                  <a:lnTo>
                    <a:pt x="176929" y="285"/>
                  </a:lnTo>
                  <a:lnTo>
                    <a:pt x="171652" y="6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81"/>
              <a:ext cx="4491" cy="167107"/>
            </a:xfrm>
            <a:custGeom>
              <a:avLst/>
              <a:pathLst>
                <a:path w="4491" h="167107">
                  <a:moveTo>
                    <a:pt x="4491" y="0"/>
                  </a:moveTo>
                  <a:lnTo>
                    <a:pt x="0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4491" cy="167167"/>
            </a:xfrm>
            <a:custGeom>
              <a:avLst/>
              <a:pathLst>
                <a:path w="4491" h="167167">
                  <a:moveTo>
                    <a:pt x="4491" y="6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57" y="4659281"/>
              <a:ext cx="167167" cy="271745"/>
            </a:xfrm>
            <a:custGeom>
              <a:avLst/>
              <a:pathLst>
                <a:path w="167167" h="271745">
                  <a:moveTo>
                    <a:pt x="167167" y="0"/>
                  </a:moveTo>
                  <a:lnTo>
                    <a:pt x="161802" y="86"/>
                  </a:lnTo>
                  <a:lnTo>
                    <a:pt x="156443" y="344"/>
                  </a:lnTo>
                  <a:lnTo>
                    <a:pt x="151096" y="774"/>
                  </a:lnTo>
                  <a:lnTo>
                    <a:pt x="145764" y="1375"/>
                  </a:lnTo>
                  <a:lnTo>
                    <a:pt x="140455" y="2147"/>
                  </a:lnTo>
                  <a:lnTo>
                    <a:pt x="135173" y="3090"/>
                  </a:lnTo>
                  <a:lnTo>
                    <a:pt x="129925" y="4201"/>
                  </a:lnTo>
                  <a:lnTo>
                    <a:pt x="124714" y="5480"/>
                  </a:lnTo>
                  <a:lnTo>
                    <a:pt x="119548" y="6925"/>
                  </a:lnTo>
                  <a:lnTo>
                    <a:pt x="114430" y="8536"/>
                  </a:lnTo>
                  <a:lnTo>
                    <a:pt x="109367" y="10310"/>
                  </a:lnTo>
                  <a:lnTo>
                    <a:pt x="104363" y="12246"/>
                  </a:lnTo>
                  <a:lnTo>
                    <a:pt x="99424" y="14341"/>
                  </a:lnTo>
                  <a:lnTo>
                    <a:pt x="94554" y="16593"/>
                  </a:lnTo>
                  <a:lnTo>
                    <a:pt x="89760" y="19001"/>
                  </a:lnTo>
                  <a:lnTo>
                    <a:pt x="85045" y="21561"/>
                  </a:lnTo>
                  <a:lnTo>
                    <a:pt x="80415" y="24272"/>
                  </a:lnTo>
                  <a:lnTo>
                    <a:pt x="75874" y="27129"/>
                  </a:lnTo>
                  <a:lnTo>
                    <a:pt x="71427" y="30131"/>
                  </a:lnTo>
                  <a:lnTo>
                    <a:pt x="67079" y="33273"/>
                  </a:lnTo>
                  <a:lnTo>
                    <a:pt x="62834" y="36554"/>
                  </a:lnTo>
                  <a:lnTo>
                    <a:pt x="58696" y="39970"/>
                  </a:lnTo>
                  <a:lnTo>
                    <a:pt x="54671" y="43516"/>
                  </a:lnTo>
                  <a:lnTo>
                    <a:pt x="50761" y="47190"/>
                  </a:lnTo>
                  <a:lnTo>
                    <a:pt x="46970" y="50987"/>
                  </a:lnTo>
                  <a:lnTo>
                    <a:pt x="43304" y="54904"/>
                  </a:lnTo>
                  <a:lnTo>
                    <a:pt x="39765" y="58936"/>
                  </a:lnTo>
                  <a:lnTo>
                    <a:pt x="36358" y="63080"/>
                  </a:lnTo>
                  <a:lnTo>
                    <a:pt x="33085" y="67332"/>
                  </a:lnTo>
                  <a:lnTo>
                    <a:pt x="29950" y="71686"/>
                  </a:lnTo>
                  <a:lnTo>
                    <a:pt x="26957" y="76138"/>
                  </a:lnTo>
                  <a:lnTo>
                    <a:pt x="24108" y="80684"/>
                  </a:lnTo>
                  <a:lnTo>
                    <a:pt x="21407" y="85320"/>
                  </a:lnTo>
                  <a:lnTo>
                    <a:pt x="18855" y="90039"/>
                  </a:lnTo>
                  <a:lnTo>
                    <a:pt x="16457" y="94838"/>
                  </a:lnTo>
                  <a:lnTo>
                    <a:pt x="14213" y="99712"/>
                  </a:lnTo>
                  <a:lnTo>
                    <a:pt x="12127" y="104655"/>
                  </a:lnTo>
                  <a:lnTo>
                    <a:pt x="10201" y="109662"/>
                  </a:lnTo>
                  <a:lnTo>
                    <a:pt x="8437" y="114729"/>
                  </a:lnTo>
                  <a:lnTo>
                    <a:pt x="6836" y="119849"/>
                  </a:lnTo>
                  <a:lnTo>
                    <a:pt x="5400" y="125019"/>
                  </a:lnTo>
                  <a:lnTo>
                    <a:pt x="4131" y="130232"/>
                  </a:lnTo>
                  <a:lnTo>
                    <a:pt x="3029" y="135482"/>
                  </a:lnTo>
                  <a:lnTo>
                    <a:pt x="2097" y="140766"/>
                  </a:lnTo>
                  <a:lnTo>
                    <a:pt x="1335" y="146077"/>
                  </a:lnTo>
                  <a:lnTo>
                    <a:pt x="744" y="151409"/>
                  </a:lnTo>
                  <a:lnTo>
                    <a:pt x="324" y="156758"/>
                  </a:lnTo>
                  <a:lnTo>
                    <a:pt x="76" y="162117"/>
                  </a:lnTo>
                  <a:lnTo>
                    <a:pt x="0" y="167481"/>
                  </a:lnTo>
                  <a:lnTo>
                    <a:pt x="96" y="172846"/>
                  </a:lnTo>
                  <a:lnTo>
                    <a:pt x="364" y="178204"/>
                  </a:lnTo>
                  <a:lnTo>
                    <a:pt x="804" y="183551"/>
                  </a:lnTo>
                  <a:lnTo>
                    <a:pt x="1415" y="188881"/>
                  </a:lnTo>
                  <a:lnTo>
                    <a:pt x="2198" y="194189"/>
                  </a:lnTo>
                  <a:lnTo>
                    <a:pt x="3150" y="199469"/>
                  </a:lnTo>
                  <a:lnTo>
                    <a:pt x="4271" y="204715"/>
                  </a:lnTo>
                  <a:lnTo>
                    <a:pt x="5560" y="209923"/>
                  </a:lnTo>
                  <a:lnTo>
                    <a:pt x="7015" y="215087"/>
                  </a:lnTo>
                  <a:lnTo>
                    <a:pt x="8635" y="220202"/>
                  </a:lnTo>
                  <a:lnTo>
                    <a:pt x="10419" y="225262"/>
                  </a:lnTo>
                  <a:lnTo>
                    <a:pt x="12364" y="230262"/>
                  </a:lnTo>
                  <a:lnTo>
                    <a:pt x="14468" y="235197"/>
                  </a:lnTo>
                  <a:lnTo>
                    <a:pt x="16730" y="240062"/>
                  </a:lnTo>
                  <a:lnTo>
                    <a:pt x="19147" y="244852"/>
                  </a:lnTo>
                  <a:lnTo>
                    <a:pt x="21716" y="249562"/>
                  </a:lnTo>
                  <a:lnTo>
                    <a:pt x="24435" y="254187"/>
                  </a:lnTo>
                  <a:lnTo>
                    <a:pt x="27301" y="258723"/>
                  </a:lnTo>
                  <a:lnTo>
                    <a:pt x="30311" y="263164"/>
                  </a:lnTo>
                  <a:lnTo>
                    <a:pt x="33462" y="267506"/>
                  </a:lnTo>
                  <a:lnTo>
                    <a:pt x="36750" y="27174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6108" y="4826449"/>
              <a:ext cx="130416" cy="104578"/>
            </a:xfrm>
            <a:custGeom>
              <a:avLst/>
              <a:pathLst>
                <a:path w="130416" h="104578">
                  <a:moveTo>
                    <a:pt x="0" y="104578"/>
                  </a:moveTo>
                  <a:lnTo>
                    <a:pt x="1304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56108" y="4826449"/>
              <a:ext cx="130416" cy="119861"/>
            </a:xfrm>
            <a:custGeom>
              <a:avLst/>
              <a:pathLst>
                <a:path w="130416" h="119861">
                  <a:moveTo>
                    <a:pt x="0" y="104578"/>
                  </a:moveTo>
                  <a:lnTo>
                    <a:pt x="6708" y="112434"/>
                  </a:lnTo>
                  <a:lnTo>
                    <a:pt x="13890" y="119861"/>
                  </a:lnTo>
                  <a:lnTo>
                    <a:pt x="13041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69999" y="4659281"/>
              <a:ext cx="283681" cy="334329"/>
            </a:xfrm>
            <a:custGeom>
              <a:avLst/>
              <a:pathLst>
                <a:path w="283681" h="334329">
                  <a:moveTo>
                    <a:pt x="0" y="287028"/>
                  </a:moveTo>
                  <a:lnTo>
                    <a:pt x="3871" y="290674"/>
                  </a:lnTo>
                  <a:lnTo>
                    <a:pt x="7856" y="294194"/>
                  </a:lnTo>
                  <a:lnTo>
                    <a:pt x="11951" y="297587"/>
                  </a:lnTo>
                  <a:lnTo>
                    <a:pt x="16153" y="300847"/>
                  </a:lnTo>
                  <a:lnTo>
                    <a:pt x="20455" y="303972"/>
                  </a:lnTo>
                  <a:lnTo>
                    <a:pt x="24855" y="306958"/>
                  </a:lnTo>
                  <a:lnTo>
                    <a:pt x="29348" y="309803"/>
                  </a:lnTo>
                  <a:lnTo>
                    <a:pt x="33929" y="312504"/>
                  </a:lnTo>
                  <a:lnTo>
                    <a:pt x="38593" y="315057"/>
                  </a:lnTo>
                  <a:lnTo>
                    <a:pt x="43337" y="317461"/>
                  </a:lnTo>
                  <a:lnTo>
                    <a:pt x="48154" y="319713"/>
                  </a:lnTo>
                  <a:lnTo>
                    <a:pt x="53041" y="321811"/>
                  </a:lnTo>
                  <a:lnTo>
                    <a:pt x="57991" y="323752"/>
                  </a:lnTo>
                  <a:lnTo>
                    <a:pt x="63001" y="325534"/>
                  </a:lnTo>
                  <a:lnTo>
                    <a:pt x="68066" y="327156"/>
                  </a:lnTo>
                  <a:lnTo>
                    <a:pt x="73179" y="328617"/>
                  </a:lnTo>
                  <a:lnTo>
                    <a:pt x="78336" y="329914"/>
                  </a:lnTo>
                  <a:lnTo>
                    <a:pt x="83532" y="331046"/>
                  </a:lnTo>
                  <a:lnTo>
                    <a:pt x="88761" y="332013"/>
                  </a:lnTo>
                  <a:lnTo>
                    <a:pt x="94018" y="332812"/>
                  </a:lnTo>
                  <a:lnTo>
                    <a:pt x="99298" y="333444"/>
                  </a:lnTo>
                  <a:lnTo>
                    <a:pt x="104596" y="333908"/>
                  </a:lnTo>
                  <a:lnTo>
                    <a:pt x="109905" y="334203"/>
                  </a:lnTo>
                  <a:lnTo>
                    <a:pt x="115221" y="334329"/>
                  </a:lnTo>
                  <a:lnTo>
                    <a:pt x="120539" y="334286"/>
                  </a:lnTo>
                  <a:lnTo>
                    <a:pt x="125852" y="334074"/>
                  </a:lnTo>
                  <a:lnTo>
                    <a:pt x="131156" y="333693"/>
                  </a:lnTo>
                  <a:lnTo>
                    <a:pt x="136446" y="333143"/>
                  </a:lnTo>
                  <a:lnTo>
                    <a:pt x="141715" y="332426"/>
                  </a:lnTo>
                  <a:lnTo>
                    <a:pt x="146958" y="331541"/>
                  </a:lnTo>
                  <a:lnTo>
                    <a:pt x="152171" y="330490"/>
                  </a:lnTo>
                  <a:lnTo>
                    <a:pt x="157348" y="329273"/>
                  </a:lnTo>
                  <a:lnTo>
                    <a:pt x="162483" y="327893"/>
                  </a:lnTo>
                  <a:lnTo>
                    <a:pt x="167572" y="326350"/>
                  </a:lnTo>
                  <a:lnTo>
                    <a:pt x="172609" y="324646"/>
                  </a:lnTo>
                  <a:lnTo>
                    <a:pt x="177590" y="322782"/>
                  </a:lnTo>
                  <a:lnTo>
                    <a:pt x="182509" y="320761"/>
                  </a:lnTo>
                  <a:lnTo>
                    <a:pt x="187361" y="318585"/>
                  </a:lnTo>
                  <a:lnTo>
                    <a:pt x="192141" y="316255"/>
                  </a:lnTo>
                  <a:lnTo>
                    <a:pt x="196845" y="313774"/>
                  </a:lnTo>
                  <a:lnTo>
                    <a:pt x="201467" y="311146"/>
                  </a:lnTo>
                  <a:lnTo>
                    <a:pt x="206003" y="308371"/>
                  </a:lnTo>
                  <a:lnTo>
                    <a:pt x="210449" y="305454"/>
                  </a:lnTo>
                  <a:lnTo>
                    <a:pt x="214800" y="302396"/>
                  </a:lnTo>
                  <a:lnTo>
                    <a:pt x="219052" y="299202"/>
                  </a:lnTo>
                  <a:lnTo>
                    <a:pt x="223200" y="295874"/>
                  </a:lnTo>
                  <a:lnTo>
                    <a:pt x="227239" y="292416"/>
                  </a:lnTo>
                  <a:lnTo>
                    <a:pt x="231167" y="288831"/>
                  </a:lnTo>
                  <a:lnTo>
                    <a:pt x="234979" y="285123"/>
                  </a:lnTo>
                  <a:lnTo>
                    <a:pt x="238671" y="281296"/>
                  </a:lnTo>
                  <a:lnTo>
                    <a:pt x="242239" y="277353"/>
                  </a:lnTo>
                  <a:lnTo>
                    <a:pt x="245680" y="273299"/>
                  </a:lnTo>
                  <a:lnTo>
                    <a:pt x="248990" y="269137"/>
                  </a:lnTo>
                  <a:lnTo>
                    <a:pt x="252167" y="264872"/>
                  </a:lnTo>
                  <a:lnTo>
                    <a:pt x="255206" y="260509"/>
                  </a:lnTo>
                  <a:lnTo>
                    <a:pt x="258104" y="256050"/>
                  </a:lnTo>
                  <a:lnTo>
                    <a:pt x="260860" y="251502"/>
                  </a:lnTo>
                  <a:lnTo>
                    <a:pt x="263469" y="246869"/>
                  </a:lnTo>
                  <a:lnTo>
                    <a:pt x="265930" y="242155"/>
                  </a:lnTo>
                  <a:lnTo>
                    <a:pt x="268240" y="237365"/>
                  </a:lnTo>
                  <a:lnTo>
                    <a:pt x="270396" y="232504"/>
                  </a:lnTo>
                  <a:lnTo>
                    <a:pt x="272396" y="227577"/>
                  </a:lnTo>
                  <a:lnTo>
                    <a:pt x="274238" y="222588"/>
                  </a:lnTo>
                  <a:lnTo>
                    <a:pt x="275921" y="217544"/>
                  </a:lnTo>
                  <a:lnTo>
                    <a:pt x="277443" y="212449"/>
                  </a:lnTo>
                  <a:lnTo>
                    <a:pt x="278802" y="207307"/>
                  </a:lnTo>
                  <a:lnTo>
                    <a:pt x="279997" y="202126"/>
                  </a:lnTo>
                  <a:lnTo>
                    <a:pt x="281026" y="196908"/>
                  </a:lnTo>
                  <a:lnTo>
                    <a:pt x="281888" y="191661"/>
                  </a:lnTo>
                  <a:lnTo>
                    <a:pt x="282584" y="186389"/>
                  </a:lnTo>
                  <a:lnTo>
                    <a:pt x="283111" y="181098"/>
                  </a:lnTo>
                  <a:lnTo>
                    <a:pt x="283470" y="175792"/>
                  </a:lnTo>
                  <a:lnTo>
                    <a:pt x="283660" y="170478"/>
                  </a:lnTo>
                  <a:lnTo>
                    <a:pt x="283681" y="165160"/>
                  </a:lnTo>
                  <a:lnTo>
                    <a:pt x="283532" y="159844"/>
                  </a:lnTo>
                  <a:lnTo>
                    <a:pt x="283215" y="154536"/>
                  </a:lnTo>
                  <a:lnTo>
                    <a:pt x="282729" y="149241"/>
                  </a:lnTo>
                  <a:lnTo>
                    <a:pt x="282074" y="143963"/>
                  </a:lnTo>
                  <a:lnTo>
                    <a:pt x="281253" y="138710"/>
                  </a:lnTo>
                  <a:lnTo>
                    <a:pt x="280264" y="133484"/>
                  </a:lnTo>
                  <a:lnTo>
                    <a:pt x="279110" y="128294"/>
                  </a:lnTo>
                  <a:lnTo>
                    <a:pt x="277791" y="123142"/>
                  </a:lnTo>
                  <a:lnTo>
                    <a:pt x="276309" y="118035"/>
                  </a:lnTo>
                  <a:lnTo>
                    <a:pt x="274666" y="112977"/>
                  </a:lnTo>
                  <a:lnTo>
                    <a:pt x="272862" y="107975"/>
                  </a:lnTo>
                  <a:lnTo>
                    <a:pt x="270900" y="103032"/>
                  </a:lnTo>
                  <a:lnTo>
                    <a:pt x="268782" y="98155"/>
                  </a:lnTo>
                  <a:lnTo>
                    <a:pt x="266510" y="93347"/>
                  </a:lnTo>
                  <a:lnTo>
                    <a:pt x="264087" y="88614"/>
                  </a:lnTo>
                  <a:lnTo>
                    <a:pt x="261513" y="83960"/>
                  </a:lnTo>
                  <a:lnTo>
                    <a:pt x="258793" y="79390"/>
                  </a:lnTo>
                  <a:lnTo>
                    <a:pt x="255930" y="74910"/>
                  </a:lnTo>
                  <a:lnTo>
                    <a:pt x="252925" y="70522"/>
                  </a:lnTo>
                  <a:lnTo>
                    <a:pt x="249782" y="66233"/>
                  </a:lnTo>
                  <a:lnTo>
                    <a:pt x="246504" y="62046"/>
                  </a:lnTo>
                  <a:lnTo>
                    <a:pt x="243095" y="57965"/>
                  </a:lnTo>
                  <a:lnTo>
                    <a:pt x="239557" y="53994"/>
                  </a:lnTo>
                  <a:lnTo>
                    <a:pt x="235895" y="50138"/>
                  </a:lnTo>
                  <a:lnTo>
                    <a:pt x="232113" y="46401"/>
                  </a:lnTo>
                  <a:lnTo>
                    <a:pt x="228213" y="42785"/>
                  </a:lnTo>
                  <a:lnTo>
                    <a:pt x="224200" y="39296"/>
                  </a:lnTo>
                  <a:lnTo>
                    <a:pt x="220079" y="35936"/>
                  </a:lnTo>
                  <a:lnTo>
                    <a:pt x="215852" y="32708"/>
                  </a:lnTo>
                  <a:lnTo>
                    <a:pt x="211525" y="29617"/>
                  </a:lnTo>
                  <a:lnTo>
                    <a:pt x="207102" y="26665"/>
                  </a:lnTo>
                  <a:lnTo>
                    <a:pt x="202587" y="23855"/>
                  </a:lnTo>
                  <a:lnTo>
                    <a:pt x="197986" y="21190"/>
                  </a:lnTo>
                  <a:lnTo>
                    <a:pt x="193301" y="18673"/>
                  </a:lnTo>
                  <a:lnTo>
                    <a:pt x="188539" y="16306"/>
                  </a:lnTo>
                  <a:lnTo>
                    <a:pt x="183705" y="14092"/>
                  </a:lnTo>
                  <a:lnTo>
                    <a:pt x="178802" y="12033"/>
                  </a:lnTo>
                  <a:lnTo>
                    <a:pt x="173836" y="10131"/>
                  </a:lnTo>
                  <a:lnTo>
                    <a:pt x="168812" y="8387"/>
                  </a:lnTo>
                  <a:lnTo>
                    <a:pt x="163736" y="6804"/>
                  </a:lnTo>
                  <a:lnTo>
                    <a:pt x="158611" y="5384"/>
                  </a:lnTo>
                  <a:lnTo>
                    <a:pt x="153444" y="4127"/>
                  </a:lnTo>
                  <a:lnTo>
                    <a:pt x="148240" y="3035"/>
                  </a:lnTo>
                  <a:lnTo>
                    <a:pt x="143003" y="2110"/>
                  </a:lnTo>
                  <a:lnTo>
                    <a:pt x="137740" y="1351"/>
                  </a:lnTo>
                  <a:lnTo>
                    <a:pt x="132455" y="760"/>
                  </a:lnTo>
                  <a:lnTo>
                    <a:pt x="127154" y="338"/>
                  </a:lnTo>
                  <a:lnTo>
                    <a:pt x="121842" y="84"/>
                  </a:lnTo>
                  <a:lnTo>
                    <a:pt x="116525" y="0"/>
                  </a:lnTo>
                  <a:lnTo>
                    <a:pt x="1165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822" y="5018213"/>
              <a:ext cx="898" cy="167167"/>
            </a:xfrm>
            <a:custGeom>
              <a:avLst/>
              <a:pathLst>
                <a:path w="898" h="167167">
                  <a:moveTo>
                    <a:pt x="898" y="0"/>
                  </a:moveTo>
                  <a:lnTo>
                    <a:pt x="0" y="2"/>
                  </a:lnTo>
                  <a:lnTo>
                    <a:pt x="89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70" y="5018215"/>
              <a:ext cx="334317" cy="334327"/>
            </a:xfrm>
            <a:custGeom>
              <a:avLst/>
              <a:pathLst>
                <a:path w="334317" h="334327">
                  <a:moveTo>
                    <a:pt x="166251" y="0"/>
                  </a:moveTo>
                  <a:lnTo>
                    <a:pt x="160970" y="111"/>
                  </a:lnTo>
                  <a:lnTo>
                    <a:pt x="155696" y="390"/>
                  </a:lnTo>
                  <a:lnTo>
                    <a:pt x="150433" y="835"/>
                  </a:lnTo>
                  <a:lnTo>
                    <a:pt x="145186" y="1446"/>
                  </a:lnTo>
                  <a:lnTo>
                    <a:pt x="139962" y="2223"/>
                  </a:lnTo>
                  <a:lnTo>
                    <a:pt x="134765" y="3164"/>
                  </a:lnTo>
                  <a:lnTo>
                    <a:pt x="129600" y="4269"/>
                  </a:lnTo>
                  <a:lnTo>
                    <a:pt x="124472" y="5537"/>
                  </a:lnTo>
                  <a:lnTo>
                    <a:pt x="119387" y="6966"/>
                  </a:lnTo>
                  <a:lnTo>
                    <a:pt x="114350" y="8554"/>
                  </a:lnTo>
                  <a:lnTo>
                    <a:pt x="109365" y="10302"/>
                  </a:lnTo>
                  <a:lnTo>
                    <a:pt x="104439" y="12205"/>
                  </a:lnTo>
                  <a:lnTo>
                    <a:pt x="99574" y="14264"/>
                  </a:lnTo>
                  <a:lnTo>
                    <a:pt x="94778" y="16475"/>
                  </a:lnTo>
                  <a:lnTo>
                    <a:pt x="90053" y="18837"/>
                  </a:lnTo>
                  <a:lnTo>
                    <a:pt x="85406" y="21346"/>
                  </a:lnTo>
                  <a:lnTo>
                    <a:pt x="80840" y="24002"/>
                  </a:lnTo>
                  <a:lnTo>
                    <a:pt x="76360" y="26800"/>
                  </a:lnTo>
                  <a:lnTo>
                    <a:pt x="71971" y="29738"/>
                  </a:lnTo>
                  <a:lnTo>
                    <a:pt x="67677" y="32814"/>
                  </a:lnTo>
                  <a:lnTo>
                    <a:pt x="63482" y="36023"/>
                  </a:lnTo>
                  <a:lnTo>
                    <a:pt x="59391" y="39364"/>
                  </a:lnTo>
                  <a:lnTo>
                    <a:pt x="55407" y="42832"/>
                  </a:lnTo>
                  <a:lnTo>
                    <a:pt x="51535" y="46424"/>
                  </a:lnTo>
                  <a:lnTo>
                    <a:pt x="47778" y="50137"/>
                  </a:lnTo>
                  <a:lnTo>
                    <a:pt x="44140" y="53967"/>
                  </a:lnTo>
                  <a:lnTo>
                    <a:pt x="40626" y="57909"/>
                  </a:lnTo>
                  <a:lnTo>
                    <a:pt x="37237" y="61961"/>
                  </a:lnTo>
                  <a:lnTo>
                    <a:pt x="33978" y="66118"/>
                  </a:lnTo>
                  <a:lnTo>
                    <a:pt x="30853" y="70375"/>
                  </a:lnTo>
                  <a:lnTo>
                    <a:pt x="27863" y="74730"/>
                  </a:lnTo>
                  <a:lnTo>
                    <a:pt x="25012" y="79176"/>
                  </a:lnTo>
                  <a:lnTo>
                    <a:pt x="22303" y="83711"/>
                  </a:lnTo>
                  <a:lnTo>
                    <a:pt x="19739" y="88328"/>
                  </a:lnTo>
                  <a:lnTo>
                    <a:pt x="17322" y="93025"/>
                  </a:lnTo>
                  <a:lnTo>
                    <a:pt x="15055" y="97795"/>
                  </a:lnTo>
                  <a:lnTo>
                    <a:pt x="12939" y="102635"/>
                  </a:lnTo>
                  <a:lnTo>
                    <a:pt x="10977" y="107539"/>
                  </a:lnTo>
                  <a:lnTo>
                    <a:pt x="9172" y="112502"/>
                  </a:lnTo>
                  <a:lnTo>
                    <a:pt x="7524" y="117520"/>
                  </a:lnTo>
                  <a:lnTo>
                    <a:pt x="6035" y="122588"/>
                  </a:lnTo>
                  <a:lnTo>
                    <a:pt x="4707" y="127700"/>
                  </a:lnTo>
                  <a:lnTo>
                    <a:pt x="3541" y="132852"/>
                  </a:lnTo>
                  <a:lnTo>
                    <a:pt x="2539" y="138038"/>
                  </a:lnTo>
                  <a:lnTo>
                    <a:pt x="1701" y="143253"/>
                  </a:lnTo>
                  <a:lnTo>
                    <a:pt x="1028" y="148492"/>
                  </a:lnTo>
                  <a:lnTo>
                    <a:pt x="521" y="153749"/>
                  </a:lnTo>
                  <a:lnTo>
                    <a:pt x="181" y="159020"/>
                  </a:lnTo>
                  <a:lnTo>
                    <a:pt x="7" y="164299"/>
                  </a:lnTo>
                  <a:lnTo>
                    <a:pt x="0" y="169581"/>
                  </a:lnTo>
                  <a:lnTo>
                    <a:pt x="159" y="174860"/>
                  </a:lnTo>
                  <a:lnTo>
                    <a:pt x="486" y="180132"/>
                  </a:lnTo>
                  <a:lnTo>
                    <a:pt x="979" y="185391"/>
                  </a:lnTo>
                  <a:lnTo>
                    <a:pt x="1637" y="190631"/>
                  </a:lnTo>
                  <a:lnTo>
                    <a:pt x="2461" y="195849"/>
                  </a:lnTo>
                  <a:lnTo>
                    <a:pt x="3450" y="201037"/>
                  </a:lnTo>
                  <a:lnTo>
                    <a:pt x="4602" y="206192"/>
                  </a:lnTo>
                  <a:lnTo>
                    <a:pt x="5916" y="211308"/>
                  </a:lnTo>
                  <a:lnTo>
                    <a:pt x="7391" y="216379"/>
                  </a:lnTo>
                  <a:lnTo>
                    <a:pt x="9025" y="221402"/>
                  </a:lnTo>
                  <a:lnTo>
                    <a:pt x="10818" y="226370"/>
                  </a:lnTo>
                  <a:lnTo>
                    <a:pt x="12766" y="231280"/>
                  </a:lnTo>
                  <a:lnTo>
                    <a:pt x="14869" y="236125"/>
                  </a:lnTo>
                  <a:lnTo>
                    <a:pt x="17123" y="240902"/>
                  </a:lnTo>
                  <a:lnTo>
                    <a:pt x="19528" y="245604"/>
                  </a:lnTo>
                  <a:lnTo>
                    <a:pt x="22080" y="250229"/>
                  </a:lnTo>
                  <a:lnTo>
                    <a:pt x="24776" y="254771"/>
                  </a:lnTo>
                  <a:lnTo>
                    <a:pt x="27615" y="259225"/>
                  </a:lnTo>
                  <a:lnTo>
                    <a:pt x="30593" y="263587"/>
                  </a:lnTo>
                  <a:lnTo>
                    <a:pt x="33707" y="267853"/>
                  </a:lnTo>
                  <a:lnTo>
                    <a:pt x="36955" y="272018"/>
                  </a:lnTo>
                  <a:lnTo>
                    <a:pt x="40333" y="276079"/>
                  </a:lnTo>
                  <a:lnTo>
                    <a:pt x="43837" y="280031"/>
                  </a:lnTo>
                  <a:lnTo>
                    <a:pt x="47464" y="283871"/>
                  </a:lnTo>
                  <a:lnTo>
                    <a:pt x="51211" y="287594"/>
                  </a:lnTo>
                  <a:lnTo>
                    <a:pt x="55073" y="291196"/>
                  </a:lnTo>
                  <a:lnTo>
                    <a:pt x="59048" y="294675"/>
                  </a:lnTo>
                  <a:lnTo>
                    <a:pt x="63130" y="298027"/>
                  </a:lnTo>
                  <a:lnTo>
                    <a:pt x="67316" y="301248"/>
                  </a:lnTo>
                  <a:lnTo>
                    <a:pt x="71602" y="304335"/>
                  </a:lnTo>
                  <a:lnTo>
                    <a:pt x="75983" y="307285"/>
                  </a:lnTo>
                  <a:lnTo>
                    <a:pt x="80455" y="310095"/>
                  </a:lnTo>
                  <a:lnTo>
                    <a:pt x="85014" y="312762"/>
                  </a:lnTo>
                  <a:lnTo>
                    <a:pt x="89655" y="315285"/>
                  </a:lnTo>
                  <a:lnTo>
                    <a:pt x="94373" y="317659"/>
                  </a:lnTo>
                  <a:lnTo>
                    <a:pt x="99164" y="319883"/>
                  </a:lnTo>
                  <a:lnTo>
                    <a:pt x="104022" y="321954"/>
                  </a:lnTo>
                  <a:lnTo>
                    <a:pt x="108944" y="323872"/>
                  </a:lnTo>
                  <a:lnTo>
                    <a:pt x="113924" y="325632"/>
                  </a:lnTo>
                  <a:lnTo>
                    <a:pt x="118957" y="327235"/>
                  </a:lnTo>
                  <a:lnTo>
                    <a:pt x="124038" y="328677"/>
                  </a:lnTo>
                  <a:lnTo>
                    <a:pt x="129162" y="329959"/>
                  </a:lnTo>
                  <a:lnTo>
                    <a:pt x="134324" y="331077"/>
                  </a:lnTo>
                  <a:lnTo>
                    <a:pt x="139519" y="332033"/>
                  </a:lnTo>
                  <a:lnTo>
                    <a:pt x="144741" y="332823"/>
                  </a:lnTo>
                  <a:lnTo>
                    <a:pt x="149986" y="333449"/>
                  </a:lnTo>
                  <a:lnTo>
                    <a:pt x="155248" y="333908"/>
                  </a:lnTo>
                  <a:lnTo>
                    <a:pt x="160521" y="334201"/>
                  </a:lnTo>
                  <a:lnTo>
                    <a:pt x="165802" y="334327"/>
                  </a:lnTo>
                  <a:lnTo>
                    <a:pt x="171083" y="334286"/>
                  </a:lnTo>
                  <a:lnTo>
                    <a:pt x="176361" y="334078"/>
                  </a:lnTo>
                  <a:lnTo>
                    <a:pt x="181630" y="333704"/>
                  </a:lnTo>
                  <a:lnTo>
                    <a:pt x="186884" y="333163"/>
                  </a:lnTo>
                  <a:lnTo>
                    <a:pt x="192118" y="332457"/>
                  </a:lnTo>
                  <a:lnTo>
                    <a:pt x="197328" y="331585"/>
                  </a:lnTo>
                  <a:lnTo>
                    <a:pt x="202507" y="330550"/>
                  </a:lnTo>
                  <a:lnTo>
                    <a:pt x="207651" y="329351"/>
                  </a:lnTo>
                  <a:lnTo>
                    <a:pt x="212755" y="327991"/>
                  </a:lnTo>
                  <a:lnTo>
                    <a:pt x="217813" y="326470"/>
                  </a:lnTo>
                  <a:lnTo>
                    <a:pt x="222821" y="324790"/>
                  </a:lnTo>
                  <a:lnTo>
                    <a:pt x="227772" y="322952"/>
                  </a:lnTo>
                  <a:lnTo>
                    <a:pt x="232664" y="320959"/>
                  </a:lnTo>
                  <a:lnTo>
                    <a:pt x="237490" y="318813"/>
                  </a:lnTo>
                  <a:lnTo>
                    <a:pt x="242246" y="316515"/>
                  </a:lnTo>
                  <a:lnTo>
                    <a:pt x="246927" y="314068"/>
                  </a:lnTo>
                  <a:lnTo>
                    <a:pt x="251528" y="311474"/>
                  </a:lnTo>
                  <a:lnTo>
                    <a:pt x="256045" y="308736"/>
                  </a:lnTo>
                  <a:lnTo>
                    <a:pt x="260473" y="305857"/>
                  </a:lnTo>
                  <a:lnTo>
                    <a:pt x="264808" y="302840"/>
                  </a:lnTo>
                  <a:lnTo>
                    <a:pt x="269045" y="299687"/>
                  </a:lnTo>
                  <a:lnTo>
                    <a:pt x="273181" y="296402"/>
                  </a:lnTo>
                  <a:lnTo>
                    <a:pt x="277211" y="292987"/>
                  </a:lnTo>
                  <a:lnTo>
                    <a:pt x="281131" y="289447"/>
                  </a:lnTo>
                  <a:lnTo>
                    <a:pt x="284938" y="285785"/>
                  </a:lnTo>
                  <a:lnTo>
                    <a:pt x="288626" y="282005"/>
                  </a:lnTo>
                  <a:lnTo>
                    <a:pt x="292194" y="278110"/>
                  </a:lnTo>
                  <a:lnTo>
                    <a:pt x="295636" y="274104"/>
                  </a:lnTo>
                  <a:lnTo>
                    <a:pt x="298951" y="269992"/>
                  </a:lnTo>
                  <a:lnTo>
                    <a:pt x="302133" y="265776"/>
                  </a:lnTo>
                  <a:lnTo>
                    <a:pt x="305181" y="261463"/>
                  </a:lnTo>
                  <a:lnTo>
                    <a:pt x="308092" y="257055"/>
                  </a:lnTo>
                  <a:lnTo>
                    <a:pt x="310861" y="252557"/>
                  </a:lnTo>
                  <a:lnTo>
                    <a:pt x="313487" y="247974"/>
                  </a:lnTo>
                  <a:lnTo>
                    <a:pt x="315967" y="243311"/>
                  </a:lnTo>
                  <a:lnTo>
                    <a:pt x="318298" y="238571"/>
                  </a:lnTo>
                  <a:lnTo>
                    <a:pt x="320479" y="233761"/>
                  </a:lnTo>
                  <a:lnTo>
                    <a:pt x="322506" y="228883"/>
                  </a:lnTo>
                  <a:lnTo>
                    <a:pt x="324379" y="223945"/>
                  </a:lnTo>
                  <a:lnTo>
                    <a:pt x="326094" y="218949"/>
                  </a:lnTo>
                  <a:lnTo>
                    <a:pt x="327651" y="213902"/>
                  </a:lnTo>
                  <a:lnTo>
                    <a:pt x="329047" y="208808"/>
                  </a:lnTo>
                  <a:lnTo>
                    <a:pt x="330282" y="203672"/>
                  </a:lnTo>
                  <a:lnTo>
                    <a:pt x="331354" y="198500"/>
                  </a:lnTo>
                  <a:lnTo>
                    <a:pt x="332262" y="193297"/>
                  </a:lnTo>
                  <a:lnTo>
                    <a:pt x="333005" y="188068"/>
                  </a:lnTo>
                  <a:lnTo>
                    <a:pt x="333582" y="182818"/>
                  </a:lnTo>
                  <a:lnTo>
                    <a:pt x="333994" y="177552"/>
                  </a:lnTo>
                  <a:lnTo>
                    <a:pt x="334239" y="172276"/>
                  </a:lnTo>
                  <a:lnTo>
                    <a:pt x="334317" y="166994"/>
                  </a:lnTo>
                  <a:lnTo>
                    <a:pt x="334228" y="161713"/>
                  </a:lnTo>
                  <a:lnTo>
                    <a:pt x="333972" y="156438"/>
                  </a:lnTo>
                  <a:lnTo>
                    <a:pt x="333550" y="151173"/>
                  </a:lnTo>
                  <a:lnTo>
                    <a:pt x="332962" y="145924"/>
                  </a:lnTo>
                  <a:lnTo>
                    <a:pt x="332208" y="140696"/>
                  </a:lnTo>
                  <a:lnTo>
                    <a:pt x="331290" y="135494"/>
                  </a:lnTo>
                  <a:lnTo>
                    <a:pt x="330207" y="130325"/>
                  </a:lnTo>
                  <a:lnTo>
                    <a:pt x="328962" y="125192"/>
                  </a:lnTo>
                  <a:lnTo>
                    <a:pt x="327555" y="120101"/>
                  </a:lnTo>
                  <a:lnTo>
                    <a:pt x="325988" y="115057"/>
                  </a:lnTo>
                  <a:lnTo>
                    <a:pt x="324263" y="110065"/>
                  </a:lnTo>
                  <a:lnTo>
                    <a:pt x="322380" y="105129"/>
                  </a:lnTo>
                  <a:lnTo>
                    <a:pt x="320343" y="100256"/>
                  </a:lnTo>
                  <a:lnTo>
                    <a:pt x="318153" y="95450"/>
                  </a:lnTo>
                  <a:lnTo>
                    <a:pt x="315812" y="90715"/>
                  </a:lnTo>
                  <a:lnTo>
                    <a:pt x="313322" y="86057"/>
                  </a:lnTo>
                  <a:lnTo>
                    <a:pt x="310687" y="81479"/>
                  </a:lnTo>
                  <a:lnTo>
                    <a:pt x="307908" y="76987"/>
                  </a:lnTo>
                  <a:lnTo>
                    <a:pt x="304989" y="72586"/>
                  </a:lnTo>
                  <a:lnTo>
                    <a:pt x="301932" y="68278"/>
                  </a:lnTo>
                  <a:lnTo>
                    <a:pt x="298741" y="64069"/>
                  </a:lnTo>
                  <a:lnTo>
                    <a:pt x="295418" y="59964"/>
                  </a:lnTo>
                  <a:lnTo>
                    <a:pt x="291968" y="55965"/>
                  </a:lnTo>
                  <a:lnTo>
                    <a:pt x="288392" y="52077"/>
                  </a:lnTo>
                  <a:lnTo>
                    <a:pt x="284696" y="48304"/>
                  </a:lnTo>
                  <a:lnTo>
                    <a:pt x="280882" y="44650"/>
                  </a:lnTo>
                  <a:lnTo>
                    <a:pt x="276955" y="41118"/>
                  </a:lnTo>
                  <a:lnTo>
                    <a:pt x="272918" y="37712"/>
                  </a:lnTo>
                  <a:lnTo>
                    <a:pt x="268775" y="34435"/>
                  </a:lnTo>
                  <a:lnTo>
                    <a:pt x="264532" y="31291"/>
                  </a:lnTo>
                  <a:lnTo>
                    <a:pt x="260190" y="28282"/>
                  </a:lnTo>
                  <a:lnTo>
                    <a:pt x="255756" y="25412"/>
                  </a:lnTo>
                  <a:lnTo>
                    <a:pt x="251234" y="22683"/>
                  </a:lnTo>
                  <a:lnTo>
                    <a:pt x="246627" y="20099"/>
                  </a:lnTo>
                  <a:lnTo>
                    <a:pt x="241942" y="17662"/>
                  </a:lnTo>
                  <a:lnTo>
                    <a:pt x="237181" y="15373"/>
                  </a:lnTo>
                  <a:lnTo>
                    <a:pt x="232351" y="13237"/>
                  </a:lnTo>
                  <a:lnTo>
                    <a:pt x="227455" y="11254"/>
                  </a:lnTo>
                  <a:lnTo>
                    <a:pt x="222499" y="9426"/>
                  </a:lnTo>
                  <a:lnTo>
                    <a:pt x="217489" y="7756"/>
                  </a:lnTo>
                  <a:lnTo>
                    <a:pt x="212427" y="6246"/>
                  </a:lnTo>
                  <a:lnTo>
                    <a:pt x="207321" y="4896"/>
                  </a:lnTo>
                  <a:lnTo>
                    <a:pt x="202174" y="3707"/>
                  </a:lnTo>
                  <a:lnTo>
                    <a:pt x="196993" y="2683"/>
                  </a:lnTo>
                  <a:lnTo>
                    <a:pt x="191782" y="1822"/>
                  </a:lnTo>
                  <a:lnTo>
                    <a:pt x="186546" y="1126"/>
                  </a:lnTo>
                  <a:lnTo>
                    <a:pt x="181291" y="596"/>
                  </a:lnTo>
                  <a:lnTo>
                    <a:pt x="176021" y="233"/>
                  </a:lnTo>
                  <a:lnTo>
                    <a:pt x="170743" y="36"/>
                  </a:lnTo>
                  <a:lnTo>
                    <a:pt x="167149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35" y="5269756"/>
              <a:ext cx="167165" cy="286400"/>
            </a:xfrm>
            <a:custGeom>
              <a:avLst/>
              <a:pathLst>
                <a:path w="167165" h="286400">
                  <a:moveTo>
                    <a:pt x="167165" y="0"/>
                  </a:moveTo>
                  <a:lnTo>
                    <a:pt x="161823" y="85"/>
                  </a:lnTo>
                  <a:lnTo>
                    <a:pt x="156487" y="341"/>
                  </a:lnTo>
                  <a:lnTo>
                    <a:pt x="151162" y="767"/>
                  </a:lnTo>
                  <a:lnTo>
                    <a:pt x="145853" y="1364"/>
                  </a:lnTo>
                  <a:lnTo>
                    <a:pt x="140566" y="2129"/>
                  </a:lnTo>
                  <a:lnTo>
                    <a:pt x="135307" y="3063"/>
                  </a:lnTo>
                  <a:lnTo>
                    <a:pt x="130079" y="4165"/>
                  </a:lnTo>
                  <a:lnTo>
                    <a:pt x="124890" y="5433"/>
                  </a:lnTo>
                  <a:lnTo>
                    <a:pt x="119743" y="6867"/>
                  </a:lnTo>
                  <a:lnTo>
                    <a:pt x="114646" y="8464"/>
                  </a:lnTo>
                  <a:lnTo>
                    <a:pt x="109601" y="10223"/>
                  </a:lnTo>
                  <a:lnTo>
                    <a:pt x="104616" y="12143"/>
                  </a:lnTo>
                  <a:lnTo>
                    <a:pt x="99694" y="14220"/>
                  </a:lnTo>
                  <a:lnTo>
                    <a:pt x="94842" y="16454"/>
                  </a:lnTo>
                  <a:lnTo>
                    <a:pt x="90063" y="18842"/>
                  </a:lnTo>
                  <a:lnTo>
                    <a:pt x="85363" y="21382"/>
                  </a:lnTo>
                  <a:lnTo>
                    <a:pt x="80746" y="24070"/>
                  </a:lnTo>
                  <a:lnTo>
                    <a:pt x="76218" y="26904"/>
                  </a:lnTo>
                  <a:lnTo>
                    <a:pt x="71783" y="29882"/>
                  </a:lnTo>
                  <a:lnTo>
                    <a:pt x="67445" y="33000"/>
                  </a:lnTo>
                  <a:lnTo>
                    <a:pt x="63209" y="36255"/>
                  </a:lnTo>
                  <a:lnTo>
                    <a:pt x="59079" y="39643"/>
                  </a:lnTo>
                  <a:lnTo>
                    <a:pt x="55059" y="43162"/>
                  </a:lnTo>
                  <a:lnTo>
                    <a:pt x="51154" y="46808"/>
                  </a:lnTo>
                  <a:lnTo>
                    <a:pt x="47367" y="50576"/>
                  </a:lnTo>
                  <a:lnTo>
                    <a:pt x="43703" y="54463"/>
                  </a:lnTo>
                  <a:lnTo>
                    <a:pt x="40165" y="58466"/>
                  </a:lnTo>
                  <a:lnTo>
                    <a:pt x="36756" y="62579"/>
                  </a:lnTo>
                  <a:lnTo>
                    <a:pt x="33481" y="66800"/>
                  </a:lnTo>
                  <a:lnTo>
                    <a:pt x="30342" y="71123"/>
                  </a:lnTo>
                  <a:lnTo>
                    <a:pt x="27343" y="75544"/>
                  </a:lnTo>
                  <a:lnTo>
                    <a:pt x="24487" y="80058"/>
                  </a:lnTo>
                  <a:lnTo>
                    <a:pt x="21776" y="84662"/>
                  </a:lnTo>
                  <a:lnTo>
                    <a:pt x="19214" y="89349"/>
                  </a:lnTo>
                  <a:lnTo>
                    <a:pt x="16803" y="94117"/>
                  </a:lnTo>
                  <a:lnTo>
                    <a:pt x="14546" y="98958"/>
                  </a:lnTo>
                  <a:lnTo>
                    <a:pt x="12445" y="103870"/>
                  </a:lnTo>
                  <a:lnTo>
                    <a:pt x="10501" y="108846"/>
                  </a:lnTo>
                  <a:lnTo>
                    <a:pt x="8717" y="113882"/>
                  </a:lnTo>
                  <a:lnTo>
                    <a:pt x="7096" y="118972"/>
                  </a:lnTo>
                  <a:lnTo>
                    <a:pt x="5637" y="124111"/>
                  </a:lnTo>
                  <a:lnTo>
                    <a:pt x="4344" y="129294"/>
                  </a:lnTo>
                  <a:lnTo>
                    <a:pt x="3217" y="134516"/>
                  </a:lnTo>
                  <a:lnTo>
                    <a:pt x="2258" y="139772"/>
                  </a:lnTo>
                  <a:lnTo>
                    <a:pt x="1466" y="145055"/>
                  </a:lnTo>
                  <a:lnTo>
                    <a:pt x="845" y="150361"/>
                  </a:lnTo>
                  <a:lnTo>
                    <a:pt x="392" y="155684"/>
                  </a:lnTo>
                  <a:lnTo>
                    <a:pt x="111" y="161018"/>
                  </a:lnTo>
                  <a:lnTo>
                    <a:pt x="0" y="166360"/>
                  </a:lnTo>
                  <a:lnTo>
                    <a:pt x="59" y="171701"/>
                  </a:lnTo>
                  <a:lnTo>
                    <a:pt x="289" y="177039"/>
                  </a:lnTo>
                  <a:lnTo>
                    <a:pt x="690" y="182366"/>
                  </a:lnTo>
                  <a:lnTo>
                    <a:pt x="1261" y="187677"/>
                  </a:lnTo>
                  <a:lnTo>
                    <a:pt x="2001" y="192968"/>
                  </a:lnTo>
                  <a:lnTo>
                    <a:pt x="2909" y="198232"/>
                  </a:lnTo>
                  <a:lnTo>
                    <a:pt x="3986" y="203465"/>
                  </a:lnTo>
                  <a:lnTo>
                    <a:pt x="5229" y="208661"/>
                  </a:lnTo>
                  <a:lnTo>
                    <a:pt x="6638" y="213814"/>
                  </a:lnTo>
                  <a:lnTo>
                    <a:pt x="8210" y="218919"/>
                  </a:lnTo>
                  <a:lnTo>
                    <a:pt x="9945" y="223972"/>
                  </a:lnTo>
                  <a:lnTo>
                    <a:pt x="11840" y="228967"/>
                  </a:lnTo>
                  <a:lnTo>
                    <a:pt x="13894" y="233898"/>
                  </a:lnTo>
                  <a:lnTo>
                    <a:pt x="16105" y="238761"/>
                  </a:lnTo>
                  <a:lnTo>
                    <a:pt x="18470" y="243552"/>
                  </a:lnTo>
                  <a:lnTo>
                    <a:pt x="20986" y="248264"/>
                  </a:lnTo>
                  <a:lnTo>
                    <a:pt x="23652" y="252893"/>
                  </a:lnTo>
                  <a:lnTo>
                    <a:pt x="26465" y="257435"/>
                  </a:lnTo>
                  <a:lnTo>
                    <a:pt x="29421" y="261885"/>
                  </a:lnTo>
                  <a:lnTo>
                    <a:pt x="32518" y="266238"/>
                  </a:lnTo>
                  <a:lnTo>
                    <a:pt x="35752" y="270490"/>
                  </a:lnTo>
                  <a:lnTo>
                    <a:pt x="39121" y="274636"/>
                  </a:lnTo>
                  <a:lnTo>
                    <a:pt x="42620" y="278673"/>
                  </a:lnTo>
                  <a:lnTo>
                    <a:pt x="46247" y="282595"/>
                  </a:lnTo>
                  <a:lnTo>
                    <a:pt x="49997" y="28640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847333" y="5269756"/>
              <a:ext cx="284327" cy="334322"/>
            </a:xfrm>
            <a:custGeom>
              <a:avLst/>
              <a:pathLst>
                <a:path w="284327" h="334322">
                  <a:moveTo>
                    <a:pt x="0" y="286400"/>
                  </a:moveTo>
                  <a:lnTo>
                    <a:pt x="3857" y="290071"/>
                  </a:lnTo>
                  <a:lnTo>
                    <a:pt x="7829" y="293618"/>
                  </a:lnTo>
                  <a:lnTo>
                    <a:pt x="11912" y="297036"/>
                  </a:lnTo>
                  <a:lnTo>
                    <a:pt x="16101" y="300323"/>
                  </a:lnTo>
                  <a:lnTo>
                    <a:pt x="20394" y="303474"/>
                  </a:lnTo>
                  <a:lnTo>
                    <a:pt x="24784" y="306488"/>
                  </a:lnTo>
                  <a:lnTo>
                    <a:pt x="29269" y="309359"/>
                  </a:lnTo>
                  <a:lnTo>
                    <a:pt x="33842" y="312087"/>
                  </a:lnTo>
                  <a:lnTo>
                    <a:pt x="38500" y="314667"/>
                  </a:lnTo>
                  <a:lnTo>
                    <a:pt x="43238" y="317098"/>
                  </a:lnTo>
                  <a:lnTo>
                    <a:pt x="48051" y="319377"/>
                  </a:lnTo>
                  <a:lnTo>
                    <a:pt x="52934" y="321501"/>
                  </a:lnTo>
                  <a:lnTo>
                    <a:pt x="57882" y="323468"/>
                  </a:lnTo>
                  <a:lnTo>
                    <a:pt x="62890" y="325277"/>
                  </a:lnTo>
                  <a:lnTo>
                    <a:pt x="67954" y="326926"/>
                  </a:lnTo>
                  <a:lnTo>
                    <a:pt x="73067" y="328412"/>
                  </a:lnTo>
                  <a:lnTo>
                    <a:pt x="78225" y="329735"/>
                  </a:lnTo>
                  <a:lnTo>
                    <a:pt x="83423" y="330893"/>
                  </a:lnTo>
                  <a:lnTo>
                    <a:pt x="88655" y="331885"/>
                  </a:lnTo>
                  <a:lnTo>
                    <a:pt x="93915" y="332709"/>
                  </a:lnTo>
                  <a:lnTo>
                    <a:pt x="99200" y="333366"/>
                  </a:lnTo>
                  <a:lnTo>
                    <a:pt x="104502" y="333854"/>
                  </a:lnTo>
                  <a:lnTo>
                    <a:pt x="109818" y="334173"/>
                  </a:lnTo>
                  <a:lnTo>
                    <a:pt x="115141" y="334322"/>
                  </a:lnTo>
                  <a:lnTo>
                    <a:pt x="120466" y="334302"/>
                  </a:lnTo>
                  <a:lnTo>
                    <a:pt x="125787" y="334112"/>
                  </a:lnTo>
                  <a:lnTo>
                    <a:pt x="131100" y="333753"/>
                  </a:lnTo>
                  <a:lnTo>
                    <a:pt x="136399" y="333225"/>
                  </a:lnTo>
                  <a:lnTo>
                    <a:pt x="141678" y="332528"/>
                  </a:lnTo>
                  <a:lnTo>
                    <a:pt x="146933" y="331663"/>
                  </a:lnTo>
                  <a:lnTo>
                    <a:pt x="152157" y="330632"/>
                  </a:lnTo>
                  <a:lnTo>
                    <a:pt x="157345" y="329434"/>
                  </a:lnTo>
                  <a:lnTo>
                    <a:pt x="162493" y="328072"/>
                  </a:lnTo>
                  <a:lnTo>
                    <a:pt x="167595" y="326547"/>
                  </a:lnTo>
                  <a:lnTo>
                    <a:pt x="172646" y="324860"/>
                  </a:lnTo>
                  <a:lnTo>
                    <a:pt x="177640" y="323013"/>
                  </a:lnTo>
                  <a:lnTo>
                    <a:pt x="182573" y="321008"/>
                  </a:lnTo>
                  <a:lnTo>
                    <a:pt x="187440" y="318847"/>
                  </a:lnTo>
                  <a:lnTo>
                    <a:pt x="192236" y="316532"/>
                  </a:lnTo>
                  <a:lnTo>
                    <a:pt x="196955" y="314065"/>
                  </a:lnTo>
                  <a:lnTo>
                    <a:pt x="201593" y="311449"/>
                  </a:lnTo>
                  <a:lnTo>
                    <a:pt x="206146" y="308687"/>
                  </a:lnTo>
                  <a:lnTo>
                    <a:pt x="210608" y="305781"/>
                  </a:lnTo>
                  <a:lnTo>
                    <a:pt x="214976" y="302735"/>
                  </a:lnTo>
                  <a:lnTo>
                    <a:pt x="219244" y="299551"/>
                  </a:lnTo>
                  <a:lnTo>
                    <a:pt x="223408" y="296232"/>
                  </a:lnTo>
                  <a:lnTo>
                    <a:pt x="227465" y="292783"/>
                  </a:lnTo>
                  <a:lnTo>
                    <a:pt x="231410" y="289206"/>
                  </a:lnTo>
                  <a:lnTo>
                    <a:pt x="235239" y="285506"/>
                  </a:lnTo>
                  <a:lnTo>
                    <a:pt x="238949" y="281685"/>
                  </a:lnTo>
                  <a:lnTo>
                    <a:pt x="242534" y="277748"/>
                  </a:lnTo>
                  <a:lnTo>
                    <a:pt x="245993" y="273699"/>
                  </a:lnTo>
                  <a:lnTo>
                    <a:pt x="249320" y="269542"/>
                  </a:lnTo>
                  <a:lnTo>
                    <a:pt x="252514" y="265281"/>
                  </a:lnTo>
                  <a:lnTo>
                    <a:pt x="255570" y="260920"/>
                  </a:lnTo>
                  <a:lnTo>
                    <a:pt x="258486" y="256465"/>
                  </a:lnTo>
                  <a:lnTo>
                    <a:pt x="261259" y="251918"/>
                  </a:lnTo>
                  <a:lnTo>
                    <a:pt x="263885" y="247286"/>
                  </a:lnTo>
                  <a:lnTo>
                    <a:pt x="266362" y="242572"/>
                  </a:lnTo>
                  <a:lnTo>
                    <a:pt x="268688" y="237782"/>
                  </a:lnTo>
                  <a:lnTo>
                    <a:pt x="270861" y="232920"/>
                  </a:lnTo>
                  <a:lnTo>
                    <a:pt x="272877" y="227992"/>
                  </a:lnTo>
                  <a:lnTo>
                    <a:pt x="274735" y="223002"/>
                  </a:lnTo>
                  <a:lnTo>
                    <a:pt x="276434" y="217955"/>
                  </a:lnTo>
                  <a:lnTo>
                    <a:pt x="277970" y="212856"/>
                  </a:lnTo>
                  <a:lnTo>
                    <a:pt x="279344" y="207711"/>
                  </a:lnTo>
                  <a:lnTo>
                    <a:pt x="280553" y="202525"/>
                  </a:lnTo>
                  <a:lnTo>
                    <a:pt x="281596" y="197304"/>
                  </a:lnTo>
                  <a:lnTo>
                    <a:pt x="282473" y="192051"/>
                  </a:lnTo>
                  <a:lnTo>
                    <a:pt x="283181" y="186774"/>
                  </a:lnTo>
                  <a:lnTo>
                    <a:pt x="283722" y="181476"/>
                  </a:lnTo>
                  <a:lnTo>
                    <a:pt x="284093" y="176164"/>
                  </a:lnTo>
                  <a:lnTo>
                    <a:pt x="284295" y="170843"/>
                  </a:lnTo>
                  <a:lnTo>
                    <a:pt x="284327" y="165518"/>
                  </a:lnTo>
                  <a:lnTo>
                    <a:pt x="284190" y="160195"/>
                  </a:lnTo>
                  <a:lnTo>
                    <a:pt x="283883" y="154878"/>
                  </a:lnTo>
                  <a:lnTo>
                    <a:pt x="283407" y="149575"/>
                  </a:lnTo>
                  <a:lnTo>
                    <a:pt x="282762" y="144289"/>
                  </a:lnTo>
                  <a:lnTo>
                    <a:pt x="281950" y="139026"/>
                  </a:lnTo>
                  <a:lnTo>
                    <a:pt x="280970" y="133792"/>
                  </a:lnTo>
                  <a:lnTo>
                    <a:pt x="279824" y="128592"/>
                  </a:lnTo>
                  <a:lnTo>
                    <a:pt x="278513" y="123431"/>
                  </a:lnTo>
                  <a:lnTo>
                    <a:pt x="277038" y="118314"/>
                  </a:lnTo>
                  <a:lnTo>
                    <a:pt x="275401" y="113247"/>
                  </a:lnTo>
                  <a:lnTo>
                    <a:pt x="273603" y="108235"/>
                  </a:lnTo>
                  <a:lnTo>
                    <a:pt x="271647" y="103282"/>
                  </a:lnTo>
                  <a:lnTo>
                    <a:pt x="269533" y="98394"/>
                  </a:lnTo>
                  <a:lnTo>
                    <a:pt x="267266" y="93576"/>
                  </a:lnTo>
                  <a:lnTo>
                    <a:pt x="264846" y="88833"/>
                  </a:lnTo>
                  <a:lnTo>
                    <a:pt x="262276" y="84169"/>
                  </a:lnTo>
                  <a:lnTo>
                    <a:pt x="259559" y="79589"/>
                  </a:lnTo>
                  <a:lnTo>
                    <a:pt x="256697" y="75099"/>
                  </a:lnTo>
                  <a:lnTo>
                    <a:pt x="253694" y="70701"/>
                  </a:lnTo>
                  <a:lnTo>
                    <a:pt x="250552" y="66402"/>
                  </a:lnTo>
                  <a:lnTo>
                    <a:pt x="247275" y="62205"/>
                  </a:lnTo>
                  <a:lnTo>
                    <a:pt x="243866" y="58114"/>
                  </a:lnTo>
                  <a:lnTo>
                    <a:pt x="240328" y="54134"/>
                  </a:lnTo>
                  <a:lnTo>
                    <a:pt x="236666" y="50269"/>
                  </a:lnTo>
                  <a:lnTo>
                    <a:pt x="232882" y="46522"/>
                  </a:lnTo>
                  <a:lnTo>
                    <a:pt x="228980" y="42897"/>
                  </a:lnTo>
                  <a:lnTo>
                    <a:pt x="224966" y="39399"/>
                  </a:lnTo>
                  <a:lnTo>
                    <a:pt x="220842" y="36031"/>
                  </a:lnTo>
                  <a:lnTo>
                    <a:pt x="216612" y="32795"/>
                  </a:lnTo>
                  <a:lnTo>
                    <a:pt x="212282" y="29696"/>
                  </a:lnTo>
                  <a:lnTo>
                    <a:pt x="207855" y="26736"/>
                  </a:lnTo>
                  <a:lnTo>
                    <a:pt x="203336" y="23919"/>
                  </a:lnTo>
                  <a:lnTo>
                    <a:pt x="198730" y="21247"/>
                  </a:lnTo>
                  <a:lnTo>
                    <a:pt x="194041" y="18724"/>
                  </a:lnTo>
                  <a:lnTo>
                    <a:pt x="189274" y="16350"/>
                  </a:lnTo>
                  <a:lnTo>
                    <a:pt x="184434" y="14130"/>
                  </a:lnTo>
                  <a:lnTo>
                    <a:pt x="179526" y="12066"/>
                  </a:lnTo>
                  <a:lnTo>
                    <a:pt x="174554" y="10158"/>
                  </a:lnTo>
                  <a:lnTo>
                    <a:pt x="169524" y="8410"/>
                  </a:lnTo>
                  <a:lnTo>
                    <a:pt x="164441" y="6823"/>
                  </a:lnTo>
                  <a:lnTo>
                    <a:pt x="159310" y="5399"/>
                  </a:lnTo>
                  <a:lnTo>
                    <a:pt x="154136" y="4138"/>
                  </a:lnTo>
                  <a:lnTo>
                    <a:pt x="148925" y="3044"/>
                  </a:lnTo>
                  <a:lnTo>
                    <a:pt x="143682" y="2116"/>
                  </a:lnTo>
                  <a:lnTo>
                    <a:pt x="138411" y="1355"/>
                  </a:lnTo>
                  <a:lnTo>
                    <a:pt x="133119" y="762"/>
                  </a:lnTo>
                  <a:lnTo>
                    <a:pt x="127811" y="339"/>
                  </a:lnTo>
                  <a:lnTo>
                    <a:pt x="122492" y="84"/>
                  </a:lnTo>
                  <a:lnTo>
                    <a:pt x="117168" y="0"/>
                  </a:lnTo>
                  <a:lnTo>
                    <a:pt x="1171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1152" y="5399291"/>
              <a:ext cx="25063" cy="167167"/>
            </a:xfrm>
            <a:custGeom>
              <a:avLst/>
              <a:pathLst>
                <a:path w="25063" h="167167">
                  <a:moveTo>
                    <a:pt x="25063" y="0"/>
                  </a:moveTo>
                  <a:lnTo>
                    <a:pt x="16680" y="210"/>
                  </a:lnTo>
                  <a:lnTo>
                    <a:pt x="8319" y="840"/>
                  </a:lnTo>
                  <a:lnTo>
                    <a:pt x="0" y="1889"/>
                  </a:lnTo>
                  <a:lnTo>
                    <a:pt x="2506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49" y="5400567"/>
              <a:ext cx="334329" cy="333044"/>
            </a:xfrm>
            <a:custGeom>
              <a:avLst/>
              <a:pathLst>
                <a:path w="334329" h="333044">
                  <a:moveTo>
                    <a:pt x="142103" y="613"/>
                  </a:moveTo>
                  <a:lnTo>
                    <a:pt x="136889" y="1488"/>
                  </a:lnTo>
                  <a:lnTo>
                    <a:pt x="131706" y="2528"/>
                  </a:lnTo>
                  <a:lnTo>
                    <a:pt x="126558" y="3731"/>
                  </a:lnTo>
                  <a:lnTo>
                    <a:pt x="121450" y="5096"/>
                  </a:lnTo>
                  <a:lnTo>
                    <a:pt x="116389" y="6622"/>
                  </a:lnTo>
                  <a:lnTo>
                    <a:pt x="111378" y="8308"/>
                  </a:lnTo>
                  <a:lnTo>
                    <a:pt x="106423" y="10151"/>
                  </a:lnTo>
                  <a:lnTo>
                    <a:pt x="101528" y="12149"/>
                  </a:lnTo>
                  <a:lnTo>
                    <a:pt x="96700" y="14302"/>
                  </a:lnTo>
                  <a:lnTo>
                    <a:pt x="91941" y="16606"/>
                  </a:lnTo>
                  <a:lnTo>
                    <a:pt x="87258" y="19059"/>
                  </a:lnTo>
                  <a:lnTo>
                    <a:pt x="82655" y="21659"/>
                  </a:lnTo>
                  <a:lnTo>
                    <a:pt x="78137" y="24404"/>
                  </a:lnTo>
                  <a:lnTo>
                    <a:pt x="73707" y="27290"/>
                  </a:lnTo>
                  <a:lnTo>
                    <a:pt x="69371" y="30314"/>
                  </a:lnTo>
                  <a:lnTo>
                    <a:pt x="65133" y="33475"/>
                  </a:lnTo>
                  <a:lnTo>
                    <a:pt x="60997" y="36767"/>
                  </a:lnTo>
                  <a:lnTo>
                    <a:pt x="56967" y="40189"/>
                  </a:lnTo>
                  <a:lnTo>
                    <a:pt x="53047" y="43737"/>
                  </a:lnTo>
                  <a:lnTo>
                    <a:pt x="49241" y="47406"/>
                  </a:lnTo>
                  <a:lnTo>
                    <a:pt x="45554" y="51194"/>
                  </a:lnTo>
                  <a:lnTo>
                    <a:pt x="41988" y="55097"/>
                  </a:lnTo>
                  <a:lnTo>
                    <a:pt x="38547" y="59111"/>
                  </a:lnTo>
                  <a:lnTo>
                    <a:pt x="35235" y="63232"/>
                  </a:lnTo>
                  <a:lnTo>
                    <a:pt x="32054" y="67455"/>
                  </a:lnTo>
                  <a:lnTo>
                    <a:pt x="29009" y="71777"/>
                  </a:lnTo>
                  <a:lnTo>
                    <a:pt x="26102" y="76192"/>
                  </a:lnTo>
                  <a:lnTo>
                    <a:pt x="23336" y="80698"/>
                  </a:lnTo>
                  <a:lnTo>
                    <a:pt x="20714" y="85288"/>
                  </a:lnTo>
                  <a:lnTo>
                    <a:pt x="18239" y="89960"/>
                  </a:lnTo>
                  <a:lnTo>
                    <a:pt x="15912" y="94707"/>
                  </a:lnTo>
                  <a:lnTo>
                    <a:pt x="13737" y="99526"/>
                  </a:lnTo>
                  <a:lnTo>
                    <a:pt x="11715" y="104410"/>
                  </a:lnTo>
                  <a:lnTo>
                    <a:pt x="9849" y="109357"/>
                  </a:lnTo>
                  <a:lnTo>
                    <a:pt x="8140" y="114360"/>
                  </a:lnTo>
                  <a:lnTo>
                    <a:pt x="6590" y="119414"/>
                  </a:lnTo>
                  <a:lnTo>
                    <a:pt x="5200" y="124515"/>
                  </a:lnTo>
                  <a:lnTo>
                    <a:pt x="3973" y="129657"/>
                  </a:lnTo>
                  <a:lnTo>
                    <a:pt x="2909" y="134836"/>
                  </a:lnTo>
                  <a:lnTo>
                    <a:pt x="2009" y="140045"/>
                  </a:lnTo>
                  <a:lnTo>
                    <a:pt x="1274" y="145281"/>
                  </a:lnTo>
                  <a:lnTo>
                    <a:pt x="705" y="150537"/>
                  </a:lnTo>
                  <a:lnTo>
                    <a:pt x="303" y="155808"/>
                  </a:lnTo>
                  <a:lnTo>
                    <a:pt x="68" y="161090"/>
                  </a:lnTo>
                  <a:lnTo>
                    <a:pt x="0" y="166376"/>
                  </a:lnTo>
                  <a:lnTo>
                    <a:pt x="98" y="171662"/>
                  </a:lnTo>
                  <a:lnTo>
                    <a:pt x="364" y="176942"/>
                  </a:lnTo>
                  <a:lnTo>
                    <a:pt x="797" y="182211"/>
                  </a:lnTo>
                  <a:lnTo>
                    <a:pt x="1397" y="187463"/>
                  </a:lnTo>
                  <a:lnTo>
                    <a:pt x="2162" y="192694"/>
                  </a:lnTo>
                  <a:lnTo>
                    <a:pt x="3092" y="197899"/>
                  </a:lnTo>
                  <a:lnTo>
                    <a:pt x="4186" y="203071"/>
                  </a:lnTo>
                  <a:lnTo>
                    <a:pt x="5443" y="208206"/>
                  </a:lnTo>
                  <a:lnTo>
                    <a:pt x="6862" y="213299"/>
                  </a:lnTo>
                  <a:lnTo>
                    <a:pt x="8441" y="218344"/>
                  </a:lnTo>
                  <a:lnTo>
                    <a:pt x="10179" y="223337"/>
                  </a:lnTo>
                  <a:lnTo>
                    <a:pt x="12074" y="228273"/>
                  </a:lnTo>
                  <a:lnTo>
                    <a:pt x="14124" y="233146"/>
                  </a:lnTo>
                  <a:lnTo>
                    <a:pt x="16328" y="237951"/>
                  </a:lnTo>
                  <a:lnTo>
                    <a:pt x="18682" y="242685"/>
                  </a:lnTo>
                  <a:lnTo>
                    <a:pt x="21184" y="247342"/>
                  </a:lnTo>
                  <a:lnTo>
                    <a:pt x="23833" y="251917"/>
                  </a:lnTo>
                  <a:lnTo>
                    <a:pt x="26625" y="256407"/>
                  </a:lnTo>
                  <a:lnTo>
                    <a:pt x="29557" y="260806"/>
                  </a:lnTo>
                  <a:lnTo>
                    <a:pt x="32627" y="265109"/>
                  </a:lnTo>
                  <a:lnTo>
                    <a:pt x="35832" y="269314"/>
                  </a:lnTo>
                  <a:lnTo>
                    <a:pt x="39168" y="273415"/>
                  </a:lnTo>
                  <a:lnTo>
                    <a:pt x="42632" y="277409"/>
                  </a:lnTo>
                  <a:lnTo>
                    <a:pt x="46221" y="281291"/>
                  </a:lnTo>
                  <a:lnTo>
                    <a:pt x="49930" y="285058"/>
                  </a:lnTo>
                  <a:lnTo>
                    <a:pt x="53757" y="288706"/>
                  </a:lnTo>
                  <a:lnTo>
                    <a:pt x="57698" y="292230"/>
                  </a:lnTo>
                  <a:lnTo>
                    <a:pt x="61747" y="295629"/>
                  </a:lnTo>
                  <a:lnTo>
                    <a:pt x="65903" y="298897"/>
                  </a:lnTo>
                  <a:lnTo>
                    <a:pt x="70159" y="302033"/>
                  </a:lnTo>
                  <a:lnTo>
                    <a:pt x="74513" y="305032"/>
                  </a:lnTo>
                  <a:lnTo>
                    <a:pt x="78959" y="307893"/>
                  </a:lnTo>
                  <a:lnTo>
                    <a:pt x="83493" y="310611"/>
                  </a:lnTo>
                  <a:lnTo>
                    <a:pt x="88111" y="313184"/>
                  </a:lnTo>
                  <a:lnTo>
                    <a:pt x="92808" y="315610"/>
                  </a:lnTo>
                  <a:lnTo>
                    <a:pt x="97580" y="317887"/>
                  </a:lnTo>
                  <a:lnTo>
                    <a:pt x="102421" y="320011"/>
                  </a:lnTo>
                  <a:lnTo>
                    <a:pt x="107327" y="321982"/>
                  </a:lnTo>
                  <a:lnTo>
                    <a:pt x="112293" y="323796"/>
                  </a:lnTo>
                  <a:lnTo>
                    <a:pt x="117313" y="325452"/>
                  </a:lnTo>
                  <a:lnTo>
                    <a:pt x="122384" y="326949"/>
                  </a:lnTo>
                  <a:lnTo>
                    <a:pt x="127499" y="328284"/>
                  </a:lnTo>
                  <a:lnTo>
                    <a:pt x="132654" y="329457"/>
                  </a:lnTo>
                  <a:lnTo>
                    <a:pt x="137843" y="330467"/>
                  </a:lnTo>
                  <a:lnTo>
                    <a:pt x="143062" y="331312"/>
                  </a:lnTo>
                  <a:lnTo>
                    <a:pt x="148305" y="331991"/>
                  </a:lnTo>
                  <a:lnTo>
                    <a:pt x="153567" y="332505"/>
                  </a:lnTo>
                  <a:lnTo>
                    <a:pt x="158842" y="332851"/>
                  </a:lnTo>
                  <a:lnTo>
                    <a:pt x="164126" y="333031"/>
                  </a:lnTo>
                  <a:lnTo>
                    <a:pt x="169412" y="333044"/>
                  </a:lnTo>
                  <a:lnTo>
                    <a:pt x="174697" y="332889"/>
                  </a:lnTo>
                  <a:lnTo>
                    <a:pt x="179974" y="332567"/>
                  </a:lnTo>
                  <a:lnTo>
                    <a:pt x="185238" y="332079"/>
                  </a:lnTo>
                  <a:lnTo>
                    <a:pt x="190484" y="331424"/>
                  </a:lnTo>
                  <a:lnTo>
                    <a:pt x="195707" y="330604"/>
                  </a:lnTo>
                  <a:lnTo>
                    <a:pt x="200901" y="329619"/>
                  </a:lnTo>
                  <a:lnTo>
                    <a:pt x="206061" y="328471"/>
                  </a:lnTo>
                  <a:lnTo>
                    <a:pt x="211183" y="327160"/>
                  </a:lnTo>
                  <a:lnTo>
                    <a:pt x="216260" y="325687"/>
                  </a:lnTo>
                  <a:lnTo>
                    <a:pt x="221289" y="324055"/>
                  </a:lnTo>
                  <a:lnTo>
                    <a:pt x="226263" y="322264"/>
                  </a:lnTo>
                  <a:lnTo>
                    <a:pt x="231178" y="320317"/>
                  </a:lnTo>
                  <a:lnTo>
                    <a:pt x="236029" y="318216"/>
                  </a:lnTo>
                  <a:lnTo>
                    <a:pt x="240812" y="315962"/>
                  </a:lnTo>
                  <a:lnTo>
                    <a:pt x="245520" y="313558"/>
                  </a:lnTo>
                  <a:lnTo>
                    <a:pt x="250151" y="311007"/>
                  </a:lnTo>
                  <a:lnTo>
                    <a:pt x="254698" y="308310"/>
                  </a:lnTo>
                  <a:lnTo>
                    <a:pt x="259158" y="305471"/>
                  </a:lnTo>
                  <a:lnTo>
                    <a:pt x="263525" y="302492"/>
                  </a:lnTo>
                  <a:lnTo>
                    <a:pt x="267797" y="299377"/>
                  </a:lnTo>
                  <a:lnTo>
                    <a:pt x="271967" y="296128"/>
                  </a:lnTo>
                  <a:lnTo>
                    <a:pt x="276033" y="292749"/>
                  </a:lnTo>
                  <a:lnTo>
                    <a:pt x="279990" y="289243"/>
                  </a:lnTo>
                  <a:lnTo>
                    <a:pt x="283834" y="285614"/>
                  </a:lnTo>
                  <a:lnTo>
                    <a:pt x="287562" y="281865"/>
                  </a:lnTo>
                  <a:lnTo>
                    <a:pt x="291169" y="278000"/>
                  </a:lnTo>
                  <a:lnTo>
                    <a:pt x="294652" y="274023"/>
                  </a:lnTo>
                  <a:lnTo>
                    <a:pt x="298007" y="269937"/>
                  </a:lnTo>
                  <a:lnTo>
                    <a:pt x="301232" y="265748"/>
                  </a:lnTo>
                  <a:lnTo>
                    <a:pt x="304323" y="261458"/>
                  </a:lnTo>
                  <a:lnTo>
                    <a:pt x="307276" y="257074"/>
                  </a:lnTo>
                  <a:lnTo>
                    <a:pt x="310089" y="252598"/>
                  </a:lnTo>
                  <a:lnTo>
                    <a:pt x="312759" y="248035"/>
                  </a:lnTo>
                  <a:lnTo>
                    <a:pt x="315284" y="243390"/>
                  </a:lnTo>
                  <a:lnTo>
                    <a:pt x="317661" y="238667"/>
                  </a:lnTo>
                  <a:lnTo>
                    <a:pt x="319887" y="233872"/>
                  </a:lnTo>
                  <a:lnTo>
                    <a:pt x="321960" y="229009"/>
                  </a:lnTo>
                  <a:lnTo>
                    <a:pt x="323878" y="224083"/>
                  </a:lnTo>
                  <a:lnTo>
                    <a:pt x="325640" y="219098"/>
                  </a:lnTo>
                  <a:lnTo>
                    <a:pt x="327243" y="214060"/>
                  </a:lnTo>
                  <a:lnTo>
                    <a:pt x="328687" y="208974"/>
                  </a:lnTo>
                  <a:lnTo>
                    <a:pt x="329968" y="203845"/>
                  </a:lnTo>
                  <a:lnTo>
                    <a:pt x="331087" y="198678"/>
                  </a:lnTo>
                  <a:lnTo>
                    <a:pt x="332042" y="193478"/>
                  </a:lnTo>
                  <a:lnTo>
                    <a:pt x="332832" y="188251"/>
                  </a:lnTo>
                  <a:lnTo>
                    <a:pt x="333456" y="183001"/>
                  </a:lnTo>
                  <a:lnTo>
                    <a:pt x="333914" y="177734"/>
                  </a:lnTo>
                  <a:lnTo>
                    <a:pt x="334205" y="172456"/>
                  </a:lnTo>
                  <a:lnTo>
                    <a:pt x="334329" y="167170"/>
                  </a:lnTo>
                  <a:lnTo>
                    <a:pt x="334286" y="161884"/>
                  </a:lnTo>
                  <a:lnTo>
                    <a:pt x="334075" y="156601"/>
                  </a:lnTo>
                  <a:lnTo>
                    <a:pt x="333698" y="151328"/>
                  </a:lnTo>
                  <a:lnTo>
                    <a:pt x="333154" y="146069"/>
                  </a:lnTo>
                  <a:lnTo>
                    <a:pt x="332445" y="140830"/>
                  </a:lnTo>
                  <a:lnTo>
                    <a:pt x="331569" y="135617"/>
                  </a:lnTo>
                  <a:lnTo>
                    <a:pt x="330530" y="130433"/>
                  </a:lnTo>
                  <a:lnTo>
                    <a:pt x="329327" y="125285"/>
                  </a:lnTo>
                  <a:lnTo>
                    <a:pt x="327962" y="120178"/>
                  </a:lnTo>
                  <a:lnTo>
                    <a:pt x="326436" y="115116"/>
                  </a:lnTo>
                  <a:lnTo>
                    <a:pt x="324751" y="110105"/>
                  </a:lnTo>
                  <a:lnTo>
                    <a:pt x="322908" y="105150"/>
                  </a:lnTo>
                  <a:lnTo>
                    <a:pt x="320909" y="100255"/>
                  </a:lnTo>
                  <a:lnTo>
                    <a:pt x="318757" y="95427"/>
                  </a:lnTo>
                  <a:lnTo>
                    <a:pt x="316453" y="90668"/>
                  </a:lnTo>
                  <a:lnTo>
                    <a:pt x="314000" y="85985"/>
                  </a:lnTo>
                  <a:lnTo>
                    <a:pt x="311399" y="81382"/>
                  </a:lnTo>
                  <a:lnTo>
                    <a:pt x="308655" y="76864"/>
                  </a:lnTo>
                  <a:lnTo>
                    <a:pt x="305769" y="72434"/>
                  </a:lnTo>
                  <a:lnTo>
                    <a:pt x="302744" y="68098"/>
                  </a:lnTo>
                  <a:lnTo>
                    <a:pt x="299584" y="63860"/>
                  </a:lnTo>
                  <a:lnTo>
                    <a:pt x="296292" y="59724"/>
                  </a:lnTo>
                  <a:lnTo>
                    <a:pt x="292870" y="55694"/>
                  </a:lnTo>
                  <a:lnTo>
                    <a:pt x="289322" y="51774"/>
                  </a:lnTo>
                  <a:lnTo>
                    <a:pt x="285653" y="47968"/>
                  </a:lnTo>
                  <a:lnTo>
                    <a:pt x="281865" y="44280"/>
                  </a:lnTo>
                  <a:lnTo>
                    <a:pt x="277962" y="40714"/>
                  </a:lnTo>
                  <a:lnTo>
                    <a:pt x="273948" y="37273"/>
                  </a:lnTo>
                  <a:lnTo>
                    <a:pt x="269828" y="33961"/>
                  </a:lnTo>
                  <a:lnTo>
                    <a:pt x="265605" y="30781"/>
                  </a:lnTo>
                  <a:lnTo>
                    <a:pt x="261283" y="27735"/>
                  </a:lnTo>
                  <a:lnTo>
                    <a:pt x="256867" y="24828"/>
                  </a:lnTo>
                  <a:lnTo>
                    <a:pt x="252362" y="22063"/>
                  </a:lnTo>
                  <a:lnTo>
                    <a:pt x="247771" y="19440"/>
                  </a:lnTo>
                  <a:lnTo>
                    <a:pt x="243100" y="16965"/>
                  </a:lnTo>
                  <a:lnTo>
                    <a:pt x="238353" y="14638"/>
                  </a:lnTo>
                  <a:lnTo>
                    <a:pt x="233534" y="12463"/>
                  </a:lnTo>
                  <a:lnTo>
                    <a:pt x="228649" y="10441"/>
                  </a:lnTo>
                  <a:lnTo>
                    <a:pt x="223703" y="8574"/>
                  </a:lnTo>
                  <a:lnTo>
                    <a:pt x="218700" y="6865"/>
                  </a:lnTo>
                  <a:lnTo>
                    <a:pt x="213646" y="5315"/>
                  </a:lnTo>
                  <a:lnTo>
                    <a:pt x="208545" y="3926"/>
                  </a:lnTo>
                  <a:lnTo>
                    <a:pt x="203403" y="2698"/>
                  </a:lnTo>
                  <a:lnTo>
                    <a:pt x="198224" y="1634"/>
                  </a:lnTo>
                  <a:lnTo>
                    <a:pt x="193015" y="734"/>
                  </a:lnTo>
                  <a:lnTo>
                    <a:pt x="187779" y="0"/>
                  </a:lnTo>
                  <a:lnTo>
                    <a:pt x="167166" y="1658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20612" cy="167167"/>
            </a:xfrm>
            <a:custGeom>
              <a:avLst/>
              <a:pathLst>
                <a:path w="20612" h="167167">
                  <a:moveTo>
                    <a:pt x="20612" y="1275"/>
                  </a:moveTo>
                  <a:lnTo>
                    <a:pt x="10326" y="3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76" y="5399291"/>
              <a:ext cx="167167" cy="320040"/>
            </a:xfrm>
            <a:custGeom>
              <a:avLst/>
              <a:pathLst>
                <a:path w="167167" h="320040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4" y="772"/>
                  </a:lnTo>
                  <a:lnTo>
                    <a:pt x="145789" y="1372"/>
                  </a:lnTo>
                  <a:lnTo>
                    <a:pt x="140485" y="2143"/>
                  </a:lnTo>
                  <a:lnTo>
                    <a:pt x="135209" y="3083"/>
                  </a:lnTo>
                  <a:lnTo>
                    <a:pt x="129966" y="4191"/>
                  </a:lnTo>
                  <a:lnTo>
                    <a:pt x="124761" y="5468"/>
                  </a:lnTo>
                  <a:lnTo>
                    <a:pt x="119600" y="6910"/>
                  </a:lnTo>
                  <a:lnTo>
                    <a:pt x="114488" y="8517"/>
                  </a:lnTo>
                  <a:lnTo>
                    <a:pt x="109429" y="10287"/>
                  </a:lnTo>
                  <a:lnTo>
                    <a:pt x="104430" y="12218"/>
                  </a:lnTo>
                  <a:lnTo>
                    <a:pt x="99496" y="14309"/>
                  </a:lnTo>
                  <a:lnTo>
                    <a:pt x="94631" y="16557"/>
                  </a:lnTo>
                  <a:lnTo>
                    <a:pt x="89841" y="18959"/>
                  </a:lnTo>
                  <a:lnTo>
                    <a:pt x="85130" y="21514"/>
                  </a:lnTo>
                  <a:lnTo>
                    <a:pt x="80503" y="24218"/>
                  </a:lnTo>
                  <a:lnTo>
                    <a:pt x="75966" y="27070"/>
                  </a:lnTo>
                  <a:lnTo>
                    <a:pt x="71522" y="30065"/>
                  </a:lnTo>
                  <a:lnTo>
                    <a:pt x="67176" y="33201"/>
                  </a:lnTo>
                  <a:lnTo>
                    <a:pt x="62934" y="36475"/>
                  </a:lnTo>
                  <a:lnTo>
                    <a:pt x="58798" y="39883"/>
                  </a:lnTo>
                  <a:lnTo>
                    <a:pt x="54774" y="43422"/>
                  </a:lnTo>
                  <a:lnTo>
                    <a:pt x="50865" y="47089"/>
                  </a:lnTo>
                  <a:lnTo>
                    <a:pt x="47076" y="50878"/>
                  </a:lnTo>
                  <a:lnTo>
                    <a:pt x="43410" y="54787"/>
                  </a:lnTo>
                  <a:lnTo>
                    <a:pt x="39871" y="58812"/>
                  </a:lnTo>
                  <a:lnTo>
                    <a:pt x="36464" y="62948"/>
                  </a:lnTo>
                  <a:lnTo>
                    <a:pt x="33190" y="67191"/>
                  </a:lnTo>
                  <a:lnTo>
                    <a:pt x="30054" y="71537"/>
                  </a:lnTo>
                  <a:lnTo>
                    <a:pt x="27060" y="75981"/>
                  </a:lnTo>
                  <a:lnTo>
                    <a:pt x="24209" y="80519"/>
                  </a:lnTo>
                  <a:lnTo>
                    <a:pt x="21505" y="85146"/>
                  </a:lnTo>
                  <a:lnTo>
                    <a:pt x="18950" y="89857"/>
                  </a:lnTo>
                  <a:lnTo>
                    <a:pt x="16549" y="94648"/>
                  </a:lnTo>
                  <a:lnTo>
                    <a:pt x="14301" y="99513"/>
                  </a:lnTo>
                  <a:lnTo>
                    <a:pt x="12211" y="104447"/>
                  </a:lnTo>
                  <a:lnTo>
                    <a:pt x="10281" y="109447"/>
                  </a:lnTo>
                  <a:lnTo>
                    <a:pt x="8511" y="114505"/>
                  </a:lnTo>
                  <a:lnTo>
                    <a:pt x="6905" y="119618"/>
                  </a:lnTo>
                  <a:lnTo>
                    <a:pt x="5463" y="124779"/>
                  </a:lnTo>
                  <a:lnTo>
                    <a:pt x="4187" y="129984"/>
                  </a:lnTo>
                  <a:lnTo>
                    <a:pt x="3079" y="135227"/>
                  </a:lnTo>
                  <a:lnTo>
                    <a:pt x="2140" y="140503"/>
                  </a:lnTo>
                  <a:lnTo>
                    <a:pt x="1370" y="145807"/>
                  </a:lnTo>
                  <a:lnTo>
                    <a:pt x="770" y="151132"/>
                  </a:lnTo>
                  <a:lnTo>
                    <a:pt x="342" y="156474"/>
                  </a:lnTo>
                  <a:lnTo>
                    <a:pt x="85" y="161827"/>
                  </a:lnTo>
                  <a:lnTo>
                    <a:pt x="0" y="167185"/>
                  </a:lnTo>
                  <a:lnTo>
                    <a:pt x="86" y="172544"/>
                  </a:lnTo>
                  <a:lnTo>
                    <a:pt x="344" y="177897"/>
                  </a:lnTo>
                  <a:lnTo>
                    <a:pt x="774" y="183238"/>
                  </a:lnTo>
                  <a:lnTo>
                    <a:pt x="1375" y="188564"/>
                  </a:lnTo>
                  <a:lnTo>
                    <a:pt x="2146" y="193867"/>
                  </a:lnTo>
                  <a:lnTo>
                    <a:pt x="3086" y="199143"/>
                  </a:lnTo>
                  <a:lnTo>
                    <a:pt x="4195" y="204386"/>
                  </a:lnTo>
                  <a:lnTo>
                    <a:pt x="5472" y="209591"/>
                  </a:lnTo>
                  <a:lnTo>
                    <a:pt x="6915" y="214752"/>
                  </a:lnTo>
                  <a:lnTo>
                    <a:pt x="8523" y="219864"/>
                  </a:lnTo>
                  <a:lnTo>
                    <a:pt x="10293" y="224922"/>
                  </a:lnTo>
                  <a:lnTo>
                    <a:pt x="12225" y="229921"/>
                  </a:lnTo>
                  <a:lnTo>
                    <a:pt x="14316" y="234855"/>
                  </a:lnTo>
                  <a:lnTo>
                    <a:pt x="16565" y="239720"/>
                  </a:lnTo>
                  <a:lnTo>
                    <a:pt x="18968" y="244510"/>
                  </a:lnTo>
                  <a:lnTo>
                    <a:pt x="21523" y="249220"/>
                  </a:lnTo>
                  <a:lnTo>
                    <a:pt x="24228" y="253847"/>
                  </a:lnTo>
                  <a:lnTo>
                    <a:pt x="27080" y="258384"/>
                  </a:lnTo>
                  <a:lnTo>
                    <a:pt x="30076" y="262827"/>
                  </a:lnTo>
                  <a:lnTo>
                    <a:pt x="33212" y="267172"/>
                  </a:lnTo>
                  <a:lnTo>
                    <a:pt x="36487" y="271415"/>
                  </a:lnTo>
                  <a:lnTo>
                    <a:pt x="39895" y="275550"/>
                  </a:lnTo>
                  <a:lnTo>
                    <a:pt x="43435" y="279574"/>
                  </a:lnTo>
                  <a:lnTo>
                    <a:pt x="47101" y="283482"/>
                  </a:lnTo>
                  <a:lnTo>
                    <a:pt x="50892" y="287271"/>
                  </a:lnTo>
                  <a:lnTo>
                    <a:pt x="54801" y="290936"/>
                  </a:lnTo>
                  <a:lnTo>
                    <a:pt x="58826" y="294475"/>
                  </a:lnTo>
                  <a:lnTo>
                    <a:pt x="62962" y="297882"/>
                  </a:lnTo>
                  <a:lnTo>
                    <a:pt x="67206" y="301155"/>
                  </a:lnTo>
                  <a:lnTo>
                    <a:pt x="71552" y="304290"/>
                  </a:lnTo>
                  <a:lnTo>
                    <a:pt x="75997" y="307284"/>
                  </a:lnTo>
                  <a:lnTo>
                    <a:pt x="80535" y="310135"/>
                  </a:lnTo>
                  <a:lnTo>
                    <a:pt x="85162" y="312838"/>
                  </a:lnTo>
                  <a:lnTo>
                    <a:pt x="89873" y="315392"/>
                  </a:lnTo>
                  <a:lnTo>
                    <a:pt x="94664" y="317793"/>
                  </a:lnTo>
                  <a:lnTo>
                    <a:pt x="99530" y="32004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55906" y="5566459"/>
              <a:ext cx="67637" cy="152873"/>
            </a:xfrm>
            <a:custGeom>
              <a:avLst/>
              <a:pathLst>
                <a:path w="67637" h="152873">
                  <a:moveTo>
                    <a:pt x="0" y="152873"/>
                  </a:moveTo>
                  <a:lnTo>
                    <a:pt x="676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55906" y="5566459"/>
              <a:ext cx="67637" cy="152873"/>
            </a:xfrm>
            <a:custGeom>
              <a:avLst/>
              <a:pathLst>
                <a:path w="67637" h="152873">
                  <a:moveTo>
                    <a:pt x="0" y="152873"/>
                  </a:moveTo>
                  <a:lnTo>
                    <a:pt x="676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55906" y="5566459"/>
              <a:ext cx="67637" cy="152873"/>
            </a:xfrm>
            <a:custGeom>
              <a:avLst/>
              <a:pathLst>
                <a:path w="67637" h="152873">
                  <a:moveTo>
                    <a:pt x="0" y="152873"/>
                  </a:moveTo>
                  <a:lnTo>
                    <a:pt x="676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55906" y="5566459"/>
              <a:ext cx="67637" cy="152873"/>
            </a:xfrm>
            <a:custGeom>
              <a:avLst/>
              <a:pathLst>
                <a:path w="67637" h="152873">
                  <a:moveTo>
                    <a:pt x="0" y="152873"/>
                  </a:moveTo>
                  <a:lnTo>
                    <a:pt x="676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55906" y="5566459"/>
              <a:ext cx="67637" cy="152873"/>
            </a:xfrm>
            <a:custGeom>
              <a:avLst/>
              <a:pathLst>
                <a:path w="67637" h="152873">
                  <a:moveTo>
                    <a:pt x="0" y="152873"/>
                  </a:moveTo>
                  <a:lnTo>
                    <a:pt x="676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55906" y="5566459"/>
              <a:ext cx="158186" cy="167155"/>
            </a:xfrm>
            <a:custGeom>
              <a:avLst/>
              <a:pathLst>
                <a:path w="158186" h="167155">
                  <a:moveTo>
                    <a:pt x="0" y="152873"/>
                  </a:moveTo>
                  <a:lnTo>
                    <a:pt x="5075" y="155019"/>
                  </a:lnTo>
                  <a:lnTo>
                    <a:pt x="10218" y="156997"/>
                  </a:lnTo>
                  <a:lnTo>
                    <a:pt x="15424" y="158804"/>
                  </a:lnTo>
                  <a:lnTo>
                    <a:pt x="20687" y="160438"/>
                  </a:lnTo>
                  <a:lnTo>
                    <a:pt x="26000" y="161899"/>
                  </a:lnTo>
                  <a:lnTo>
                    <a:pt x="31359" y="163183"/>
                  </a:lnTo>
                  <a:lnTo>
                    <a:pt x="36757" y="164290"/>
                  </a:lnTo>
                  <a:lnTo>
                    <a:pt x="42189" y="165219"/>
                  </a:lnTo>
                  <a:lnTo>
                    <a:pt x="47648" y="165968"/>
                  </a:lnTo>
                  <a:lnTo>
                    <a:pt x="53129" y="166536"/>
                  </a:lnTo>
                  <a:lnTo>
                    <a:pt x="58626" y="166924"/>
                  </a:lnTo>
                  <a:lnTo>
                    <a:pt x="64133" y="167130"/>
                  </a:lnTo>
                  <a:lnTo>
                    <a:pt x="69643" y="167155"/>
                  </a:lnTo>
                  <a:lnTo>
                    <a:pt x="75152" y="166998"/>
                  </a:lnTo>
                  <a:lnTo>
                    <a:pt x="80652" y="166660"/>
                  </a:lnTo>
                  <a:lnTo>
                    <a:pt x="86138" y="166140"/>
                  </a:lnTo>
                  <a:lnTo>
                    <a:pt x="91604" y="165440"/>
                  </a:lnTo>
                  <a:lnTo>
                    <a:pt x="97044" y="164560"/>
                  </a:lnTo>
                  <a:lnTo>
                    <a:pt x="102451" y="163501"/>
                  </a:lnTo>
                  <a:lnTo>
                    <a:pt x="107821" y="162265"/>
                  </a:lnTo>
                  <a:lnTo>
                    <a:pt x="113148" y="160853"/>
                  </a:lnTo>
                  <a:lnTo>
                    <a:pt x="118425" y="159265"/>
                  </a:lnTo>
                  <a:lnTo>
                    <a:pt x="123647" y="157505"/>
                  </a:lnTo>
                  <a:lnTo>
                    <a:pt x="128807" y="155573"/>
                  </a:lnTo>
                  <a:lnTo>
                    <a:pt x="133902" y="153472"/>
                  </a:lnTo>
                  <a:lnTo>
                    <a:pt x="138924" y="151205"/>
                  </a:lnTo>
                  <a:lnTo>
                    <a:pt x="143869" y="148773"/>
                  </a:lnTo>
                  <a:lnTo>
                    <a:pt x="148731" y="146180"/>
                  </a:lnTo>
                  <a:lnTo>
                    <a:pt x="153505" y="143427"/>
                  </a:lnTo>
                  <a:lnTo>
                    <a:pt x="158186" y="140519"/>
                  </a:lnTo>
                  <a:lnTo>
                    <a:pt x="676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66" cy="307687"/>
            </a:xfrm>
            <a:custGeom>
              <a:avLst/>
              <a:pathLst>
                <a:path w="167166" h="307687">
                  <a:moveTo>
                    <a:pt x="90549" y="307687"/>
                  </a:moveTo>
                  <a:lnTo>
                    <a:pt x="95014" y="304707"/>
                  </a:lnTo>
                  <a:lnTo>
                    <a:pt x="99381" y="301585"/>
                  </a:lnTo>
                  <a:lnTo>
                    <a:pt x="103646" y="298325"/>
                  </a:lnTo>
                  <a:lnTo>
                    <a:pt x="107804" y="294929"/>
                  </a:lnTo>
                  <a:lnTo>
                    <a:pt x="111851" y="291402"/>
                  </a:lnTo>
                  <a:lnTo>
                    <a:pt x="115782" y="287746"/>
                  </a:lnTo>
                  <a:lnTo>
                    <a:pt x="119594" y="283966"/>
                  </a:lnTo>
                  <a:lnTo>
                    <a:pt x="123283" y="280066"/>
                  </a:lnTo>
                  <a:lnTo>
                    <a:pt x="126844" y="276049"/>
                  </a:lnTo>
                  <a:lnTo>
                    <a:pt x="130275" y="271920"/>
                  </a:lnTo>
                  <a:lnTo>
                    <a:pt x="133571" y="267683"/>
                  </a:lnTo>
                  <a:lnTo>
                    <a:pt x="136730" y="263342"/>
                  </a:lnTo>
                  <a:lnTo>
                    <a:pt x="139748" y="258902"/>
                  </a:lnTo>
                  <a:lnTo>
                    <a:pt x="142621" y="254368"/>
                  </a:lnTo>
                  <a:lnTo>
                    <a:pt x="145348" y="249744"/>
                  </a:lnTo>
                  <a:lnTo>
                    <a:pt x="147924" y="245034"/>
                  </a:lnTo>
                  <a:lnTo>
                    <a:pt x="150348" y="240244"/>
                  </a:lnTo>
                  <a:lnTo>
                    <a:pt x="152617" y="235379"/>
                  </a:lnTo>
                  <a:lnTo>
                    <a:pt x="154728" y="230443"/>
                  </a:lnTo>
                  <a:lnTo>
                    <a:pt x="156680" y="225442"/>
                  </a:lnTo>
                  <a:lnTo>
                    <a:pt x="158471" y="220382"/>
                  </a:lnTo>
                  <a:lnTo>
                    <a:pt x="160098" y="215266"/>
                  </a:lnTo>
                  <a:lnTo>
                    <a:pt x="161560" y="210100"/>
                  </a:lnTo>
                  <a:lnTo>
                    <a:pt x="162855" y="204891"/>
                  </a:lnTo>
                  <a:lnTo>
                    <a:pt x="163982" y="199642"/>
                  </a:lnTo>
                  <a:lnTo>
                    <a:pt x="164940" y="194360"/>
                  </a:lnTo>
                  <a:lnTo>
                    <a:pt x="165728" y="189050"/>
                  </a:lnTo>
                  <a:lnTo>
                    <a:pt x="166346" y="183717"/>
                  </a:lnTo>
                  <a:lnTo>
                    <a:pt x="166791" y="178367"/>
                  </a:lnTo>
                  <a:lnTo>
                    <a:pt x="167065" y="173006"/>
                  </a:lnTo>
                  <a:lnTo>
                    <a:pt x="167166" y="167639"/>
                  </a:lnTo>
                  <a:lnTo>
                    <a:pt x="167095" y="162271"/>
                  </a:lnTo>
                  <a:lnTo>
                    <a:pt x="166852" y="156908"/>
                  </a:lnTo>
                  <a:lnTo>
                    <a:pt x="166436" y="151556"/>
                  </a:lnTo>
                  <a:lnTo>
                    <a:pt x="165849" y="146220"/>
                  </a:lnTo>
                  <a:lnTo>
                    <a:pt x="165091" y="140905"/>
                  </a:lnTo>
                  <a:lnTo>
                    <a:pt x="164163" y="135618"/>
                  </a:lnTo>
                  <a:lnTo>
                    <a:pt x="163065" y="130363"/>
                  </a:lnTo>
                  <a:lnTo>
                    <a:pt x="161799" y="125146"/>
                  </a:lnTo>
                  <a:lnTo>
                    <a:pt x="160367" y="119972"/>
                  </a:lnTo>
                  <a:lnTo>
                    <a:pt x="158769" y="114848"/>
                  </a:lnTo>
                  <a:lnTo>
                    <a:pt x="157007" y="109777"/>
                  </a:lnTo>
                  <a:lnTo>
                    <a:pt x="155083" y="104765"/>
                  </a:lnTo>
                  <a:lnTo>
                    <a:pt x="152999" y="99817"/>
                  </a:lnTo>
                  <a:lnTo>
                    <a:pt x="150758" y="94939"/>
                  </a:lnTo>
                  <a:lnTo>
                    <a:pt x="148361" y="90136"/>
                  </a:lnTo>
                  <a:lnTo>
                    <a:pt x="145811" y="85412"/>
                  </a:lnTo>
                  <a:lnTo>
                    <a:pt x="143111" y="80772"/>
                  </a:lnTo>
                  <a:lnTo>
                    <a:pt x="140263" y="76222"/>
                  </a:lnTo>
                  <a:lnTo>
                    <a:pt x="137271" y="71765"/>
                  </a:lnTo>
                  <a:lnTo>
                    <a:pt x="134137" y="67406"/>
                  </a:lnTo>
                  <a:lnTo>
                    <a:pt x="130864" y="63151"/>
                  </a:lnTo>
                  <a:lnTo>
                    <a:pt x="127457" y="59002"/>
                  </a:lnTo>
                  <a:lnTo>
                    <a:pt x="123918" y="54966"/>
                  </a:lnTo>
                  <a:lnTo>
                    <a:pt x="120251" y="51044"/>
                  </a:lnTo>
                  <a:lnTo>
                    <a:pt x="116461" y="47243"/>
                  </a:lnTo>
                  <a:lnTo>
                    <a:pt x="112550" y="43566"/>
                  </a:lnTo>
                  <a:lnTo>
                    <a:pt x="108523" y="40015"/>
                  </a:lnTo>
                  <a:lnTo>
                    <a:pt x="104385" y="36596"/>
                  </a:lnTo>
                  <a:lnTo>
                    <a:pt x="100138" y="33312"/>
                  </a:lnTo>
                  <a:lnTo>
                    <a:pt x="95789" y="30166"/>
                  </a:lnTo>
                  <a:lnTo>
                    <a:pt x="91340" y="27161"/>
                  </a:lnTo>
                  <a:lnTo>
                    <a:pt x="86798" y="24300"/>
                  </a:lnTo>
                  <a:lnTo>
                    <a:pt x="82166" y="21586"/>
                  </a:lnTo>
                  <a:lnTo>
                    <a:pt x="77449" y="19023"/>
                  </a:lnTo>
                  <a:lnTo>
                    <a:pt x="72652" y="16613"/>
                  </a:lnTo>
                  <a:lnTo>
                    <a:pt x="67781" y="14358"/>
                  </a:lnTo>
                  <a:lnTo>
                    <a:pt x="62839" y="12260"/>
                  </a:lnTo>
                  <a:lnTo>
                    <a:pt x="57833" y="10322"/>
                  </a:lnTo>
                  <a:lnTo>
                    <a:pt x="52767" y="8546"/>
                  </a:lnTo>
                  <a:lnTo>
                    <a:pt x="47646" y="6934"/>
                  </a:lnTo>
                  <a:lnTo>
                    <a:pt x="42477" y="5486"/>
                  </a:lnTo>
                  <a:lnTo>
                    <a:pt x="37263" y="4206"/>
                  </a:lnTo>
                  <a:lnTo>
                    <a:pt x="32012" y="3093"/>
                  </a:lnTo>
                  <a:lnTo>
                    <a:pt x="26727" y="2150"/>
                  </a:lnTo>
                  <a:lnTo>
                    <a:pt x="21415" y="1377"/>
                  </a:lnTo>
                  <a:lnTo>
                    <a:pt x="16080" y="775"/>
                  </a:lnTo>
                  <a:lnTo>
                    <a:pt x="10729" y="344"/>
                  </a:lnTo>
                  <a:lnTo>
                    <a:pt x="536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94939" y="5269756"/>
              <a:ext cx="150319" cy="167167"/>
            </a:xfrm>
            <a:custGeom>
              <a:avLst/>
              <a:pathLst>
                <a:path w="150319" h="167167">
                  <a:moveTo>
                    <a:pt x="150319" y="0"/>
                  </a:moveTo>
                  <a:lnTo>
                    <a:pt x="144823" y="90"/>
                  </a:lnTo>
                  <a:lnTo>
                    <a:pt x="139333" y="361"/>
                  </a:lnTo>
                  <a:lnTo>
                    <a:pt x="133855" y="812"/>
                  </a:lnTo>
                  <a:lnTo>
                    <a:pt x="128395" y="1443"/>
                  </a:lnTo>
                  <a:lnTo>
                    <a:pt x="122959" y="2254"/>
                  </a:lnTo>
                  <a:lnTo>
                    <a:pt x="117552" y="3242"/>
                  </a:lnTo>
                  <a:lnTo>
                    <a:pt x="112181" y="4408"/>
                  </a:lnTo>
                  <a:lnTo>
                    <a:pt x="106850" y="5750"/>
                  </a:lnTo>
                  <a:lnTo>
                    <a:pt x="101567" y="7266"/>
                  </a:lnTo>
                  <a:lnTo>
                    <a:pt x="96337" y="8955"/>
                  </a:lnTo>
                  <a:lnTo>
                    <a:pt x="91165" y="10816"/>
                  </a:lnTo>
                  <a:lnTo>
                    <a:pt x="86057" y="12845"/>
                  </a:lnTo>
                  <a:lnTo>
                    <a:pt x="81018" y="15041"/>
                  </a:lnTo>
                  <a:lnTo>
                    <a:pt x="76054" y="17401"/>
                  </a:lnTo>
                  <a:lnTo>
                    <a:pt x="71171" y="19924"/>
                  </a:lnTo>
                  <a:lnTo>
                    <a:pt x="66373" y="22605"/>
                  </a:lnTo>
                  <a:lnTo>
                    <a:pt x="61666" y="25443"/>
                  </a:lnTo>
                  <a:lnTo>
                    <a:pt x="57054" y="28434"/>
                  </a:lnTo>
                  <a:lnTo>
                    <a:pt x="52544" y="31575"/>
                  </a:lnTo>
                  <a:lnTo>
                    <a:pt x="48139" y="34863"/>
                  </a:lnTo>
                  <a:lnTo>
                    <a:pt x="43845" y="38294"/>
                  </a:lnTo>
                  <a:lnTo>
                    <a:pt x="39666" y="41864"/>
                  </a:lnTo>
                  <a:lnTo>
                    <a:pt x="35606" y="45569"/>
                  </a:lnTo>
                  <a:lnTo>
                    <a:pt x="31670" y="49406"/>
                  </a:lnTo>
                  <a:lnTo>
                    <a:pt x="27863" y="53371"/>
                  </a:lnTo>
                  <a:lnTo>
                    <a:pt x="24188" y="57458"/>
                  </a:lnTo>
                  <a:lnTo>
                    <a:pt x="20650" y="61664"/>
                  </a:lnTo>
                  <a:lnTo>
                    <a:pt x="17251" y="65984"/>
                  </a:lnTo>
                  <a:lnTo>
                    <a:pt x="13997" y="70413"/>
                  </a:lnTo>
                  <a:lnTo>
                    <a:pt x="10890" y="74947"/>
                  </a:lnTo>
                  <a:lnTo>
                    <a:pt x="7933" y="79581"/>
                  </a:lnTo>
                  <a:lnTo>
                    <a:pt x="5131" y="84309"/>
                  </a:lnTo>
                  <a:lnTo>
                    <a:pt x="2485" y="89127"/>
                  </a:lnTo>
                  <a:lnTo>
                    <a:pt x="0" y="94029"/>
                  </a:lnTo>
                  <a:lnTo>
                    <a:pt x="15031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4939" y="5363785"/>
              <a:ext cx="150319" cy="73137"/>
            </a:xfrm>
            <a:custGeom>
              <a:avLst/>
              <a:pathLst>
                <a:path w="150319" h="73137">
                  <a:moveTo>
                    <a:pt x="0" y="0"/>
                  </a:moveTo>
                  <a:lnTo>
                    <a:pt x="150319" y="73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4939" y="5363785"/>
              <a:ext cx="150319" cy="73137"/>
            </a:xfrm>
            <a:custGeom>
              <a:avLst/>
              <a:pathLst>
                <a:path w="150319" h="73137">
                  <a:moveTo>
                    <a:pt x="0" y="0"/>
                  </a:moveTo>
                  <a:lnTo>
                    <a:pt x="150319" y="73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94939" y="5363785"/>
              <a:ext cx="150319" cy="73137"/>
            </a:xfrm>
            <a:custGeom>
              <a:avLst/>
              <a:pathLst>
                <a:path w="150319" h="73137">
                  <a:moveTo>
                    <a:pt x="0" y="0"/>
                  </a:moveTo>
                  <a:lnTo>
                    <a:pt x="150319" y="73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94939" y="5363785"/>
              <a:ext cx="150319" cy="73137"/>
            </a:xfrm>
            <a:custGeom>
              <a:avLst/>
              <a:pathLst>
                <a:path w="150319" h="73137">
                  <a:moveTo>
                    <a:pt x="0" y="0"/>
                  </a:moveTo>
                  <a:lnTo>
                    <a:pt x="150319" y="73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78514" y="5363785"/>
              <a:ext cx="166743" cy="73137"/>
            </a:xfrm>
            <a:custGeom>
              <a:avLst/>
              <a:pathLst>
                <a:path w="166743" h="73137">
                  <a:moveTo>
                    <a:pt x="16424" y="0"/>
                  </a:moveTo>
                  <a:lnTo>
                    <a:pt x="13978" y="5257"/>
                  </a:lnTo>
                  <a:lnTo>
                    <a:pt x="11715" y="10597"/>
                  </a:lnTo>
                  <a:lnTo>
                    <a:pt x="9639" y="16012"/>
                  </a:lnTo>
                  <a:lnTo>
                    <a:pt x="7752" y="21495"/>
                  </a:lnTo>
                  <a:lnTo>
                    <a:pt x="6057" y="27041"/>
                  </a:lnTo>
                  <a:lnTo>
                    <a:pt x="4555" y="32642"/>
                  </a:lnTo>
                  <a:lnTo>
                    <a:pt x="3248" y="38292"/>
                  </a:lnTo>
                  <a:lnTo>
                    <a:pt x="2138" y="43984"/>
                  </a:lnTo>
                  <a:lnTo>
                    <a:pt x="1225" y="49711"/>
                  </a:lnTo>
                  <a:lnTo>
                    <a:pt x="512" y="55466"/>
                  </a:lnTo>
                  <a:lnTo>
                    <a:pt x="0" y="61242"/>
                  </a:lnTo>
                  <a:lnTo>
                    <a:pt x="166743" y="73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096" y="5269756"/>
              <a:ext cx="334315" cy="334332"/>
            </a:xfrm>
            <a:custGeom>
              <a:avLst/>
              <a:pathLst>
                <a:path w="334315" h="334332">
                  <a:moveTo>
                    <a:pt x="418" y="155272"/>
                  </a:moveTo>
                  <a:lnTo>
                    <a:pt x="125" y="160559"/>
                  </a:lnTo>
                  <a:lnTo>
                    <a:pt x="0" y="165853"/>
                  </a:lnTo>
                  <a:lnTo>
                    <a:pt x="42" y="171149"/>
                  </a:lnTo>
                  <a:lnTo>
                    <a:pt x="252" y="176440"/>
                  </a:lnTo>
                  <a:lnTo>
                    <a:pt x="629" y="181722"/>
                  </a:lnTo>
                  <a:lnTo>
                    <a:pt x="1174" y="186990"/>
                  </a:lnTo>
                  <a:lnTo>
                    <a:pt x="1885" y="192237"/>
                  </a:lnTo>
                  <a:lnTo>
                    <a:pt x="2762" y="197460"/>
                  </a:lnTo>
                  <a:lnTo>
                    <a:pt x="3804" y="202652"/>
                  </a:lnTo>
                  <a:lnTo>
                    <a:pt x="5010" y="207808"/>
                  </a:lnTo>
                  <a:lnTo>
                    <a:pt x="6379" y="212924"/>
                  </a:lnTo>
                  <a:lnTo>
                    <a:pt x="7909" y="217994"/>
                  </a:lnTo>
                  <a:lnTo>
                    <a:pt x="9598" y="223012"/>
                  </a:lnTo>
                  <a:lnTo>
                    <a:pt x="11446" y="227975"/>
                  </a:lnTo>
                  <a:lnTo>
                    <a:pt x="13450" y="232877"/>
                  </a:lnTo>
                  <a:lnTo>
                    <a:pt x="15609" y="237712"/>
                  </a:lnTo>
                  <a:lnTo>
                    <a:pt x="17919" y="242477"/>
                  </a:lnTo>
                  <a:lnTo>
                    <a:pt x="20380" y="247167"/>
                  </a:lnTo>
                  <a:lnTo>
                    <a:pt x="22987" y="251776"/>
                  </a:lnTo>
                  <a:lnTo>
                    <a:pt x="25739" y="256300"/>
                  </a:lnTo>
                  <a:lnTo>
                    <a:pt x="28634" y="260735"/>
                  </a:lnTo>
                  <a:lnTo>
                    <a:pt x="31667" y="265075"/>
                  </a:lnTo>
                  <a:lnTo>
                    <a:pt x="34836" y="269318"/>
                  </a:lnTo>
                  <a:lnTo>
                    <a:pt x="38138" y="273458"/>
                  </a:lnTo>
                  <a:lnTo>
                    <a:pt x="41569" y="277491"/>
                  </a:lnTo>
                  <a:lnTo>
                    <a:pt x="45127" y="281414"/>
                  </a:lnTo>
                  <a:lnTo>
                    <a:pt x="48807" y="285222"/>
                  </a:lnTo>
                  <a:lnTo>
                    <a:pt x="52605" y="288912"/>
                  </a:lnTo>
                  <a:lnTo>
                    <a:pt x="56519" y="292479"/>
                  </a:lnTo>
                  <a:lnTo>
                    <a:pt x="60544" y="295921"/>
                  </a:lnTo>
                  <a:lnTo>
                    <a:pt x="64675" y="299233"/>
                  </a:lnTo>
                  <a:lnTo>
                    <a:pt x="68910" y="302413"/>
                  </a:lnTo>
                  <a:lnTo>
                    <a:pt x="73243" y="305457"/>
                  </a:lnTo>
                  <a:lnTo>
                    <a:pt x="77670" y="308363"/>
                  </a:lnTo>
                  <a:lnTo>
                    <a:pt x="82188" y="311126"/>
                  </a:lnTo>
                  <a:lnTo>
                    <a:pt x="86790" y="313746"/>
                  </a:lnTo>
                  <a:lnTo>
                    <a:pt x="91473" y="316218"/>
                  </a:lnTo>
                  <a:lnTo>
                    <a:pt x="96232" y="318540"/>
                  </a:lnTo>
                  <a:lnTo>
                    <a:pt x="101062" y="320711"/>
                  </a:lnTo>
                  <a:lnTo>
                    <a:pt x="105959" y="322728"/>
                  </a:lnTo>
                  <a:lnTo>
                    <a:pt x="110917" y="324588"/>
                  </a:lnTo>
                  <a:lnTo>
                    <a:pt x="115931" y="326291"/>
                  </a:lnTo>
                  <a:lnTo>
                    <a:pt x="120997" y="327834"/>
                  </a:lnTo>
                  <a:lnTo>
                    <a:pt x="126109" y="329215"/>
                  </a:lnTo>
                  <a:lnTo>
                    <a:pt x="131263" y="330434"/>
                  </a:lnTo>
                  <a:lnTo>
                    <a:pt x="136452" y="331489"/>
                  </a:lnTo>
                  <a:lnTo>
                    <a:pt x="141672" y="332380"/>
                  </a:lnTo>
                  <a:lnTo>
                    <a:pt x="146918" y="333104"/>
                  </a:lnTo>
                  <a:lnTo>
                    <a:pt x="152184" y="333662"/>
                  </a:lnTo>
                  <a:lnTo>
                    <a:pt x="157465" y="334053"/>
                  </a:lnTo>
                  <a:lnTo>
                    <a:pt x="162756" y="334276"/>
                  </a:lnTo>
                  <a:lnTo>
                    <a:pt x="168051" y="334332"/>
                  </a:lnTo>
                  <a:lnTo>
                    <a:pt x="173346" y="334220"/>
                  </a:lnTo>
                  <a:lnTo>
                    <a:pt x="178634" y="333940"/>
                  </a:lnTo>
                  <a:lnTo>
                    <a:pt x="183911" y="333493"/>
                  </a:lnTo>
                  <a:lnTo>
                    <a:pt x="189170" y="332879"/>
                  </a:lnTo>
                  <a:lnTo>
                    <a:pt x="194408" y="332099"/>
                  </a:lnTo>
                  <a:lnTo>
                    <a:pt x="199619" y="331153"/>
                  </a:lnTo>
                  <a:lnTo>
                    <a:pt x="204796" y="330043"/>
                  </a:lnTo>
                  <a:lnTo>
                    <a:pt x="209937" y="328769"/>
                  </a:lnTo>
                  <a:lnTo>
                    <a:pt x="215034" y="327333"/>
                  </a:lnTo>
                  <a:lnTo>
                    <a:pt x="220083" y="325737"/>
                  </a:lnTo>
                  <a:lnTo>
                    <a:pt x="225079" y="323981"/>
                  </a:lnTo>
                  <a:lnTo>
                    <a:pt x="230017" y="322068"/>
                  </a:lnTo>
                  <a:lnTo>
                    <a:pt x="234892" y="319999"/>
                  </a:lnTo>
                  <a:lnTo>
                    <a:pt x="239698" y="317777"/>
                  </a:lnTo>
                  <a:lnTo>
                    <a:pt x="244432" y="315404"/>
                  </a:lnTo>
                  <a:lnTo>
                    <a:pt x="249089" y="312882"/>
                  </a:lnTo>
                  <a:lnTo>
                    <a:pt x="253663" y="310214"/>
                  </a:lnTo>
                  <a:lnTo>
                    <a:pt x="258151" y="307402"/>
                  </a:lnTo>
                  <a:lnTo>
                    <a:pt x="262547" y="304450"/>
                  </a:lnTo>
                  <a:lnTo>
                    <a:pt x="266847" y="301360"/>
                  </a:lnTo>
                  <a:lnTo>
                    <a:pt x="271048" y="298135"/>
                  </a:lnTo>
                  <a:lnTo>
                    <a:pt x="275144" y="294779"/>
                  </a:lnTo>
                  <a:lnTo>
                    <a:pt x="279132" y="291295"/>
                  </a:lnTo>
                  <a:lnTo>
                    <a:pt x="283007" y="287686"/>
                  </a:lnTo>
                  <a:lnTo>
                    <a:pt x="286767" y="283956"/>
                  </a:lnTo>
                  <a:lnTo>
                    <a:pt x="290406" y="280109"/>
                  </a:lnTo>
                  <a:lnTo>
                    <a:pt x="293921" y="276149"/>
                  </a:lnTo>
                  <a:lnTo>
                    <a:pt x="297310" y="272079"/>
                  </a:lnTo>
                  <a:lnTo>
                    <a:pt x="300567" y="267904"/>
                  </a:lnTo>
                  <a:lnTo>
                    <a:pt x="303691" y="263628"/>
                  </a:lnTo>
                  <a:lnTo>
                    <a:pt x="306678" y="259255"/>
                  </a:lnTo>
                  <a:lnTo>
                    <a:pt x="309525" y="254790"/>
                  </a:lnTo>
                  <a:lnTo>
                    <a:pt x="312229" y="250237"/>
                  </a:lnTo>
                  <a:lnTo>
                    <a:pt x="314787" y="245600"/>
                  </a:lnTo>
                  <a:lnTo>
                    <a:pt x="317197" y="240885"/>
                  </a:lnTo>
                  <a:lnTo>
                    <a:pt x="319457" y="236095"/>
                  </a:lnTo>
                  <a:lnTo>
                    <a:pt x="321564" y="231237"/>
                  </a:lnTo>
                  <a:lnTo>
                    <a:pt x="323516" y="226314"/>
                  </a:lnTo>
                  <a:lnTo>
                    <a:pt x="325311" y="221332"/>
                  </a:lnTo>
                  <a:lnTo>
                    <a:pt x="326947" y="216296"/>
                  </a:lnTo>
                  <a:lnTo>
                    <a:pt x="328423" y="211210"/>
                  </a:lnTo>
                  <a:lnTo>
                    <a:pt x="329737" y="206080"/>
                  </a:lnTo>
                  <a:lnTo>
                    <a:pt x="330888" y="200911"/>
                  </a:lnTo>
                  <a:lnTo>
                    <a:pt x="331875" y="195708"/>
                  </a:lnTo>
                  <a:lnTo>
                    <a:pt x="332696" y="190477"/>
                  </a:lnTo>
                  <a:lnTo>
                    <a:pt x="333351" y="185222"/>
                  </a:lnTo>
                  <a:lnTo>
                    <a:pt x="333840" y="179949"/>
                  </a:lnTo>
                  <a:lnTo>
                    <a:pt x="334161" y="174663"/>
                  </a:lnTo>
                  <a:lnTo>
                    <a:pt x="334315" y="169370"/>
                  </a:lnTo>
                  <a:lnTo>
                    <a:pt x="334301" y="164074"/>
                  </a:lnTo>
                  <a:lnTo>
                    <a:pt x="334119" y="158782"/>
                  </a:lnTo>
                  <a:lnTo>
                    <a:pt x="333769" y="153498"/>
                  </a:lnTo>
                  <a:lnTo>
                    <a:pt x="333253" y="148228"/>
                  </a:lnTo>
                  <a:lnTo>
                    <a:pt x="332570" y="142976"/>
                  </a:lnTo>
                  <a:lnTo>
                    <a:pt x="331720" y="137749"/>
                  </a:lnTo>
                  <a:lnTo>
                    <a:pt x="330706" y="132552"/>
                  </a:lnTo>
                  <a:lnTo>
                    <a:pt x="329528" y="127389"/>
                  </a:lnTo>
                  <a:lnTo>
                    <a:pt x="328186" y="122266"/>
                  </a:lnTo>
                  <a:lnTo>
                    <a:pt x="326683" y="117188"/>
                  </a:lnTo>
                  <a:lnTo>
                    <a:pt x="325020" y="112161"/>
                  </a:lnTo>
                  <a:lnTo>
                    <a:pt x="323199" y="107188"/>
                  </a:lnTo>
                  <a:lnTo>
                    <a:pt x="321221" y="102276"/>
                  </a:lnTo>
                  <a:lnTo>
                    <a:pt x="319088" y="97429"/>
                  </a:lnTo>
                  <a:lnTo>
                    <a:pt x="316803" y="92652"/>
                  </a:lnTo>
                  <a:lnTo>
                    <a:pt x="314368" y="87949"/>
                  </a:lnTo>
                  <a:lnTo>
                    <a:pt x="311785" y="83327"/>
                  </a:lnTo>
                  <a:lnTo>
                    <a:pt x="309056" y="78788"/>
                  </a:lnTo>
                  <a:lnTo>
                    <a:pt x="306186" y="74338"/>
                  </a:lnTo>
                  <a:lnTo>
                    <a:pt x="303176" y="69981"/>
                  </a:lnTo>
                  <a:lnTo>
                    <a:pt x="300029" y="65721"/>
                  </a:lnTo>
                  <a:lnTo>
                    <a:pt x="296749" y="61564"/>
                  </a:lnTo>
                  <a:lnTo>
                    <a:pt x="293339" y="57512"/>
                  </a:lnTo>
                  <a:lnTo>
                    <a:pt x="289803" y="53571"/>
                  </a:lnTo>
                  <a:lnTo>
                    <a:pt x="286143" y="49743"/>
                  </a:lnTo>
                  <a:lnTo>
                    <a:pt x="282364" y="46033"/>
                  </a:lnTo>
                  <a:lnTo>
                    <a:pt x="278470" y="42445"/>
                  </a:lnTo>
                  <a:lnTo>
                    <a:pt x="274463" y="38982"/>
                  </a:lnTo>
                  <a:lnTo>
                    <a:pt x="270349" y="35648"/>
                  </a:lnTo>
                  <a:lnTo>
                    <a:pt x="266132" y="32445"/>
                  </a:lnTo>
                  <a:lnTo>
                    <a:pt x="261815" y="29378"/>
                  </a:lnTo>
                  <a:lnTo>
                    <a:pt x="257403" y="26449"/>
                  </a:lnTo>
                  <a:lnTo>
                    <a:pt x="252901" y="23662"/>
                  </a:lnTo>
                  <a:lnTo>
                    <a:pt x="248312" y="21018"/>
                  </a:lnTo>
                  <a:lnTo>
                    <a:pt x="243643" y="18521"/>
                  </a:lnTo>
                  <a:lnTo>
                    <a:pt x="238896" y="16173"/>
                  </a:lnTo>
                  <a:lnTo>
                    <a:pt x="234077" y="13977"/>
                  </a:lnTo>
                  <a:lnTo>
                    <a:pt x="229192" y="11934"/>
                  </a:lnTo>
                  <a:lnTo>
                    <a:pt x="224244" y="10047"/>
                  </a:lnTo>
                  <a:lnTo>
                    <a:pt x="219238" y="8318"/>
                  </a:lnTo>
                  <a:lnTo>
                    <a:pt x="214181" y="6748"/>
                  </a:lnTo>
                  <a:lnTo>
                    <a:pt x="209076" y="5339"/>
                  </a:lnTo>
                  <a:lnTo>
                    <a:pt x="203929" y="4093"/>
                  </a:lnTo>
                  <a:lnTo>
                    <a:pt x="198745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4125" y="5018213"/>
              <a:ext cx="166913" cy="167167"/>
            </a:xfrm>
            <a:custGeom>
              <a:avLst/>
              <a:pathLst>
                <a:path w="166913" h="167167">
                  <a:moveTo>
                    <a:pt x="166913" y="0"/>
                  </a:moveTo>
                  <a:lnTo>
                    <a:pt x="161523" y="86"/>
                  </a:lnTo>
                  <a:lnTo>
                    <a:pt x="156139" y="347"/>
                  </a:lnTo>
                  <a:lnTo>
                    <a:pt x="150766" y="781"/>
                  </a:lnTo>
                  <a:lnTo>
                    <a:pt x="145409" y="1388"/>
                  </a:lnTo>
                  <a:lnTo>
                    <a:pt x="140075" y="2168"/>
                  </a:lnTo>
                  <a:lnTo>
                    <a:pt x="134769" y="3119"/>
                  </a:lnTo>
                  <a:lnTo>
                    <a:pt x="129496" y="4241"/>
                  </a:lnTo>
                  <a:lnTo>
                    <a:pt x="124262" y="5532"/>
                  </a:lnTo>
                  <a:lnTo>
                    <a:pt x="119073" y="6991"/>
                  </a:lnTo>
                  <a:lnTo>
                    <a:pt x="113933" y="8617"/>
                  </a:lnTo>
                  <a:lnTo>
                    <a:pt x="108848" y="10408"/>
                  </a:lnTo>
                  <a:lnTo>
                    <a:pt x="103824" y="12362"/>
                  </a:lnTo>
                  <a:lnTo>
                    <a:pt x="98865" y="14476"/>
                  </a:lnTo>
                  <a:lnTo>
                    <a:pt x="93978" y="16750"/>
                  </a:lnTo>
                  <a:lnTo>
                    <a:pt x="89166" y="19180"/>
                  </a:lnTo>
                  <a:lnTo>
                    <a:pt x="84434" y="21763"/>
                  </a:lnTo>
                  <a:lnTo>
                    <a:pt x="79789" y="24498"/>
                  </a:lnTo>
                  <a:lnTo>
                    <a:pt x="75234" y="27382"/>
                  </a:lnTo>
                  <a:lnTo>
                    <a:pt x="70775" y="30411"/>
                  </a:lnTo>
                  <a:lnTo>
                    <a:pt x="66415" y="33582"/>
                  </a:lnTo>
                  <a:lnTo>
                    <a:pt x="62160" y="36891"/>
                  </a:lnTo>
                  <a:lnTo>
                    <a:pt x="58014" y="40337"/>
                  </a:lnTo>
                  <a:lnTo>
                    <a:pt x="53981" y="43914"/>
                  </a:lnTo>
                  <a:lnTo>
                    <a:pt x="50066" y="47619"/>
                  </a:lnTo>
                  <a:lnTo>
                    <a:pt x="46272" y="51449"/>
                  </a:lnTo>
                  <a:lnTo>
                    <a:pt x="42604" y="55399"/>
                  </a:lnTo>
                  <a:lnTo>
                    <a:pt x="39064" y="59465"/>
                  </a:lnTo>
                  <a:lnTo>
                    <a:pt x="35658" y="63644"/>
                  </a:lnTo>
                  <a:lnTo>
                    <a:pt x="32389" y="67930"/>
                  </a:lnTo>
                  <a:lnTo>
                    <a:pt x="29259" y="72319"/>
                  </a:lnTo>
                  <a:lnTo>
                    <a:pt x="26272" y="76807"/>
                  </a:lnTo>
                  <a:lnTo>
                    <a:pt x="23432" y="81388"/>
                  </a:lnTo>
                  <a:lnTo>
                    <a:pt x="20740" y="86059"/>
                  </a:lnTo>
                  <a:lnTo>
                    <a:pt x="18201" y="90815"/>
                  </a:lnTo>
                  <a:lnTo>
                    <a:pt x="15817" y="95649"/>
                  </a:lnTo>
                  <a:lnTo>
                    <a:pt x="13589" y="100558"/>
                  </a:lnTo>
                  <a:lnTo>
                    <a:pt x="11521" y="105537"/>
                  </a:lnTo>
                  <a:lnTo>
                    <a:pt x="9615" y="110579"/>
                  </a:lnTo>
                  <a:lnTo>
                    <a:pt x="7872" y="115680"/>
                  </a:lnTo>
                  <a:lnTo>
                    <a:pt x="6295" y="120835"/>
                  </a:lnTo>
                  <a:lnTo>
                    <a:pt x="4884" y="126038"/>
                  </a:lnTo>
                  <a:lnTo>
                    <a:pt x="3643" y="131284"/>
                  </a:lnTo>
                  <a:lnTo>
                    <a:pt x="2570" y="136567"/>
                  </a:lnTo>
                  <a:lnTo>
                    <a:pt x="1669" y="141882"/>
                  </a:lnTo>
                  <a:lnTo>
                    <a:pt x="940" y="147223"/>
                  </a:lnTo>
                  <a:lnTo>
                    <a:pt x="383" y="152585"/>
                  </a:lnTo>
                  <a:lnTo>
                    <a:pt x="0" y="157962"/>
                  </a:lnTo>
                  <a:lnTo>
                    <a:pt x="1669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4125" y="5176175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4125" y="5176175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4125" y="5176175"/>
              <a:ext cx="166913" cy="9204"/>
            </a:xfrm>
            <a:custGeom>
              <a:avLst/>
              <a:pathLst>
                <a:path w="166913" h="9204">
                  <a:moveTo>
                    <a:pt x="0" y="0"/>
                  </a:moveTo>
                  <a:lnTo>
                    <a:pt x="166913" y="92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83" y="5176175"/>
              <a:ext cx="167156" cy="100696"/>
            </a:xfrm>
            <a:custGeom>
              <a:avLst/>
              <a:pathLst>
                <a:path w="167156" h="100696">
                  <a:moveTo>
                    <a:pt x="242" y="0"/>
                  </a:moveTo>
                  <a:lnTo>
                    <a:pt x="28" y="5575"/>
                  </a:lnTo>
                  <a:lnTo>
                    <a:pt x="0" y="11155"/>
                  </a:lnTo>
                  <a:lnTo>
                    <a:pt x="158" y="16733"/>
                  </a:lnTo>
                  <a:lnTo>
                    <a:pt x="502" y="22302"/>
                  </a:lnTo>
                  <a:lnTo>
                    <a:pt x="1032" y="27857"/>
                  </a:lnTo>
                  <a:lnTo>
                    <a:pt x="1747" y="33391"/>
                  </a:lnTo>
                  <a:lnTo>
                    <a:pt x="2646" y="38897"/>
                  </a:lnTo>
                  <a:lnTo>
                    <a:pt x="3729" y="44371"/>
                  </a:lnTo>
                  <a:lnTo>
                    <a:pt x="4994" y="49806"/>
                  </a:lnTo>
                  <a:lnTo>
                    <a:pt x="6439" y="55195"/>
                  </a:lnTo>
                  <a:lnTo>
                    <a:pt x="8064" y="60534"/>
                  </a:lnTo>
                  <a:lnTo>
                    <a:pt x="9865" y="65815"/>
                  </a:lnTo>
                  <a:lnTo>
                    <a:pt x="11842" y="71033"/>
                  </a:lnTo>
                  <a:lnTo>
                    <a:pt x="13992" y="76182"/>
                  </a:lnTo>
                  <a:lnTo>
                    <a:pt x="16313" y="81256"/>
                  </a:lnTo>
                  <a:lnTo>
                    <a:pt x="18802" y="86250"/>
                  </a:lnTo>
                  <a:lnTo>
                    <a:pt x="21456" y="91158"/>
                  </a:lnTo>
                  <a:lnTo>
                    <a:pt x="24272" y="95975"/>
                  </a:lnTo>
                  <a:lnTo>
                    <a:pt x="27247" y="100696"/>
                  </a:lnTo>
                  <a:lnTo>
                    <a:pt x="167156" y="92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81130" y="5018213"/>
              <a:ext cx="307061" cy="334331"/>
            </a:xfrm>
            <a:custGeom>
              <a:avLst/>
              <a:pathLst>
                <a:path w="307061" h="334331">
                  <a:moveTo>
                    <a:pt x="0" y="258658"/>
                  </a:moveTo>
                  <a:lnTo>
                    <a:pt x="2979" y="263060"/>
                  </a:lnTo>
                  <a:lnTo>
                    <a:pt x="6096" y="267364"/>
                  </a:lnTo>
                  <a:lnTo>
                    <a:pt x="9349" y="271567"/>
                  </a:lnTo>
                  <a:lnTo>
                    <a:pt x="12734" y="275665"/>
                  </a:lnTo>
                  <a:lnTo>
                    <a:pt x="16247" y="279652"/>
                  </a:lnTo>
                  <a:lnTo>
                    <a:pt x="19885" y="283527"/>
                  </a:lnTo>
                  <a:lnTo>
                    <a:pt x="23645" y="287283"/>
                  </a:lnTo>
                  <a:lnTo>
                    <a:pt x="27522" y="290918"/>
                  </a:lnTo>
                  <a:lnTo>
                    <a:pt x="31513" y="294428"/>
                  </a:lnTo>
                  <a:lnTo>
                    <a:pt x="35613" y="297810"/>
                  </a:lnTo>
                  <a:lnTo>
                    <a:pt x="39819" y="301059"/>
                  </a:lnTo>
                  <a:lnTo>
                    <a:pt x="44126" y="304173"/>
                  </a:lnTo>
                  <a:lnTo>
                    <a:pt x="48529" y="307149"/>
                  </a:lnTo>
                  <a:lnTo>
                    <a:pt x="53025" y="309983"/>
                  </a:lnTo>
                  <a:lnTo>
                    <a:pt x="57609" y="312673"/>
                  </a:lnTo>
                  <a:lnTo>
                    <a:pt x="62276" y="315215"/>
                  </a:lnTo>
                  <a:lnTo>
                    <a:pt x="67022" y="317608"/>
                  </a:lnTo>
                  <a:lnTo>
                    <a:pt x="71841" y="319849"/>
                  </a:lnTo>
                  <a:lnTo>
                    <a:pt x="76729" y="321936"/>
                  </a:lnTo>
                  <a:lnTo>
                    <a:pt x="81681" y="323866"/>
                  </a:lnTo>
                  <a:lnTo>
                    <a:pt x="86691" y="325638"/>
                  </a:lnTo>
                  <a:lnTo>
                    <a:pt x="91756" y="327249"/>
                  </a:lnTo>
                  <a:lnTo>
                    <a:pt x="96869" y="328699"/>
                  </a:lnTo>
                  <a:lnTo>
                    <a:pt x="102026" y="329986"/>
                  </a:lnTo>
                  <a:lnTo>
                    <a:pt x="107221" y="331108"/>
                  </a:lnTo>
                  <a:lnTo>
                    <a:pt x="112449" y="332064"/>
                  </a:lnTo>
                  <a:lnTo>
                    <a:pt x="117705" y="332853"/>
                  </a:lnTo>
                  <a:lnTo>
                    <a:pt x="122983" y="333475"/>
                  </a:lnTo>
                  <a:lnTo>
                    <a:pt x="128278" y="333929"/>
                  </a:lnTo>
                  <a:lnTo>
                    <a:pt x="133585" y="334215"/>
                  </a:lnTo>
                  <a:lnTo>
                    <a:pt x="138899" y="334331"/>
                  </a:lnTo>
                  <a:lnTo>
                    <a:pt x="144213" y="334279"/>
                  </a:lnTo>
                  <a:lnTo>
                    <a:pt x="149523" y="334058"/>
                  </a:lnTo>
                  <a:lnTo>
                    <a:pt x="154824" y="333668"/>
                  </a:lnTo>
                  <a:lnTo>
                    <a:pt x="160109" y="333109"/>
                  </a:lnTo>
                  <a:lnTo>
                    <a:pt x="165374" y="332383"/>
                  </a:lnTo>
                  <a:lnTo>
                    <a:pt x="170613" y="331490"/>
                  </a:lnTo>
                  <a:lnTo>
                    <a:pt x="175821" y="330431"/>
                  </a:lnTo>
                  <a:lnTo>
                    <a:pt x="180993" y="329207"/>
                  </a:lnTo>
                  <a:lnTo>
                    <a:pt x="186123" y="327819"/>
                  </a:lnTo>
                  <a:lnTo>
                    <a:pt x="191207" y="326269"/>
                  </a:lnTo>
                  <a:lnTo>
                    <a:pt x="196239" y="324557"/>
                  </a:lnTo>
                  <a:lnTo>
                    <a:pt x="201213" y="322687"/>
                  </a:lnTo>
                  <a:lnTo>
                    <a:pt x="206126" y="320660"/>
                  </a:lnTo>
                  <a:lnTo>
                    <a:pt x="210972" y="318477"/>
                  </a:lnTo>
                  <a:lnTo>
                    <a:pt x="215746" y="316142"/>
                  </a:lnTo>
                  <a:lnTo>
                    <a:pt x="220444" y="313656"/>
                  </a:lnTo>
                  <a:lnTo>
                    <a:pt x="225060" y="311021"/>
                  </a:lnTo>
                  <a:lnTo>
                    <a:pt x="229590" y="308242"/>
                  </a:lnTo>
                  <a:lnTo>
                    <a:pt x="234029" y="305320"/>
                  </a:lnTo>
                  <a:lnTo>
                    <a:pt x="238373" y="302258"/>
                  </a:lnTo>
                  <a:lnTo>
                    <a:pt x="242618" y="299059"/>
                  </a:lnTo>
                  <a:lnTo>
                    <a:pt x="246758" y="295728"/>
                  </a:lnTo>
                  <a:lnTo>
                    <a:pt x="250791" y="292266"/>
                  </a:lnTo>
                  <a:lnTo>
                    <a:pt x="254712" y="288678"/>
                  </a:lnTo>
                  <a:lnTo>
                    <a:pt x="258517" y="284967"/>
                  </a:lnTo>
                  <a:lnTo>
                    <a:pt x="262201" y="281137"/>
                  </a:lnTo>
                  <a:lnTo>
                    <a:pt x="265763" y="277192"/>
                  </a:lnTo>
                  <a:lnTo>
                    <a:pt x="269197" y="273136"/>
                  </a:lnTo>
                  <a:lnTo>
                    <a:pt x="272500" y="268972"/>
                  </a:lnTo>
                  <a:lnTo>
                    <a:pt x="275669" y="264706"/>
                  </a:lnTo>
                  <a:lnTo>
                    <a:pt x="278701" y="260341"/>
                  </a:lnTo>
                  <a:lnTo>
                    <a:pt x="281593" y="255881"/>
                  </a:lnTo>
                  <a:lnTo>
                    <a:pt x="284341" y="251333"/>
                  </a:lnTo>
                  <a:lnTo>
                    <a:pt x="286944" y="246699"/>
                  </a:lnTo>
                  <a:lnTo>
                    <a:pt x="289398" y="241984"/>
                  </a:lnTo>
                  <a:lnTo>
                    <a:pt x="291701" y="237194"/>
                  </a:lnTo>
                  <a:lnTo>
                    <a:pt x="293850" y="232334"/>
                  </a:lnTo>
                  <a:lnTo>
                    <a:pt x="295844" y="227407"/>
                  </a:lnTo>
                  <a:lnTo>
                    <a:pt x="297680" y="222420"/>
                  </a:lnTo>
                  <a:lnTo>
                    <a:pt x="299357" y="217376"/>
                  </a:lnTo>
                  <a:lnTo>
                    <a:pt x="300872" y="212282"/>
                  </a:lnTo>
                  <a:lnTo>
                    <a:pt x="302225" y="207143"/>
                  </a:lnTo>
                  <a:lnTo>
                    <a:pt x="303414" y="201962"/>
                  </a:lnTo>
                  <a:lnTo>
                    <a:pt x="304437" y="196747"/>
                  </a:lnTo>
                  <a:lnTo>
                    <a:pt x="305294" y="191502"/>
                  </a:lnTo>
                  <a:lnTo>
                    <a:pt x="305984" y="186232"/>
                  </a:lnTo>
                  <a:lnTo>
                    <a:pt x="306506" y="180943"/>
                  </a:lnTo>
                  <a:lnTo>
                    <a:pt x="306860" y="175640"/>
                  </a:lnTo>
                  <a:lnTo>
                    <a:pt x="307045" y="170329"/>
                  </a:lnTo>
                  <a:lnTo>
                    <a:pt x="307061" y="165014"/>
                  </a:lnTo>
                  <a:lnTo>
                    <a:pt x="306908" y="159702"/>
                  </a:lnTo>
                  <a:lnTo>
                    <a:pt x="306587" y="154397"/>
                  </a:lnTo>
                  <a:lnTo>
                    <a:pt x="306096" y="149104"/>
                  </a:lnTo>
                  <a:lnTo>
                    <a:pt x="305438" y="143831"/>
                  </a:lnTo>
                  <a:lnTo>
                    <a:pt x="304613" y="138580"/>
                  </a:lnTo>
                  <a:lnTo>
                    <a:pt x="303621" y="133359"/>
                  </a:lnTo>
                  <a:lnTo>
                    <a:pt x="302463" y="128172"/>
                  </a:lnTo>
                  <a:lnTo>
                    <a:pt x="301142" y="123024"/>
                  </a:lnTo>
                  <a:lnTo>
                    <a:pt x="299657" y="117921"/>
                  </a:lnTo>
                  <a:lnTo>
                    <a:pt x="298011" y="112868"/>
                  </a:lnTo>
                  <a:lnTo>
                    <a:pt x="296205" y="107869"/>
                  </a:lnTo>
                  <a:lnTo>
                    <a:pt x="294241" y="102931"/>
                  </a:lnTo>
                  <a:lnTo>
                    <a:pt x="292121" y="98057"/>
                  </a:lnTo>
                  <a:lnTo>
                    <a:pt x="289847" y="93253"/>
                  </a:lnTo>
                  <a:lnTo>
                    <a:pt x="287421" y="88524"/>
                  </a:lnTo>
                  <a:lnTo>
                    <a:pt x="284847" y="83875"/>
                  </a:lnTo>
                  <a:lnTo>
                    <a:pt x="282126" y="79309"/>
                  </a:lnTo>
                  <a:lnTo>
                    <a:pt x="279261" y="74833"/>
                  </a:lnTo>
                  <a:lnTo>
                    <a:pt x="276255" y="70450"/>
                  </a:lnTo>
                  <a:lnTo>
                    <a:pt x="273112" y="66164"/>
                  </a:lnTo>
                  <a:lnTo>
                    <a:pt x="269834" y="61981"/>
                  </a:lnTo>
                  <a:lnTo>
                    <a:pt x="266424" y="57904"/>
                  </a:lnTo>
                  <a:lnTo>
                    <a:pt x="262887" y="53937"/>
                  </a:lnTo>
                  <a:lnTo>
                    <a:pt x="259226" y="50085"/>
                  </a:lnTo>
                  <a:lnTo>
                    <a:pt x="255443" y="46351"/>
                  </a:lnTo>
                  <a:lnTo>
                    <a:pt x="251544" y="42739"/>
                  </a:lnTo>
                  <a:lnTo>
                    <a:pt x="247533" y="39254"/>
                  </a:lnTo>
                  <a:lnTo>
                    <a:pt x="243412" y="35897"/>
                  </a:lnTo>
                  <a:lnTo>
                    <a:pt x="239187" y="32673"/>
                  </a:lnTo>
                  <a:lnTo>
                    <a:pt x="234861" y="29585"/>
                  </a:lnTo>
                  <a:lnTo>
                    <a:pt x="230440" y="26636"/>
                  </a:lnTo>
                  <a:lnTo>
                    <a:pt x="225926" y="23829"/>
                  </a:lnTo>
                  <a:lnTo>
                    <a:pt x="221326" y="21167"/>
                  </a:lnTo>
                  <a:lnTo>
                    <a:pt x="216644" y="18653"/>
                  </a:lnTo>
                  <a:lnTo>
                    <a:pt x="211884" y="16288"/>
                  </a:lnTo>
                  <a:lnTo>
                    <a:pt x="207052" y="14077"/>
                  </a:lnTo>
                  <a:lnTo>
                    <a:pt x="202151" y="12020"/>
                  </a:lnTo>
                  <a:lnTo>
                    <a:pt x="197188" y="10119"/>
                  </a:lnTo>
                  <a:lnTo>
                    <a:pt x="192166" y="8378"/>
                  </a:lnTo>
                  <a:lnTo>
                    <a:pt x="187092" y="6797"/>
                  </a:lnTo>
                  <a:lnTo>
                    <a:pt x="181970" y="5378"/>
                  </a:lnTo>
                  <a:lnTo>
                    <a:pt x="176806" y="4123"/>
                  </a:lnTo>
                  <a:lnTo>
                    <a:pt x="171604" y="3032"/>
                  </a:lnTo>
                  <a:lnTo>
                    <a:pt x="166371" y="2107"/>
                  </a:lnTo>
                  <a:lnTo>
                    <a:pt x="161110" y="1350"/>
                  </a:lnTo>
                  <a:lnTo>
                    <a:pt x="155828" y="759"/>
                  </a:lnTo>
                  <a:lnTo>
                    <a:pt x="150530" y="337"/>
                  </a:lnTo>
                  <a:lnTo>
                    <a:pt x="145222" y="84"/>
                  </a:lnTo>
                  <a:lnTo>
                    <a:pt x="139908" y="0"/>
                  </a:lnTo>
                  <a:lnTo>
                    <a:pt x="1399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76" y="4659281"/>
              <a:ext cx="167158" cy="332512"/>
            </a:xfrm>
            <a:custGeom>
              <a:avLst/>
              <a:pathLst>
                <a:path w="167158" h="332512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10" y="762"/>
                  </a:lnTo>
                  <a:lnTo>
                    <a:pt x="145919" y="1354"/>
                  </a:lnTo>
                  <a:lnTo>
                    <a:pt x="140650" y="2115"/>
                  </a:lnTo>
                  <a:lnTo>
                    <a:pt x="135408" y="3042"/>
                  </a:lnTo>
                  <a:lnTo>
                    <a:pt x="130198" y="4137"/>
                  </a:lnTo>
                  <a:lnTo>
                    <a:pt x="125025" y="5396"/>
                  </a:lnTo>
                  <a:lnTo>
                    <a:pt x="119895" y="6820"/>
                  </a:lnTo>
                  <a:lnTo>
                    <a:pt x="114813" y="8406"/>
                  </a:lnTo>
                  <a:lnTo>
                    <a:pt x="109784" y="10154"/>
                  </a:lnTo>
                  <a:lnTo>
                    <a:pt x="104813" y="12060"/>
                  </a:lnTo>
                  <a:lnTo>
                    <a:pt x="99906" y="14124"/>
                  </a:lnTo>
                  <a:lnTo>
                    <a:pt x="95067" y="16343"/>
                  </a:lnTo>
                  <a:lnTo>
                    <a:pt x="90300" y="18716"/>
                  </a:lnTo>
                  <a:lnTo>
                    <a:pt x="85612" y="21238"/>
                  </a:lnTo>
                  <a:lnTo>
                    <a:pt x="81007" y="23909"/>
                  </a:lnTo>
                  <a:lnTo>
                    <a:pt x="76488" y="26725"/>
                  </a:lnTo>
                  <a:lnTo>
                    <a:pt x="72062" y="29683"/>
                  </a:lnTo>
                  <a:lnTo>
                    <a:pt x="67733" y="32781"/>
                  </a:lnTo>
                  <a:lnTo>
                    <a:pt x="63504" y="36016"/>
                  </a:lnTo>
                  <a:lnTo>
                    <a:pt x="59380" y="39383"/>
                  </a:lnTo>
                  <a:lnTo>
                    <a:pt x="55366" y="42880"/>
                  </a:lnTo>
                  <a:lnTo>
                    <a:pt x="51465" y="46502"/>
                  </a:lnTo>
                  <a:lnTo>
                    <a:pt x="47681" y="50248"/>
                  </a:lnTo>
                  <a:lnTo>
                    <a:pt x="44018" y="54112"/>
                  </a:lnTo>
                  <a:lnTo>
                    <a:pt x="40481" y="58090"/>
                  </a:lnTo>
                  <a:lnTo>
                    <a:pt x="37072" y="62179"/>
                  </a:lnTo>
                  <a:lnTo>
                    <a:pt x="33794" y="66375"/>
                  </a:lnTo>
                  <a:lnTo>
                    <a:pt x="30652" y="70673"/>
                  </a:lnTo>
                  <a:lnTo>
                    <a:pt x="27649" y="75069"/>
                  </a:lnTo>
                  <a:lnTo>
                    <a:pt x="24787" y="79558"/>
                  </a:lnTo>
                  <a:lnTo>
                    <a:pt x="22069" y="84136"/>
                  </a:lnTo>
                  <a:lnTo>
                    <a:pt x="19499" y="88798"/>
                  </a:lnTo>
                  <a:lnTo>
                    <a:pt x="17078" y="93540"/>
                  </a:lnTo>
                  <a:lnTo>
                    <a:pt x="14810" y="98356"/>
                  </a:lnTo>
                  <a:lnTo>
                    <a:pt x="12696" y="103242"/>
                  </a:lnTo>
                  <a:lnTo>
                    <a:pt x="10739" y="108193"/>
                  </a:lnTo>
                  <a:lnTo>
                    <a:pt x="8940" y="113204"/>
                  </a:lnTo>
                  <a:lnTo>
                    <a:pt x="7302" y="118270"/>
                  </a:lnTo>
                  <a:lnTo>
                    <a:pt x="5826" y="123385"/>
                  </a:lnTo>
                  <a:lnTo>
                    <a:pt x="4514" y="128544"/>
                  </a:lnTo>
                  <a:lnTo>
                    <a:pt x="3366" y="133743"/>
                  </a:lnTo>
                  <a:lnTo>
                    <a:pt x="2385" y="138976"/>
                  </a:lnTo>
                  <a:lnTo>
                    <a:pt x="1571" y="144237"/>
                  </a:lnTo>
                  <a:lnTo>
                    <a:pt x="925" y="149521"/>
                  </a:lnTo>
                  <a:lnTo>
                    <a:pt x="447" y="154824"/>
                  </a:lnTo>
                  <a:lnTo>
                    <a:pt x="139" y="160139"/>
                  </a:lnTo>
                  <a:lnTo>
                    <a:pt x="0" y="165461"/>
                  </a:lnTo>
                  <a:lnTo>
                    <a:pt x="30" y="170785"/>
                  </a:lnTo>
                  <a:lnTo>
                    <a:pt x="230" y="176105"/>
                  </a:lnTo>
                  <a:lnTo>
                    <a:pt x="599" y="181416"/>
                  </a:lnTo>
                  <a:lnTo>
                    <a:pt x="1137" y="186712"/>
                  </a:lnTo>
                  <a:lnTo>
                    <a:pt x="1844" y="191989"/>
                  </a:lnTo>
                  <a:lnTo>
                    <a:pt x="2718" y="197241"/>
                  </a:lnTo>
                  <a:lnTo>
                    <a:pt x="3759" y="202462"/>
                  </a:lnTo>
                  <a:lnTo>
                    <a:pt x="4966" y="207647"/>
                  </a:lnTo>
                  <a:lnTo>
                    <a:pt x="6337" y="212791"/>
                  </a:lnTo>
                  <a:lnTo>
                    <a:pt x="7872" y="217889"/>
                  </a:lnTo>
                  <a:lnTo>
                    <a:pt x="9568" y="222936"/>
                  </a:lnTo>
                  <a:lnTo>
                    <a:pt x="11423" y="227926"/>
                  </a:lnTo>
                  <a:lnTo>
                    <a:pt x="13437" y="232854"/>
                  </a:lnTo>
                  <a:lnTo>
                    <a:pt x="15607" y="237716"/>
                  </a:lnTo>
                  <a:lnTo>
                    <a:pt x="17930" y="242506"/>
                  </a:lnTo>
                  <a:lnTo>
                    <a:pt x="20405" y="247219"/>
                  </a:lnTo>
                  <a:lnTo>
                    <a:pt x="23028" y="251852"/>
                  </a:lnTo>
                  <a:lnTo>
                    <a:pt x="25798" y="256399"/>
                  </a:lnTo>
                  <a:lnTo>
                    <a:pt x="28711" y="260855"/>
                  </a:lnTo>
                  <a:lnTo>
                    <a:pt x="31765" y="265216"/>
                  </a:lnTo>
                  <a:lnTo>
                    <a:pt x="34956" y="269477"/>
                  </a:lnTo>
                  <a:lnTo>
                    <a:pt x="38281" y="273635"/>
                  </a:lnTo>
                  <a:lnTo>
                    <a:pt x="41736" y="277685"/>
                  </a:lnTo>
                  <a:lnTo>
                    <a:pt x="45319" y="281623"/>
                  </a:lnTo>
                  <a:lnTo>
                    <a:pt x="49026" y="285445"/>
                  </a:lnTo>
                  <a:lnTo>
                    <a:pt x="52852" y="289147"/>
                  </a:lnTo>
                  <a:lnTo>
                    <a:pt x="56794" y="292725"/>
                  </a:lnTo>
                  <a:lnTo>
                    <a:pt x="60848" y="296175"/>
                  </a:lnTo>
                  <a:lnTo>
                    <a:pt x="65010" y="299495"/>
                  </a:lnTo>
                  <a:lnTo>
                    <a:pt x="69276" y="302681"/>
                  </a:lnTo>
                  <a:lnTo>
                    <a:pt x="73641" y="305729"/>
                  </a:lnTo>
                  <a:lnTo>
                    <a:pt x="78100" y="308637"/>
                  </a:lnTo>
                  <a:lnTo>
                    <a:pt x="82650" y="311401"/>
                  </a:lnTo>
                  <a:lnTo>
                    <a:pt x="87286" y="314019"/>
                  </a:lnTo>
                  <a:lnTo>
                    <a:pt x="92003" y="316488"/>
                  </a:lnTo>
                  <a:lnTo>
                    <a:pt x="96796" y="318805"/>
                  </a:lnTo>
                  <a:lnTo>
                    <a:pt x="101660" y="320969"/>
                  </a:lnTo>
                  <a:lnTo>
                    <a:pt x="106591" y="322976"/>
                  </a:lnTo>
                  <a:lnTo>
                    <a:pt x="111583" y="324826"/>
                  </a:lnTo>
                  <a:lnTo>
                    <a:pt x="116632" y="326516"/>
                  </a:lnTo>
                  <a:lnTo>
                    <a:pt x="121732" y="328044"/>
                  </a:lnTo>
                  <a:lnTo>
                    <a:pt x="126878" y="329409"/>
                  </a:lnTo>
                  <a:lnTo>
                    <a:pt x="132064" y="330609"/>
                  </a:lnTo>
                  <a:lnTo>
                    <a:pt x="137287" y="331644"/>
                  </a:lnTo>
                  <a:lnTo>
                    <a:pt x="142539" y="33251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398616" y="4826449"/>
              <a:ext cx="24618" cy="165344"/>
            </a:xfrm>
            <a:custGeom>
              <a:avLst/>
              <a:pathLst>
                <a:path w="24618" h="165344">
                  <a:moveTo>
                    <a:pt x="0" y="165344"/>
                  </a:moveTo>
                  <a:lnTo>
                    <a:pt x="246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98616" y="4826449"/>
              <a:ext cx="24618" cy="165344"/>
            </a:xfrm>
            <a:custGeom>
              <a:avLst/>
              <a:pathLst>
                <a:path w="24618" h="165344">
                  <a:moveTo>
                    <a:pt x="0" y="165344"/>
                  </a:moveTo>
                  <a:lnTo>
                    <a:pt x="246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98616" y="4826449"/>
              <a:ext cx="97958" cy="167150"/>
            </a:xfrm>
            <a:custGeom>
              <a:avLst/>
              <a:pathLst>
                <a:path w="97958" h="167150">
                  <a:moveTo>
                    <a:pt x="0" y="165344"/>
                  </a:moveTo>
                  <a:lnTo>
                    <a:pt x="5542" y="166075"/>
                  </a:lnTo>
                  <a:lnTo>
                    <a:pt x="11106" y="166620"/>
                  </a:lnTo>
                  <a:lnTo>
                    <a:pt x="16685" y="166979"/>
                  </a:lnTo>
                  <a:lnTo>
                    <a:pt x="22272" y="167150"/>
                  </a:lnTo>
                  <a:lnTo>
                    <a:pt x="27863" y="167135"/>
                  </a:lnTo>
                  <a:lnTo>
                    <a:pt x="33449" y="166934"/>
                  </a:lnTo>
                  <a:lnTo>
                    <a:pt x="39026" y="166545"/>
                  </a:lnTo>
                  <a:lnTo>
                    <a:pt x="44587" y="165970"/>
                  </a:lnTo>
                  <a:lnTo>
                    <a:pt x="50125" y="165209"/>
                  </a:lnTo>
                  <a:lnTo>
                    <a:pt x="55635" y="164264"/>
                  </a:lnTo>
                  <a:lnTo>
                    <a:pt x="61111" y="163135"/>
                  </a:lnTo>
                  <a:lnTo>
                    <a:pt x="66545" y="161824"/>
                  </a:lnTo>
                  <a:lnTo>
                    <a:pt x="71932" y="160331"/>
                  </a:lnTo>
                  <a:lnTo>
                    <a:pt x="77267" y="158660"/>
                  </a:lnTo>
                  <a:lnTo>
                    <a:pt x="82543" y="156811"/>
                  </a:lnTo>
                  <a:lnTo>
                    <a:pt x="87754" y="154786"/>
                  </a:lnTo>
                  <a:lnTo>
                    <a:pt x="92894" y="152588"/>
                  </a:lnTo>
                  <a:lnTo>
                    <a:pt x="97958" y="150220"/>
                  </a:lnTo>
                  <a:lnTo>
                    <a:pt x="246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67166" cy="317388"/>
            </a:xfrm>
            <a:custGeom>
              <a:avLst/>
              <a:pathLst>
                <a:path w="167166" h="317388">
                  <a:moveTo>
                    <a:pt x="73339" y="317388"/>
                  </a:moveTo>
                  <a:lnTo>
                    <a:pt x="78107" y="314965"/>
                  </a:lnTo>
                  <a:lnTo>
                    <a:pt x="82795" y="312391"/>
                  </a:lnTo>
                  <a:lnTo>
                    <a:pt x="87398" y="309668"/>
                  </a:lnTo>
                  <a:lnTo>
                    <a:pt x="91911" y="306799"/>
                  </a:lnTo>
                  <a:lnTo>
                    <a:pt x="96331" y="303788"/>
                  </a:lnTo>
                  <a:lnTo>
                    <a:pt x="100651" y="300637"/>
                  </a:lnTo>
                  <a:lnTo>
                    <a:pt x="104869" y="297349"/>
                  </a:lnTo>
                  <a:lnTo>
                    <a:pt x="108980" y="293927"/>
                  </a:lnTo>
                  <a:lnTo>
                    <a:pt x="112979" y="290377"/>
                  </a:lnTo>
                  <a:lnTo>
                    <a:pt x="116862" y="286700"/>
                  </a:lnTo>
                  <a:lnTo>
                    <a:pt x="120626" y="282900"/>
                  </a:lnTo>
                  <a:lnTo>
                    <a:pt x="124266" y="278982"/>
                  </a:lnTo>
                  <a:lnTo>
                    <a:pt x="127779" y="274950"/>
                  </a:lnTo>
                  <a:lnTo>
                    <a:pt x="131162" y="270808"/>
                  </a:lnTo>
                  <a:lnTo>
                    <a:pt x="134410" y="266559"/>
                  </a:lnTo>
                  <a:lnTo>
                    <a:pt x="137520" y="262209"/>
                  </a:lnTo>
                  <a:lnTo>
                    <a:pt x="140490" y="257761"/>
                  </a:lnTo>
                  <a:lnTo>
                    <a:pt x="143316" y="253221"/>
                  </a:lnTo>
                  <a:lnTo>
                    <a:pt x="145996" y="248592"/>
                  </a:lnTo>
                  <a:lnTo>
                    <a:pt x="148525" y="243881"/>
                  </a:lnTo>
                  <a:lnTo>
                    <a:pt x="150903" y="239090"/>
                  </a:lnTo>
                  <a:lnTo>
                    <a:pt x="153127" y="234227"/>
                  </a:lnTo>
                  <a:lnTo>
                    <a:pt x="155193" y="229294"/>
                  </a:lnTo>
                  <a:lnTo>
                    <a:pt x="157101" y="224298"/>
                  </a:lnTo>
                  <a:lnTo>
                    <a:pt x="158848" y="219243"/>
                  </a:lnTo>
                  <a:lnTo>
                    <a:pt x="160433" y="214136"/>
                  </a:lnTo>
                  <a:lnTo>
                    <a:pt x="161853" y="208980"/>
                  </a:lnTo>
                  <a:lnTo>
                    <a:pt x="163108" y="203781"/>
                  </a:lnTo>
                  <a:lnTo>
                    <a:pt x="164196" y="198545"/>
                  </a:lnTo>
                  <a:lnTo>
                    <a:pt x="165115" y="193276"/>
                  </a:lnTo>
                  <a:lnTo>
                    <a:pt x="165866" y="187981"/>
                  </a:lnTo>
                  <a:lnTo>
                    <a:pt x="166447" y="182665"/>
                  </a:lnTo>
                  <a:lnTo>
                    <a:pt x="166858" y="177333"/>
                  </a:lnTo>
                  <a:lnTo>
                    <a:pt x="167097" y="171990"/>
                  </a:lnTo>
                  <a:lnTo>
                    <a:pt x="167166" y="166643"/>
                  </a:lnTo>
                  <a:lnTo>
                    <a:pt x="167064" y="161296"/>
                  </a:lnTo>
                  <a:lnTo>
                    <a:pt x="166791" y="155955"/>
                  </a:lnTo>
                  <a:lnTo>
                    <a:pt x="166347" y="150625"/>
                  </a:lnTo>
                  <a:lnTo>
                    <a:pt x="165732" y="145313"/>
                  </a:lnTo>
                  <a:lnTo>
                    <a:pt x="164948" y="140023"/>
                  </a:lnTo>
                  <a:lnTo>
                    <a:pt x="163996" y="134760"/>
                  </a:lnTo>
                  <a:lnTo>
                    <a:pt x="162875" y="129531"/>
                  </a:lnTo>
                  <a:lnTo>
                    <a:pt x="161588" y="124340"/>
                  </a:lnTo>
                  <a:lnTo>
                    <a:pt x="160135" y="119193"/>
                  </a:lnTo>
                  <a:lnTo>
                    <a:pt x="158519" y="114095"/>
                  </a:lnTo>
                  <a:lnTo>
                    <a:pt x="156740" y="109052"/>
                  </a:lnTo>
                  <a:lnTo>
                    <a:pt x="154801" y="104068"/>
                  </a:lnTo>
                  <a:lnTo>
                    <a:pt x="152703" y="99148"/>
                  </a:lnTo>
                  <a:lnTo>
                    <a:pt x="150449" y="94299"/>
                  </a:lnTo>
                  <a:lnTo>
                    <a:pt x="148041" y="89523"/>
                  </a:lnTo>
                  <a:lnTo>
                    <a:pt x="145482" y="84828"/>
                  </a:lnTo>
                  <a:lnTo>
                    <a:pt x="142774" y="80216"/>
                  </a:lnTo>
                  <a:lnTo>
                    <a:pt x="139919" y="75694"/>
                  </a:lnTo>
                  <a:lnTo>
                    <a:pt x="136922" y="71265"/>
                  </a:lnTo>
                  <a:lnTo>
                    <a:pt x="133784" y="66934"/>
                  </a:lnTo>
                  <a:lnTo>
                    <a:pt x="130509" y="62706"/>
                  </a:lnTo>
                  <a:lnTo>
                    <a:pt x="127101" y="58585"/>
                  </a:lnTo>
                  <a:lnTo>
                    <a:pt x="123563" y="54574"/>
                  </a:lnTo>
                  <a:lnTo>
                    <a:pt x="119898" y="50680"/>
                  </a:lnTo>
                  <a:lnTo>
                    <a:pt x="116110" y="46904"/>
                  </a:lnTo>
                  <a:lnTo>
                    <a:pt x="112204" y="43251"/>
                  </a:lnTo>
                  <a:lnTo>
                    <a:pt x="108183" y="39726"/>
                  </a:lnTo>
                  <a:lnTo>
                    <a:pt x="104051" y="36330"/>
                  </a:lnTo>
                  <a:lnTo>
                    <a:pt x="99813" y="33069"/>
                  </a:lnTo>
                  <a:lnTo>
                    <a:pt x="95472" y="29945"/>
                  </a:lnTo>
                  <a:lnTo>
                    <a:pt x="91034" y="26961"/>
                  </a:lnTo>
                  <a:lnTo>
                    <a:pt x="86502" y="24121"/>
                  </a:lnTo>
                  <a:lnTo>
                    <a:pt x="81882" y="21427"/>
                  </a:lnTo>
                  <a:lnTo>
                    <a:pt x="77179" y="18882"/>
                  </a:lnTo>
                  <a:lnTo>
                    <a:pt x="72396" y="16489"/>
                  </a:lnTo>
                  <a:lnTo>
                    <a:pt x="67539" y="14251"/>
                  </a:lnTo>
                  <a:lnTo>
                    <a:pt x="62613" y="12169"/>
                  </a:lnTo>
                  <a:lnTo>
                    <a:pt x="57623" y="10245"/>
                  </a:lnTo>
                  <a:lnTo>
                    <a:pt x="52574" y="8482"/>
                  </a:lnTo>
                  <a:lnTo>
                    <a:pt x="47471" y="6882"/>
                  </a:lnTo>
                  <a:lnTo>
                    <a:pt x="42320" y="5445"/>
                  </a:lnTo>
                  <a:lnTo>
                    <a:pt x="37125" y="4174"/>
                  </a:lnTo>
                  <a:lnTo>
                    <a:pt x="31892" y="3070"/>
                  </a:lnTo>
                  <a:lnTo>
                    <a:pt x="26627" y="2134"/>
                  </a:lnTo>
                  <a:lnTo>
                    <a:pt x="21334" y="1366"/>
                  </a:lnTo>
                  <a:lnTo>
                    <a:pt x="16019" y="769"/>
                  </a:lnTo>
                  <a:lnTo>
                    <a:pt x="10689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9" y="4213821"/>
              <a:ext cx="258456" cy="334332"/>
            </a:xfrm>
            <a:custGeom>
              <a:avLst/>
              <a:pathLst>
                <a:path w="258456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3" y="1349"/>
                  </a:lnTo>
                  <a:lnTo>
                    <a:pt x="140693" y="2107"/>
                  </a:lnTo>
                  <a:lnTo>
                    <a:pt x="135460" y="3031"/>
                  </a:lnTo>
                  <a:lnTo>
                    <a:pt x="130259" y="4121"/>
                  </a:lnTo>
                  <a:lnTo>
                    <a:pt x="125096" y="5376"/>
                  </a:lnTo>
                  <a:lnTo>
                    <a:pt x="119975" y="6795"/>
                  </a:lnTo>
                  <a:lnTo>
                    <a:pt x="114901" y="8375"/>
                  </a:lnTo>
                  <a:lnTo>
                    <a:pt x="109881" y="10116"/>
                  </a:lnTo>
                  <a:lnTo>
                    <a:pt x="104918" y="12016"/>
                  </a:lnTo>
                  <a:lnTo>
                    <a:pt x="100018" y="14073"/>
                  </a:lnTo>
                  <a:lnTo>
                    <a:pt x="95186" y="16284"/>
                  </a:lnTo>
                  <a:lnTo>
                    <a:pt x="90426" y="18647"/>
                  </a:lnTo>
                  <a:lnTo>
                    <a:pt x="85745" y="21161"/>
                  </a:lnTo>
                  <a:lnTo>
                    <a:pt x="81145" y="23822"/>
                  </a:lnTo>
                  <a:lnTo>
                    <a:pt x="76632" y="26629"/>
                  </a:lnTo>
                  <a:lnTo>
                    <a:pt x="72211" y="29577"/>
                  </a:lnTo>
                  <a:lnTo>
                    <a:pt x="67886" y="32664"/>
                  </a:lnTo>
                  <a:lnTo>
                    <a:pt x="63661" y="35887"/>
                  </a:lnTo>
                  <a:lnTo>
                    <a:pt x="59541" y="39243"/>
                  </a:lnTo>
                  <a:lnTo>
                    <a:pt x="55529" y="42728"/>
                  </a:lnTo>
                  <a:lnTo>
                    <a:pt x="51630" y="46338"/>
                  </a:lnTo>
                  <a:lnTo>
                    <a:pt x="47848" y="50071"/>
                  </a:lnTo>
                  <a:lnTo>
                    <a:pt x="44187" y="53922"/>
                  </a:lnTo>
                  <a:lnTo>
                    <a:pt x="40649" y="57888"/>
                  </a:lnTo>
                  <a:lnTo>
                    <a:pt x="37240" y="61964"/>
                  </a:lnTo>
                  <a:lnTo>
                    <a:pt x="33962" y="66146"/>
                  </a:lnTo>
                  <a:lnTo>
                    <a:pt x="30818" y="70431"/>
                  </a:lnTo>
                  <a:lnTo>
                    <a:pt x="27812" y="74813"/>
                  </a:lnTo>
                  <a:lnTo>
                    <a:pt x="24947" y="79288"/>
                  </a:lnTo>
                  <a:lnTo>
                    <a:pt x="22226" y="83853"/>
                  </a:lnTo>
                  <a:lnTo>
                    <a:pt x="19651" y="88501"/>
                  </a:lnTo>
                  <a:lnTo>
                    <a:pt x="17225" y="93229"/>
                  </a:lnTo>
                  <a:lnTo>
                    <a:pt x="14951" y="98032"/>
                  </a:lnTo>
                  <a:lnTo>
                    <a:pt x="12831" y="102904"/>
                  </a:lnTo>
                  <a:lnTo>
                    <a:pt x="10866" y="107842"/>
                  </a:lnTo>
                  <a:lnTo>
                    <a:pt x="9059" y="112839"/>
                  </a:lnTo>
                  <a:lnTo>
                    <a:pt x="7412" y="117892"/>
                  </a:lnTo>
                  <a:lnTo>
                    <a:pt x="5927" y="122994"/>
                  </a:lnTo>
                  <a:lnTo>
                    <a:pt x="4604" y="128141"/>
                  </a:lnTo>
                  <a:lnTo>
                    <a:pt x="3446" y="133327"/>
                  </a:lnTo>
                  <a:lnTo>
                    <a:pt x="2453" y="138547"/>
                  </a:lnTo>
                  <a:lnTo>
                    <a:pt x="1627" y="143796"/>
                  </a:lnTo>
                  <a:lnTo>
                    <a:pt x="968" y="149069"/>
                  </a:lnTo>
                  <a:lnTo>
                    <a:pt x="476" y="154361"/>
                  </a:lnTo>
                  <a:lnTo>
                    <a:pt x="154" y="159665"/>
                  </a:lnTo>
                  <a:lnTo>
                    <a:pt x="0" y="164976"/>
                  </a:lnTo>
                  <a:lnTo>
                    <a:pt x="14" y="170290"/>
                  </a:lnTo>
                  <a:lnTo>
                    <a:pt x="198" y="175601"/>
                  </a:lnTo>
                  <a:lnTo>
                    <a:pt x="550" y="180903"/>
                  </a:lnTo>
                  <a:lnTo>
                    <a:pt x="1071" y="186192"/>
                  </a:lnTo>
                  <a:lnTo>
                    <a:pt x="1760" y="191461"/>
                  </a:lnTo>
                  <a:lnTo>
                    <a:pt x="2616" y="196706"/>
                  </a:lnTo>
                  <a:lnTo>
                    <a:pt x="3638" y="201920"/>
                  </a:lnTo>
                  <a:lnTo>
                    <a:pt x="4825" y="207100"/>
                  </a:lnTo>
                  <a:lnTo>
                    <a:pt x="6176" y="212239"/>
                  </a:lnTo>
                  <a:lnTo>
                    <a:pt x="7690" y="217333"/>
                  </a:lnTo>
                  <a:lnTo>
                    <a:pt x="9365" y="222376"/>
                  </a:lnTo>
                  <a:lnTo>
                    <a:pt x="11200" y="227363"/>
                  </a:lnTo>
                  <a:lnTo>
                    <a:pt x="13192" y="232290"/>
                  </a:lnTo>
                  <a:lnTo>
                    <a:pt x="15339" y="237150"/>
                  </a:lnTo>
                  <a:lnTo>
                    <a:pt x="17640" y="241940"/>
                  </a:lnTo>
                  <a:lnTo>
                    <a:pt x="20093" y="246655"/>
                  </a:lnTo>
                  <a:lnTo>
                    <a:pt x="22693" y="251289"/>
                  </a:lnTo>
                  <a:lnTo>
                    <a:pt x="25440" y="255838"/>
                  </a:lnTo>
                  <a:lnTo>
                    <a:pt x="28330" y="260297"/>
                  </a:lnTo>
                  <a:lnTo>
                    <a:pt x="31360" y="264663"/>
                  </a:lnTo>
                  <a:lnTo>
                    <a:pt x="34528" y="268929"/>
                  </a:lnTo>
                  <a:lnTo>
                    <a:pt x="37829" y="273093"/>
                  </a:lnTo>
                  <a:lnTo>
                    <a:pt x="41261" y="277150"/>
                  </a:lnTo>
                  <a:lnTo>
                    <a:pt x="44821" y="281096"/>
                  </a:lnTo>
                  <a:lnTo>
                    <a:pt x="48504" y="284927"/>
                  </a:lnTo>
                  <a:lnTo>
                    <a:pt x="52306" y="288638"/>
                  </a:lnTo>
                  <a:lnTo>
                    <a:pt x="56225" y="292227"/>
                  </a:lnTo>
                  <a:lnTo>
                    <a:pt x="60256" y="295690"/>
                  </a:lnTo>
                  <a:lnTo>
                    <a:pt x="64395" y="299023"/>
                  </a:lnTo>
                  <a:lnTo>
                    <a:pt x="68638" y="302222"/>
                  </a:lnTo>
                  <a:lnTo>
                    <a:pt x="72981" y="305285"/>
                  </a:lnTo>
                  <a:lnTo>
                    <a:pt x="77418" y="308208"/>
                  </a:lnTo>
                  <a:lnTo>
                    <a:pt x="81946" y="310989"/>
                  </a:lnTo>
                  <a:lnTo>
                    <a:pt x="86561" y="313625"/>
                  </a:lnTo>
                  <a:lnTo>
                    <a:pt x="91257" y="316112"/>
                  </a:lnTo>
                  <a:lnTo>
                    <a:pt x="96029" y="318449"/>
                  </a:lnTo>
                  <a:lnTo>
                    <a:pt x="100873" y="320634"/>
                  </a:lnTo>
                  <a:lnTo>
                    <a:pt x="105785" y="322663"/>
                  </a:lnTo>
                  <a:lnTo>
                    <a:pt x="110758" y="324535"/>
                  </a:lnTo>
                  <a:lnTo>
                    <a:pt x="115788" y="326248"/>
                  </a:lnTo>
                  <a:lnTo>
                    <a:pt x="120871" y="327800"/>
                  </a:lnTo>
                  <a:lnTo>
                    <a:pt x="126000" y="329190"/>
                  </a:lnTo>
                  <a:lnTo>
                    <a:pt x="131170" y="330416"/>
                  </a:lnTo>
                  <a:lnTo>
                    <a:pt x="136377" y="331477"/>
                  </a:lnTo>
                  <a:lnTo>
                    <a:pt x="141615" y="332372"/>
                  </a:lnTo>
                  <a:lnTo>
                    <a:pt x="146879" y="333100"/>
                  </a:lnTo>
                  <a:lnTo>
                    <a:pt x="152163" y="333661"/>
                  </a:lnTo>
                  <a:lnTo>
                    <a:pt x="157463" y="334053"/>
                  </a:lnTo>
                  <a:lnTo>
                    <a:pt x="162772" y="334277"/>
                  </a:lnTo>
                  <a:lnTo>
                    <a:pt x="168086" y="334332"/>
                  </a:lnTo>
                  <a:lnTo>
                    <a:pt x="173398" y="334218"/>
                  </a:lnTo>
                  <a:lnTo>
                    <a:pt x="178705" y="333935"/>
                  </a:lnTo>
                  <a:lnTo>
                    <a:pt x="184000" y="333483"/>
                  </a:lnTo>
                  <a:lnTo>
                    <a:pt x="189277" y="332864"/>
                  </a:lnTo>
                  <a:lnTo>
                    <a:pt x="194533" y="332077"/>
                  </a:lnTo>
                  <a:lnTo>
                    <a:pt x="199760" y="331123"/>
                  </a:lnTo>
                  <a:lnTo>
                    <a:pt x="204955" y="330004"/>
                  </a:lnTo>
                  <a:lnTo>
                    <a:pt x="210112" y="328720"/>
                  </a:lnTo>
                  <a:lnTo>
                    <a:pt x="215225" y="327273"/>
                  </a:lnTo>
                  <a:lnTo>
                    <a:pt x="220289" y="325664"/>
                  </a:lnTo>
                  <a:lnTo>
                    <a:pt x="225300" y="323895"/>
                  </a:lnTo>
                  <a:lnTo>
                    <a:pt x="230252" y="321968"/>
                  </a:lnTo>
                  <a:lnTo>
                    <a:pt x="235141" y="319884"/>
                  </a:lnTo>
                  <a:lnTo>
                    <a:pt x="239960" y="317646"/>
                  </a:lnTo>
                  <a:lnTo>
                    <a:pt x="244707" y="315256"/>
                  </a:lnTo>
                  <a:lnTo>
                    <a:pt x="249374" y="312716"/>
                  </a:lnTo>
                  <a:lnTo>
                    <a:pt x="253959" y="310029"/>
                  </a:lnTo>
                  <a:lnTo>
                    <a:pt x="258456" y="30719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91303" cy="140030"/>
            </a:xfrm>
            <a:custGeom>
              <a:avLst/>
              <a:pathLst>
                <a:path w="91303" h="140030">
                  <a:moveTo>
                    <a:pt x="91303" y="1400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59451" cy="140030"/>
            </a:xfrm>
            <a:custGeom>
              <a:avLst/>
              <a:pathLst>
                <a:path w="159451" h="140030">
                  <a:moveTo>
                    <a:pt x="91303" y="140030"/>
                  </a:moveTo>
                  <a:lnTo>
                    <a:pt x="96065" y="136808"/>
                  </a:lnTo>
                  <a:lnTo>
                    <a:pt x="100713" y="133423"/>
                  </a:lnTo>
                  <a:lnTo>
                    <a:pt x="105242" y="129880"/>
                  </a:lnTo>
                  <a:lnTo>
                    <a:pt x="109647" y="126184"/>
                  </a:lnTo>
                  <a:lnTo>
                    <a:pt x="113922" y="122338"/>
                  </a:lnTo>
                  <a:lnTo>
                    <a:pt x="118062" y="118348"/>
                  </a:lnTo>
                  <a:lnTo>
                    <a:pt x="122062" y="114217"/>
                  </a:lnTo>
                  <a:lnTo>
                    <a:pt x="125918" y="109952"/>
                  </a:lnTo>
                  <a:lnTo>
                    <a:pt x="129625" y="105556"/>
                  </a:lnTo>
                  <a:lnTo>
                    <a:pt x="133179" y="101035"/>
                  </a:lnTo>
                  <a:lnTo>
                    <a:pt x="136575" y="96395"/>
                  </a:lnTo>
                  <a:lnTo>
                    <a:pt x="139809" y="91641"/>
                  </a:lnTo>
                  <a:lnTo>
                    <a:pt x="142878" y="86779"/>
                  </a:lnTo>
                  <a:lnTo>
                    <a:pt x="145778" y="81813"/>
                  </a:lnTo>
                  <a:lnTo>
                    <a:pt x="148506" y="76751"/>
                  </a:lnTo>
                  <a:lnTo>
                    <a:pt x="151058" y="71598"/>
                  </a:lnTo>
                  <a:lnTo>
                    <a:pt x="153431" y="66361"/>
                  </a:lnTo>
                  <a:lnTo>
                    <a:pt x="155622" y="61045"/>
                  </a:lnTo>
                  <a:lnTo>
                    <a:pt x="157630" y="55656"/>
                  </a:lnTo>
                  <a:lnTo>
                    <a:pt x="159451" y="50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7151" cy="217370"/>
            </a:xfrm>
            <a:custGeom>
              <a:avLst/>
              <a:pathLst>
                <a:path w="167151" h="217370">
                  <a:moveTo>
                    <a:pt x="159451" y="217370"/>
                  </a:moveTo>
                  <a:lnTo>
                    <a:pt x="160991" y="212187"/>
                  </a:lnTo>
                  <a:lnTo>
                    <a:pt x="162362" y="206958"/>
                  </a:lnTo>
                  <a:lnTo>
                    <a:pt x="163564" y="201687"/>
                  </a:lnTo>
                  <a:lnTo>
                    <a:pt x="164595" y="196380"/>
                  </a:lnTo>
                  <a:lnTo>
                    <a:pt x="165453" y="191042"/>
                  </a:lnTo>
                  <a:lnTo>
                    <a:pt x="166139" y="185680"/>
                  </a:lnTo>
                  <a:lnTo>
                    <a:pt x="166650" y="180298"/>
                  </a:lnTo>
                  <a:lnTo>
                    <a:pt x="166988" y="174902"/>
                  </a:lnTo>
                  <a:lnTo>
                    <a:pt x="167151" y="169498"/>
                  </a:lnTo>
                  <a:lnTo>
                    <a:pt x="167139" y="164092"/>
                  </a:lnTo>
                  <a:lnTo>
                    <a:pt x="166952" y="158689"/>
                  </a:lnTo>
                  <a:lnTo>
                    <a:pt x="166590" y="153295"/>
                  </a:lnTo>
                  <a:lnTo>
                    <a:pt x="166055" y="147915"/>
                  </a:lnTo>
                  <a:lnTo>
                    <a:pt x="165345" y="142556"/>
                  </a:lnTo>
                  <a:lnTo>
                    <a:pt x="164463" y="137222"/>
                  </a:lnTo>
                  <a:lnTo>
                    <a:pt x="163409" y="131920"/>
                  </a:lnTo>
                  <a:lnTo>
                    <a:pt x="162184" y="126654"/>
                  </a:lnTo>
                  <a:lnTo>
                    <a:pt x="160789" y="121431"/>
                  </a:lnTo>
                  <a:lnTo>
                    <a:pt x="159226" y="116255"/>
                  </a:lnTo>
                  <a:lnTo>
                    <a:pt x="157496" y="111133"/>
                  </a:lnTo>
                  <a:lnTo>
                    <a:pt x="155602" y="106070"/>
                  </a:lnTo>
                  <a:lnTo>
                    <a:pt x="153545" y="101070"/>
                  </a:lnTo>
                  <a:lnTo>
                    <a:pt x="151327" y="96140"/>
                  </a:lnTo>
                  <a:lnTo>
                    <a:pt x="148951" y="91283"/>
                  </a:lnTo>
                  <a:lnTo>
                    <a:pt x="146420" y="86507"/>
                  </a:lnTo>
                  <a:lnTo>
                    <a:pt x="143735" y="81814"/>
                  </a:lnTo>
                  <a:lnTo>
                    <a:pt x="140900" y="77211"/>
                  </a:lnTo>
                  <a:lnTo>
                    <a:pt x="137917" y="72702"/>
                  </a:lnTo>
                  <a:lnTo>
                    <a:pt x="134790" y="68292"/>
                  </a:lnTo>
                  <a:lnTo>
                    <a:pt x="131523" y="63985"/>
                  </a:lnTo>
                  <a:lnTo>
                    <a:pt x="128117" y="59786"/>
                  </a:lnTo>
                  <a:lnTo>
                    <a:pt x="124578" y="55699"/>
                  </a:lnTo>
                  <a:lnTo>
                    <a:pt x="120909" y="51729"/>
                  </a:lnTo>
                  <a:lnTo>
                    <a:pt x="117113" y="47880"/>
                  </a:lnTo>
                  <a:lnTo>
                    <a:pt x="113194" y="44155"/>
                  </a:lnTo>
                  <a:lnTo>
                    <a:pt x="109157" y="40559"/>
                  </a:lnTo>
                  <a:lnTo>
                    <a:pt x="105006" y="37095"/>
                  </a:lnTo>
                  <a:lnTo>
                    <a:pt x="100745" y="33768"/>
                  </a:lnTo>
                  <a:lnTo>
                    <a:pt x="96379" y="30580"/>
                  </a:lnTo>
                  <a:lnTo>
                    <a:pt x="91912" y="27535"/>
                  </a:lnTo>
                  <a:lnTo>
                    <a:pt x="87349" y="24636"/>
                  </a:lnTo>
                  <a:lnTo>
                    <a:pt x="82694" y="21886"/>
                  </a:lnTo>
                  <a:lnTo>
                    <a:pt x="77953" y="19288"/>
                  </a:lnTo>
                  <a:lnTo>
                    <a:pt x="73130" y="16844"/>
                  </a:lnTo>
                  <a:lnTo>
                    <a:pt x="68231" y="14558"/>
                  </a:lnTo>
                  <a:lnTo>
                    <a:pt x="63261" y="12432"/>
                  </a:lnTo>
                  <a:lnTo>
                    <a:pt x="58224" y="10467"/>
                  </a:lnTo>
                  <a:lnTo>
                    <a:pt x="53127" y="8666"/>
                  </a:lnTo>
                  <a:lnTo>
                    <a:pt x="47974" y="7031"/>
                  </a:lnTo>
                  <a:lnTo>
                    <a:pt x="42770" y="5564"/>
                  </a:lnTo>
                  <a:lnTo>
                    <a:pt x="37522" y="4265"/>
                  </a:lnTo>
                  <a:lnTo>
                    <a:pt x="32235" y="3137"/>
                  </a:lnTo>
                  <a:lnTo>
                    <a:pt x="26914" y="2180"/>
                  </a:lnTo>
                  <a:lnTo>
                    <a:pt x="21565" y="1396"/>
                  </a:lnTo>
                  <a:lnTo>
                    <a:pt x="16193" y="786"/>
                  </a:lnTo>
                  <a:lnTo>
                    <a:pt x="10805" y="349"/>
                  </a:lnTo>
                  <a:lnTo>
                    <a:pt x="540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57" y="3707720"/>
              <a:ext cx="215425" cy="334331"/>
            </a:xfrm>
            <a:custGeom>
              <a:avLst/>
              <a:pathLst>
                <a:path w="215425" h="334331">
                  <a:moveTo>
                    <a:pt x="167154" y="0"/>
                  </a:moveTo>
                  <a:lnTo>
                    <a:pt x="161839" y="84"/>
                  </a:lnTo>
                  <a:lnTo>
                    <a:pt x="156529" y="338"/>
                  </a:lnTo>
                  <a:lnTo>
                    <a:pt x="151230" y="760"/>
                  </a:lnTo>
                  <a:lnTo>
                    <a:pt x="145947" y="1350"/>
                  </a:lnTo>
                  <a:lnTo>
                    <a:pt x="140685" y="2108"/>
                  </a:lnTo>
                  <a:lnTo>
                    <a:pt x="135450" y="3033"/>
                  </a:lnTo>
                  <a:lnTo>
                    <a:pt x="130248" y="4124"/>
                  </a:lnTo>
                  <a:lnTo>
                    <a:pt x="125082" y="5380"/>
                  </a:lnTo>
                  <a:lnTo>
                    <a:pt x="119959" y="6800"/>
                  </a:lnTo>
                  <a:lnTo>
                    <a:pt x="114884" y="8381"/>
                  </a:lnTo>
                  <a:lnTo>
                    <a:pt x="109862" y="10124"/>
                  </a:lnTo>
                  <a:lnTo>
                    <a:pt x="104898" y="12025"/>
                  </a:lnTo>
                  <a:lnTo>
                    <a:pt x="99996" y="14083"/>
                  </a:lnTo>
                  <a:lnTo>
                    <a:pt x="95163" y="16295"/>
                  </a:lnTo>
                  <a:lnTo>
                    <a:pt x="90402" y="18661"/>
                  </a:lnTo>
                  <a:lnTo>
                    <a:pt x="85719" y="21176"/>
                  </a:lnTo>
                  <a:lnTo>
                    <a:pt x="81118" y="23839"/>
                  </a:lnTo>
                  <a:lnTo>
                    <a:pt x="76605" y="26647"/>
                  </a:lnTo>
                  <a:lnTo>
                    <a:pt x="72182" y="29597"/>
                  </a:lnTo>
                  <a:lnTo>
                    <a:pt x="67856" y="32687"/>
                  </a:lnTo>
                  <a:lnTo>
                    <a:pt x="63631" y="35912"/>
                  </a:lnTo>
                  <a:lnTo>
                    <a:pt x="59510" y="39270"/>
                  </a:lnTo>
                  <a:lnTo>
                    <a:pt x="55497" y="42757"/>
                  </a:lnTo>
                  <a:lnTo>
                    <a:pt x="51598" y="46370"/>
                  </a:lnTo>
                  <a:lnTo>
                    <a:pt x="47816" y="50105"/>
                  </a:lnTo>
                  <a:lnTo>
                    <a:pt x="44154" y="53959"/>
                  </a:lnTo>
                  <a:lnTo>
                    <a:pt x="40617" y="57927"/>
                  </a:lnTo>
                  <a:lnTo>
                    <a:pt x="37207" y="62006"/>
                  </a:lnTo>
                  <a:lnTo>
                    <a:pt x="33929" y="66191"/>
                  </a:lnTo>
                  <a:lnTo>
                    <a:pt x="30786" y="70478"/>
                  </a:lnTo>
                  <a:lnTo>
                    <a:pt x="27781" y="74863"/>
                  </a:lnTo>
                  <a:lnTo>
                    <a:pt x="24916" y="79341"/>
                  </a:lnTo>
                  <a:lnTo>
                    <a:pt x="22196" y="83908"/>
                  </a:lnTo>
                  <a:lnTo>
                    <a:pt x="19622" y="88559"/>
                  </a:lnTo>
                  <a:lnTo>
                    <a:pt x="17197" y="93289"/>
                  </a:lnTo>
                  <a:lnTo>
                    <a:pt x="14924" y="98095"/>
                  </a:lnTo>
                  <a:lnTo>
                    <a:pt x="12805" y="102970"/>
                  </a:lnTo>
                  <a:lnTo>
                    <a:pt x="10841" y="107910"/>
                  </a:lnTo>
                  <a:lnTo>
                    <a:pt x="9036" y="112910"/>
                  </a:lnTo>
                  <a:lnTo>
                    <a:pt x="7391" y="117965"/>
                  </a:lnTo>
                  <a:lnTo>
                    <a:pt x="5907" y="123070"/>
                  </a:lnTo>
                  <a:lnTo>
                    <a:pt x="4587" y="128219"/>
                  </a:lnTo>
                  <a:lnTo>
                    <a:pt x="3431" y="133408"/>
                  </a:lnTo>
                  <a:lnTo>
                    <a:pt x="2440" y="138630"/>
                  </a:lnTo>
                  <a:lnTo>
                    <a:pt x="1616" y="143882"/>
                  </a:lnTo>
                  <a:lnTo>
                    <a:pt x="959" y="149157"/>
                  </a:lnTo>
                  <a:lnTo>
                    <a:pt x="471" y="154451"/>
                  </a:lnTo>
                  <a:lnTo>
                    <a:pt x="151" y="159757"/>
                  </a:lnTo>
                  <a:lnTo>
                    <a:pt x="0" y="165071"/>
                  </a:lnTo>
                  <a:lnTo>
                    <a:pt x="17" y="170386"/>
                  </a:lnTo>
                  <a:lnTo>
                    <a:pt x="204" y="175699"/>
                  </a:lnTo>
                  <a:lnTo>
                    <a:pt x="560" y="181003"/>
                  </a:lnTo>
                  <a:lnTo>
                    <a:pt x="1084" y="186293"/>
                  </a:lnTo>
                  <a:lnTo>
                    <a:pt x="1776" y="191564"/>
                  </a:lnTo>
                  <a:lnTo>
                    <a:pt x="2635" y="196810"/>
                  </a:lnTo>
                  <a:lnTo>
                    <a:pt x="3661" y="202026"/>
                  </a:lnTo>
                  <a:lnTo>
                    <a:pt x="4852" y="207206"/>
                  </a:lnTo>
                  <a:lnTo>
                    <a:pt x="6207" y="212347"/>
                  </a:lnTo>
                  <a:lnTo>
                    <a:pt x="7725" y="217441"/>
                  </a:lnTo>
                  <a:lnTo>
                    <a:pt x="9404" y="222485"/>
                  </a:lnTo>
                  <a:lnTo>
                    <a:pt x="11243" y="227473"/>
                  </a:lnTo>
                  <a:lnTo>
                    <a:pt x="13239" y="232399"/>
                  </a:lnTo>
                  <a:lnTo>
                    <a:pt x="15391" y="237260"/>
                  </a:lnTo>
                  <a:lnTo>
                    <a:pt x="17697" y="242050"/>
                  </a:lnTo>
                  <a:lnTo>
                    <a:pt x="20153" y="246765"/>
                  </a:lnTo>
                  <a:lnTo>
                    <a:pt x="22758" y="251398"/>
                  </a:lnTo>
                  <a:lnTo>
                    <a:pt x="25510" y="255947"/>
                  </a:lnTo>
                  <a:lnTo>
                    <a:pt x="28404" y="260406"/>
                  </a:lnTo>
                  <a:lnTo>
                    <a:pt x="31439" y="264770"/>
                  </a:lnTo>
                  <a:lnTo>
                    <a:pt x="34611" y="269036"/>
                  </a:lnTo>
                  <a:lnTo>
                    <a:pt x="37917" y="273199"/>
                  </a:lnTo>
                  <a:lnTo>
                    <a:pt x="41353" y="277254"/>
                  </a:lnTo>
                  <a:lnTo>
                    <a:pt x="44917" y="281199"/>
                  </a:lnTo>
                  <a:lnTo>
                    <a:pt x="48605" y="285028"/>
                  </a:lnTo>
                  <a:lnTo>
                    <a:pt x="52412" y="288737"/>
                  </a:lnTo>
                  <a:lnTo>
                    <a:pt x="56336" y="292324"/>
                  </a:lnTo>
                  <a:lnTo>
                    <a:pt x="60371" y="295784"/>
                  </a:lnTo>
                  <a:lnTo>
                    <a:pt x="64515" y="299115"/>
                  </a:lnTo>
                  <a:lnTo>
                    <a:pt x="68762" y="302311"/>
                  </a:lnTo>
                  <a:lnTo>
                    <a:pt x="73109" y="305371"/>
                  </a:lnTo>
                  <a:lnTo>
                    <a:pt x="77551" y="308292"/>
                  </a:lnTo>
                  <a:lnTo>
                    <a:pt x="82083" y="311069"/>
                  </a:lnTo>
                  <a:lnTo>
                    <a:pt x="86702" y="313702"/>
                  </a:lnTo>
                  <a:lnTo>
                    <a:pt x="91401" y="316186"/>
                  </a:lnTo>
                  <a:lnTo>
                    <a:pt x="96178" y="318519"/>
                  </a:lnTo>
                  <a:lnTo>
                    <a:pt x="101026" y="320699"/>
                  </a:lnTo>
                  <a:lnTo>
                    <a:pt x="105941" y="322724"/>
                  </a:lnTo>
                  <a:lnTo>
                    <a:pt x="110918" y="324592"/>
                  </a:lnTo>
                  <a:lnTo>
                    <a:pt x="115952" y="326300"/>
                  </a:lnTo>
                  <a:lnTo>
                    <a:pt x="121038" y="327848"/>
                  </a:lnTo>
                  <a:lnTo>
                    <a:pt x="126170" y="329233"/>
                  </a:lnTo>
                  <a:lnTo>
                    <a:pt x="131344" y="330454"/>
                  </a:lnTo>
                  <a:lnTo>
                    <a:pt x="136554" y="331510"/>
                  </a:lnTo>
                  <a:lnTo>
                    <a:pt x="141795" y="332400"/>
                  </a:lnTo>
                  <a:lnTo>
                    <a:pt x="147061" y="333122"/>
                  </a:lnTo>
                  <a:lnTo>
                    <a:pt x="152348" y="333677"/>
                  </a:lnTo>
                  <a:lnTo>
                    <a:pt x="157650" y="334064"/>
                  </a:lnTo>
                  <a:lnTo>
                    <a:pt x="162961" y="334282"/>
                  </a:lnTo>
                  <a:lnTo>
                    <a:pt x="168277" y="334331"/>
                  </a:lnTo>
                  <a:lnTo>
                    <a:pt x="173591" y="334210"/>
                  </a:lnTo>
                  <a:lnTo>
                    <a:pt x="178899" y="333921"/>
                  </a:lnTo>
                  <a:lnTo>
                    <a:pt x="184196" y="333463"/>
                  </a:lnTo>
                  <a:lnTo>
                    <a:pt x="189475" y="332838"/>
                  </a:lnTo>
                  <a:lnTo>
                    <a:pt x="194731" y="332044"/>
                  </a:lnTo>
                  <a:lnTo>
                    <a:pt x="199959" y="331084"/>
                  </a:lnTo>
                  <a:lnTo>
                    <a:pt x="205155" y="329958"/>
                  </a:lnTo>
                  <a:lnTo>
                    <a:pt x="210311" y="328667"/>
                  </a:lnTo>
                  <a:lnTo>
                    <a:pt x="215425" y="32721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13026"/>
              <a:ext cx="167166" cy="321908"/>
            </a:xfrm>
            <a:custGeom>
              <a:avLst/>
              <a:pathLst>
                <a:path w="167166" h="321908">
                  <a:moveTo>
                    <a:pt x="48270" y="321908"/>
                  </a:moveTo>
                  <a:lnTo>
                    <a:pt x="53374" y="320279"/>
                  </a:lnTo>
                  <a:lnTo>
                    <a:pt x="58423" y="318487"/>
                  </a:lnTo>
                  <a:lnTo>
                    <a:pt x="63412" y="316534"/>
                  </a:lnTo>
                  <a:lnTo>
                    <a:pt x="68336" y="314423"/>
                  </a:lnTo>
                  <a:lnTo>
                    <a:pt x="73190" y="312155"/>
                  </a:lnTo>
                  <a:lnTo>
                    <a:pt x="77968" y="309732"/>
                  </a:lnTo>
                  <a:lnTo>
                    <a:pt x="82667" y="307158"/>
                  </a:lnTo>
                  <a:lnTo>
                    <a:pt x="87280" y="304434"/>
                  </a:lnTo>
                  <a:lnTo>
                    <a:pt x="91804" y="301564"/>
                  </a:lnTo>
                  <a:lnTo>
                    <a:pt x="96233" y="298551"/>
                  </a:lnTo>
                  <a:lnTo>
                    <a:pt x="100564" y="295397"/>
                  </a:lnTo>
                  <a:lnTo>
                    <a:pt x="104792" y="292106"/>
                  </a:lnTo>
                  <a:lnTo>
                    <a:pt x="108911" y="288681"/>
                  </a:lnTo>
                  <a:lnTo>
                    <a:pt x="112919" y="285126"/>
                  </a:lnTo>
                  <a:lnTo>
                    <a:pt x="116811" y="281444"/>
                  </a:lnTo>
                  <a:lnTo>
                    <a:pt x="120583" y="277639"/>
                  </a:lnTo>
                  <a:lnTo>
                    <a:pt x="124231" y="273716"/>
                  </a:lnTo>
                  <a:lnTo>
                    <a:pt x="127752" y="269677"/>
                  </a:lnTo>
                  <a:lnTo>
                    <a:pt x="131141" y="265528"/>
                  </a:lnTo>
                  <a:lnTo>
                    <a:pt x="134396" y="261273"/>
                  </a:lnTo>
                  <a:lnTo>
                    <a:pt x="137512" y="256915"/>
                  </a:lnTo>
                  <a:lnTo>
                    <a:pt x="140488" y="252460"/>
                  </a:lnTo>
                  <a:lnTo>
                    <a:pt x="143319" y="247911"/>
                  </a:lnTo>
                  <a:lnTo>
                    <a:pt x="146002" y="243274"/>
                  </a:lnTo>
                  <a:lnTo>
                    <a:pt x="148536" y="238554"/>
                  </a:lnTo>
                  <a:lnTo>
                    <a:pt x="150918" y="233755"/>
                  </a:lnTo>
                  <a:lnTo>
                    <a:pt x="153144" y="228882"/>
                  </a:lnTo>
                  <a:lnTo>
                    <a:pt x="155213" y="223940"/>
                  </a:lnTo>
                  <a:lnTo>
                    <a:pt x="157122" y="218934"/>
                  </a:lnTo>
                  <a:lnTo>
                    <a:pt x="158871" y="213870"/>
                  </a:lnTo>
                  <a:lnTo>
                    <a:pt x="160456" y="208752"/>
                  </a:lnTo>
                  <a:lnTo>
                    <a:pt x="161876" y="203587"/>
                  </a:lnTo>
                  <a:lnTo>
                    <a:pt x="163130" y="198378"/>
                  </a:lnTo>
                  <a:lnTo>
                    <a:pt x="164216" y="193132"/>
                  </a:lnTo>
                  <a:lnTo>
                    <a:pt x="165134" y="187853"/>
                  </a:lnTo>
                  <a:lnTo>
                    <a:pt x="165882" y="182548"/>
                  </a:lnTo>
                  <a:lnTo>
                    <a:pt x="166460" y="177222"/>
                  </a:lnTo>
                  <a:lnTo>
                    <a:pt x="166866" y="171880"/>
                  </a:lnTo>
                  <a:lnTo>
                    <a:pt x="167102" y="166528"/>
                  </a:lnTo>
                  <a:lnTo>
                    <a:pt x="167166" y="161171"/>
                  </a:lnTo>
                  <a:lnTo>
                    <a:pt x="167058" y="155814"/>
                  </a:lnTo>
                  <a:lnTo>
                    <a:pt x="166778" y="150464"/>
                  </a:lnTo>
                  <a:lnTo>
                    <a:pt x="166327" y="145126"/>
                  </a:lnTo>
                  <a:lnTo>
                    <a:pt x="165705" y="139804"/>
                  </a:lnTo>
                  <a:lnTo>
                    <a:pt x="164914" y="134506"/>
                  </a:lnTo>
                  <a:lnTo>
                    <a:pt x="163952" y="129235"/>
                  </a:lnTo>
                  <a:lnTo>
                    <a:pt x="162823" y="123998"/>
                  </a:lnTo>
                  <a:lnTo>
                    <a:pt x="161526" y="118800"/>
                  </a:lnTo>
                  <a:lnTo>
                    <a:pt x="160063" y="113646"/>
                  </a:lnTo>
                  <a:lnTo>
                    <a:pt x="158436" y="108542"/>
                  </a:lnTo>
                  <a:lnTo>
                    <a:pt x="156646" y="103492"/>
                  </a:lnTo>
                  <a:lnTo>
                    <a:pt x="154695" y="98503"/>
                  </a:lnTo>
                  <a:lnTo>
                    <a:pt x="152585" y="93578"/>
                  </a:lnTo>
                  <a:lnTo>
                    <a:pt x="150319" y="88724"/>
                  </a:lnTo>
                  <a:lnTo>
                    <a:pt x="147898" y="83944"/>
                  </a:lnTo>
                  <a:lnTo>
                    <a:pt x="145325" y="79245"/>
                  </a:lnTo>
                  <a:lnTo>
                    <a:pt x="142603" y="74630"/>
                  </a:lnTo>
                  <a:lnTo>
                    <a:pt x="139734" y="70106"/>
                  </a:lnTo>
                  <a:lnTo>
                    <a:pt x="136722" y="65675"/>
                  </a:lnTo>
                  <a:lnTo>
                    <a:pt x="133570" y="61343"/>
                  </a:lnTo>
                  <a:lnTo>
                    <a:pt x="130280" y="57115"/>
                  </a:lnTo>
                  <a:lnTo>
                    <a:pt x="126857" y="52994"/>
                  </a:lnTo>
                  <a:lnTo>
                    <a:pt x="123303" y="48984"/>
                  </a:lnTo>
                  <a:lnTo>
                    <a:pt x="119623" y="45091"/>
                  </a:lnTo>
                  <a:lnTo>
                    <a:pt x="115819" y="41318"/>
                  </a:lnTo>
                  <a:lnTo>
                    <a:pt x="111897" y="37668"/>
                  </a:lnTo>
                  <a:lnTo>
                    <a:pt x="107860" y="34147"/>
                  </a:lnTo>
                  <a:lnTo>
                    <a:pt x="103712" y="30756"/>
                  </a:lnTo>
                  <a:lnTo>
                    <a:pt x="99458" y="27500"/>
                  </a:lnTo>
                  <a:lnTo>
                    <a:pt x="95101" y="24382"/>
                  </a:lnTo>
                  <a:lnTo>
                    <a:pt x="90647" y="21405"/>
                  </a:lnTo>
                  <a:lnTo>
                    <a:pt x="86099" y="18572"/>
                  </a:lnTo>
                  <a:lnTo>
                    <a:pt x="81463" y="15887"/>
                  </a:lnTo>
                  <a:lnTo>
                    <a:pt x="76744" y="13351"/>
                  </a:lnTo>
                  <a:lnTo>
                    <a:pt x="71946" y="10968"/>
                  </a:lnTo>
                  <a:lnTo>
                    <a:pt x="67073" y="8740"/>
                  </a:lnTo>
                  <a:lnTo>
                    <a:pt x="62132" y="6670"/>
                  </a:lnTo>
                  <a:lnTo>
                    <a:pt x="57127" y="4758"/>
                  </a:lnTo>
                  <a:lnTo>
                    <a:pt x="52064" y="3008"/>
                  </a:lnTo>
                  <a:lnTo>
                    <a:pt x="46947" y="1421"/>
                  </a:lnTo>
                  <a:lnTo>
                    <a:pt x="41781" y="0"/>
                  </a:lnTo>
                  <a:lnTo>
                    <a:pt x="0" y="1618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41781" cy="167167"/>
            </a:xfrm>
            <a:custGeom>
              <a:avLst/>
              <a:pathLst>
                <a:path w="41781" h="167167">
                  <a:moveTo>
                    <a:pt x="41781" y="5305"/>
                  </a:moveTo>
                  <a:lnTo>
                    <a:pt x="35914" y="3903"/>
                  </a:lnTo>
                  <a:lnTo>
                    <a:pt x="30000" y="2714"/>
                  </a:lnTo>
                  <a:lnTo>
                    <a:pt x="24047" y="1738"/>
                  </a:lnTo>
                  <a:lnTo>
                    <a:pt x="18062" y="978"/>
                  </a:lnTo>
                  <a:lnTo>
                    <a:pt x="12055" y="435"/>
                  </a:lnTo>
                  <a:lnTo>
                    <a:pt x="603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2025-06-06T08:22:38Z</dcterms:modified>
  <cp:category/>
</cp:coreProperties>
</file>