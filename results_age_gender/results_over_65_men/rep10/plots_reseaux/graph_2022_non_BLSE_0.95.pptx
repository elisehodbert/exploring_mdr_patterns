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667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155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807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795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3200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478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7209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679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816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169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57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1234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517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242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994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2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517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253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482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1429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709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659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579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14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20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1795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807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242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1478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783" y="3170392"/>
              <a:ext cx="2996" cy="167167"/>
            </a:xfrm>
            <a:custGeom>
              <a:avLst/>
              <a:pathLst>
                <a:path w="2996" h="167167">
                  <a:moveTo>
                    <a:pt x="2996" y="0"/>
                  </a:moveTo>
                  <a:lnTo>
                    <a:pt x="0" y="26"/>
                  </a:lnTo>
                  <a:lnTo>
                    <a:pt x="299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16611" y="3170413"/>
              <a:ext cx="334334" cy="334295"/>
            </a:xfrm>
            <a:custGeom>
              <a:avLst/>
              <a:pathLst>
                <a:path w="334334" h="334295">
                  <a:moveTo>
                    <a:pt x="164171" y="5"/>
                  </a:moveTo>
                  <a:lnTo>
                    <a:pt x="158871" y="184"/>
                  </a:lnTo>
                  <a:lnTo>
                    <a:pt x="153580" y="531"/>
                  </a:lnTo>
                  <a:lnTo>
                    <a:pt x="148302" y="1046"/>
                  </a:lnTo>
                  <a:lnTo>
                    <a:pt x="143043" y="1728"/>
                  </a:lnTo>
                  <a:lnTo>
                    <a:pt x="137809" y="2576"/>
                  </a:lnTo>
                  <a:lnTo>
                    <a:pt x="132604" y="3590"/>
                  </a:lnTo>
                  <a:lnTo>
                    <a:pt x="127434" y="4769"/>
                  </a:lnTo>
                  <a:lnTo>
                    <a:pt x="122304" y="6111"/>
                  </a:lnTo>
                  <a:lnTo>
                    <a:pt x="117219" y="7615"/>
                  </a:lnTo>
                  <a:lnTo>
                    <a:pt x="112184" y="9279"/>
                  </a:lnTo>
                  <a:lnTo>
                    <a:pt x="107205" y="11102"/>
                  </a:lnTo>
                  <a:lnTo>
                    <a:pt x="102286" y="13083"/>
                  </a:lnTo>
                  <a:lnTo>
                    <a:pt x="97432" y="15218"/>
                  </a:lnTo>
                  <a:lnTo>
                    <a:pt x="92648" y="17506"/>
                  </a:lnTo>
                  <a:lnTo>
                    <a:pt x="87940" y="19945"/>
                  </a:lnTo>
                  <a:lnTo>
                    <a:pt x="83311" y="22532"/>
                  </a:lnTo>
                  <a:lnTo>
                    <a:pt x="78766" y="25264"/>
                  </a:lnTo>
                  <a:lnTo>
                    <a:pt x="74311" y="28140"/>
                  </a:lnTo>
                  <a:lnTo>
                    <a:pt x="69948" y="31155"/>
                  </a:lnTo>
                  <a:lnTo>
                    <a:pt x="65684" y="34307"/>
                  </a:lnTo>
                  <a:lnTo>
                    <a:pt x="61522" y="37592"/>
                  </a:lnTo>
                  <a:lnTo>
                    <a:pt x="57466" y="41008"/>
                  </a:lnTo>
                  <a:lnTo>
                    <a:pt x="53520" y="44551"/>
                  </a:lnTo>
                  <a:lnTo>
                    <a:pt x="49689" y="48217"/>
                  </a:lnTo>
                  <a:lnTo>
                    <a:pt x="45976" y="52003"/>
                  </a:lnTo>
                  <a:lnTo>
                    <a:pt x="42385" y="55905"/>
                  </a:lnTo>
                  <a:lnTo>
                    <a:pt x="38920" y="59918"/>
                  </a:lnTo>
                  <a:lnTo>
                    <a:pt x="35583" y="64040"/>
                  </a:lnTo>
                  <a:lnTo>
                    <a:pt x="32379" y="68265"/>
                  </a:lnTo>
                  <a:lnTo>
                    <a:pt x="29311" y="72590"/>
                  </a:lnTo>
                  <a:lnTo>
                    <a:pt x="26381" y="77010"/>
                  </a:lnTo>
                  <a:lnTo>
                    <a:pt x="23593" y="81521"/>
                  </a:lnTo>
                  <a:lnTo>
                    <a:pt x="20950" y="86118"/>
                  </a:lnTo>
                  <a:lnTo>
                    <a:pt x="18453" y="90796"/>
                  </a:lnTo>
                  <a:lnTo>
                    <a:pt x="16107" y="95551"/>
                  </a:lnTo>
                  <a:lnTo>
                    <a:pt x="13912" y="100378"/>
                  </a:lnTo>
                  <a:lnTo>
                    <a:pt x="11871" y="105273"/>
                  </a:lnTo>
                  <a:lnTo>
                    <a:pt x="9987" y="110229"/>
                  </a:lnTo>
                  <a:lnTo>
                    <a:pt x="8261" y="115243"/>
                  </a:lnTo>
                  <a:lnTo>
                    <a:pt x="6695" y="120309"/>
                  </a:lnTo>
                  <a:lnTo>
                    <a:pt x="5290" y="125423"/>
                  </a:lnTo>
                  <a:lnTo>
                    <a:pt x="4048" y="130578"/>
                  </a:lnTo>
                  <a:lnTo>
                    <a:pt x="2970" y="135770"/>
                  </a:lnTo>
                  <a:lnTo>
                    <a:pt x="2058" y="140994"/>
                  </a:lnTo>
                  <a:lnTo>
                    <a:pt x="1311" y="146243"/>
                  </a:lnTo>
                  <a:lnTo>
                    <a:pt x="732" y="151514"/>
                  </a:lnTo>
                  <a:lnTo>
                    <a:pt x="320" y="156801"/>
                  </a:lnTo>
                  <a:lnTo>
                    <a:pt x="76" y="162098"/>
                  </a:lnTo>
                  <a:lnTo>
                    <a:pt x="0" y="167400"/>
                  </a:lnTo>
                  <a:lnTo>
                    <a:pt x="92" y="172702"/>
                  </a:lnTo>
                  <a:lnTo>
                    <a:pt x="352" y="177999"/>
                  </a:lnTo>
                  <a:lnTo>
                    <a:pt x="780" y="183284"/>
                  </a:lnTo>
                  <a:lnTo>
                    <a:pt x="1376" y="188553"/>
                  </a:lnTo>
                  <a:lnTo>
                    <a:pt x="2138" y="193801"/>
                  </a:lnTo>
                  <a:lnTo>
                    <a:pt x="3067" y="199022"/>
                  </a:lnTo>
                  <a:lnTo>
                    <a:pt x="4160" y="204210"/>
                  </a:lnTo>
                  <a:lnTo>
                    <a:pt x="5418" y="209362"/>
                  </a:lnTo>
                  <a:lnTo>
                    <a:pt x="6838" y="214471"/>
                  </a:lnTo>
                  <a:lnTo>
                    <a:pt x="8420" y="219532"/>
                  </a:lnTo>
                  <a:lnTo>
                    <a:pt x="10161" y="224541"/>
                  </a:lnTo>
                  <a:lnTo>
                    <a:pt x="12061" y="229492"/>
                  </a:lnTo>
                  <a:lnTo>
                    <a:pt x="14116" y="234380"/>
                  </a:lnTo>
                  <a:lnTo>
                    <a:pt x="16326" y="239200"/>
                  </a:lnTo>
                  <a:lnTo>
                    <a:pt x="18687" y="243948"/>
                  </a:lnTo>
                  <a:lnTo>
                    <a:pt x="21197" y="248619"/>
                  </a:lnTo>
                  <a:lnTo>
                    <a:pt x="23855" y="253208"/>
                  </a:lnTo>
                  <a:lnTo>
                    <a:pt x="26657" y="257710"/>
                  </a:lnTo>
                  <a:lnTo>
                    <a:pt x="29600" y="262121"/>
                  </a:lnTo>
                  <a:lnTo>
                    <a:pt x="32681" y="266436"/>
                  </a:lnTo>
                  <a:lnTo>
                    <a:pt x="35898" y="270652"/>
                  </a:lnTo>
                  <a:lnTo>
                    <a:pt x="39247" y="274763"/>
                  </a:lnTo>
                  <a:lnTo>
                    <a:pt x="42725" y="278766"/>
                  </a:lnTo>
                  <a:lnTo>
                    <a:pt x="46328" y="282657"/>
                  </a:lnTo>
                  <a:lnTo>
                    <a:pt x="50052" y="286432"/>
                  </a:lnTo>
                  <a:lnTo>
                    <a:pt x="53895" y="290086"/>
                  </a:lnTo>
                  <a:lnTo>
                    <a:pt x="57851" y="293617"/>
                  </a:lnTo>
                  <a:lnTo>
                    <a:pt x="61917" y="297021"/>
                  </a:lnTo>
                  <a:lnTo>
                    <a:pt x="66089" y="300293"/>
                  </a:lnTo>
                  <a:lnTo>
                    <a:pt x="70363" y="303432"/>
                  </a:lnTo>
                  <a:lnTo>
                    <a:pt x="74735" y="306434"/>
                  </a:lnTo>
                  <a:lnTo>
                    <a:pt x="79199" y="309296"/>
                  </a:lnTo>
                  <a:lnTo>
                    <a:pt x="83752" y="312014"/>
                  </a:lnTo>
                  <a:lnTo>
                    <a:pt x="88389" y="314587"/>
                  </a:lnTo>
                  <a:lnTo>
                    <a:pt x="93105" y="317011"/>
                  </a:lnTo>
                  <a:lnTo>
                    <a:pt x="97895" y="319285"/>
                  </a:lnTo>
                  <a:lnTo>
                    <a:pt x="102755" y="321406"/>
                  </a:lnTo>
                  <a:lnTo>
                    <a:pt x="107680" y="323371"/>
                  </a:lnTo>
                  <a:lnTo>
                    <a:pt x="112665" y="325179"/>
                  </a:lnTo>
                  <a:lnTo>
                    <a:pt x="117705" y="326828"/>
                  </a:lnTo>
                  <a:lnTo>
                    <a:pt x="122795" y="328317"/>
                  </a:lnTo>
                  <a:lnTo>
                    <a:pt x="127929" y="329643"/>
                  </a:lnTo>
                  <a:lnTo>
                    <a:pt x="133103" y="330806"/>
                  </a:lnTo>
                  <a:lnTo>
                    <a:pt x="138311" y="331804"/>
                  </a:lnTo>
                  <a:lnTo>
                    <a:pt x="143548" y="332636"/>
                  </a:lnTo>
                  <a:lnTo>
                    <a:pt x="148808" y="333302"/>
                  </a:lnTo>
                  <a:lnTo>
                    <a:pt x="154088" y="333801"/>
                  </a:lnTo>
                  <a:lnTo>
                    <a:pt x="159380" y="334132"/>
                  </a:lnTo>
                  <a:lnTo>
                    <a:pt x="164680" y="334295"/>
                  </a:lnTo>
                  <a:lnTo>
                    <a:pt x="169983" y="334289"/>
                  </a:lnTo>
                  <a:lnTo>
                    <a:pt x="175283" y="334116"/>
                  </a:lnTo>
                  <a:lnTo>
                    <a:pt x="180574" y="333775"/>
                  </a:lnTo>
                  <a:lnTo>
                    <a:pt x="185853" y="333265"/>
                  </a:lnTo>
                  <a:lnTo>
                    <a:pt x="191112" y="332589"/>
                  </a:lnTo>
                  <a:lnTo>
                    <a:pt x="196347" y="331747"/>
                  </a:lnTo>
                  <a:lnTo>
                    <a:pt x="201553" y="330738"/>
                  </a:lnTo>
                  <a:lnTo>
                    <a:pt x="206725" y="329565"/>
                  </a:lnTo>
                  <a:lnTo>
                    <a:pt x="211856" y="328229"/>
                  </a:lnTo>
                  <a:lnTo>
                    <a:pt x="216943" y="326730"/>
                  </a:lnTo>
                  <a:lnTo>
                    <a:pt x="221980" y="325071"/>
                  </a:lnTo>
                  <a:lnTo>
                    <a:pt x="226961" y="323253"/>
                  </a:lnTo>
                  <a:lnTo>
                    <a:pt x="231882" y="321278"/>
                  </a:lnTo>
                  <a:lnTo>
                    <a:pt x="236738" y="319148"/>
                  </a:lnTo>
                  <a:lnTo>
                    <a:pt x="241524" y="316865"/>
                  </a:lnTo>
                  <a:lnTo>
                    <a:pt x="246235" y="314431"/>
                  </a:lnTo>
                  <a:lnTo>
                    <a:pt x="250867" y="311849"/>
                  </a:lnTo>
                  <a:lnTo>
                    <a:pt x="255415" y="309122"/>
                  </a:lnTo>
                  <a:lnTo>
                    <a:pt x="259873" y="306252"/>
                  </a:lnTo>
                  <a:lnTo>
                    <a:pt x="264239" y="303241"/>
                  </a:lnTo>
                  <a:lnTo>
                    <a:pt x="268506" y="300094"/>
                  </a:lnTo>
                  <a:lnTo>
                    <a:pt x="272672" y="296813"/>
                  </a:lnTo>
                  <a:lnTo>
                    <a:pt x="276732" y="293401"/>
                  </a:lnTo>
                  <a:lnTo>
                    <a:pt x="280681" y="289863"/>
                  </a:lnTo>
                  <a:lnTo>
                    <a:pt x="284516" y="286201"/>
                  </a:lnTo>
                  <a:lnTo>
                    <a:pt x="288233" y="282419"/>
                  </a:lnTo>
                  <a:lnTo>
                    <a:pt x="291828" y="278521"/>
                  </a:lnTo>
                  <a:lnTo>
                    <a:pt x="295298" y="274511"/>
                  </a:lnTo>
                  <a:lnTo>
                    <a:pt x="298639" y="270393"/>
                  </a:lnTo>
                  <a:lnTo>
                    <a:pt x="301848" y="266171"/>
                  </a:lnTo>
                  <a:lnTo>
                    <a:pt x="304921" y="261850"/>
                  </a:lnTo>
                  <a:lnTo>
                    <a:pt x="307855" y="257433"/>
                  </a:lnTo>
                  <a:lnTo>
                    <a:pt x="310648" y="252925"/>
                  </a:lnTo>
                  <a:lnTo>
                    <a:pt x="313296" y="248331"/>
                  </a:lnTo>
                  <a:lnTo>
                    <a:pt x="315798" y="243655"/>
                  </a:lnTo>
                  <a:lnTo>
                    <a:pt x="318150" y="238903"/>
                  </a:lnTo>
                  <a:lnTo>
                    <a:pt x="320350" y="234078"/>
                  </a:lnTo>
                  <a:lnTo>
                    <a:pt x="322396" y="229186"/>
                  </a:lnTo>
                  <a:lnTo>
                    <a:pt x="324285" y="224231"/>
                  </a:lnTo>
                  <a:lnTo>
                    <a:pt x="326017" y="219219"/>
                  </a:lnTo>
                  <a:lnTo>
                    <a:pt x="327588" y="214155"/>
                  </a:lnTo>
                  <a:lnTo>
                    <a:pt x="328999" y="209043"/>
                  </a:lnTo>
                  <a:lnTo>
                    <a:pt x="330246" y="203889"/>
                  </a:lnTo>
                  <a:lnTo>
                    <a:pt x="331329" y="198698"/>
                  </a:lnTo>
                  <a:lnTo>
                    <a:pt x="332248" y="193475"/>
                  </a:lnTo>
                  <a:lnTo>
                    <a:pt x="333000" y="188226"/>
                  </a:lnTo>
                  <a:lnTo>
                    <a:pt x="333585" y="182956"/>
                  </a:lnTo>
                  <a:lnTo>
                    <a:pt x="334003" y="177670"/>
                  </a:lnTo>
                  <a:lnTo>
                    <a:pt x="334252" y="172373"/>
                  </a:lnTo>
                  <a:lnTo>
                    <a:pt x="334334" y="167071"/>
                  </a:lnTo>
                  <a:lnTo>
                    <a:pt x="334248" y="161769"/>
                  </a:lnTo>
                  <a:lnTo>
                    <a:pt x="333993" y="156472"/>
                  </a:lnTo>
                  <a:lnTo>
                    <a:pt x="333571" y="151186"/>
                  </a:lnTo>
                  <a:lnTo>
                    <a:pt x="332981" y="145917"/>
                  </a:lnTo>
                  <a:lnTo>
                    <a:pt x="332224" y="140668"/>
                  </a:lnTo>
                  <a:lnTo>
                    <a:pt x="331301" y="135446"/>
                  </a:lnTo>
                  <a:lnTo>
                    <a:pt x="330213" y="130256"/>
                  </a:lnTo>
                  <a:lnTo>
                    <a:pt x="328961" y="125104"/>
                  </a:lnTo>
                  <a:lnTo>
                    <a:pt x="327546" y="119993"/>
                  </a:lnTo>
                  <a:lnTo>
                    <a:pt x="325970" y="114930"/>
                  </a:lnTo>
                  <a:lnTo>
                    <a:pt x="324234" y="109920"/>
                  </a:lnTo>
                  <a:lnTo>
                    <a:pt x="322340" y="104967"/>
                  </a:lnTo>
                  <a:lnTo>
                    <a:pt x="320290" y="100076"/>
                  </a:lnTo>
                  <a:lnTo>
                    <a:pt x="318085" y="95253"/>
                  </a:lnTo>
                  <a:lnTo>
                    <a:pt x="315729" y="90503"/>
                  </a:lnTo>
                  <a:lnTo>
                    <a:pt x="313224" y="85829"/>
                  </a:lnTo>
                  <a:lnTo>
                    <a:pt x="310571" y="81238"/>
                  </a:lnTo>
                  <a:lnTo>
                    <a:pt x="307774" y="76733"/>
                  </a:lnTo>
                  <a:lnTo>
                    <a:pt x="304836" y="72319"/>
                  </a:lnTo>
                  <a:lnTo>
                    <a:pt x="301759" y="68000"/>
                  </a:lnTo>
                  <a:lnTo>
                    <a:pt x="298547" y="63781"/>
                  </a:lnTo>
                  <a:lnTo>
                    <a:pt x="295202" y="59666"/>
                  </a:lnTo>
                  <a:lnTo>
                    <a:pt x="291729" y="55659"/>
                  </a:lnTo>
                  <a:lnTo>
                    <a:pt x="288130" y="51764"/>
                  </a:lnTo>
                  <a:lnTo>
                    <a:pt x="284410" y="47986"/>
                  </a:lnTo>
                  <a:lnTo>
                    <a:pt x="280571" y="44327"/>
                  </a:lnTo>
                  <a:lnTo>
                    <a:pt x="276619" y="40792"/>
                  </a:lnTo>
                  <a:lnTo>
                    <a:pt x="272556" y="37384"/>
                  </a:lnTo>
                  <a:lnTo>
                    <a:pt x="268387" y="34107"/>
                  </a:lnTo>
                  <a:lnTo>
                    <a:pt x="264117" y="30963"/>
                  </a:lnTo>
                  <a:lnTo>
                    <a:pt x="259749" y="27957"/>
                  </a:lnTo>
                  <a:lnTo>
                    <a:pt x="255288" y="25090"/>
                  </a:lnTo>
                  <a:lnTo>
                    <a:pt x="250738" y="22367"/>
                  </a:lnTo>
                  <a:lnTo>
                    <a:pt x="246104" y="19789"/>
                  </a:lnTo>
                  <a:lnTo>
                    <a:pt x="241390" y="17360"/>
                  </a:lnTo>
                  <a:lnTo>
                    <a:pt x="236602" y="15081"/>
                  </a:lnTo>
                  <a:lnTo>
                    <a:pt x="231744" y="12955"/>
                  </a:lnTo>
                  <a:lnTo>
                    <a:pt x="226821" y="10985"/>
                  </a:lnTo>
                  <a:lnTo>
                    <a:pt x="221838" y="9171"/>
                  </a:lnTo>
                  <a:lnTo>
                    <a:pt x="216800" y="7516"/>
                  </a:lnTo>
                  <a:lnTo>
                    <a:pt x="211712" y="6023"/>
                  </a:lnTo>
                  <a:lnTo>
                    <a:pt x="206579" y="4691"/>
                  </a:lnTo>
                  <a:lnTo>
                    <a:pt x="201407" y="3522"/>
                  </a:lnTo>
                  <a:lnTo>
                    <a:pt x="196200" y="2519"/>
                  </a:lnTo>
                  <a:lnTo>
                    <a:pt x="190964" y="1681"/>
                  </a:lnTo>
                  <a:lnTo>
                    <a:pt x="185704" y="1009"/>
                  </a:lnTo>
                  <a:lnTo>
                    <a:pt x="180425" y="505"/>
                  </a:lnTo>
                  <a:lnTo>
                    <a:pt x="175133" y="168"/>
                  </a:lnTo>
                  <a:lnTo>
                    <a:pt x="169833" y="0"/>
                  </a:lnTo>
                  <a:lnTo>
                    <a:pt x="167167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83779" y="3170392"/>
              <a:ext cx="2666" cy="167167"/>
            </a:xfrm>
            <a:custGeom>
              <a:avLst/>
              <a:pathLst>
                <a:path w="2666" h="167167">
                  <a:moveTo>
                    <a:pt x="2666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2573" y="2633064"/>
              <a:ext cx="36438" cy="167167"/>
            </a:xfrm>
            <a:custGeom>
              <a:avLst/>
              <a:pathLst>
                <a:path w="36438" h="167167">
                  <a:moveTo>
                    <a:pt x="36438" y="0"/>
                  </a:moveTo>
                  <a:lnTo>
                    <a:pt x="29094" y="161"/>
                  </a:lnTo>
                  <a:lnTo>
                    <a:pt x="21763" y="645"/>
                  </a:lnTo>
                  <a:lnTo>
                    <a:pt x="14462" y="1450"/>
                  </a:lnTo>
                  <a:lnTo>
                    <a:pt x="7202" y="2576"/>
                  </a:lnTo>
                  <a:lnTo>
                    <a:pt x="0" y="4019"/>
                  </a:lnTo>
                  <a:lnTo>
                    <a:pt x="3643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882573" y="2637083"/>
              <a:ext cx="36438" cy="163147"/>
            </a:xfrm>
            <a:custGeom>
              <a:avLst/>
              <a:pathLst>
                <a:path w="36438" h="163147">
                  <a:moveTo>
                    <a:pt x="0" y="0"/>
                  </a:moveTo>
                  <a:lnTo>
                    <a:pt x="36438" y="1631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51861" y="2637083"/>
              <a:ext cx="334298" cy="330315"/>
            </a:xfrm>
            <a:custGeom>
              <a:avLst/>
              <a:pathLst>
                <a:path w="334298" h="330315">
                  <a:moveTo>
                    <a:pt x="130711" y="0"/>
                  </a:moveTo>
                  <a:lnTo>
                    <a:pt x="125550" y="1239"/>
                  </a:lnTo>
                  <a:lnTo>
                    <a:pt x="120430" y="2641"/>
                  </a:lnTo>
                  <a:lnTo>
                    <a:pt x="115358" y="4205"/>
                  </a:lnTo>
                  <a:lnTo>
                    <a:pt x="110338" y="5930"/>
                  </a:lnTo>
                  <a:lnTo>
                    <a:pt x="105375" y="7813"/>
                  </a:lnTo>
                  <a:lnTo>
                    <a:pt x="100474" y="9852"/>
                  </a:lnTo>
                  <a:lnTo>
                    <a:pt x="95641" y="12046"/>
                  </a:lnTo>
                  <a:lnTo>
                    <a:pt x="90880" y="14393"/>
                  </a:lnTo>
                  <a:lnTo>
                    <a:pt x="86195" y="16890"/>
                  </a:lnTo>
                  <a:lnTo>
                    <a:pt x="81592" y="19534"/>
                  </a:lnTo>
                  <a:lnTo>
                    <a:pt x="77076" y="22322"/>
                  </a:lnTo>
                  <a:lnTo>
                    <a:pt x="72650" y="25253"/>
                  </a:lnTo>
                  <a:lnTo>
                    <a:pt x="68320" y="28323"/>
                  </a:lnTo>
                  <a:lnTo>
                    <a:pt x="64089" y="31529"/>
                  </a:lnTo>
                  <a:lnTo>
                    <a:pt x="59962" y="34867"/>
                  </a:lnTo>
                  <a:lnTo>
                    <a:pt x="55944" y="38335"/>
                  </a:lnTo>
                  <a:lnTo>
                    <a:pt x="52037" y="41928"/>
                  </a:lnTo>
                  <a:lnTo>
                    <a:pt x="48246" y="45644"/>
                  </a:lnTo>
                  <a:lnTo>
                    <a:pt x="44576" y="49479"/>
                  </a:lnTo>
                  <a:lnTo>
                    <a:pt x="41029" y="53428"/>
                  </a:lnTo>
                  <a:lnTo>
                    <a:pt x="37609" y="57487"/>
                  </a:lnTo>
                  <a:lnTo>
                    <a:pt x="34319" y="61653"/>
                  </a:lnTo>
                  <a:lnTo>
                    <a:pt x="31164" y="65922"/>
                  </a:lnTo>
                  <a:lnTo>
                    <a:pt x="28146" y="70288"/>
                  </a:lnTo>
                  <a:lnTo>
                    <a:pt x="25267" y="74748"/>
                  </a:lnTo>
                  <a:lnTo>
                    <a:pt x="22532" y="79297"/>
                  </a:lnTo>
                  <a:lnTo>
                    <a:pt x="19943" y="83931"/>
                  </a:lnTo>
                  <a:lnTo>
                    <a:pt x="17502" y="88645"/>
                  </a:lnTo>
                  <a:lnTo>
                    <a:pt x="15212" y="93434"/>
                  </a:lnTo>
                  <a:lnTo>
                    <a:pt x="13076" y="98293"/>
                  </a:lnTo>
                  <a:lnTo>
                    <a:pt x="11094" y="103217"/>
                  </a:lnTo>
                  <a:lnTo>
                    <a:pt x="9270" y="108202"/>
                  </a:lnTo>
                  <a:lnTo>
                    <a:pt x="7605" y="113242"/>
                  </a:lnTo>
                  <a:lnTo>
                    <a:pt x="6101" y="118333"/>
                  </a:lnTo>
                  <a:lnTo>
                    <a:pt x="4760" y="123468"/>
                  </a:lnTo>
                  <a:lnTo>
                    <a:pt x="3582" y="128644"/>
                  </a:lnTo>
                  <a:lnTo>
                    <a:pt x="2569" y="133855"/>
                  </a:lnTo>
                  <a:lnTo>
                    <a:pt x="1722" y="139095"/>
                  </a:lnTo>
                  <a:lnTo>
                    <a:pt x="1041" y="144359"/>
                  </a:lnTo>
                  <a:lnTo>
                    <a:pt x="529" y="149642"/>
                  </a:lnTo>
                  <a:lnTo>
                    <a:pt x="184" y="154939"/>
                  </a:lnTo>
                  <a:lnTo>
                    <a:pt x="7" y="160245"/>
                  </a:lnTo>
                  <a:lnTo>
                    <a:pt x="0" y="165553"/>
                  </a:lnTo>
                  <a:lnTo>
                    <a:pt x="160" y="170858"/>
                  </a:lnTo>
                  <a:lnTo>
                    <a:pt x="489" y="176156"/>
                  </a:lnTo>
                  <a:lnTo>
                    <a:pt x="986" y="181441"/>
                  </a:lnTo>
                  <a:lnTo>
                    <a:pt x="1651" y="186707"/>
                  </a:lnTo>
                  <a:lnTo>
                    <a:pt x="2482" y="191950"/>
                  </a:lnTo>
                  <a:lnTo>
                    <a:pt x="3480" y="197163"/>
                  </a:lnTo>
                  <a:lnTo>
                    <a:pt x="4642" y="202343"/>
                  </a:lnTo>
                  <a:lnTo>
                    <a:pt x="5969" y="207482"/>
                  </a:lnTo>
                  <a:lnTo>
                    <a:pt x="7457" y="212577"/>
                  </a:lnTo>
                  <a:lnTo>
                    <a:pt x="9107" y="217623"/>
                  </a:lnTo>
                  <a:lnTo>
                    <a:pt x="10917" y="222613"/>
                  </a:lnTo>
                  <a:lnTo>
                    <a:pt x="12883" y="227543"/>
                  </a:lnTo>
                  <a:lnTo>
                    <a:pt x="15006" y="232409"/>
                  </a:lnTo>
                  <a:lnTo>
                    <a:pt x="17281" y="237204"/>
                  </a:lnTo>
                  <a:lnTo>
                    <a:pt x="19708" y="241925"/>
                  </a:lnTo>
                  <a:lnTo>
                    <a:pt x="22284" y="246566"/>
                  </a:lnTo>
                  <a:lnTo>
                    <a:pt x="25005" y="251124"/>
                  </a:lnTo>
                  <a:lnTo>
                    <a:pt x="27870" y="255592"/>
                  </a:lnTo>
                  <a:lnTo>
                    <a:pt x="30875" y="259968"/>
                  </a:lnTo>
                  <a:lnTo>
                    <a:pt x="34018" y="264246"/>
                  </a:lnTo>
                  <a:lnTo>
                    <a:pt x="37295" y="268422"/>
                  </a:lnTo>
                  <a:lnTo>
                    <a:pt x="40703" y="272491"/>
                  </a:lnTo>
                  <a:lnTo>
                    <a:pt x="44238" y="276451"/>
                  </a:lnTo>
                  <a:lnTo>
                    <a:pt x="47897" y="280296"/>
                  </a:lnTo>
                  <a:lnTo>
                    <a:pt x="51677" y="284023"/>
                  </a:lnTo>
                  <a:lnTo>
                    <a:pt x="55573" y="287628"/>
                  </a:lnTo>
                  <a:lnTo>
                    <a:pt x="59581" y="291108"/>
                  </a:lnTo>
                  <a:lnTo>
                    <a:pt x="63698" y="294459"/>
                  </a:lnTo>
                  <a:lnTo>
                    <a:pt x="67919" y="297677"/>
                  </a:lnTo>
                  <a:lnTo>
                    <a:pt x="72240" y="300760"/>
                  </a:lnTo>
                  <a:lnTo>
                    <a:pt x="76657" y="303704"/>
                  </a:lnTo>
                  <a:lnTo>
                    <a:pt x="81165" y="306506"/>
                  </a:lnTo>
                  <a:lnTo>
                    <a:pt x="85760" y="309164"/>
                  </a:lnTo>
                  <a:lnTo>
                    <a:pt x="90437" y="311674"/>
                  </a:lnTo>
                  <a:lnTo>
                    <a:pt x="95192" y="314035"/>
                  </a:lnTo>
                  <a:lnTo>
                    <a:pt x="100018" y="316243"/>
                  </a:lnTo>
                  <a:lnTo>
                    <a:pt x="104913" y="318297"/>
                  </a:lnTo>
                  <a:lnTo>
                    <a:pt x="109870" y="320195"/>
                  </a:lnTo>
                  <a:lnTo>
                    <a:pt x="114885" y="321935"/>
                  </a:lnTo>
                  <a:lnTo>
                    <a:pt x="119953" y="323514"/>
                  </a:lnTo>
                  <a:lnTo>
                    <a:pt x="125068" y="324931"/>
                  </a:lnTo>
                  <a:lnTo>
                    <a:pt x="130226" y="326186"/>
                  </a:lnTo>
                  <a:lnTo>
                    <a:pt x="135421" y="327276"/>
                  </a:lnTo>
                  <a:lnTo>
                    <a:pt x="140648" y="328201"/>
                  </a:lnTo>
                  <a:lnTo>
                    <a:pt x="145902" y="328959"/>
                  </a:lnTo>
                  <a:lnTo>
                    <a:pt x="151177" y="329550"/>
                  </a:lnTo>
                  <a:lnTo>
                    <a:pt x="156468" y="329973"/>
                  </a:lnTo>
                  <a:lnTo>
                    <a:pt x="161770" y="330228"/>
                  </a:lnTo>
                  <a:lnTo>
                    <a:pt x="167077" y="330315"/>
                  </a:lnTo>
                  <a:lnTo>
                    <a:pt x="172385" y="330233"/>
                  </a:lnTo>
                  <a:lnTo>
                    <a:pt x="177687" y="329982"/>
                  </a:lnTo>
                  <a:lnTo>
                    <a:pt x="182979" y="329564"/>
                  </a:lnTo>
                  <a:lnTo>
                    <a:pt x="188254" y="328977"/>
                  </a:lnTo>
                  <a:lnTo>
                    <a:pt x="193508" y="328224"/>
                  </a:lnTo>
                  <a:lnTo>
                    <a:pt x="198736" y="327303"/>
                  </a:lnTo>
                  <a:lnTo>
                    <a:pt x="203932" y="326218"/>
                  </a:lnTo>
                  <a:lnTo>
                    <a:pt x="209091" y="324968"/>
                  </a:lnTo>
                  <a:lnTo>
                    <a:pt x="214207" y="323555"/>
                  </a:lnTo>
                  <a:lnTo>
                    <a:pt x="219277" y="321980"/>
                  </a:lnTo>
                  <a:lnTo>
                    <a:pt x="224293" y="320245"/>
                  </a:lnTo>
                  <a:lnTo>
                    <a:pt x="229252" y="318351"/>
                  </a:lnTo>
                  <a:lnTo>
                    <a:pt x="234148" y="316301"/>
                  </a:lnTo>
                  <a:lnTo>
                    <a:pt x="238977" y="314097"/>
                  </a:lnTo>
                  <a:lnTo>
                    <a:pt x="243733" y="311740"/>
                  </a:lnTo>
                  <a:lnTo>
                    <a:pt x="248412" y="309234"/>
                  </a:lnTo>
                  <a:lnTo>
                    <a:pt x="253010" y="306580"/>
                  </a:lnTo>
                  <a:lnTo>
                    <a:pt x="257520" y="303782"/>
                  </a:lnTo>
                  <a:lnTo>
                    <a:pt x="261940" y="300842"/>
                  </a:lnTo>
                  <a:lnTo>
                    <a:pt x="266264" y="297763"/>
                  </a:lnTo>
                  <a:lnTo>
                    <a:pt x="270488" y="294548"/>
                  </a:lnTo>
                  <a:lnTo>
                    <a:pt x="274607" y="291201"/>
                  </a:lnTo>
                  <a:lnTo>
                    <a:pt x="278619" y="287725"/>
                  </a:lnTo>
                  <a:lnTo>
                    <a:pt x="282518" y="284123"/>
                  </a:lnTo>
                  <a:lnTo>
                    <a:pt x="286301" y="280399"/>
                  </a:lnTo>
                  <a:lnTo>
                    <a:pt x="289963" y="276557"/>
                  </a:lnTo>
                  <a:lnTo>
                    <a:pt x="293502" y="272601"/>
                  </a:lnTo>
                  <a:lnTo>
                    <a:pt x="296913" y="268534"/>
                  </a:lnTo>
                  <a:lnTo>
                    <a:pt x="300194" y="264361"/>
                  </a:lnTo>
                  <a:lnTo>
                    <a:pt x="303340" y="260086"/>
                  </a:lnTo>
                  <a:lnTo>
                    <a:pt x="306349" y="255713"/>
                  </a:lnTo>
                  <a:lnTo>
                    <a:pt x="309218" y="251247"/>
                  </a:lnTo>
                  <a:lnTo>
                    <a:pt x="311943" y="246692"/>
                  </a:lnTo>
                  <a:lnTo>
                    <a:pt x="314523" y="242053"/>
                  </a:lnTo>
                  <a:lnTo>
                    <a:pt x="316954" y="237334"/>
                  </a:lnTo>
                  <a:lnTo>
                    <a:pt x="319234" y="232540"/>
                  </a:lnTo>
                  <a:lnTo>
                    <a:pt x="321360" y="227677"/>
                  </a:lnTo>
                  <a:lnTo>
                    <a:pt x="323331" y="222748"/>
                  </a:lnTo>
                  <a:lnTo>
                    <a:pt x="325145" y="217759"/>
                  </a:lnTo>
                  <a:lnTo>
                    <a:pt x="326799" y="212716"/>
                  </a:lnTo>
                  <a:lnTo>
                    <a:pt x="328292" y="207622"/>
                  </a:lnTo>
                  <a:lnTo>
                    <a:pt x="329623" y="202483"/>
                  </a:lnTo>
                  <a:lnTo>
                    <a:pt x="330790" y="197305"/>
                  </a:lnTo>
                  <a:lnTo>
                    <a:pt x="331792" y="192093"/>
                  </a:lnTo>
                  <a:lnTo>
                    <a:pt x="332628" y="186851"/>
                  </a:lnTo>
                  <a:lnTo>
                    <a:pt x="333297" y="181585"/>
                  </a:lnTo>
                  <a:lnTo>
                    <a:pt x="333799" y="176301"/>
                  </a:lnTo>
                  <a:lnTo>
                    <a:pt x="334132" y="171003"/>
                  </a:lnTo>
                  <a:lnTo>
                    <a:pt x="334298" y="165697"/>
                  </a:lnTo>
                  <a:lnTo>
                    <a:pt x="334294" y="160389"/>
                  </a:lnTo>
                  <a:lnTo>
                    <a:pt x="334122" y="155084"/>
                  </a:lnTo>
                  <a:lnTo>
                    <a:pt x="333782" y="149787"/>
                  </a:lnTo>
                  <a:lnTo>
                    <a:pt x="333274" y="144503"/>
                  </a:lnTo>
                  <a:lnTo>
                    <a:pt x="332598" y="139238"/>
                  </a:lnTo>
                  <a:lnTo>
                    <a:pt x="331756" y="133997"/>
                  </a:lnTo>
                  <a:lnTo>
                    <a:pt x="330747" y="128786"/>
                  </a:lnTo>
                  <a:lnTo>
                    <a:pt x="329574" y="123609"/>
                  </a:lnTo>
                  <a:lnTo>
                    <a:pt x="328237" y="118472"/>
                  </a:lnTo>
                  <a:lnTo>
                    <a:pt x="326737" y="113380"/>
                  </a:lnTo>
                  <a:lnTo>
                    <a:pt x="325077" y="108339"/>
                  </a:lnTo>
                  <a:lnTo>
                    <a:pt x="323257" y="103352"/>
                  </a:lnTo>
                  <a:lnTo>
                    <a:pt x="321280" y="98426"/>
                  </a:lnTo>
                  <a:lnTo>
                    <a:pt x="319147" y="93565"/>
                  </a:lnTo>
                  <a:lnTo>
                    <a:pt x="316861" y="88774"/>
                  </a:lnTo>
                  <a:lnTo>
                    <a:pt x="314425" y="84059"/>
                  </a:lnTo>
                  <a:lnTo>
                    <a:pt x="311839" y="79423"/>
                  </a:lnTo>
                  <a:lnTo>
                    <a:pt x="309108" y="74871"/>
                  </a:lnTo>
                  <a:lnTo>
                    <a:pt x="306234" y="70409"/>
                  </a:lnTo>
                  <a:lnTo>
                    <a:pt x="303220" y="66039"/>
                  </a:lnTo>
                  <a:lnTo>
                    <a:pt x="300068" y="61768"/>
                  </a:lnTo>
                  <a:lnTo>
                    <a:pt x="296782" y="57599"/>
                  </a:lnTo>
                  <a:lnTo>
                    <a:pt x="293366" y="53537"/>
                  </a:lnTo>
                  <a:lnTo>
                    <a:pt x="289822" y="49585"/>
                  </a:lnTo>
                  <a:lnTo>
                    <a:pt x="286155" y="45747"/>
                  </a:lnTo>
                  <a:lnTo>
                    <a:pt x="282367" y="42028"/>
                  </a:lnTo>
                  <a:lnTo>
                    <a:pt x="278464" y="38431"/>
                  </a:lnTo>
                  <a:lnTo>
                    <a:pt x="274448" y="34960"/>
                  </a:lnTo>
                  <a:lnTo>
                    <a:pt x="270324" y="31618"/>
                  </a:lnTo>
                  <a:lnTo>
                    <a:pt x="266096" y="28408"/>
                  </a:lnTo>
                  <a:lnTo>
                    <a:pt x="261768" y="25335"/>
                  </a:lnTo>
                  <a:lnTo>
                    <a:pt x="257345" y="22400"/>
                  </a:lnTo>
                  <a:lnTo>
                    <a:pt x="252831" y="19608"/>
                  </a:lnTo>
                  <a:lnTo>
                    <a:pt x="248231" y="16960"/>
                  </a:lnTo>
                  <a:lnTo>
                    <a:pt x="243548" y="14459"/>
                  </a:lnTo>
                  <a:lnTo>
                    <a:pt x="238789" y="12108"/>
                  </a:lnTo>
                  <a:lnTo>
                    <a:pt x="233958" y="9910"/>
                  </a:lnTo>
                  <a:lnTo>
                    <a:pt x="229059" y="7866"/>
                  </a:lnTo>
                  <a:lnTo>
                    <a:pt x="224098" y="5979"/>
                  </a:lnTo>
                  <a:lnTo>
                    <a:pt x="219079" y="4250"/>
                  </a:lnTo>
                  <a:lnTo>
                    <a:pt x="214008" y="2682"/>
                  </a:lnTo>
                  <a:lnTo>
                    <a:pt x="208890" y="1275"/>
                  </a:lnTo>
                  <a:lnTo>
                    <a:pt x="167150" y="163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19011" y="2633064"/>
              <a:ext cx="41739" cy="167167"/>
            </a:xfrm>
            <a:custGeom>
              <a:avLst/>
              <a:pathLst>
                <a:path w="41739" h="167167">
                  <a:moveTo>
                    <a:pt x="41739" y="5294"/>
                  </a:moveTo>
                  <a:lnTo>
                    <a:pt x="35878" y="3895"/>
                  </a:lnTo>
                  <a:lnTo>
                    <a:pt x="29970" y="2708"/>
                  </a:lnTo>
                  <a:lnTo>
                    <a:pt x="24023" y="1735"/>
                  </a:lnTo>
                  <a:lnTo>
                    <a:pt x="18044" y="976"/>
                  </a:lnTo>
                  <a:lnTo>
                    <a:pt x="12042" y="434"/>
                  </a:lnTo>
                  <a:lnTo>
                    <a:pt x="6025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523" y="2126963"/>
              <a:ext cx="6949" cy="167167"/>
            </a:xfrm>
            <a:custGeom>
              <a:avLst/>
              <a:pathLst>
                <a:path w="6949" h="167167">
                  <a:moveTo>
                    <a:pt x="6949" y="0"/>
                  </a:moveTo>
                  <a:lnTo>
                    <a:pt x="0" y="144"/>
                  </a:lnTo>
                  <a:lnTo>
                    <a:pt x="69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561309" y="2127108"/>
              <a:ext cx="167162" cy="332943"/>
            </a:xfrm>
            <a:custGeom>
              <a:avLst/>
              <a:pathLst>
                <a:path w="167162" h="332943">
                  <a:moveTo>
                    <a:pt x="160213" y="0"/>
                  </a:moveTo>
                  <a:lnTo>
                    <a:pt x="154869" y="308"/>
                  </a:lnTo>
                  <a:lnTo>
                    <a:pt x="149539" y="787"/>
                  </a:lnTo>
                  <a:lnTo>
                    <a:pt x="144226" y="1436"/>
                  </a:lnTo>
                  <a:lnTo>
                    <a:pt x="138937" y="2255"/>
                  </a:lnTo>
                  <a:lnTo>
                    <a:pt x="133676" y="3243"/>
                  </a:lnTo>
                  <a:lnTo>
                    <a:pt x="128450" y="4399"/>
                  </a:lnTo>
                  <a:lnTo>
                    <a:pt x="123264" y="5722"/>
                  </a:lnTo>
                  <a:lnTo>
                    <a:pt x="118123" y="7210"/>
                  </a:lnTo>
                  <a:lnTo>
                    <a:pt x="113031" y="8862"/>
                  </a:lnTo>
                  <a:lnTo>
                    <a:pt x="107996" y="10676"/>
                  </a:lnTo>
                  <a:lnTo>
                    <a:pt x="103021" y="12650"/>
                  </a:lnTo>
                  <a:lnTo>
                    <a:pt x="98112" y="14782"/>
                  </a:lnTo>
                  <a:lnTo>
                    <a:pt x="93274" y="17071"/>
                  </a:lnTo>
                  <a:lnTo>
                    <a:pt x="88511" y="19513"/>
                  </a:lnTo>
                  <a:lnTo>
                    <a:pt x="83829" y="22107"/>
                  </a:lnTo>
                  <a:lnTo>
                    <a:pt x="79232" y="24849"/>
                  </a:lnTo>
                  <a:lnTo>
                    <a:pt x="74726" y="27737"/>
                  </a:lnTo>
                  <a:lnTo>
                    <a:pt x="70314" y="30767"/>
                  </a:lnTo>
                  <a:lnTo>
                    <a:pt x="66002" y="33938"/>
                  </a:lnTo>
                  <a:lnTo>
                    <a:pt x="61793" y="37244"/>
                  </a:lnTo>
                  <a:lnTo>
                    <a:pt x="57693" y="40684"/>
                  </a:lnTo>
                  <a:lnTo>
                    <a:pt x="53704" y="44253"/>
                  </a:lnTo>
                  <a:lnTo>
                    <a:pt x="49832" y="47948"/>
                  </a:lnTo>
                  <a:lnTo>
                    <a:pt x="46080" y="51766"/>
                  </a:lnTo>
                  <a:lnTo>
                    <a:pt x="42452" y="55701"/>
                  </a:lnTo>
                  <a:lnTo>
                    <a:pt x="38953" y="59750"/>
                  </a:lnTo>
                  <a:lnTo>
                    <a:pt x="35584" y="63910"/>
                  </a:lnTo>
                  <a:lnTo>
                    <a:pt x="32351" y="68175"/>
                  </a:lnTo>
                  <a:lnTo>
                    <a:pt x="29255" y="72541"/>
                  </a:lnTo>
                  <a:lnTo>
                    <a:pt x="26301" y="77005"/>
                  </a:lnTo>
                  <a:lnTo>
                    <a:pt x="23492" y="81560"/>
                  </a:lnTo>
                  <a:lnTo>
                    <a:pt x="20829" y="86204"/>
                  </a:lnTo>
                  <a:lnTo>
                    <a:pt x="18317" y="90930"/>
                  </a:lnTo>
                  <a:lnTo>
                    <a:pt x="15957" y="95734"/>
                  </a:lnTo>
                  <a:lnTo>
                    <a:pt x="13753" y="100611"/>
                  </a:lnTo>
                  <a:lnTo>
                    <a:pt x="11705" y="105556"/>
                  </a:lnTo>
                  <a:lnTo>
                    <a:pt x="9817" y="110564"/>
                  </a:lnTo>
                  <a:lnTo>
                    <a:pt x="8090" y="115630"/>
                  </a:lnTo>
                  <a:lnTo>
                    <a:pt x="6527" y="120749"/>
                  </a:lnTo>
                  <a:lnTo>
                    <a:pt x="5128" y="125915"/>
                  </a:lnTo>
                  <a:lnTo>
                    <a:pt x="3895" y="131124"/>
                  </a:lnTo>
                  <a:lnTo>
                    <a:pt x="2829" y="136369"/>
                  </a:lnTo>
                  <a:lnTo>
                    <a:pt x="1932" y="141646"/>
                  </a:lnTo>
                  <a:lnTo>
                    <a:pt x="1204" y="146948"/>
                  </a:lnTo>
                  <a:lnTo>
                    <a:pt x="647" y="152271"/>
                  </a:lnTo>
                  <a:lnTo>
                    <a:pt x="260" y="157610"/>
                  </a:lnTo>
                  <a:lnTo>
                    <a:pt x="44" y="162958"/>
                  </a:lnTo>
                  <a:lnTo>
                    <a:pt x="0" y="168310"/>
                  </a:lnTo>
                  <a:lnTo>
                    <a:pt x="126" y="173661"/>
                  </a:lnTo>
                  <a:lnTo>
                    <a:pt x="425" y="179005"/>
                  </a:lnTo>
                  <a:lnTo>
                    <a:pt x="894" y="184336"/>
                  </a:lnTo>
                  <a:lnTo>
                    <a:pt x="1533" y="189650"/>
                  </a:lnTo>
                  <a:lnTo>
                    <a:pt x="2342" y="194941"/>
                  </a:lnTo>
                  <a:lnTo>
                    <a:pt x="3321" y="200203"/>
                  </a:lnTo>
                  <a:lnTo>
                    <a:pt x="4467" y="205431"/>
                  </a:lnTo>
                  <a:lnTo>
                    <a:pt x="5780" y="210620"/>
                  </a:lnTo>
                  <a:lnTo>
                    <a:pt x="7258" y="215764"/>
                  </a:lnTo>
                  <a:lnTo>
                    <a:pt x="8901" y="220858"/>
                  </a:lnTo>
                  <a:lnTo>
                    <a:pt x="10705" y="225897"/>
                  </a:lnTo>
                  <a:lnTo>
                    <a:pt x="12670" y="230876"/>
                  </a:lnTo>
                  <a:lnTo>
                    <a:pt x="14794" y="235789"/>
                  </a:lnTo>
                  <a:lnTo>
                    <a:pt x="17073" y="240632"/>
                  </a:lnTo>
                  <a:lnTo>
                    <a:pt x="19507" y="245399"/>
                  </a:lnTo>
                  <a:lnTo>
                    <a:pt x="22091" y="250086"/>
                  </a:lnTo>
                  <a:lnTo>
                    <a:pt x="24825" y="254687"/>
                  </a:lnTo>
                  <a:lnTo>
                    <a:pt x="27704" y="259199"/>
                  </a:lnTo>
                  <a:lnTo>
                    <a:pt x="30727" y="263616"/>
                  </a:lnTo>
                  <a:lnTo>
                    <a:pt x="33889" y="267935"/>
                  </a:lnTo>
                  <a:lnTo>
                    <a:pt x="37188" y="272149"/>
                  </a:lnTo>
                  <a:lnTo>
                    <a:pt x="40620" y="276256"/>
                  </a:lnTo>
                  <a:lnTo>
                    <a:pt x="44182" y="280252"/>
                  </a:lnTo>
                  <a:lnTo>
                    <a:pt x="47870" y="284131"/>
                  </a:lnTo>
                  <a:lnTo>
                    <a:pt x="51680" y="287889"/>
                  </a:lnTo>
                  <a:lnTo>
                    <a:pt x="55608" y="291525"/>
                  </a:lnTo>
                  <a:lnTo>
                    <a:pt x="59651" y="295032"/>
                  </a:lnTo>
                  <a:lnTo>
                    <a:pt x="63805" y="298408"/>
                  </a:lnTo>
                  <a:lnTo>
                    <a:pt x="68064" y="301650"/>
                  </a:lnTo>
                  <a:lnTo>
                    <a:pt x="72424" y="304753"/>
                  </a:lnTo>
                  <a:lnTo>
                    <a:pt x="76882" y="307715"/>
                  </a:lnTo>
                  <a:lnTo>
                    <a:pt x="81433" y="310533"/>
                  </a:lnTo>
                  <a:lnTo>
                    <a:pt x="86071" y="313204"/>
                  </a:lnTo>
                  <a:lnTo>
                    <a:pt x="90792" y="315726"/>
                  </a:lnTo>
                  <a:lnTo>
                    <a:pt x="95592" y="318094"/>
                  </a:lnTo>
                  <a:lnTo>
                    <a:pt x="100465" y="320308"/>
                  </a:lnTo>
                  <a:lnTo>
                    <a:pt x="105406" y="322365"/>
                  </a:lnTo>
                  <a:lnTo>
                    <a:pt x="110411" y="324262"/>
                  </a:lnTo>
                  <a:lnTo>
                    <a:pt x="115474" y="325998"/>
                  </a:lnTo>
                  <a:lnTo>
                    <a:pt x="120590" y="327571"/>
                  </a:lnTo>
                  <a:lnTo>
                    <a:pt x="125753" y="328980"/>
                  </a:lnTo>
                  <a:lnTo>
                    <a:pt x="130959" y="330223"/>
                  </a:lnTo>
                  <a:lnTo>
                    <a:pt x="136203" y="331298"/>
                  </a:lnTo>
                  <a:lnTo>
                    <a:pt x="141478" y="332205"/>
                  </a:lnTo>
                  <a:lnTo>
                    <a:pt x="146779" y="332943"/>
                  </a:lnTo>
                  <a:lnTo>
                    <a:pt x="167162" y="1670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08089" y="2126963"/>
              <a:ext cx="187549" cy="334332"/>
            </a:xfrm>
            <a:custGeom>
              <a:avLst/>
              <a:pathLst>
                <a:path w="187549" h="334332">
                  <a:moveTo>
                    <a:pt x="0" y="333087"/>
                  </a:moveTo>
                  <a:lnTo>
                    <a:pt x="5318" y="333654"/>
                  </a:lnTo>
                  <a:lnTo>
                    <a:pt x="10652" y="334051"/>
                  </a:lnTo>
                  <a:lnTo>
                    <a:pt x="15996" y="334277"/>
                  </a:lnTo>
                  <a:lnTo>
                    <a:pt x="21345" y="334332"/>
                  </a:lnTo>
                  <a:lnTo>
                    <a:pt x="26693" y="334215"/>
                  </a:lnTo>
                  <a:lnTo>
                    <a:pt x="32034" y="333928"/>
                  </a:lnTo>
                  <a:lnTo>
                    <a:pt x="37363" y="333470"/>
                  </a:lnTo>
                  <a:lnTo>
                    <a:pt x="42675" y="332841"/>
                  </a:lnTo>
                  <a:lnTo>
                    <a:pt x="47964" y="332043"/>
                  </a:lnTo>
                  <a:lnTo>
                    <a:pt x="53224" y="331077"/>
                  </a:lnTo>
                  <a:lnTo>
                    <a:pt x="58452" y="329942"/>
                  </a:lnTo>
                  <a:lnTo>
                    <a:pt x="63640" y="328641"/>
                  </a:lnTo>
                  <a:lnTo>
                    <a:pt x="68784" y="327174"/>
                  </a:lnTo>
                  <a:lnTo>
                    <a:pt x="73878" y="325544"/>
                  </a:lnTo>
                  <a:lnTo>
                    <a:pt x="78917" y="323751"/>
                  </a:lnTo>
                  <a:lnTo>
                    <a:pt x="83897" y="321798"/>
                  </a:lnTo>
                  <a:lnTo>
                    <a:pt x="88812" y="319687"/>
                  </a:lnTo>
                  <a:lnTo>
                    <a:pt x="93656" y="317420"/>
                  </a:lnTo>
                  <a:lnTo>
                    <a:pt x="98426" y="314999"/>
                  </a:lnTo>
                  <a:lnTo>
                    <a:pt x="103115" y="312426"/>
                  </a:lnTo>
                  <a:lnTo>
                    <a:pt x="107720" y="309705"/>
                  </a:lnTo>
                  <a:lnTo>
                    <a:pt x="112236" y="306838"/>
                  </a:lnTo>
                  <a:lnTo>
                    <a:pt x="116657" y="303828"/>
                  </a:lnTo>
                  <a:lnTo>
                    <a:pt x="120980" y="300678"/>
                  </a:lnTo>
                  <a:lnTo>
                    <a:pt x="125200" y="297391"/>
                  </a:lnTo>
                  <a:lnTo>
                    <a:pt x="129313" y="293971"/>
                  </a:lnTo>
                  <a:lnTo>
                    <a:pt x="133314" y="290421"/>
                  </a:lnTo>
                  <a:lnTo>
                    <a:pt x="137199" y="286745"/>
                  </a:lnTo>
                  <a:lnTo>
                    <a:pt x="140965" y="282946"/>
                  </a:lnTo>
                  <a:lnTo>
                    <a:pt x="144607" y="279029"/>
                  </a:lnTo>
                  <a:lnTo>
                    <a:pt x="148122" y="274998"/>
                  </a:lnTo>
                  <a:lnTo>
                    <a:pt x="151507" y="270856"/>
                  </a:lnTo>
                  <a:lnTo>
                    <a:pt x="154757" y="266608"/>
                  </a:lnTo>
                  <a:lnTo>
                    <a:pt x="157870" y="262258"/>
                  </a:lnTo>
                  <a:lnTo>
                    <a:pt x="160842" y="257811"/>
                  </a:lnTo>
                  <a:lnTo>
                    <a:pt x="163670" y="253270"/>
                  </a:lnTo>
                  <a:lnTo>
                    <a:pt x="166351" y="248642"/>
                  </a:lnTo>
                  <a:lnTo>
                    <a:pt x="168883" y="243931"/>
                  </a:lnTo>
                  <a:lnTo>
                    <a:pt x="171263" y="239140"/>
                  </a:lnTo>
                  <a:lnTo>
                    <a:pt x="173488" y="234276"/>
                  </a:lnTo>
                  <a:lnTo>
                    <a:pt x="175557" y="229344"/>
                  </a:lnTo>
                  <a:lnTo>
                    <a:pt x="177467" y="224347"/>
                  </a:lnTo>
                  <a:lnTo>
                    <a:pt x="179215" y="219293"/>
                  </a:lnTo>
                  <a:lnTo>
                    <a:pt x="180802" y="214184"/>
                  </a:lnTo>
                  <a:lnTo>
                    <a:pt x="182224" y="209028"/>
                  </a:lnTo>
                  <a:lnTo>
                    <a:pt x="183480" y="203829"/>
                  </a:lnTo>
                  <a:lnTo>
                    <a:pt x="184570" y="198592"/>
                  </a:lnTo>
                  <a:lnTo>
                    <a:pt x="185491" y="193323"/>
                  </a:lnTo>
                  <a:lnTo>
                    <a:pt x="186243" y="188028"/>
                  </a:lnTo>
                  <a:lnTo>
                    <a:pt x="186826" y="182711"/>
                  </a:lnTo>
                  <a:lnTo>
                    <a:pt x="187238" y="177378"/>
                  </a:lnTo>
                  <a:lnTo>
                    <a:pt x="187479" y="172034"/>
                  </a:lnTo>
                  <a:lnTo>
                    <a:pt x="187549" y="166686"/>
                  </a:lnTo>
                  <a:lnTo>
                    <a:pt x="187448" y="161338"/>
                  </a:lnTo>
                  <a:lnTo>
                    <a:pt x="187176" y="155996"/>
                  </a:lnTo>
                  <a:lnTo>
                    <a:pt x="186734" y="150665"/>
                  </a:lnTo>
                  <a:lnTo>
                    <a:pt x="186121" y="145352"/>
                  </a:lnTo>
                  <a:lnTo>
                    <a:pt x="185338" y="140061"/>
                  </a:lnTo>
                  <a:lnTo>
                    <a:pt x="184386" y="134797"/>
                  </a:lnTo>
                  <a:lnTo>
                    <a:pt x="183267" y="129567"/>
                  </a:lnTo>
                  <a:lnTo>
                    <a:pt x="181980" y="124375"/>
                  </a:lnTo>
                  <a:lnTo>
                    <a:pt x="180529" y="119227"/>
                  </a:lnTo>
                  <a:lnTo>
                    <a:pt x="178913" y="114128"/>
                  </a:lnTo>
                  <a:lnTo>
                    <a:pt x="177135" y="109083"/>
                  </a:lnTo>
                  <a:lnTo>
                    <a:pt x="175196" y="104098"/>
                  </a:lnTo>
                  <a:lnTo>
                    <a:pt x="173099" y="99177"/>
                  </a:lnTo>
                  <a:lnTo>
                    <a:pt x="170846" y="94326"/>
                  </a:lnTo>
                  <a:lnTo>
                    <a:pt x="168438" y="89550"/>
                  </a:lnTo>
                  <a:lnTo>
                    <a:pt x="165879" y="84853"/>
                  </a:lnTo>
                  <a:lnTo>
                    <a:pt x="163172" y="80240"/>
                  </a:lnTo>
                  <a:lnTo>
                    <a:pt x="160317" y="75716"/>
                  </a:lnTo>
                  <a:lnTo>
                    <a:pt x="157320" y="71286"/>
                  </a:lnTo>
                  <a:lnTo>
                    <a:pt x="154182" y="66954"/>
                  </a:lnTo>
                  <a:lnTo>
                    <a:pt x="150908" y="62725"/>
                  </a:lnTo>
                  <a:lnTo>
                    <a:pt x="147500" y="58603"/>
                  </a:lnTo>
                  <a:lnTo>
                    <a:pt x="143961" y="54591"/>
                  </a:lnTo>
                  <a:lnTo>
                    <a:pt x="140296" y="50695"/>
                  </a:lnTo>
                  <a:lnTo>
                    <a:pt x="136509" y="46918"/>
                  </a:lnTo>
                  <a:lnTo>
                    <a:pt x="132602" y="43265"/>
                  </a:lnTo>
                  <a:lnTo>
                    <a:pt x="128581" y="39738"/>
                  </a:lnTo>
                  <a:lnTo>
                    <a:pt x="124449" y="36342"/>
                  </a:lnTo>
                  <a:lnTo>
                    <a:pt x="120210" y="33079"/>
                  </a:lnTo>
                  <a:lnTo>
                    <a:pt x="115869" y="29954"/>
                  </a:lnTo>
                  <a:lnTo>
                    <a:pt x="111430" y="26970"/>
                  </a:lnTo>
                  <a:lnTo>
                    <a:pt x="106898" y="24128"/>
                  </a:lnTo>
                  <a:lnTo>
                    <a:pt x="102278" y="21434"/>
                  </a:lnTo>
                  <a:lnTo>
                    <a:pt x="97573" y="18888"/>
                  </a:lnTo>
                  <a:lnTo>
                    <a:pt x="92790" y="16495"/>
                  </a:lnTo>
                  <a:lnTo>
                    <a:pt x="87933" y="14255"/>
                  </a:lnTo>
                  <a:lnTo>
                    <a:pt x="83006" y="12172"/>
                  </a:lnTo>
                  <a:lnTo>
                    <a:pt x="78015" y="10248"/>
                  </a:lnTo>
                  <a:lnTo>
                    <a:pt x="72965" y="8485"/>
                  </a:lnTo>
                  <a:lnTo>
                    <a:pt x="67862" y="6884"/>
                  </a:lnTo>
                  <a:lnTo>
                    <a:pt x="62709" y="5447"/>
                  </a:lnTo>
                  <a:lnTo>
                    <a:pt x="57514" y="4175"/>
                  </a:lnTo>
                  <a:lnTo>
                    <a:pt x="52280" y="3071"/>
                  </a:lnTo>
                  <a:lnTo>
                    <a:pt x="47014" y="2134"/>
                  </a:lnTo>
                  <a:lnTo>
                    <a:pt x="41721" y="1367"/>
                  </a:lnTo>
                  <a:lnTo>
                    <a:pt x="36405" y="769"/>
                  </a:lnTo>
                  <a:lnTo>
                    <a:pt x="31074" y="342"/>
                  </a:lnTo>
                  <a:lnTo>
                    <a:pt x="25731" y="85"/>
                  </a:lnTo>
                  <a:lnTo>
                    <a:pt x="20383" y="0"/>
                  </a:lnTo>
                  <a:lnTo>
                    <a:pt x="2038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7617" y="1681503"/>
              <a:ext cx="15617" cy="167167"/>
            </a:xfrm>
            <a:custGeom>
              <a:avLst/>
              <a:pathLst>
                <a:path w="15617" h="167167">
                  <a:moveTo>
                    <a:pt x="15617" y="0"/>
                  </a:moveTo>
                  <a:lnTo>
                    <a:pt x="0" y="731"/>
                  </a:lnTo>
                  <a:lnTo>
                    <a:pt x="1561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07617" y="1682234"/>
              <a:ext cx="15617" cy="166436"/>
            </a:xfrm>
            <a:custGeom>
              <a:avLst/>
              <a:pathLst>
                <a:path w="15617" h="166436">
                  <a:moveTo>
                    <a:pt x="0" y="0"/>
                  </a:moveTo>
                  <a:lnTo>
                    <a:pt x="15617" y="1664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256071" y="1682234"/>
              <a:ext cx="334325" cy="333583"/>
            </a:xfrm>
            <a:custGeom>
              <a:avLst/>
              <a:pathLst>
                <a:path w="334325" h="333583">
                  <a:moveTo>
                    <a:pt x="151545" y="0"/>
                  </a:moveTo>
                  <a:lnTo>
                    <a:pt x="146298" y="576"/>
                  </a:lnTo>
                  <a:lnTo>
                    <a:pt x="141071" y="1317"/>
                  </a:lnTo>
                  <a:lnTo>
                    <a:pt x="135870" y="2223"/>
                  </a:lnTo>
                  <a:lnTo>
                    <a:pt x="130700" y="3293"/>
                  </a:lnTo>
                  <a:lnTo>
                    <a:pt x="125567" y="4526"/>
                  </a:lnTo>
                  <a:lnTo>
                    <a:pt x="120475" y="5920"/>
                  </a:lnTo>
                  <a:lnTo>
                    <a:pt x="115430" y="7475"/>
                  </a:lnTo>
                  <a:lnTo>
                    <a:pt x="110436" y="9187"/>
                  </a:lnTo>
                  <a:lnTo>
                    <a:pt x="105499" y="11057"/>
                  </a:lnTo>
                  <a:lnTo>
                    <a:pt x="100624" y="13082"/>
                  </a:lnTo>
                  <a:lnTo>
                    <a:pt x="95815" y="15259"/>
                  </a:lnTo>
                  <a:lnTo>
                    <a:pt x="91076" y="17587"/>
                  </a:lnTo>
                  <a:lnTo>
                    <a:pt x="86414" y="20064"/>
                  </a:lnTo>
                  <a:lnTo>
                    <a:pt x="81833" y="22687"/>
                  </a:lnTo>
                  <a:lnTo>
                    <a:pt x="77336" y="25453"/>
                  </a:lnTo>
                  <a:lnTo>
                    <a:pt x="72929" y="28360"/>
                  </a:lnTo>
                  <a:lnTo>
                    <a:pt x="68616" y="31404"/>
                  </a:lnTo>
                  <a:lnTo>
                    <a:pt x="64402" y="34583"/>
                  </a:lnTo>
                  <a:lnTo>
                    <a:pt x="60289" y="37894"/>
                  </a:lnTo>
                  <a:lnTo>
                    <a:pt x="56284" y="41333"/>
                  </a:lnTo>
                  <a:lnTo>
                    <a:pt x="52389" y="44896"/>
                  </a:lnTo>
                  <a:lnTo>
                    <a:pt x="48608" y="48581"/>
                  </a:lnTo>
                  <a:lnTo>
                    <a:pt x="44946" y="52383"/>
                  </a:lnTo>
                  <a:lnTo>
                    <a:pt x="41405" y="56299"/>
                  </a:lnTo>
                  <a:lnTo>
                    <a:pt x="37990" y="60325"/>
                  </a:lnTo>
                  <a:lnTo>
                    <a:pt x="34704" y="64457"/>
                  </a:lnTo>
                  <a:lnTo>
                    <a:pt x="31550" y="68690"/>
                  </a:lnTo>
                  <a:lnTo>
                    <a:pt x="28531" y="73021"/>
                  </a:lnTo>
                  <a:lnTo>
                    <a:pt x="25651" y="77445"/>
                  </a:lnTo>
                  <a:lnTo>
                    <a:pt x="22911" y="81958"/>
                  </a:lnTo>
                  <a:lnTo>
                    <a:pt x="20316" y="86555"/>
                  </a:lnTo>
                  <a:lnTo>
                    <a:pt x="17867" y="91232"/>
                  </a:lnTo>
                  <a:lnTo>
                    <a:pt x="15566" y="95984"/>
                  </a:lnTo>
                  <a:lnTo>
                    <a:pt x="13417" y="100806"/>
                  </a:lnTo>
                  <a:lnTo>
                    <a:pt x="11422" y="105693"/>
                  </a:lnTo>
                  <a:lnTo>
                    <a:pt x="9581" y="110641"/>
                  </a:lnTo>
                  <a:lnTo>
                    <a:pt x="7898" y="115645"/>
                  </a:lnTo>
                  <a:lnTo>
                    <a:pt x="6374" y="120699"/>
                  </a:lnTo>
                  <a:lnTo>
                    <a:pt x="5010" y="125799"/>
                  </a:lnTo>
                  <a:lnTo>
                    <a:pt x="3807" y="130940"/>
                  </a:lnTo>
                  <a:lnTo>
                    <a:pt x="2768" y="136116"/>
                  </a:lnTo>
                  <a:lnTo>
                    <a:pt x="1892" y="141322"/>
                  </a:lnTo>
                  <a:lnTo>
                    <a:pt x="1182" y="146553"/>
                  </a:lnTo>
                  <a:lnTo>
                    <a:pt x="637" y="151804"/>
                  </a:lnTo>
                  <a:lnTo>
                    <a:pt x="258" y="157070"/>
                  </a:lnTo>
                  <a:lnTo>
                    <a:pt x="45" y="162345"/>
                  </a:lnTo>
                  <a:lnTo>
                    <a:pt x="0" y="167624"/>
                  </a:lnTo>
                  <a:lnTo>
                    <a:pt x="120" y="172902"/>
                  </a:lnTo>
                  <a:lnTo>
                    <a:pt x="408" y="178173"/>
                  </a:lnTo>
                  <a:lnTo>
                    <a:pt x="862" y="183433"/>
                  </a:lnTo>
                  <a:lnTo>
                    <a:pt x="1481" y="188675"/>
                  </a:lnTo>
                  <a:lnTo>
                    <a:pt x="2266" y="193896"/>
                  </a:lnTo>
                  <a:lnTo>
                    <a:pt x="3215" y="199089"/>
                  </a:lnTo>
                  <a:lnTo>
                    <a:pt x="4328" y="204250"/>
                  </a:lnTo>
                  <a:lnTo>
                    <a:pt x="5603" y="209373"/>
                  </a:lnTo>
                  <a:lnTo>
                    <a:pt x="7040" y="214453"/>
                  </a:lnTo>
                  <a:lnTo>
                    <a:pt x="8636" y="219485"/>
                  </a:lnTo>
                  <a:lnTo>
                    <a:pt x="10390" y="224464"/>
                  </a:lnTo>
                  <a:lnTo>
                    <a:pt x="12301" y="229386"/>
                  </a:lnTo>
                  <a:lnTo>
                    <a:pt x="14366" y="234244"/>
                  </a:lnTo>
                  <a:lnTo>
                    <a:pt x="16583" y="239035"/>
                  </a:lnTo>
                  <a:lnTo>
                    <a:pt x="18950" y="243754"/>
                  </a:lnTo>
                  <a:lnTo>
                    <a:pt x="21466" y="248395"/>
                  </a:lnTo>
                  <a:lnTo>
                    <a:pt x="24126" y="252955"/>
                  </a:lnTo>
                  <a:lnTo>
                    <a:pt x="26930" y="257428"/>
                  </a:lnTo>
                  <a:lnTo>
                    <a:pt x="29873" y="261811"/>
                  </a:lnTo>
                  <a:lnTo>
                    <a:pt x="32953" y="266099"/>
                  </a:lnTo>
                  <a:lnTo>
                    <a:pt x="36167" y="270287"/>
                  </a:lnTo>
                  <a:lnTo>
                    <a:pt x="39511" y="274371"/>
                  </a:lnTo>
                  <a:lnTo>
                    <a:pt x="42983" y="278348"/>
                  </a:lnTo>
                  <a:lnTo>
                    <a:pt x="46579" y="282214"/>
                  </a:lnTo>
                  <a:lnTo>
                    <a:pt x="50295" y="285964"/>
                  </a:lnTo>
                  <a:lnTo>
                    <a:pt x="54128" y="289594"/>
                  </a:lnTo>
                  <a:lnTo>
                    <a:pt x="58073" y="293102"/>
                  </a:lnTo>
                  <a:lnTo>
                    <a:pt x="62127" y="296484"/>
                  </a:lnTo>
                  <a:lnTo>
                    <a:pt x="66286" y="299735"/>
                  </a:lnTo>
                  <a:lnTo>
                    <a:pt x="70545" y="302854"/>
                  </a:lnTo>
                  <a:lnTo>
                    <a:pt x="74901" y="305837"/>
                  </a:lnTo>
                  <a:lnTo>
                    <a:pt x="79349" y="308681"/>
                  </a:lnTo>
                  <a:lnTo>
                    <a:pt x="83884" y="311383"/>
                  </a:lnTo>
                  <a:lnTo>
                    <a:pt x="88503" y="313940"/>
                  </a:lnTo>
                  <a:lnTo>
                    <a:pt x="93200" y="316350"/>
                  </a:lnTo>
                  <a:lnTo>
                    <a:pt x="97970" y="318611"/>
                  </a:lnTo>
                  <a:lnTo>
                    <a:pt x="102810" y="320720"/>
                  </a:lnTo>
                  <a:lnTo>
                    <a:pt x="107714" y="322675"/>
                  </a:lnTo>
                  <a:lnTo>
                    <a:pt x="112677" y="324475"/>
                  </a:lnTo>
                  <a:lnTo>
                    <a:pt x="117694" y="326116"/>
                  </a:lnTo>
                  <a:lnTo>
                    <a:pt x="122761" y="327599"/>
                  </a:lnTo>
                  <a:lnTo>
                    <a:pt x="127872" y="328920"/>
                  </a:lnTo>
                  <a:lnTo>
                    <a:pt x="133023" y="330080"/>
                  </a:lnTo>
                  <a:lnTo>
                    <a:pt x="138207" y="331076"/>
                  </a:lnTo>
                  <a:lnTo>
                    <a:pt x="143420" y="331909"/>
                  </a:lnTo>
                  <a:lnTo>
                    <a:pt x="148657" y="332576"/>
                  </a:lnTo>
                  <a:lnTo>
                    <a:pt x="153912" y="333077"/>
                  </a:lnTo>
                  <a:lnTo>
                    <a:pt x="159181" y="333413"/>
                  </a:lnTo>
                  <a:lnTo>
                    <a:pt x="164457" y="333581"/>
                  </a:lnTo>
                  <a:lnTo>
                    <a:pt x="169737" y="333583"/>
                  </a:lnTo>
                  <a:lnTo>
                    <a:pt x="175013" y="333419"/>
                  </a:lnTo>
                  <a:lnTo>
                    <a:pt x="180282" y="333088"/>
                  </a:lnTo>
                  <a:lnTo>
                    <a:pt x="185538" y="332590"/>
                  </a:lnTo>
                  <a:lnTo>
                    <a:pt x="190775" y="331927"/>
                  </a:lnTo>
                  <a:lnTo>
                    <a:pt x="195989" y="331099"/>
                  </a:lnTo>
                  <a:lnTo>
                    <a:pt x="201174" y="330107"/>
                  </a:lnTo>
                  <a:lnTo>
                    <a:pt x="206325" y="328951"/>
                  </a:lnTo>
                  <a:lnTo>
                    <a:pt x="211438" y="327633"/>
                  </a:lnTo>
                  <a:lnTo>
                    <a:pt x="216506" y="326155"/>
                  </a:lnTo>
                  <a:lnTo>
                    <a:pt x="221524" y="324517"/>
                  </a:lnTo>
                  <a:lnTo>
                    <a:pt x="226489" y="322722"/>
                  </a:lnTo>
                  <a:lnTo>
                    <a:pt x="231394" y="320771"/>
                  </a:lnTo>
                  <a:lnTo>
                    <a:pt x="236236" y="318666"/>
                  </a:lnTo>
                  <a:lnTo>
                    <a:pt x="241008" y="316409"/>
                  </a:lnTo>
                  <a:lnTo>
                    <a:pt x="245707" y="314002"/>
                  </a:lnTo>
                  <a:lnTo>
                    <a:pt x="250327" y="311448"/>
                  </a:lnTo>
                  <a:lnTo>
                    <a:pt x="254865" y="308750"/>
                  </a:lnTo>
                  <a:lnTo>
                    <a:pt x="259315" y="305910"/>
                  </a:lnTo>
                  <a:lnTo>
                    <a:pt x="263673" y="302930"/>
                  </a:lnTo>
                  <a:lnTo>
                    <a:pt x="267935" y="299815"/>
                  </a:lnTo>
                  <a:lnTo>
                    <a:pt x="272096" y="296566"/>
                  </a:lnTo>
                  <a:lnTo>
                    <a:pt x="276153" y="293188"/>
                  </a:lnTo>
                  <a:lnTo>
                    <a:pt x="280101" y="289683"/>
                  </a:lnTo>
                  <a:lnTo>
                    <a:pt x="283936" y="286055"/>
                  </a:lnTo>
                  <a:lnTo>
                    <a:pt x="287655" y="282308"/>
                  </a:lnTo>
                  <a:lnTo>
                    <a:pt x="291254" y="278446"/>
                  </a:lnTo>
                  <a:lnTo>
                    <a:pt x="294729" y="274472"/>
                  </a:lnTo>
                  <a:lnTo>
                    <a:pt x="298077" y="270390"/>
                  </a:lnTo>
                  <a:lnTo>
                    <a:pt x="301294" y="266204"/>
                  </a:lnTo>
                  <a:lnTo>
                    <a:pt x="304378" y="261919"/>
                  </a:lnTo>
                  <a:lnTo>
                    <a:pt x="307324" y="257539"/>
                  </a:lnTo>
                  <a:lnTo>
                    <a:pt x="310131" y="253067"/>
                  </a:lnTo>
                  <a:lnTo>
                    <a:pt x="312795" y="248510"/>
                  </a:lnTo>
                  <a:lnTo>
                    <a:pt x="315314" y="243870"/>
                  </a:lnTo>
                  <a:lnTo>
                    <a:pt x="317685" y="239153"/>
                  </a:lnTo>
                  <a:lnTo>
                    <a:pt x="319907" y="234364"/>
                  </a:lnTo>
                  <a:lnTo>
                    <a:pt x="321975" y="229507"/>
                  </a:lnTo>
                  <a:lnTo>
                    <a:pt x="323890" y="224587"/>
                  </a:lnTo>
                  <a:lnTo>
                    <a:pt x="325648" y="219609"/>
                  </a:lnTo>
                  <a:lnTo>
                    <a:pt x="327248" y="214578"/>
                  </a:lnTo>
                  <a:lnTo>
                    <a:pt x="328688" y="209500"/>
                  </a:lnTo>
                  <a:lnTo>
                    <a:pt x="329967" y="204378"/>
                  </a:lnTo>
                  <a:lnTo>
                    <a:pt x="331084" y="199218"/>
                  </a:lnTo>
                  <a:lnTo>
                    <a:pt x="332038" y="194026"/>
                  </a:lnTo>
                  <a:lnTo>
                    <a:pt x="332827" y="188806"/>
                  </a:lnTo>
                  <a:lnTo>
                    <a:pt x="333450" y="183563"/>
                  </a:lnTo>
                  <a:lnTo>
                    <a:pt x="333908" y="178304"/>
                  </a:lnTo>
                  <a:lnTo>
                    <a:pt x="334200" y="173033"/>
                  </a:lnTo>
                  <a:lnTo>
                    <a:pt x="334325" y="167755"/>
                  </a:lnTo>
                  <a:lnTo>
                    <a:pt x="334283" y="162476"/>
                  </a:lnTo>
                  <a:lnTo>
                    <a:pt x="334075" y="157201"/>
                  </a:lnTo>
                  <a:lnTo>
                    <a:pt x="333700" y="151935"/>
                  </a:lnTo>
                  <a:lnTo>
                    <a:pt x="333159" y="146684"/>
                  </a:lnTo>
                  <a:lnTo>
                    <a:pt x="332453" y="141452"/>
                  </a:lnTo>
                  <a:lnTo>
                    <a:pt x="331581" y="136245"/>
                  </a:lnTo>
                  <a:lnTo>
                    <a:pt x="330546" y="131068"/>
                  </a:lnTo>
                  <a:lnTo>
                    <a:pt x="329348" y="125927"/>
                  </a:lnTo>
                  <a:lnTo>
                    <a:pt x="327988" y="120826"/>
                  </a:lnTo>
                  <a:lnTo>
                    <a:pt x="326467" y="115770"/>
                  </a:lnTo>
                  <a:lnTo>
                    <a:pt x="324788" y="110765"/>
                  </a:lnTo>
                  <a:lnTo>
                    <a:pt x="322952" y="105816"/>
                  </a:lnTo>
                  <a:lnTo>
                    <a:pt x="320960" y="100927"/>
                  </a:lnTo>
                  <a:lnTo>
                    <a:pt x="318814" y="96103"/>
                  </a:lnTo>
                  <a:lnTo>
                    <a:pt x="316518" y="91349"/>
                  </a:lnTo>
                  <a:lnTo>
                    <a:pt x="314073" y="86671"/>
                  </a:lnTo>
                  <a:lnTo>
                    <a:pt x="311481" y="82072"/>
                  </a:lnTo>
                  <a:lnTo>
                    <a:pt x="308745" y="77557"/>
                  </a:lnTo>
                  <a:lnTo>
                    <a:pt x="305868" y="73130"/>
                  </a:lnTo>
                  <a:lnTo>
                    <a:pt x="302852" y="68797"/>
                  </a:lnTo>
                  <a:lnTo>
                    <a:pt x="299701" y="64561"/>
                  </a:lnTo>
                  <a:lnTo>
                    <a:pt x="296418" y="60427"/>
                  </a:lnTo>
                  <a:lnTo>
                    <a:pt x="293007" y="56398"/>
                  </a:lnTo>
                  <a:lnTo>
                    <a:pt x="289469" y="52479"/>
                  </a:lnTo>
                  <a:lnTo>
                    <a:pt x="285810" y="48674"/>
                  </a:lnTo>
                  <a:lnTo>
                    <a:pt x="282032" y="44986"/>
                  </a:lnTo>
                  <a:lnTo>
                    <a:pt x="278140" y="41420"/>
                  </a:lnTo>
                  <a:lnTo>
                    <a:pt x="274137" y="37978"/>
                  </a:lnTo>
                  <a:lnTo>
                    <a:pt x="270028" y="34664"/>
                  </a:lnTo>
                  <a:lnTo>
                    <a:pt x="265815" y="31482"/>
                  </a:lnTo>
                  <a:lnTo>
                    <a:pt x="261505" y="28434"/>
                  </a:lnTo>
                  <a:lnTo>
                    <a:pt x="257100" y="25524"/>
                  </a:lnTo>
                  <a:lnTo>
                    <a:pt x="252606" y="22754"/>
                  </a:lnTo>
                  <a:lnTo>
                    <a:pt x="248026" y="20128"/>
                  </a:lnTo>
                  <a:lnTo>
                    <a:pt x="243366" y="17647"/>
                  </a:lnTo>
                  <a:lnTo>
                    <a:pt x="238630" y="15315"/>
                  </a:lnTo>
                  <a:lnTo>
                    <a:pt x="233822" y="13134"/>
                  </a:lnTo>
                  <a:lnTo>
                    <a:pt x="228948" y="11106"/>
                  </a:lnTo>
                  <a:lnTo>
                    <a:pt x="224013" y="9232"/>
                  </a:lnTo>
                  <a:lnTo>
                    <a:pt x="219020" y="7515"/>
                  </a:lnTo>
                  <a:lnTo>
                    <a:pt x="213976" y="5957"/>
                  </a:lnTo>
                  <a:lnTo>
                    <a:pt x="208886" y="4559"/>
                  </a:lnTo>
                  <a:lnTo>
                    <a:pt x="203753" y="3322"/>
                  </a:lnTo>
                  <a:lnTo>
                    <a:pt x="198584" y="2248"/>
                  </a:lnTo>
                  <a:lnTo>
                    <a:pt x="167163" y="1664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423235" y="1681503"/>
              <a:ext cx="31421" cy="167167"/>
            </a:xfrm>
            <a:custGeom>
              <a:avLst/>
              <a:pathLst>
                <a:path w="31421" h="167167">
                  <a:moveTo>
                    <a:pt x="31421" y="2979"/>
                  </a:moveTo>
                  <a:lnTo>
                    <a:pt x="25191" y="1909"/>
                  </a:lnTo>
                  <a:lnTo>
                    <a:pt x="18925" y="1074"/>
                  </a:lnTo>
                  <a:lnTo>
                    <a:pt x="12631" y="477"/>
                  </a:lnTo>
                  <a:lnTo>
                    <a:pt x="6320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853880" y="1322571"/>
              <a:ext cx="167159" cy="330622"/>
            </a:xfrm>
            <a:custGeom>
              <a:avLst/>
              <a:pathLst>
                <a:path w="167159" h="330622">
                  <a:moveTo>
                    <a:pt x="167159" y="0"/>
                  </a:moveTo>
                  <a:lnTo>
                    <a:pt x="161835" y="84"/>
                  </a:lnTo>
                  <a:lnTo>
                    <a:pt x="156516" y="339"/>
                  </a:lnTo>
                  <a:lnTo>
                    <a:pt x="151209" y="762"/>
                  </a:lnTo>
                  <a:lnTo>
                    <a:pt x="145917" y="1355"/>
                  </a:lnTo>
                  <a:lnTo>
                    <a:pt x="140647" y="2115"/>
                  </a:lnTo>
                  <a:lnTo>
                    <a:pt x="135404" y="3043"/>
                  </a:lnTo>
                  <a:lnTo>
                    <a:pt x="130193" y="4138"/>
                  </a:lnTo>
                  <a:lnTo>
                    <a:pt x="125020" y="5398"/>
                  </a:lnTo>
                  <a:lnTo>
                    <a:pt x="119890" y="6822"/>
                  </a:lnTo>
                  <a:lnTo>
                    <a:pt x="114807" y="8408"/>
                  </a:lnTo>
                  <a:lnTo>
                    <a:pt x="109777" y="10156"/>
                  </a:lnTo>
                  <a:lnTo>
                    <a:pt x="104806" y="12063"/>
                  </a:lnTo>
                  <a:lnTo>
                    <a:pt x="99898" y="14128"/>
                  </a:lnTo>
                  <a:lnTo>
                    <a:pt x="95058" y="16347"/>
                  </a:lnTo>
                  <a:lnTo>
                    <a:pt x="90292" y="18720"/>
                  </a:lnTo>
                  <a:lnTo>
                    <a:pt x="85603" y="21243"/>
                  </a:lnTo>
                  <a:lnTo>
                    <a:pt x="80997" y="23915"/>
                  </a:lnTo>
                  <a:lnTo>
                    <a:pt x="76479" y="26732"/>
                  </a:lnTo>
                  <a:lnTo>
                    <a:pt x="72052" y="29691"/>
                  </a:lnTo>
                  <a:lnTo>
                    <a:pt x="67722" y="32789"/>
                  </a:lnTo>
                  <a:lnTo>
                    <a:pt x="63493" y="36024"/>
                  </a:lnTo>
                  <a:lnTo>
                    <a:pt x="59369" y="39392"/>
                  </a:lnTo>
                  <a:lnTo>
                    <a:pt x="55354" y="42890"/>
                  </a:lnTo>
                  <a:lnTo>
                    <a:pt x="51453" y="46514"/>
                  </a:lnTo>
                  <a:lnTo>
                    <a:pt x="47669" y="50260"/>
                  </a:lnTo>
                  <a:lnTo>
                    <a:pt x="44007" y="54124"/>
                  </a:lnTo>
                  <a:lnTo>
                    <a:pt x="40469" y="58104"/>
                  </a:lnTo>
                  <a:lnTo>
                    <a:pt x="37060" y="62194"/>
                  </a:lnTo>
                  <a:lnTo>
                    <a:pt x="33783" y="66390"/>
                  </a:lnTo>
                  <a:lnTo>
                    <a:pt x="30641" y="70689"/>
                  </a:lnTo>
                  <a:lnTo>
                    <a:pt x="27638" y="75086"/>
                  </a:lnTo>
                  <a:lnTo>
                    <a:pt x="24776" y="79576"/>
                  </a:lnTo>
                  <a:lnTo>
                    <a:pt x="22059" y="84155"/>
                  </a:lnTo>
                  <a:lnTo>
                    <a:pt x="19489" y="88818"/>
                  </a:lnTo>
                  <a:lnTo>
                    <a:pt x="17068" y="93561"/>
                  </a:lnTo>
                  <a:lnTo>
                    <a:pt x="14800" y="98378"/>
                  </a:lnTo>
                  <a:lnTo>
                    <a:pt x="12687" y="103265"/>
                  </a:lnTo>
                  <a:lnTo>
                    <a:pt x="10730" y="108217"/>
                  </a:lnTo>
                  <a:lnTo>
                    <a:pt x="8932" y="113229"/>
                  </a:lnTo>
                  <a:lnTo>
                    <a:pt x="7295" y="118295"/>
                  </a:lnTo>
                  <a:lnTo>
                    <a:pt x="5819" y="123411"/>
                  </a:lnTo>
                  <a:lnTo>
                    <a:pt x="4508" y="128572"/>
                  </a:lnTo>
                  <a:lnTo>
                    <a:pt x="3361" y="133771"/>
                  </a:lnTo>
                  <a:lnTo>
                    <a:pt x="2380" y="139005"/>
                  </a:lnTo>
                  <a:lnTo>
                    <a:pt x="1567" y="144267"/>
                  </a:lnTo>
                  <a:lnTo>
                    <a:pt x="922" y="149552"/>
                  </a:lnTo>
                  <a:lnTo>
                    <a:pt x="445" y="154855"/>
                  </a:lnTo>
                  <a:lnTo>
                    <a:pt x="138" y="160171"/>
                  </a:lnTo>
                  <a:lnTo>
                    <a:pt x="0" y="165494"/>
                  </a:lnTo>
                  <a:lnTo>
                    <a:pt x="31" y="170818"/>
                  </a:lnTo>
                  <a:lnTo>
                    <a:pt x="232" y="176139"/>
                  </a:lnTo>
                  <a:lnTo>
                    <a:pt x="602" y="181450"/>
                  </a:lnTo>
                  <a:lnTo>
                    <a:pt x="1142" y="186748"/>
                  </a:lnTo>
                  <a:lnTo>
                    <a:pt x="1850" y="192025"/>
                  </a:lnTo>
                  <a:lnTo>
                    <a:pt x="2725" y="197277"/>
                  </a:lnTo>
                  <a:lnTo>
                    <a:pt x="3767" y="202498"/>
                  </a:lnTo>
                  <a:lnTo>
                    <a:pt x="4976" y="207684"/>
                  </a:lnTo>
                  <a:lnTo>
                    <a:pt x="6348" y="212829"/>
                  </a:lnTo>
                  <a:lnTo>
                    <a:pt x="7884" y="217927"/>
                  </a:lnTo>
                  <a:lnTo>
                    <a:pt x="9581" y="222974"/>
                  </a:lnTo>
                  <a:lnTo>
                    <a:pt x="11439" y="227964"/>
                  </a:lnTo>
                  <a:lnTo>
                    <a:pt x="13454" y="232892"/>
                  </a:lnTo>
                  <a:lnTo>
                    <a:pt x="15625" y="237754"/>
                  </a:lnTo>
                  <a:lnTo>
                    <a:pt x="17950" y="242544"/>
                  </a:lnTo>
                  <a:lnTo>
                    <a:pt x="20426" y="247258"/>
                  </a:lnTo>
                  <a:lnTo>
                    <a:pt x="23051" y="251890"/>
                  </a:lnTo>
                  <a:lnTo>
                    <a:pt x="25823" y="256437"/>
                  </a:lnTo>
                  <a:lnTo>
                    <a:pt x="28737" y="260892"/>
                  </a:lnTo>
                  <a:lnTo>
                    <a:pt x="31792" y="265253"/>
                  </a:lnTo>
                  <a:lnTo>
                    <a:pt x="34985" y="269515"/>
                  </a:lnTo>
                  <a:lnTo>
                    <a:pt x="38311" y="273672"/>
                  </a:lnTo>
                  <a:lnTo>
                    <a:pt x="41769" y="277722"/>
                  </a:lnTo>
                  <a:lnTo>
                    <a:pt x="45353" y="281659"/>
                  </a:lnTo>
                  <a:lnTo>
                    <a:pt x="49061" y="285480"/>
                  </a:lnTo>
                  <a:lnTo>
                    <a:pt x="52889" y="289181"/>
                  </a:lnTo>
                  <a:lnTo>
                    <a:pt x="56833" y="292758"/>
                  </a:lnTo>
                  <a:lnTo>
                    <a:pt x="60889" y="296208"/>
                  </a:lnTo>
                  <a:lnTo>
                    <a:pt x="65052" y="299527"/>
                  </a:lnTo>
                  <a:lnTo>
                    <a:pt x="69319" y="302712"/>
                  </a:lnTo>
                  <a:lnTo>
                    <a:pt x="73686" y="305759"/>
                  </a:lnTo>
                  <a:lnTo>
                    <a:pt x="78147" y="308666"/>
                  </a:lnTo>
                  <a:lnTo>
                    <a:pt x="82698" y="311429"/>
                  </a:lnTo>
                  <a:lnTo>
                    <a:pt x="87336" y="314045"/>
                  </a:lnTo>
                  <a:lnTo>
                    <a:pt x="92054" y="316513"/>
                  </a:lnTo>
                  <a:lnTo>
                    <a:pt x="96848" y="318829"/>
                  </a:lnTo>
                  <a:lnTo>
                    <a:pt x="101714" y="320991"/>
                  </a:lnTo>
                  <a:lnTo>
                    <a:pt x="106646" y="322998"/>
                  </a:lnTo>
                  <a:lnTo>
                    <a:pt x="111639" y="324846"/>
                  </a:lnTo>
                  <a:lnTo>
                    <a:pt x="116689" y="326534"/>
                  </a:lnTo>
                  <a:lnTo>
                    <a:pt x="121790" y="328060"/>
                  </a:lnTo>
                  <a:lnTo>
                    <a:pt x="126937" y="329424"/>
                  </a:lnTo>
                  <a:lnTo>
                    <a:pt x="132125" y="330622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86005" y="1489739"/>
              <a:ext cx="35033" cy="163455"/>
            </a:xfrm>
            <a:custGeom>
              <a:avLst/>
              <a:pathLst>
                <a:path w="35033" h="163455">
                  <a:moveTo>
                    <a:pt x="0" y="163455"/>
                  </a:moveTo>
                  <a:lnTo>
                    <a:pt x="3503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86005" y="1325384"/>
              <a:ext cx="202191" cy="331507"/>
            </a:xfrm>
            <a:custGeom>
              <a:avLst/>
              <a:pathLst>
                <a:path w="202191" h="331507">
                  <a:moveTo>
                    <a:pt x="0" y="327809"/>
                  </a:moveTo>
                  <a:lnTo>
                    <a:pt x="5249" y="328847"/>
                  </a:lnTo>
                  <a:lnTo>
                    <a:pt x="10529" y="329716"/>
                  </a:lnTo>
                  <a:lnTo>
                    <a:pt x="15834" y="330415"/>
                  </a:lnTo>
                  <a:lnTo>
                    <a:pt x="21158" y="330945"/>
                  </a:lnTo>
                  <a:lnTo>
                    <a:pt x="26497" y="331303"/>
                  </a:lnTo>
                  <a:lnTo>
                    <a:pt x="31844" y="331491"/>
                  </a:lnTo>
                  <a:lnTo>
                    <a:pt x="37195" y="331507"/>
                  </a:lnTo>
                  <a:lnTo>
                    <a:pt x="42544" y="331352"/>
                  </a:lnTo>
                  <a:lnTo>
                    <a:pt x="47885" y="331027"/>
                  </a:lnTo>
                  <a:lnTo>
                    <a:pt x="53213" y="330530"/>
                  </a:lnTo>
                  <a:lnTo>
                    <a:pt x="58522" y="329863"/>
                  </a:lnTo>
                  <a:lnTo>
                    <a:pt x="63807" y="329026"/>
                  </a:lnTo>
                  <a:lnTo>
                    <a:pt x="69062" y="328021"/>
                  </a:lnTo>
                  <a:lnTo>
                    <a:pt x="74283" y="326848"/>
                  </a:lnTo>
                  <a:lnTo>
                    <a:pt x="79463" y="325509"/>
                  </a:lnTo>
                  <a:lnTo>
                    <a:pt x="84598" y="324004"/>
                  </a:lnTo>
                  <a:lnTo>
                    <a:pt x="89683" y="322336"/>
                  </a:lnTo>
                  <a:lnTo>
                    <a:pt x="94711" y="320506"/>
                  </a:lnTo>
                  <a:lnTo>
                    <a:pt x="99678" y="318516"/>
                  </a:lnTo>
                  <a:lnTo>
                    <a:pt x="104579" y="316368"/>
                  </a:lnTo>
                  <a:lnTo>
                    <a:pt x="109408" y="314064"/>
                  </a:lnTo>
                  <a:lnTo>
                    <a:pt x="114162" y="311607"/>
                  </a:lnTo>
                  <a:lnTo>
                    <a:pt x="118834" y="309000"/>
                  </a:lnTo>
                  <a:lnTo>
                    <a:pt x="123420" y="306243"/>
                  </a:lnTo>
                  <a:lnTo>
                    <a:pt x="127916" y="303342"/>
                  </a:lnTo>
                  <a:lnTo>
                    <a:pt x="132317" y="300298"/>
                  </a:lnTo>
                  <a:lnTo>
                    <a:pt x="136618" y="297115"/>
                  </a:lnTo>
                  <a:lnTo>
                    <a:pt x="140815" y="293796"/>
                  </a:lnTo>
                  <a:lnTo>
                    <a:pt x="144903" y="290344"/>
                  </a:lnTo>
                  <a:lnTo>
                    <a:pt x="148879" y="286763"/>
                  </a:lnTo>
                  <a:lnTo>
                    <a:pt x="152739" y="283056"/>
                  </a:lnTo>
                  <a:lnTo>
                    <a:pt x="156477" y="279228"/>
                  </a:lnTo>
                  <a:lnTo>
                    <a:pt x="160092" y="275283"/>
                  </a:lnTo>
                  <a:lnTo>
                    <a:pt x="163578" y="271224"/>
                  </a:lnTo>
                  <a:lnTo>
                    <a:pt x="166932" y="267055"/>
                  </a:lnTo>
                  <a:lnTo>
                    <a:pt x="170152" y="262781"/>
                  </a:lnTo>
                  <a:lnTo>
                    <a:pt x="173233" y="258406"/>
                  </a:lnTo>
                  <a:lnTo>
                    <a:pt x="176172" y="253935"/>
                  </a:lnTo>
                  <a:lnTo>
                    <a:pt x="178967" y="249372"/>
                  </a:lnTo>
                  <a:lnTo>
                    <a:pt x="181614" y="244721"/>
                  </a:lnTo>
                  <a:lnTo>
                    <a:pt x="184111" y="239989"/>
                  </a:lnTo>
                  <a:lnTo>
                    <a:pt x="186455" y="235179"/>
                  </a:lnTo>
                  <a:lnTo>
                    <a:pt x="188645" y="230296"/>
                  </a:lnTo>
                  <a:lnTo>
                    <a:pt x="190676" y="225346"/>
                  </a:lnTo>
                  <a:lnTo>
                    <a:pt x="192549" y="220334"/>
                  </a:lnTo>
                  <a:lnTo>
                    <a:pt x="194260" y="215264"/>
                  </a:lnTo>
                  <a:lnTo>
                    <a:pt x="195807" y="210142"/>
                  </a:lnTo>
                  <a:lnTo>
                    <a:pt x="197190" y="204973"/>
                  </a:lnTo>
                  <a:lnTo>
                    <a:pt x="198407" y="199762"/>
                  </a:lnTo>
                  <a:lnTo>
                    <a:pt x="199457" y="194515"/>
                  </a:lnTo>
                  <a:lnTo>
                    <a:pt x="200338" y="189237"/>
                  </a:lnTo>
                  <a:lnTo>
                    <a:pt x="201050" y="183934"/>
                  </a:lnTo>
                  <a:lnTo>
                    <a:pt x="201591" y="178611"/>
                  </a:lnTo>
                  <a:lnTo>
                    <a:pt x="201962" y="173273"/>
                  </a:lnTo>
                  <a:lnTo>
                    <a:pt x="202162" y="167926"/>
                  </a:lnTo>
                  <a:lnTo>
                    <a:pt x="202191" y="162575"/>
                  </a:lnTo>
                  <a:lnTo>
                    <a:pt x="202048" y="157226"/>
                  </a:lnTo>
                  <a:lnTo>
                    <a:pt x="201735" y="151884"/>
                  </a:lnTo>
                  <a:lnTo>
                    <a:pt x="201250" y="146555"/>
                  </a:lnTo>
                  <a:lnTo>
                    <a:pt x="200595" y="141245"/>
                  </a:lnTo>
                  <a:lnTo>
                    <a:pt x="199771" y="135958"/>
                  </a:lnTo>
                  <a:lnTo>
                    <a:pt x="198778" y="130700"/>
                  </a:lnTo>
                  <a:lnTo>
                    <a:pt x="197617" y="125477"/>
                  </a:lnTo>
                  <a:lnTo>
                    <a:pt x="196289" y="120293"/>
                  </a:lnTo>
                  <a:lnTo>
                    <a:pt x="194797" y="115155"/>
                  </a:lnTo>
                  <a:lnTo>
                    <a:pt x="193140" y="110067"/>
                  </a:lnTo>
                  <a:lnTo>
                    <a:pt x="191322" y="105034"/>
                  </a:lnTo>
                  <a:lnTo>
                    <a:pt x="189343" y="100063"/>
                  </a:lnTo>
                  <a:lnTo>
                    <a:pt x="187206" y="95157"/>
                  </a:lnTo>
                  <a:lnTo>
                    <a:pt x="184914" y="90322"/>
                  </a:lnTo>
                  <a:lnTo>
                    <a:pt x="182468" y="85563"/>
                  </a:lnTo>
                  <a:lnTo>
                    <a:pt x="179870" y="80885"/>
                  </a:lnTo>
                  <a:lnTo>
                    <a:pt x="177125" y="76292"/>
                  </a:lnTo>
                  <a:lnTo>
                    <a:pt x="174234" y="71790"/>
                  </a:lnTo>
                  <a:lnTo>
                    <a:pt x="171200" y="67382"/>
                  </a:lnTo>
                  <a:lnTo>
                    <a:pt x="168027" y="63074"/>
                  </a:lnTo>
                  <a:lnTo>
                    <a:pt x="164717" y="58869"/>
                  </a:lnTo>
                  <a:lnTo>
                    <a:pt x="161275" y="54773"/>
                  </a:lnTo>
                  <a:lnTo>
                    <a:pt x="157703" y="50789"/>
                  </a:lnTo>
                  <a:lnTo>
                    <a:pt x="154005" y="46921"/>
                  </a:lnTo>
                  <a:lnTo>
                    <a:pt x="150186" y="43173"/>
                  </a:lnTo>
                  <a:lnTo>
                    <a:pt x="146249" y="39550"/>
                  </a:lnTo>
                  <a:lnTo>
                    <a:pt x="142197" y="36054"/>
                  </a:lnTo>
                  <a:lnTo>
                    <a:pt x="138036" y="32690"/>
                  </a:lnTo>
                  <a:lnTo>
                    <a:pt x="133769" y="29461"/>
                  </a:lnTo>
                  <a:lnTo>
                    <a:pt x="129402" y="26370"/>
                  </a:lnTo>
                  <a:lnTo>
                    <a:pt x="124937" y="23421"/>
                  </a:lnTo>
                  <a:lnTo>
                    <a:pt x="120381" y="20615"/>
                  </a:lnTo>
                  <a:lnTo>
                    <a:pt x="115737" y="17958"/>
                  </a:lnTo>
                  <a:lnTo>
                    <a:pt x="111010" y="15450"/>
                  </a:lnTo>
                  <a:lnTo>
                    <a:pt x="106205" y="13094"/>
                  </a:lnTo>
                  <a:lnTo>
                    <a:pt x="101328" y="10894"/>
                  </a:lnTo>
                  <a:lnTo>
                    <a:pt x="96382" y="8851"/>
                  </a:lnTo>
                  <a:lnTo>
                    <a:pt x="91374" y="6967"/>
                  </a:lnTo>
                  <a:lnTo>
                    <a:pt x="86308" y="5244"/>
                  </a:lnTo>
                  <a:lnTo>
                    <a:pt x="81190" y="3685"/>
                  </a:lnTo>
                  <a:lnTo>
                    <a:pt x="76024" y="2290"/>
                  </a:lnTo>
                  <a:lnTo>
                    <a:pt x="70816" y="1061"/>
                  </a:lnTo>
                  <a:lnTo>
                    <a:pt x="65571" y="0"/>
                  </a:lnTo>
                  <a:lnTo>
                    <a:pt x="35033" y="1643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021039" y="1322571"/>
              <a:ext cx="30538" cy="167167"/>
            </a:xfrm>
            <a:custGeom>
              <a:avLst/>
              <a:pathLst>
                <a:path w="30538" h="167167">
                  <a:moveTo>
                    <a:pt x="30538" y="2813"/>
                  </a:moveTo>
                  <a:lnTo>
                    <a:pt x="22960" y="1584"/>
                  </a:lnTo>
                  <a:lnTo>
                    <a:pt x="15333" y="704"/>
                  </a:lnTo>
                  <a:lnTo>
                    <a:pt x="7675" y="17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378092" y="1071028"/>
              <a:ext cx="167166" cy="306766"/>
            </a:xfrm>
            <a:custGeom>
              <a:avLst/>
              <a:pathLst>
                <a:path w="167166" h="306766">
                  <a:moveTo>
                    <a:pt x="167166" y="0"/>
                  </a:moveTo>
                  <a:lnTo>
                    <a:pt x="161819" y="85"/>
                  </a:lnTo>
                  <a:lnTo>
                    <a:pt x="156478" y="341"/>
                  </a:lnTo>
                  <a:lnTo>
                    <a:pt x="151148" y="769"/>
                  </a:lnTo>
                  <a:lnTo>
                    <a:pt x="145835" y="1366"/>
                  </a:lnTo>
                  <a:lnTo>
                    <a:pt x="140543" y="2133"/>
                  </a:lnTo>
                  <a:lnTo>
                    <a:pt x="135278" y="3069"/>
                  </a:lnTo>
                  <a:lnTo>
                    <a:pt x="130046" y="4173"/>
                  </a:lnTo>
                  <a:lnTo>
                    <a:pt x="124852" y="5444"/>
                  </a:lnTo>
                  <a:lnTo>
                    <a:pt x="119701" y="6880"/>
                  </a:lnTo>
                  <a:lnTo>
                    <a:pt x="114599" y="8480"/>
                  </a:lnTo>
                  <a:lnTo>
                    <a:pt x="109550" y="10242"/>
                  </a:lnTo>
                  <a:lnTo>
                    <a:pt x="104561" y="12165"/>
                  </a:lnTo>
                  <a:lnTo>
                    <a:pt x="99636" y="14247"/>
                  </a:lnTo>
                  <a:lnTo>
                    <a:pt x="94779" y="16485"/>
                  </a:lnTo>
                  <a:lnTo>
                    <a:pt x="89997" y="18877"/>
                  </a:lnTo>
                  <a:lnTo>
                    <a:pt x="85294" y="21421"/>
                  </a:lnTo>
                  <a:lnTo>
                    <a:pt x="80674" y="24114"/>
                  </a:lnTo>
                  <a:lnTo>
                    <a:pt x="76143" y="26954"/>
                  </a:lnTo>
                  <a:lnTo>
                    <a:pt x="71705" y="29936"/>
                  </a:lnTo>
                  <a:lnTo>
                    <a:pt x="67365" y="33060"/>
                  </a:lnTo>
                  <a:lnTo>
                    <a:pt x="63127" y="36320"/>
                  </a:lnTo>
                  <a:lnTo>
                    <a:pt x="58995" y="39715"/>
                  </a:lnTo>
                  <a:lnTo>
                    <a:pt x="54974" y="43240"/>
                  </a:lnTo>
                  <a:lnTo>
                    <a:pt x="51068" y="46891"/>
                  </a:lnTo>
                  <a:lnTo>
                    <a:pt x="47281" y="50666"/>
                  </a:lnTo>
                  <a:lnTo>
                    <a:pt x="43616" y="54560"/>
                  </a:lnTo>
                  <a:lnTo>
                    <a:pt x="40078" y="58569"/>
                  </a:lnTo>
                  <a:lnTo>
                    <a:pt x="36669" y="62689"/>
                  </a:lnTo>
                  <a:lnTo>
                    <a:pt x="33395" y="66916"/>
                  </a:lnTo>
                  <a:lnTo>
                    <a:pt x="30257" y="71246"/>
                  </a:lnTo>
                  <a:lnTo>
                    <a:pt x="27259" y="75674"/>
                  </a:lnTo>
                  <a:lnTo>
                    <a:pt x="24404" y="80195"/>
                  </a:lnTo>
                  <a:lnTo>
                    <a:pt x="21696" y="84806"/>
                  </a:lnTo>
                  <a:lnTo>
                    <a:pt x="19136" y="89501"/>
                  </a:lnTo>
                  <a:lnTo>
                    <a:pt x="16728" y="94275"/>
                  </a:lnTo>
                  <a:lnTo>
                    <a:pt x="14473" y="99124"/>
                  </a:lnTo>
                  <a:lnTo>
                    <a:pt x="12375" y="104042"/>
                  </a:lnTo>
                  <a:lnTo>
                    <a:pt x="10435" y="109025"/>
                  </a:lnTo>
                  <a:lnTo>
                    <a:pt x="8656" y="114068"/>
                  </a:lnTo>
                  <a:lnTo>
                    <a:pt x="7039" y="119164"/>
                  </a:lnTo>
                  <a:lnTo>
                    <a:pt x="5586" y="124310"/>
                  </a:lnTo>
                  <a:lnTo>
                    <a:pt x="4297" y="129500"/>
                  </a:lnTo>
                  <a:lnTo>
                    <a:pt x="3176" y="134728"/>
                  </a:lnTo>
                  <a:lnTo>
                    <a:pt x="2223" y="139990"/>
                  </a:lnTo>
                  <a:lnTo>
                    <a:pt x="1438" y="145279"/>
                  </a:lnTo>
                  <a:lnTo>
                    <a:pt x="822" y="150591"/>
                  </a:lnTo>
                  <a:lnTo>
                    <a:pt x="377" y="155920"/>
                  </a:lnTo>
                  <a:lnTo>
                    <a:pt x="103" y="161260"/>
                  </a:lnTo>
                  <a:lnTo>
                    <a:pt x="0" y="166606"/>
                  </a:lnTo>
                  <a:lnTo>
                    <a:pt x="67" y="171953"/>
                  </a:lnTo>
                  <a:lnTo>
                    <a:pt x="306" y="177295"/>
                  </a:lnTo>
                  <a:lnTo>
                    <a:pt x="715" y="182626"/>
                  </a:lnTo>
                  <a:lnTo>
                    <a:pt x="1294" y="187942"/>
                  </a:lnTo>
                  <a:lnTo>
                    <a:pt x="2044" y="193236"/>
                  </a:lnTo>
                  <a:lnTo>
                    <a:pt x="2962" y="198504"/>
                  </a:lnTo>
                  <a:lnTo>
                    <a:pt x="4048" y="203740"/>
                  </a:lnTo>
                  <a:lnTo>
                    <a:pt x="5301" y="208938"/>
                  </a:lnTo>
                  <a:lnTo>
                    <a:pt x="6720" y="214094"/>
                  </a:lnTo>
                  <a:lnTo>
                    <a:pt x="8303" y="219201"/>
                  </a:lnTo>
                  <a:lnTo>
                    <a:pt x="10049" y="224256"/>
                  </a:lnTo>
                  <a:lnTo>
                    <a:pt x="11955" y="229251"/>
                  </a:lnTo>
                  <a:lnTo>
                    <a:pt x="14020" y="234184"/>
                  </a:lnTo>
                  <a:lnTo>
                    <a:pt x="16242" y="239048"/>
                  </a:lnTo>
                  <a:lnTo>
                    <a:pt x="18618" y="243838"/>
                  </a:lnTo>
                  <a:lnTo>
                    <a:pt x="21146" y="248550"/>
                  </a:lnTo>
                  <a:lnTo>
                    <a:pt x="23824" y="253178"/>
                  </a:lnTo>
                  <a:lnTo>
                    <a:pt x="26648" y="257719"/>
                  </a:lnTo>
                  <a:lnTo>
                    <a:pt x="29616" y="262167"/>
                  </a:lnTo>
                  <a:lnTo>
                    <a:pt x="32725" y="266517"/>
                  </a:lnTo>
                  <a:lnTo>
                    <a:pt x="35971" y="270766"/>
                  </a:lnTo>
                  <a:lnTo>
                    <a:pt x="39352" y="274909"/>
                  </a:lnTo>
                  <a:lnTo>
                    <a:pt x="42863" y="278942"/>
                  </a:lnTo>
                  <a:lnTo>
                    <a:pt x="46501" y="282861"/>
                  </a:lnTo>
                  <a:lnTo>
                    <a:pt x="50263" y="286661"/>
                  </a:lnTo>
                  <a:lnTo>
                    <a:pt x="54145" y="290338"/>
                  </a:lnTo>
                  <a:lnTo>
                    <a:pt x="58142" y="293890"/>
                  </a:lnTo>
                  <a:lnTo>
                    <a:pt x="62251" y="297312"/>
                  </a:lnTo>
                  <a:lnTo>
                    <a:pt x="66467" y="300601"/>
                  </a:lnTo>
                  <a:lnTo>
                    <a:pt x="70786" y="303754"/>
                  </a:lnTo>
                  <a:lnTo>
                    <a:pt x="75204" y="306766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453296" y="1238196"/>
              <a:ext cx="91961" cy="139599"/>
            </a:xfrm>
            <a:custGeom>
              <a:avLst/>
              <a:pathLst>
                <a:path w="91961" h="139599">
                  <a:moveTo>
                    <a:pt x="0" y="139599"/>
                  </a:moveTo>
                  <a:lnTo>
                    <a:pt x="9196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453296" y="1117808"/>
              <a:ext cx="259122" cy="287546"/>
            </a:xfrm>
            <a:custGeom>
              <a:avLst/>
              <a:pathLst>
                <a:path w="259122" h="287546">
                  <a:moveTo>
                    <a:pt x="0" y="259987"/>
                  </a:moveTo>
                  <a:lnTo>
                    <a:pt x="4484" y="262840"/>
                  </a:lnTo>
                  <a:lnTo>
                    <a:pt x="9058" y="265549"/>
                  </a:lnTo>
                  <a:lnTo>
                    <a:pt x="13715" y="268112"/>
                  </a:lnTo>
                  <a:lnTo>
                    <a:pt x="18451" y="270525"/>
                  </a:lnTo>
                  <a:lnTo>
                    <a:pt x="23262" y="272786"/>
                  </a:lnTo>
                  <a:lnTo>
                    <a:pt x="28142" y="274893"/>
                  </a:lnTo>
                  <a:lnTo>
                    <a:pt x="33087" y="276844"/>
                  </a:lnTo>
                  <a:lnTo>
                    <a:pt x="38091" y="278637"/>
                  </a:lnTo>
                  <a:lnTo>
                    <a:pt x="43149" y="280270"/>
                  </a:lnTo>
                  <a:lnTo>
                    <a:pt x="48257" y="281741"/>
                  </a:lnTo>
                  <a:lnTo>
                    <a:pt x="53410" y="283049"/>
                  </a:lnTo>
                  <a:lnTo>
                    <a:pt x="58601" y="284192"/>
                  </a:lnTo>
                  <a:lnTo>
                    <a:pt x="63826" y="285170"/>
                  </a:lnTo>
                  <a:lnTo>
                    <a:pt x="69079" y="285981"/>
                  </a:lnTo>
                  <a:lnTo>
                    <a:pt x="74355" y="286625"/>
                  </a:lnTo>
                  <a:lnTo>
                    <a:pt x="79650" y="287101"/>
                  </a:lnTo>
                  <a:lnTo>
                    <a:pt x="84956" y="287408"/>
                  </a:lnTo>
                  <a:lnTo>
                    <a:pt x="90270" y="287546"/>
                  </a:lnTo>
                  <a:lnTo>
                    <a:pt x="95586" y="287516"/>
                  </a:lnTo>
                  <a:lnTo>
                    <a:pt x="100897" y="287316"/>
                  </a:lnTo>
                  <a:lnTo>
                    <a:pt x="106200" y="286947"/>
                  </a:lnTo>
                  <a:lnTo>
                    <a:pt x="111489" y="286410"/>
                  </a:lnTo>
                  <a:lnTo>
                    <a:pt x="116757" y="285706"/>
                  </a:lnTo>
                  <a:lnTo>
                    <a:pt x="122001" y="284834"/>
                  </a:lnTo>
                  <a:lnTo>
                    <a:pt x="127214" y="283796"/>
                  </a:lnTo>
                  <a:lnTo>
                    <a:pt x="132392" y="282592"/>
                  </a:lnTo>
                  <a:lnTo>
                    <a:pt x="137528" y="281225"/>
                  </a:lnTo>
                  <a:lnTo>
                    <a:pt x="142619" y="279695"/>
                  </a:lnTo>
                  <a:lnTo>
                    <a:pt x="147658" y="278003"/>
                  </a:lnTo>
                  <a:lnTo>
                    <a:pt x="152642" y="276153"/>
                  </a:lnTo>
                  <a:lnTo>
                    <a:pt x="157563" y="274145"/>
                  </a:lnTo>
                  <a:lnTo>
                    <a:pt x="162419" y="271981"/>
                  </a:lnTo>
                  <a:lnTo>
                    <a:pt x="167203" y="269665"/>
                  </a:lnTo>
                  <a:lnTo>
                    <a:pt x="171911" y="267197"/>
                  </a:lnTo>
                  <a:lnTo>
                    <a:pt x="176538" y="264581"/>
                  </a:lnTo>
                  <a:lnTo>
                    <a:pt x="181080" y="261819"/>
                  </a:lnTo>
                  <a:lnTo>
                    <a:pt x="185532" y="258914"/>
                  </a:lnTo>
                  <a:lnTo>
                    <a:pt x="189889" y="255869"/>
                  </a:lnTo>
                  <a:lnTo>
                    <a:pt x="194147" y="252687"/>
                  </a:lnTo>
                  <a:lnTo>
                    <a:pt x="198301" y="249371"/>
                  </a:lnTo>
                  <a:lnTo>
                    <a:pt x="202348" y="245925"/>
                  </a:lnTo>
                  <a:lnTo>
                    <a:pt x="206284" y="242352"/>
                  </a:lnTo>
                  <a:lnTo>
                    <a:pt x="210104" y="238656"/>
                  </a:lnTo>
                  <a:lnTo>
                    <a:pt x="213804" y="234840"/>
                  </a:lnTo>
                  <a:lnTo>
                    <a:pt x="217382" y="230908"/>
                  </a:lnTo>
                  <a:lnTo>
                    <a:pt x="220832" y="226864"/>
                  </a:lnTo>
                  <a:lnTo>
                    <a:pt x="224152" y="222713"/>
                  </a:lnTo>
                  <a:lnTo>
                    <a:pt x="227339" y="218459"/>
                  </a:lnTo>
                  <a:lnTo>
                    <a:pt x="230388" y="214105"/>
                  </a:lnTo>
                  <a:lnTo>
                    <a:pt x="233298" y="209656"/>
                  </a:lnTo>
                  <a:lnTo>
                    <a:pt x="236065" y="205117"/>
                  </a:lnTo>
                  <a:lnTo>
                    <a:pt x="238686" y="200493"/>
                  </a:lnTo>
                  <a:lnTo>
                    <a:pt x="241159" y="195788"/>
                  </a:lnTo>
                  <a:lnTo>
                    <a:pt x="243480" y="191006"/>
                  </a:lnTo>
                  <a:lnTo>
                    <a:pt x="245649" y="186153"/>
                  </a:lnTo>
                  <a:lnTo>
                    <a:pt x="247662" y="181233"/>
                  </a:lnTo>
                  <a:lnTo>
                    <a:pt x="249518" y="176252"/>
                  </a:lnTo>
                  <a:lnTo>
                    <a:pt x="251215" y="171214"/>
                  </a:lnTo>
                  <a:lnTo>
                    <a:pt x="252750" y="166125"/>
                  </a:lnTo>
                  <a:lnTo>
                    <a:pt x="254123" y="160990"/>
                  </a:lnTo>
                  <a:lnTo>
                    <a:pt x="255332" y="155814"/>
                  </a:lnTo>
                  <a:lnTo>
                    <a:pt x="256376" y="150602"/>
                  </a:lnTo>
                  <a:lnTo>
                    <a:pt x="257253" y="145359"/>
                  </a:lnTo>
                  <a:lnTo>
                    <a:pt x="257964" y="140091"/>
                  </a:lnTo>
                  <a:lnTo>
                    <a:pt x="258506" y="134803"/>
                  </a:lnTo>
                  <a:lnTo>
                    <a:pt x="258880" y="129501"/>
                  </a:lnTo>
                  <a:lnTo>
                    <a:pt x="259086" y="124189"/>
                  </a:lnTo>
                  <a:lnTo>
                    <a:pt x="259122" y="118874"/>
                  </a:lnTo>
                  <a:lnTo>
                    <a:pt x="258989" y="113560"/>
                  </a:lnTo>
                  <a:lnTo>
                    <a:pt x="258688" y="108253"/>
                  </a:lnTo>
                  <a:lnTo>
                    <a:pt x="258218" y="102958"/>
                  </a:lnTo>
                  <a:lnTo>
                    <a:pt x="257580" y="97681"/>
                  </a:lnTo>
                  <a:lnTo>
                    <a:pt x="256774" y="92427"/>
                  </a:lnTo>
                  <a:lnTo>
                    <a:pt x="255802" y="87201"/>
                  </a:lnTo>
                  <a:lnTo>
                    <a:pt x="254664" y="82009"/>
                  </a:lnTo>
                  <a:lnTo>
                    <a:pt x="253361" y="76855"/>
                  </a:lnTo>
                  <a:lnTo>
                    <a:pt x="251896" y="71745"/>
                  </a:lnTo>
                  <a:lnTo>
                    <a:pt x="250268" y="66685"/>
                  </a:lnTo>
                  <a:lnTo>
                    <a:pt x="248481" y="61679"/>
                  </a:lnTo>
                  <a:lnTo>
                    <a:pt x="246535" y="56732"/>
                  </a:lnTo>
                  <a:lnTo>
                    <a:pt x="244433" y="51850"/>
                  </a:lnTo>
                  <a:lnTo>
                    <a:pt x="242177" y="47037"/>
                  </a:lnTo>
                  <a:lnTo>
                    <a:pt x="239769" y="42298"/>
                  </a:lnTo>
                  <a:lnTo>
                    <a:pt x="237211" y="37638"/>
                  </a:lnTo>
                  <a:lnTo>
                    <a:pt x="234507" y="33062"/>
                  </a:lnTo>
                  <a:lnTo>
                    <a:pt x="231658" y="28574"/>
                  </a:lnTo>
                  <a:lnTo>
                    <a:pt x="228669" y="24179"/>
                  </a:lnTo>
                  <a:lnTo>
                    <a:pt x="225541" y="19881"/>
                  </a:lnTo>
                  <a:lnTo>
                    <a:pt x="222278" y="15685"/>
                  </a:lnTo>
                  <a:lnTo>
                    <a:pt x="218883" y="11595"/>
                  </a:lnTo>
                  <a:lnTo>
                    <a:pt x="215360" y="7614"/>
                  </a:lnTo>
                  <a:lnTo>
                    <a:pt x="211712" y="3748"/>
                  </a:lnTo>
                  <a:lnTo>
                    <a:pt x="207943" y="0"/>
                  </a:lnTo>
                  <a:lnTo>
                    <a:pt x="91961" y="1203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45258" y="1071028"/>
              <a:ext cx="115981" cy="167167"/>
            </a:xfrm>
            <a:custGeom>
              <a:avLst/>
              <a:pathLst>
                <a:path w="115981" h="167167">
                  <a:moveTo>
                    <a:pt x="115981" y="46779"/>
                  </a:moveTo>
                  <a:lnTo>
                    <a:pt x="111904" y="42980"/>
                  </a:lnTo>
                  <a:lnTo>
                    <a:pt x="107702" y="39319"/>
                  </a:lnTo>
                  <a:lnTo>
                    <a:pt x="103381" y="35800"/>
                  </a:lnTo>
                  <a:lnTo>
                    <a:pt x="98945" y="32428"/>
                  </a:lnTo>
                  <a:lnTo>
                    <a:pt x="94399" y="29204"/>
                  </a:lnTo>
                  <a:lnTo>
                    <a:pt x="89748" y="26135"/>
                  </a:lnTo>
                  <a:lnTo>
                    <a:pt x="84998" y="23222"/>
                  </a:lnTo>
                  <a:lnTo>
                    <a:pt x="80153" y="20468"/>
                  </a:lnTo>
                  <a:lnTo>
                    <a:pt x="75218" y="17878"/>
                  </a:lnTo>
                  <a:lnTo>
                    <a:pt x="70201" y="15454"/>
                  </a:lnTo>
                  <a:lnTo>
                    <a:pt x="65105" y="13199"/>
                  </a:lnTo>
                  <a:lnTo>
                    <a:pt x="59937" y="11114"/>
                  </a:lnTo>
                  <a:lnTo>
                    <a:pt x="54702" y="9203"/>
                  </a:lnTo>
                  <a:lnTo>
                    <a:pt x="49407" y="7468"/>
                  </a:lnTo>
                  <a:lnTo>
                    <a:pt x="44056" y="5909"/>
                  </a:lnTo>
                  <a:lnTo>
                    <a:pt x="38657" y="4531"/>
                  </a:lnTo>
                  <a:lnTo>
                    <a:pt x="33214" y="3333"/>
                  </a:lnTo>
                  <a:lnTo>
                    <a:pt x="27735" y="2316"/>
                  </a:lnTo>
                  <a:lnTo>
                    <a:pt x="22225" y="1484"/>
                  </a:lnTo>
                  <a:lnTo>
                    <a:pt x="16690" y="835"/>
                  </a:lnTo>
                  <a:lnTo>
                    <a:pt x="11137" y="371"/>
                  </a:lnTo>
                  <a:lnTo>
                    <a:pt x="5571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0202" y="941493"/>
              <a:ext cx="83341" cy="167167"/>
            </a:xfrm>
            <a:custGeom>
              <a:avLst/>
              <a:pathLst>
                <a:path w="83341" h="167167">
                  <a:moveTo>
                    <a:pt x="83341" y="0"/>
                  </a:moveTo>
                  <a:lnTo>
                    <a:pt x="77525" y="101"/>
                  </a:lnTo>
                  <a:lnTo>
                    <a:pt x="71717" y="404"/>
                  </a:lnTo>
                  <a:lnTo>
                    <a:pt x="65923" y="909"/>
                  </a:lnTo>
                  <a:lnTo>
                    <a:pt x="60150" y="1616"/>
                  </a:lnTo>
                  <a:lnTo>
                    <a:pt x="54404" y="2523"/>
                  </a:lnTo>
                  <a:lnTo>
                    <a:pt x="48694" y="3629"/>
                  </a:lnTo>
                  <a:lnTo>
                    <a:pt x="43026" y="4934"/>
                  </a:lnTo>
                  <a:lnTo>
                    <a:pt x="37407" y="6434"/>
                  </a:lnTo>
                  <a:lnTo>
                    <a:pt x="31843" y="8129"/>
                  </a:lnTo>
                  <a:lnTo>
                    <a:pt x="26342" y="10017"/>
                  </a:lnTo>
                  <a:lnTo>
                    <a:pt x="20909" y="12095"/>
                  </a:lnTo>
                  <a:lnTo>
                    <a:pt x="15552" y="14361"/>
                  </a:lnTo>
                  <a:lnTo>
                    <a:pt x="10277" y="16812"/>
                  </a:lnTo>
                  <a:lnTo>
                    <a:pt x="5091" y="19444"/>
                  </a:lnTo>
                  <a:lnTo>
                    <a:pt x="0" y="22256"/>
                  </a:lnTo>
                  <a:lnTo>
                    <a:pt x="8334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40202" y="963749"/>
              <a:ext cx="83341" cy="144910"/>
            </a:xfrm>
            <a:custGeom>
              <a:avLst/>
              <a:pathLst>
                <a:path w="83341" h="144910">
                  <a:moveTo>
                    <a:pt x="0" y="0"/>
                  </a:moveTo>
                  <a:lnTo>
                    <a:pt x="83341" y="1449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856376" y="950864"/>
              <a:ext cx="334333" cy="324948"/>
            </a:xfrm>
            <a:custGeom>
              <a:avLst/>
              <a:pathLst>
                <a:path w="334333" h="324948">
                  <a:moveTo>
                    <a:pt x="83825" y="12885"/>
                  </a:moveTo>
                  <a:lnTo>
                    <a:pt x="79271" y="15601"/>
                  </a:lnTo>
                  <a:lnTo>
                    <a:pt x="74805" y="18461"/>
                  </a:lnTo>
                  <a:lnTo>
                    <a:pt x="70432" y="21461"/>
                  </a:lnTo>
                  <a:lnTo>
                    <a:pt x="66156" y="24598"/>
                  </a:lnTo>
                  <a:lnTo>
                    <a:pt x="61982" y="27869"/>
                  </a:lnTo>
                  <a:lnTo>
                    <a:pt x="57914" y="31270"/>
                  </a:lnTo>
                  <a:lnTo>
                    <a:pt x="53955" y="34799"/>
                  </a:lnTo>
                  <a:lnTo>
                    <a:pt x="50111" y="38452"/>
                  </a:lnTo>
                  <a:lnTo>
                    <a:pt x="46384" y="42225"/>
                  </a:lnTo>
                  <a:lnTo>
                    <a:pt x="42779" y="46114"/>
                  </a:lnTo>
                  <a:lnTo>
                    <a:pt x="39300" y="50116"/>
                  </a:lnTo>
                  <a:lnTo>
                    <a:pt x="35948" y="54226"/>
                  </a:lnTo>
                  <a:lnTo>
                    <a:pt x="32729" y="58440"/>
                  </a:lnTo>
                  <a:lnTo>
                    <a:pt x="29646" y="62754"/>
                  </a:lnTo>
                  <a:lnTo>
                    <a:pt x="26700" y="67164"/>
                  </a:lnTo>
                  <a:lnTo>
                    <a:pt x="23896" y="71665"/>
                  </a:lnTo>
                  <a:lnTo>
                    <a:pt x="21236" y="76253"/>
                  </a:lnTo>
                  <a:lnTo>
                    <a:pt x="18723" y="80923"/>
                  </a:lnTo>
                  <a:lnTo>
                    <a:pt x="16360" y="85670"/>
                  </a:lnTo>
                  <a:lnTo>
                    <a:pt x="14148" y="90490"/>
                  </a:lnTo>
                  <a:lnTo>
                    <a:pt x="12090" y="95377"/>
                  </a:lnTo>
                  <a:lnTo>
                    <a:pt x="10188" y="100327"/>
                  </a:lnTo>
                  <a:lnTo>
                    <a:pt x="8444" y="105335"/>
                  </a:lnTo>
                  <a:lnTo>
                    <a:pt x="6860" y="110396"/>
                  </a:lnTo>
                  <a:lnTo>
                    <a:pt x="5437" y="115505"/>
                  </a:lnTo>
                  <a:lnTo>
                    <a:pt x="4177" y="120656"/>
                  </a:lnTo>
                  <a:lnTo>
                    <a:pt x="3081" y="125845"/>
                  </a:lnTo>
                  <a:lnTo>
                    <a:pt x="2150" y="131065"/>
                  </a:lnTo>
                  <a:lnTo>
                    <a:pt x="1385" y="136313"/>
                  </a:lnTo>
                  <a:lnTo>
                    <a:pt x="787" y="141582"/>
                  </a:lnTo>
                  <a:lnTo>
                    <a:pt x="357" y="146868"/>
                  </a:lnTo>
                  <a:lnTo>
                    <a:pt x="94" y="152164"/>
                  </a:lnTo>
                  <a:lnTo>
                    <a:pt x="0" y="157466"/>
                  </a:lnTo>
                  <a:lnTo>
                    <a:pt x="73" y="162769"/>
                  </a:lnTo>
                  <a:lnTo>
                    <a:pt x="315" y="168066"/>
                  </a:lnTo>
                  <a:lnTo>
                    <a:pt x="725" y="173354"/>
                  </a:lnTo>
                  <a:lnTo>
                    <a:pt x="1302" y="178625"/>
                  </a:lnTo>
                  <a:lnTo>
                    <a:pt x="2046" y="183876"/>
                  </a:lnTo>
                  <a:lnTo>
                    <a:pt x="2956" y="189100"/>
                  </a:lnTo>
                  <a:lnTo>
                    <a:pt x="4032" y="194293"/>
                  </a:lnTo>
                  <a:lnTo>
                    <a:pt x="5272" y="199449"/>
                  </a:lnTo>
                  <a:lnTo>
                    <a:pt x="6674" y="204563"/>
                  </a:lnTo>
                  <a:lnTo>
                    <a:pt x="8238" y="209630"/>
                  </a:lnTo>
                  <a:lnTo>
                    <a:pt x="9963" y="214645"/>
                  </a:lnTo>
                  <a:lnTo>
                    <a:pt x="11845" y="219603"/>
                  </a:lnTo>
                  <a:lnTo>
                    <a:pt x="13883" y="224498"/>
                  </a:lnTo>
                  <a:lnTo>
                    <a:pt x="16076" y="229327"/>
                  </a:lnTo>
                  <a:lnTo>
                    <a:pt x="18421" y="234083"/>
                  </a:lnTo>
                  <a:lnTo>
                    <a:pt x="20916" y="238763"/>
                  </a:lnTo>
                  <a:lnTo>
                    <a:pt x="23558" y="243361"/>
                  </a:lnTo>
                  <a:lnTo>
                    <a:pt x="26344" y="247873"/>
                  </a:lnTo>
                  <a:lnTo>
                    <a:pt x="29272" y="252295"/>
                  </a:lnTo>
                  <a:lnTo>
                    <a:pt x="32339" y="256621"/>
                  </a:lnTo>
                  <a:lnTo>
                    <a:pt x="35541" y="260848"/>
                  </a:lnTo>
                  <a:lnTo>
                    <a:pt x="38876" y="264971"/>
                  </a:lnTo>
                  <a:lnTo>
                    <a:pt x="42340" y="268986"/>
                  </a:lnTo>
                  <a:lnTo>
                    <a:pt x="45930" y="272890"/>
                  </a:lnTo>
                  <a:lnTo>
                    <a:pt x="49641" y="276677"/>
                  </a:lnTo>
                  <a:lnTo>
                    <a:pt x="53471" y="280345"/>
                  </a:lnTo>
                  <a:lnTo>
                    <a:pt x="57416" y="283890"/>
                  </a:lnTo>
                  <a:lnTo>
                    <a:pt x="61470" y="287308"/>
                  </a:lnTo>
                  <a:lnTo>
                    <a:pt x="65631" y="290595"/>
                  </a:lnTo>
                  <a:lnTo>
                    <a:pt x="69895" y="293749"/>
                  </a:lnTo>
                  <a:lnTo>
                    <a:pt x="74256" y="296766"/>
                  </a:lnTo>
                  <a:lnTo>
                    <a:pt x="78711" y="299643"/>
                  </a:lnTo>
                  <a:lnTo>
                    <a:pt x="83254" y="302377"/>
                  </a:lnTo>
                  <a:lnTo>
                    <a:pt x="87883" y="304966"/>
                  </a:lnTo>
                  <a:lnTo>
                    <a:pt x="92591" y="307407"/>
                  </a:lnTo>
                  <a:lnTo>
                    <a:pt x="97374" y="309697"/>
                  </a:lnTo>
                  <a:lnTo>
                    <a:pt x="102227" y="311834"/>
                  </a:lnTo>
                  <a:lnTo>
                    <a:pt x="107145" y="313816"/>
                  </a:lnTo>
                  <a:lnTo>
                    <a:pt x="112124" y="315642"/>
                  </a:lnTo>
                  <a:lnTo>
                    <a:pt x="117159" y="317308"/>
                  </a:lnTo>
                  <a:lnTo>
                    <a:pt x="122244" y="318814"/>
                  </a:lnTo>
                  <a:lnTo>
                    <a:pt x="127373" y="320158"/>
                  </a:lnTo>
                  <a:lnTo>
                    <a:pt x="132543" y="321339"/>
                  </a:lnTo>
                  <a:lnTo>
                    <a:pt x="137748" y="322354"/>
                  </a:lnTo>
                  <a:lnTo>
                    <a:pt x="142983" y="323205"/>
                  </a:lnTo>
                  <a:lnTo>
                    <a:pt x="148241" y="323889"/>
                  </a:lnTo>
                  <a:lnTo>
                    <a:pt x="153519" y="324405"/>
                  </a:lnTo>
                  <a:lnTo>
                    <a:pt x="158811" y="324754"/>
                  </a:lnTo>
                  <a:lnTo>
                    <a:pt x="164111" y="324935"/>
                  </a:lnTo>
                  <a:lnTo>
                    <a:pt x="169414" y="324948"/>
                  </a:lnTo>
                  <a:lnTo>
                    <a:pt x="174714" y="324793"/>
                  </a:lnTo>
                  <a:lnTo>
                    <a:pt x="180008" y="324469"/>
                  </a:lnTo>
                  <a:lnTo>
                    <a:pt x="185288" y="323978"/>
                  </a:lnTo>
                  <a:lnTo>
                    <a:pt x="190550" y="323320"/>
                  </a:lnTo>
                  <a:lnTo>
                    <a:pt x="195788" y="322495"/>
                  </a:lnTo>
                  <a:lnTo>
                    <a:pt x="200998" y="321504"/>
                  </a:lnTo>
                  <a:lnTo>
                    <a:pt x="206174" y="320349"/>
                  </a:lnTo>
                  <a:lnTo>
                    <a:pt x="211310" y="319030"/>
                  </a:lnTo>
                  <a:lnTo>
                    <a:pt x="216402" y="317548"/>
                  </a:lnTo>
                  <a:lnTo>
                    <a:pt x="221444" y="315906"/>
                  </a:lnTo>
                  <a:lnTo>
                    <a:pt x="226432" y="314105"/>
                  </a:lnTo>
                  <a:lnTo>
                    <a:pt x="231360" y="312147"/>
                  </a:lnTo>
                  <a:lnTo>
                    <a:pt x="236224" y="310033"/>
                  </a:lnTo>
                  <a:lnTo>
                    <a:pt x="241018" y="307766"/>
                  </a:lnTo>
                  <a:lnTo>
                    <a:pt x="245737" y="305348"/>
                  </a:lnTo>
                  <a:lnTo>
                    <a:pt x="250378" y="302781"/>
                  </a:lnTo>
                  <a:lnTo>
                    <a:pt x="254935" y="300069"/>
                  </a:lnTo>
                  <a:lnTo>
                    <a:pt x="259404" y="297214"/>
                  </a:lnTo>
                  <a:lnTo>
                    <a:pt x="263779" y="294218"/>
                  </a:lnTo>
                  <a:lnTo>
                    <a:pt x="268058" y="291085"/>
                  </a:lnTo>
                  <a:lnTo>
                    <a:pt x="272235" y="287817"/>
                  </a:lnTo>
                  <a:lnTo>
                    <a:pt x="276306" y="284419"/>
                  </a:lnTo>
                  <a:lnTo>
                    <a:pt x="280268" y="280894"/>
                  </a:lnTo>
                  <a:lnTo>
                    <a:pt x="284115" y="277245"/>
                  </a:lnTo>
                  <a:lnTo>
                    <a:pt x="287845" y="273475"/>
                  </a:lnTo>
                  <a:lnTo>
                    <a:pt x="291454" y="269589"/>
                  </a:lnTo>
                  <a:lnTo>
                    <a:pt x="294937" y="265590"/>
                  </a:lnTo>
                  <a:lnTo>
                    <a:pt x="298292" y="261483"/>
                  </a:lnTo>
                  <a:lnTo>
                    <a:pt x="301515" y="257272"/>
                  </a:lnTo>
                  <a:lnTo>
                    <a:pt x="304602" y="252961"/>
                  </a:lnTo>
                  <a:lnTo>
                    <a:pt x="307552" y="248554"/>
                  </a:lnTo>
                  <a:lnTo>
                    <a:pt x="310360" y="244055"/>
                  </a:lnTo>
                  <a:lnTo>
                    <a:pt x="313024" y="239470"/>
                  </a:lnTo>
                  <a:lnTo>
                    <a:pt x="315541" y="234802"/>
                  </a:lnTo>
                  <a:lnTo>
                    <a:pt x="317909" y="230057"/>
                  </a:lnTo>
                  <a:lnTo>
                    <a:pt x="320125" y="225239"/>
                  </a:lnTo>
                  <a:lnTo>
                    <a:pt x="322187" y="220354"/>
                  </a:lnTo>
                  <a:lnTo>
                    <a:pt x="324094" y="215405"/>
                  </a:lnTo>
                  <a:lnTo>
                    <a:pt x="325842" y="210399"/>
                  </a:lnTo>
                  <a:lnTo>
                    <a:pt x="327431" y="205339"/>
                  </a:lnTo>
                  <a:lnTo>
                    <a:pt x="328858" y="200232"/>
                  </a:lnTo>
                  <a:lnTo>
                    <a:pt x="330123" y="195082"/>
                  </a:lnTo>
                  <a:lnTo>
                    <a:pt x="331223" y="189894"/>
                  </a:lnTo>
                  <a:lnTo>
                    <a:pt x="332159" y="184674"/>
                  </a:lnTo>
                  <a:lnTo>
                    <a:pt x="332929" y="179428"/>
                  </a:lnTo>
                  <a:lnTo>
                    <a:pt x="333531" y="174159"/>
                  </a:lnTo>
                  <a:lnTo>
                    <a:pt x="333967" y="168874"/>
                  </a:lnTo>
                  <a:lnTo>
                    <a:pt x="334234" y="163577"/>
                  </a:lnTo>
                  <a:lnTo>
                    <a:pt x="334333" y="158275"/>
                  </a:lnTo>
                  <a:lnTo>
                    <a:pt x="334264" y="152973"/>
                  </a:lnTo>
                  <a:lnTo>
                    <a:pt x="334027" y="147675"/>
                  </a:lnTo>
                  <a:lnTo>
                    <a:pt x="333622" y="142387"/>
                  </a:lnTo>
                  <a:lnTo>
                    <a:pt x="333050" y="137115"/>
                  </a:lnTo>
                  <a:lnTo>
                    <a:pt x="332310" y="131864"/>
                  </a:lnTo>
                  <a:lnTo>
                    <a:pt x="331405" y="126639"/>
                  </a:lnTo>
                  <a:lnTo>
                    <a:pt x="330334" y="121445"/>
                  </a:lnTo>
                  <a:lnTo>
                    <a:pt x="329099" y="116288"/>
                  </a:lnTo>
                  <a:lnTo>
                    <a:pt x="327701" y="111173"/>
                  </a:lnTo>
                  <a:lnTo>
                    <a:pt x="326141" y="106104"/>
                  </a:lnTo>
                  <a:lnTo>
                    <a:pt x="324422" y="101088"/>
                  </a:lnTo>
                  <a:lnTo>
                    <a:pt x="322544" y="96128"/>
                  </a:lnTo>
                  <a:lnTo>
                    <a:pt x="320510" y="91231"/>
                  </a:lnTo>
                  <a:lnTo>
                    <a:pt x="318321" y="86401"/>
                  </a:lnTo>
                  <a:lnTo>
                    <a:pt x="315980" y="81642"/>
                  </a:lnTo>
                  <a:lnTo>
                    <a:pt x="313490" y="76960"/>
                  </a:lnTo>
                  <a:lnTo>
                    <a:pt x="310852" y="72360"/>
                  </a:lnTo>
                  <a:lnTo>
                    <a:pt x="308070" y="67845"/>
                  </a:lnTo>
                  <a:lnTo>
                    <a:pt x="305146" y="63421"/>
                  </a:lnTo>
                  <a:lnTo>
                    <a:pt x="302083" y="59092"/>
                  </a:lnTo>
                  <a:lnTo>
                    <a:pt x="298884" y="54862"/>
                  </a:lnTo>
                  <a:lnTo>
                    <a:pt x="295553" y="50736"/>
                  </a:lnTo>
                  <a:lnTo>
                    <a:pt x="292093" y="46718"/>
                  </a:lnTo>
                  <a:lnTo>
                    <a:pt x="288507" y="42811"/>
                  </a:lnTo>
                  <a:lnTo>
                    <a:pt x="284798" y="39020"/>
                  </a:lnTo>
                  <a:lnTo>
                    <a:pt x="280972" y="35349"/>
                  </a:lnTo>
                  <a:lnTo>
                    <a:pt x="277031" y="31801"/>
                  </a:lnTo>
                  <a:lnTo>
                    <a:pt x="272979" y="28379"/>
                  </a:lnTo>
                  <a:lnTo>
                    <a:pt x="268821" y="25088"/>
                  </a:lnTo>
                  <a:lnTo>
                    <a:pt x="264560" y="21930"/>
                  </a:lnTo>
                  <a:lnTo>
                    <a:pt x="260202" y="18910"/>
                  </a:lnTo>
                  <a:lnTo>
                    <a:pt x="255750" y="16029"/>
                  </a:lnTo>
                  <a:lnTo>
                    <a:pt x="251208" y="13290"/>
                  </a:lnTo>
                  <a:lnTo>
                    <a:pt x="246582" y="10697"/>
                  </a:lnTo>
                  <a:lnTo>
                    <a:pt x="241877" y="8252"/>
                  </a:lnTo>
                  <a:lnTo>
                    <a:pt x="237096" y="5958"/>
                  </a:lnTo>
                  <a:lnTo>
                    <a:pt x="232244" y="3816"/>
                  </a:lnTo>
                  <a:lnTo>
                    <a:pt x="227328" y="1829"/>
                  </a:lnTo>
                  <a:lnTo>
                    <a:pt x="222350" y="0"/>
                  </a:lnTo>
                  <a:lnTo>
                    <a:pt x="167167" y="1577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023544" y="941493"/>
              <a:ext cx="55183" cy="167167"/>
            </a:xfrm>
            <a:custGeom>
              <a:avLst/>
              <a:pathLst>
                <a:path w="55183" h="167167">
                  <a:moveTo>
                    <a:pt x="55183" y="9370"/>
                  </a:moveTo>
                  <a:lnTo>
                    <a:pt x="49248" y="7418"/>
                  </a:lnTo>
                  <a:lnTo>
                    <a:pt x="43243" y="5690"/>
                  </a:lnTo>
                  <a:lnTo>
                    <a:pt x="37178" y="4186"/>
                  </a:lnTo>
                  <a:lnTo>
                    <a:pt x="31062" y="2911"/>
                  </a:lnTo>
                  <a:lnTo>
                    <a:pt x="24901" y="1865"/>
                  </a:lnTo>
                  <a:lnTo>
                    <a:pt x="18706" y="1049"/>
                  </a:lnTo>
                  <a:lnTo>
                    <a:pt x="12485" y="466"/>
                  </a:lnTo>
                  <a:lnTo>
                    <a:pt x="6247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188" y="941493"/>
              <a:ext cx="167027" cy="167167"/>
            </a:xfrm>
            <a:custGeom>
              <a:avLst/>
              <a:pathLst>
                <a:path w="167027" h="167167">
                  <a:moveTo>
                    <a:pt x="167027" y="0"/>
                  </a:moveTo>
                  <a:lnTo>
                    <a:pt x="161587" y="88"/>
                  </a:lnTo>
                  <a:lnTo>
                    <a:pt x="156152" y="354"/>
                  </a:lnTo>
                  <a:lnTo>
                    <a:pt x="150729" y="796"/>
                  </a:lnTo>
                  <a:lnTo>
                    <a:pt x="145322" y="1415"/>
                  </a:lnTo>
                  <a:lnTo>
                    <a:pt x="139939" y="2209"/>
                  </a:lnTo>
                  <a:lnTo>
                    <a:pt x="134585" y="3178"/>
                  </a:lnTo>
                  <a:lnTo>
                    <a:pt x="129265" y="4321"/>
                  </a:lnTo>
                  <a:lnTo>
                    <a:pt x="123985" y="5636"/>
                  </a:lnTo>
                  <a:lnTo>
                    <a:pt x="118751" y="7122"/>
                  </a:lnTo>
                  <a:lnTo>
                    <a:pt x="113567" y="8778"/>
                  </a:lnTo>
                  <a:lnTo>
                    <a:pt x="108441" y="10602"/>
                  </a:lnTo>
                  <a:lnTo>
                    <a:pt x="103376" y="12592"/>
                  </a:lnTo>
                  <a:lnTo>
                    <a:pt x="98379" y="14745"/>
                  </a:lnTo>
                  <a:lnTo>
                    <a:pt x="93455" y="17060"/>
                  </a:lnTo>
                  <a:lnTo>
                    <a:pt x="88608" y="19534"/>
                  </a:lnTo>
                  <a:lnTo>
                    <a:pt x="83845" y="22165"/>
                  </a:lnTo>
                  <a:lnTo>
                    <a:pt x="79170" y="24949"/>
                  </a:lnTo>
                  <a:lnTo>
                    <a:pt x="74588" y="27883"/>
                  </a:lnTo>
                  <a:lnTo>
                    <a:pt x="70104" y="30966"/>
                  </a:lnTo>
                  <a:lnTo>
                    <a:pt x="65722" y="34192"/>
                  </a:lnTo>
                  <a:lnTo>
                    <a:pt x="61448" y="37560"/>
                  </a:lnTo>
                  <a:lnTo>
                    <a:pt x="57286" y="41065"/>
                  </a:lnTo>
                  <a:lnTo>
                    <a:pt x="53240" y="44703"/>
                  </a:lnTo>
                  <a:lnTo>
                    <a:pt x="49315" y="48471"/>
                  </a:lnTo>
                  <a:lnTo>
                    <a:pt x="45514" y="52365"/>
                  </a:lnTo>
                  <a:lnTo>
                    <a:pt x="41842" y="56381"/>
                  </a:lnTo>
                  <a:lnTo>
                    <a:pt x="38303" y="60514"/>
                  </a:lnTo>
                  <a:lnTo>
                    <a:pt x="34900" y="64760"/>
                  </a:lnTo>
                  <a:lnTo>
                    <a:pt x="31637" y="69114"/>
                  </a:lnTo>
                  <a:lnTo>
                    <a:pt x="28517" y="73573"/>
                  </a:lnTo>
                  <a:lnTo>
                    <a:pt x="25544" y="78130"/>
                  </a:lnTo>
                  <a:lnTo>
                    <a:pt x="22722" y="82782"/>
                  </a:lnTo>
                  <a:lnTo>
                    <a:pt x="20052" y="87523"/>
                  </a:lnTo>
                  <a:lnTo>
                    <a:pt x="17537" y="92349"/>
                  </a:lnTo>
                  <a:lnTo>
                    <a:pt x="15182" y="97254"/>
                  </a:lnTo>
                  <a:lnTo>
                    <a:pt x="12987" y="102233"/>
                  </a:lnTo>
                  <a:lnTo>
                    <a:pt x="10955" y="107281"/>
                  </a:lnTo>
                  <a:lnTo>
                    <a:pt x="9089" y="112392"/>
                  </a:lnTo>
                  <a:lnTo>
                    <a:pt x="7390" y="117561"/>
                  </a:lnTo>
                  <a:lnTo>
                    <a:pt x="5860" y="122783"/>
                  </a:lnTo>
                  <a:lnTo>
                    <a:pt x="4501" y="128052"/>
                  </a:lnTo>
                  <a:lnTo>
                    <a:pt x="3314" y="133362"/>
                  </a:lnTo>
                  <a:lnTo>
                    <a:pt x="2300" y="138709"/>
                  </a:lnTo>
                  <a:lnTo>
                    <a:pt x="1461" y="144085"/>
                  </a:lnTo>
                  <a:lnTo>
                    <a:pt x="798" y="149486"/>
                  </a:lnTo>
                  <a:lnTo>
                    <a:pt x="310" y="154905"/>
                  </a:lnTo>
                  <a:lnTo>
                    <a:pt x="0" y="160338"/>
                  </a:lnTo>
                  <a:lnTo>
                    <a:pt x="16702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188" y="1101831"/>
              <a:ext cx="167027" cy="6829"/>
            </a:xfrm>
            <a:custGeom>
              <a:avLst/>
              <a:pathLst>
                <a:path w="167027" h="6829">
                  <a:moveTo>
                    <a:pt x="0" y="0"/>
                  </a:moveTo>
                  <a:lnTo>
                    <a:pt x="167027" y="68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188" y="1101831"/>
              <a:ext cx="167027" cy="6829"/>
            </a:xfrm>
            <a:custGeom>
              <a:avLst/>
              <a:pathLst>
                <a:path w="167027" h="6829">
                  <a:moveTo>
                    <a:pt x="0" y="0"/>
                  </a:moveTo>
                  <a:lnTo>
                    <a:pt x="167027" y="68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188" y="1101831"/>
              <a:ext cx="167027" cy="6829"/>
            </a:xfrm>
            <a:custGeom>
              <a:avLst/>
              <a:pathLst>
                <a:path w="167027" h="6829">
                  <a:moveTo>
                    <a:pt x="0" y="0"/>
                  </a:moveTo>
                  <a:lnTo>
                    <a:pt x="167027" y="68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188" y="1101831"/>
              <a:ext cx="167027" cy="6829"/>
            </a:xfrm>
            <a:custGeom>
              <a:avLst/>
              <a:pathLst>
                <a:path w="167027" h="6829">
                  <a:moveTo>
                    <a:pt x="0" y="0"/>
                  </a:moveTo>
                  <a:lnTo>
                    <a:pt x="167027" y="68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188" y="1101831"/>
              <a:ext cx="167027" cy="6829"/>
            </a:xfrm>
            <a:custGeom>
              <a:avLst/>
              <a:pathLst>
                <a:path w="167027" h="6829">
                  <a:moveTo>
                    <a:pt x="0" y="0"/>
                  </a:moveTo>
                  <a:lnTo>
                    <a:pt x="167027" y="6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188" y="1101831"/>
              <a:ext cx="167027" cy="6829"/>
            </a:xfrm>
            <a:custGeom>
              <a:avLst/>
              <a:pathLst>
                <a:path w="167027" h="6829">
                  <a:moveTo>
                    <a:pt x="0" y="0"/>
                  </a:moveTo>
                  <a:lnTo>
                    <a:pt x="167027" y="6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188" y="1101831"/>
              <a:ext cx="167027" cy="6829"/>
            </a:xfrm>
            <a:custGeom>
              <a:avLst/>
              <a:pathLst>
                <a:path w="167027" h="6829">
                  <a:moveTo>
                    <a:pt x="0" y="0"/>
                  </a:moveTo>
                  <a:lnTo>
                    <a:pt x="167027" y="6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188" y="1101831"/>
              <a:ext cx="167027" cy="6829"/>
            </a:xfrm>
            <a:custGeom>
              <a:avLst/>
              <a:pathLst>
                <a:path w="167027" h="6829">
                  <a:moveTo>
                    <a:pt x="0" y="0"/>
                  </a:moveTo>
                  <a:lnTo>
                    <a:pt x="167027" y="6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188" y="1101831"/>
              <a:ext cx="167027" cy="6829"/>
            </a:xfrm>
            <a:custGeom>
              <a:avLst/>
              <a:pathLst>
                <a:path w="167027" h="6829">
                  <a:moveTo>
                    <a:pt x="0" y="0"/>
                  </a:moveTo>
                  <a:lnTo>
                    <a:pt x="167027" y="68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188" y="1101831"/>
              <a:ext cx="167027" cy="6829"/>
            </a:xfrm>
            <a:custGeom>
              <a:avLst/>
              <a:pathLst>
                <a:path w="167027" h="6829">
                  <a:moveTo>
                    <a:pt x="0" y="0"/>
                  </a:moveTo>
                  <a:lnTo>
                    <a:pt x="167027" y="68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19188" y="1101831"/>
              <a:ext cx="167027" cy="6829"/>
            </a:xfrm>
            <a:custGeom>
              <a:avLst/>
              <a:pathLst>
                <a:path w="167027" h="6829">
                  <a:moveTo>
                    <a:pt x="0" y="0"/>
                  </a:moveTo>
                  <a:lnTo>
                    <a:pt x="167027" y="68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319188" y="1101831"/>
              <a:ext cx="167027" cy="6829"/>
            </a:xfrm>
            <a:custGeom>
              <a:avLst/>
              <a:pathLst>
                <a:path w="167027" h="6829">
                  <a:moveTo>
                    <a:pt x="0" y="0"/>
                  </a:moveTo>
                  <a:lnTo>
                    <a:pt x="167027" y="68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319188" y="1101831"/>
              <a:ext cx="167027" cy="6829"/>
            </a:xfrm>
            <a:custGeom>
              <a:avLst/>
              <a:pathLst>
                <a:path w="167027" h="6829">
                  <a:moveTo>
                    <a:pt x="0" y="0"/>
                  </a:moveTo>
                  <a:lnTo>
                    <a:pt x="167027" y="6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319188" y="1101831"/>
              <a:ext cx="167027" cy="6829"/>
            </a:xfrm>
            <a:custGeom>
              <a:avLst/>
              <a:pathLst>
                <a:path w="167027" h="6829">
                  <a:moveTo>
                    <a:pt x="0" y="0"/>
                  </a:moveTo>
                  <a:lnTo>
                    <a:pt x="167027" y="6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319188" y="1101831"/>
              <a:ext cx="167027" cy="6829"/>
            </a:xfrm>
            <a:custGeom>
              <a:avLst/>
              <a:pathLst>
                <a:path w="167027" h="6829">
                  <a:moveTo>
                    <a:pt x="0" y="0"/>
                  </a:moveTo>
                  <a:lnTo>
                    <a:pt x="167027" y="6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19188" y="1101831"/>
              <a:ext cx="167027" cy="6829"/>
            </a:xfrm>
            <a:custGeom>
              <a:avLst/>
              <a:pathLst>
                <a:path w="167027" h="6829">
                  <a:moveTo>
                    <a:pt x="0" y="0"/>
                  </a:moveTo>
                  <a:lnTo>
                    <a:pt x="167027" y="6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188" y="1101831"/>
              <a:ext cx="167027" cy="6829"/>
            </a:xfrm>
            <a:custGeom>
              <a:avLst/>
              <a:pathLst>
                <a:path w="167027" h="6829">
                  <a:moveTo>
                    <a:pt x="0" y="0"/>
                  </a:moveTo>
                  <a:lnTo>
                    <a:pt x="167027" y="68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19188" y="1101831"/>
              <a:ext cx="167027" cy="6829"/>
            </a:xfrm>
            <a:custGeom>
              <a:avLst/>
              <a:pathLst>
                <a:path w="167027" h="6829">
                  <a:moveTo>
                    <a:pt x="0" y="0"/>
                  </a:moveTo>
                  <a:lnTo>
                    <a:pt x="167027" y="68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319054" y="1101831"/>
              <a:ext cx="167161" cy="173018"/>
            </a:xfrm>
            <a:custGeom>
              <a:avLst/>
              <a:pathLst>
                <a:path w="167161" h="173018">
                  <a:moveTo>
                    <a:pt x="133" y="0"/>
                  </a:moveTo>
                  <a:lnTo>
                    <a:pt x="0" y="5461"/>
                  </a:lnTo>
                  <a:lnTo>
                    <a:pt x="44" y="10924"/>
                  </a:lnTo>
                  <a:lnTo>
                    <a:pt x="267" y="16383"/>
                  </a:lnTo>
                  <a:lnTo>
                    <a:pt x="668" y="21831"/>
                  </a:lnTo>
                  <a:lnTo>
                    <a:pt x="1248" y="27264"/>
                  </a:lnTo>
                  <a:lnTo>
                    <a:pt x="2004" y="32674"/>
                  </a:lnTo>
                  <a:lnTo>
                    <a:pt x="2937" y="38057"/>
                  </a:lnTo>
                  <a:lnTo>
                    <a:pt x="4045" y="43407"/>
                  </a:lnTo>
                  <a:lnTo>
                    <a:pt x="5327" y="48718"/>
                  </a:lnTo>
                  <a:lnTo>
                    <a:pt x="6782" y="53984"/>
                  </a:lnTo>
                  <a:lnTo>
                    <a:pt x="8409" y="59199"/>
                  </a:lnTo>
                  <a:lnTo>
                    <a:pt x="10205" y="64359"/>
                  </a:lnTo>
                  <a:lnTo>
                    <a:pt x="12169" y="69457"/>
                  </a:lnTo>
                  <a:lnTo>
                    <a:pt x="14298" y="74488"/>
                  </a:lnTo>
                  <a:lnTo>
                    <a:pt x="16591" y="79447"/>
                  </a:lnTo>
                  <a:lnTo>
                    <a:pt x="19044" y="84328"/>
                  </a:lnTo>
                  <a:lnTo>
                    <a:pt x="21655" y="89127"/>
                  </a:lnTo>
                  <a:lnTo>
                    <a:pt x="24422" y="93838"/>
                  </a:lnTo>
                  <a:lnTo>
                    <a:pt x="27342" y="98456"/>
                  </a:lnTo>
                  <a:lnTo>
                    <a:pt x="30411" y="102975"/>
                  </a:lnTo>
                  <a:lnTo>
                    <a:pt x="33625" y="107393"/>
                  </a:lnTo>
                  <a:lnTo>
                    <a:pt x="36983" y="111703"/>
                  </a:lnTo>
                  <a:lnTo>
                    <a:pt x="40479" y="115900"/>
                  </a:lnTo>
                  <a:lnTo>
                    <a:pt x="44111" y="119982"/>
                  </a:lnTo>
                  <a:lnTo>
                    <a:pt x="47874" y="123942"/>
                  </a:lnTo>
                  <a:lnTo>
                    <a:pt x="51765" y="127778"/>
                  </a:lnTo>
                  <a:lnTo>
                    <a:pt x="55779" y="131484"/>
                  </a:lnTo>
                  <a:lnTo>
                    <a:pt x="59911" y="135057"/>
                  </a:lnTo>
                  <a:lnTo>
                    <a:pt x="64159" y="138493"/>
                  </a:lnTo>
                  <a:lnTo>
                    <a:pt x="68516" y="141788"/>
                  </a:lnTo>
                  <a:lnTo>
                    <a:pt x="72979" y="144940"/>
                  </a:lnTo>
                  <a:lnTo>
                    <a:pt x="77542" y="147944"/>
                  </a:lnTo>
                  <a:lnTo>
                    <a:pt x="82201" y="150797"/>
                  </a:lnTo>
                  <a:lnTo>
                    <a:pt x="86951" y="153496"/>
                  </a:lnTo>
                  <a:lnTo>
                    <a:pt x="91787" y="156039"/>
                  </a:lnTo>
                  <a:lnTo>
                    <a:pt x="96703" y="158422"/>
                  </a:lnTo>
                  <a:lnTo>
                    <a:pt x="101694" y="160644"/>
                  </a:lnTo>
                  <a:lnTo>
                    <a:pt x="106755" y="162701"/>
                  </a:lnTo>
                  <a:lnTo>
                    <a:pt x="111881" y="164591"/>
                  </a:lnTo>
                  <a:lnTo>
                    <a:pt x="117065" y="166314"/>
                  </a:lnTo>
                  <a:lnTo>
                    <a:pt x="122304" y="167865"/>
                  </a:lnTo>
                  <a:lnTo>
                    <a:pt x="127590" y="169245"/>
                  </a:lnTo>
                  <a:lnTo>
                    <a:pt x="132918" y="170451"/>
                  </a:lnTo>
                  <a:lnTo>
                    <a:pt x="138283" y="171483"/>
                  </a:lnTo>
                  <a:lnTo>
                    <a:pt x="143679" y="172339"/>
                  </a:lnTo>
                  <a:lnTo>
                    <a:pt x="149100" y="173018"/>
                  </a:lnTo>
                  <a:lnTo>
                    <a:pt x="167161" y="68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468154" y="941493"/>
              <a:ext cx="185221" cy="334321"/>
            </a:xfrm>
            <a:custGeom>
              <a:avLst/>
              <a:pathLst>
                <a:path w="185221" h="334321">
                  <a:moveTo>
                    <a:pt x="0" y="333356"/>
                  </a:moveTo>
                  <a:lnTo>
                    <a:pt x="5303" y="333847"/>
                  </a:lnTo>
                  <a:lnTo>
                    <a:pt x="10619" y="334169"/>
                  </a:lnTo>
                  <a:lnTo>
                    <a:pt x="15943" y="334321"/>
                  </a:lnTo>
                  <a:lnTo>
                    <a:pt x="21269" y="334304"/>
                  </a:lnTo>
                  <a:lnTo>
                    <a:pt x="26591" y="334117"/>
                  </a:lnTo>
                  <a:lnTo>
                    <a:pt x="31905" y="333760"/>
                  </a:lnTo>
                  <a:lnTo>
                    <a:pt x="37205" y="333235"/>
                  </a:lnTo>
                  <a:lnTo>
                    <a:pt x="42486" y="332540"/>
                  </a:lnTo>
                  <a:lnTo>
                    <a:pt x="47741" y="331678"/>
                  </a:lnTo>
                  <a:lnTo>
                    <a:pt x="52967" y="330649"/>
                  </a:lnTo>
                  <a:lnTo>
                    <a:pt x="58157" y="329455"/>
                  </a:lnTo>
                  <a:lnTo>
                    <a:pt x="63307" y="328095"/>
                  </a:lnTo>
                  <a:lnTo>
                    <a:pt x="68410" y="326572"/>
                  </a:lnTo>
                  <a:lnTo>
                    <a:pt x="73463" y="324887"/>
                  </a:lnTo>
                  <a:lnTo>
                    <a:pt x="78459" y="323042"/>
                  </a:lnTo>
                  <a:lnTo>
                    <a:pt x="83394" y="321039"/>
                  </a:lnTo>
                  <a:lnTo>
                    <a:pt x="88262" y="318880"/>
                  </a:lnTo>
                  <a:lnTo>
                    <a:pt x="93060" y="316566"/>
                  </a:lnTo>
                  <a:lnTo>
                    <a:pt x="97781" y="314101"/>
                  </a:lnTo>
                  <a:lnTo>
                    <a:pt x="102421" y="311487"/>
                  </a:lnTo>
                  <a:lnTo>
                    <a:pt x="106976" y="308727"/>
                  </a:lnTo>
                  <a:lnTo>
                    <a:pt x="111440" y="305822"/>
                  </a:lnTo>
                  <a:lnTo>
                    <a:pt x="115810" y="302777"/>
                  </a:lnTo>
                  <a:lnTo>
                    <a:pt x="120080" y="299595"/>
                  </a:lnTo>
                  <a:lnTo>
                    <a:pt x="124247" y="296278"/>
                  </a:lnTo>
                  <a:lnTo>
                    <a:pt x="128306" y="292829"/>
                  </a:lnTo>
                  <a:lnTo>
                    <a:pt x="132253" y="289254"/>
                  </a:lnTo>
                  <a:lnTo>
                    <a:pt x="136084" y="285554"/>
                  </a:lnTo>
                  <a:lnTo>
                    <a:pt x="139796" y="281734"/>
                  </a:lnTo>
                  <a:lnTo>
                    <a:pt x="143384" y="277798"/>
                  </a:lnTo>
                  <a:lnTo>
                    <a:pt x="146844" y="273750"/>
                  </a:lnTo>
                  <a:lnTo>
                    <a:pt x="150174" y="269593"/>
                  </a:lnTo>
                  <a:lnTo>
                    <a:pt x="153370" y="265333"/>
                  </a:lnTo>
                  <a:lnTo>
                    <a:pt x="156428" y="260972"/>
                  </a:lnTo>
                  <a:lnTo>
                    <a:pt x="159346" y="256517"/>
                  </a:lnTo>
                  <a:lnTo>
                    <a:pt x="162121" y="251971"/>
                  </a:lnTo>
                  <a:lnTo>
                    <a:pt x="164749" y="247339"/>
                  </a:lnTo>
                  <a:lnTo>
                    <a:pt x="167229" y="242625"/>
                  </a:lnTo>
                  <a:lnTo>
                    <a:pt x="169557" y="237835"/>
                  </a:lnTo>
                  <a:lnTo>
                    <a:pt x="171731" y="232973"/>
                  </a:lnTo>
                  <a:lnTo>
                    <a:pt x="173750" y="228044"/>
                  </a:lnTo>
                  <a:lnTo>
                    <a:pt x="175610" y="223054"/>
                  </a:lnTo>
                  <a:lnTo>
                    <a:pt x="177310" y="218007"/>
                  </a:lnTo>
                  <a:lnTo>
                    <a:pt x="178849" y="212908"/>
                  </a:lnTo>
                  <a:lnTo>
                    <a:pt x="180225" y="207762"/>
                  </a:lnTo>
                  <a:lnTo>
                    <a:pt x="181435" y="202576"/>
                  </a:lnTo>
                  <a:lnTo>
                    <a:pt x="182480" y="197354"/>
                  </a:lnTo>
                  <a:lnTo>
                    <a:pt x="183359" y="192101"/>
                  </a:lnTo>
                  <a:lnTo>
                    <a:pt x="184069" y="186822"/>
                  </a:lnTo>
                  <a:lnTo>
                    <a:pt x="184611" y="181524"/>
                  </a:lnTo>
                  <a:lnTo>
                    <a:pt x="184984" y="176211"/>
                  </a:lnTo>
                  <a:lnTo>
                    <a:pt x="185187" y="170889"/>
                  </a:lnTo>
                  <a:lnTo>
                    <a:pt x="185221" y="165563"/>
                  </a:lnTo>
                  <a:lnTo>
                    <a:pt x="185085" y="160239"/>
                  </a:lnTo>
                  <a:lnTo>
                    <a:pt x="184780" y="154922"/>
                  </a:lnTo>
                  <a:lnTo>
                    <a:pt x="184305" y="149617"/>
                  </a:lnTo>
                  <a:lnTo>
                    <a:pt x="183661" y="144330"/>
                  </a:lnTo>
                  <a:lnTo>
                    <a:pt x="182850" y="139066"/>
                  </a:lnTo>
                  <a:lnTo>
                    <a:pt x="181871" y="133831"/>
                  </a:lnTo>
                  <a:lnTo>
                    <a:pt x="180726" y="128630"/>
                  </a:lnTo>
                  <a:lnTo>
                    <a:pt x="179416" y="123467"/>
                  </a:lnTo>
                  <a:lnTo>
                    <a:pt x="177942" y="118350"/>
                  </a:lnTo>
                  <a:lnTo>
                    <a:pt x="176306" y="113281"/>
                  </a:lnTo>
                  <a:lnTo>
                    <a:pt x="174509" y="108267"/>
                  </a:lnTo>
                  <a:lnTo>
                    <a:pt x="172553" y="103314"/>
                  </a:lnTo>
                  <a:lnTo>
                    <a:pt x="170440" y="98425"/>
                  </a:lnTo>
                  <a:lnTo>
                    <a:pt x="168173" y="93605"/>
                  </a:lnTo>
                  <a:lnTo>
                    <a:pt x="165754" y="88861"/>
                  </a:lnTo>
                  <a:lnTo>
                    <a:pt x="163184" y="84196"/>
                  </a:lnTo>
                  <a:lnTo>
                    <a:pt x="160467" y="79615"/>
                  </a:lnTo>
                  <a:lnTo>
                    <a:pt x="157606" y="75123"/>
                  </a:lnTo>
                  <a:lnTo>
                    <a:pt x="154603" y="70724"/>
                  </a:lnTo>
                  <a:lnTo>
                    <a:pt x="151462" y="66423"/>
                  </a:lnTo>
                  <a:lnTo>
                    <a:pt x="148185" y="62225"/>
                  </a:lnTo>
                  <a:lnTo>
                    <a:pt x="144775" y="58133"/>
                  </a:lnTo>
                  <a:lnTo>
                    <a:pt x="141238" y="54152"/>
                  </a:lnTo>
                  <a:lnTo>
                    <a:pt x="137575" y="50285"/>
                  </a:lnTo>
                  <a:lnTo>
                    <a:pt x="133791" y="46537"/>
                  </a:lnTo>
                  <a:lnTo>
                    <a:pt x="129890" y="42912"/>
                  </a:lnTo>
                  <a:lnTo>
                    <a:pt x="125875" y="39412"/>
                  </a:lnTo>
                  <a:lnTo>
                    <a:pt x="121750" y="36043"/>
                  </a:lnTo>
                  <a:lnTo>
                    <a:pt x="117520" y="32806"/>
                  </a:lnTo>
                  <a:lnTo>
                    <a:pt x="113190" y="29706"/>
                  </a:lnTo>
                  <a:lnTo>
                    <a:pt x="108762" y="26745"/>
                  </a:lnTo>
                  <a:lnTo>
                    <a:pt x="104243" y="23927"/>
                  </a:lnTo>
                  <a:lnTo>
                    <a:pt x="99636" y="21255"/>
                  </a:lnTo>
                  <a:lnTo>
                    <a:pt x="94947" y="18730"/>
                  </a:lnTo>
                  <a:lnTo>
                    <a:pt x="90179" y="16356"/>
                  </a:lnTo>
                  <a:lnTo>
                    <a:pt x="85338" y="14135"/>
                  </a:lnTo>
                  <a:lnTo>
                    <a:pt x="80429" y="12070"/>
                  </a:lnTo>
                  <a:lnTo>
                    <a:pt x="75457" y="10162"/>
                  </a:lnTo>
                  <a:lnTo>
                    <a:pt x="70426" y="8413"/>
                  </a:lnTo>
                  <a:lnTo>
                    <a:pt x="65342" y="6825"/>
                  </a:lnTo>
                  <a:lnTo>
                    <a:pt x="60211" y="5401"/>
                  </a:lnTo>
                  <a:lnTo>
                    <a:pt x="55036" y="4140"/>
                  </a:lnTo>
                  <a:lnTo>
                    <a:pt x="49824" y="3045"/>
                  </a:lnTo>
                  <a:lnTo>
                    <a:pt x="44579" y="2116"/>
                  </a:lnTo>
                  <a:lnTo>
                    <a:pt x="39308" y="1355"/>
                  </a:lnTo>
                  <a:lnTo>
                    <a:pt x="34015" y="763"/>
                  </a:lnTo>
                  <a:lnTo>
                    <a:pt x="28706" y="339"/>
                  </a:lnTo>
                  <a:lnTo>
                    <a:pt x="23386" y="84"/>
                  </a:lnTo>
                  <a:lnTo>
                    <a:pt x="18061" y="0"/>
                  </a:lnTo>
                  <a:lnTo>
                    <a:pt x="180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339" y="1071028"/>
              <a:ext cx="167161" cy="198265"/>
            </a:xfrm>
            <a:custGeom>
              <a:avLst/>
              <a:pathLst>
                <a:path w="167161" h="198265">
                  <a:moveTo>
                    <a:pt x="167161" y="0"/>
                  </a:moveTo>
                  <a:lnTo>
                    <a:pt x="161720" y="88"/>
                  </a:lnTo>
                  <a:lnTo>
                    <a:pt x="156285" y="354"/>
                  </a:lnTo>
                  <a:lnTo>
                    <a:pt x="150861" y="796"/>
                  </a:lnTo>
                  <a:lnTo>
                    <a:pt x="145455" y="1415"/>
                  </a:lnTo>
                  <a:lnTo>
                    <a:pt x="140071" y="2209"/>
                  </a:lnTo>
                  <a:lnTo>
                    <a:pt x="134717" y="3178"/>
                  </a:lnTo>
                  <a:lnTo>
                    <a:pt x="129396" y="4321"/>
                  </a:lnTo>
                  <a:lnTo>
                    <a:pt x="124116" y="5637"/>
                  </a:lnTo>
                  <a:lnTo>
                    <a:pt x="118881" y="7123"/>
                  </a:lnTo>
                  <a:lnTo>
                    <a:pt x="113698" y="8779"/>
                  </a:lnTo>
                  <a:lnTo>
                    <a:pt x="108571" y="10603"/>
                  </a:lnTo>
                  <a:lnTo>
                    <a:pt x="103506" y="12593"/>
                  </a:lnTo>
                  <a:lnTo>
                    <a:pt x="98509" y="14747"/>
                  </a:lnTo>
                  <a:lnTo>
                    <a:pt x="93584" y="17063"/>
                  </a:lnTo>
                  <a:lnTo>
                    <a:pt x="88737" y="19537"/>
                  </a:lnTo>
                  <a:lnTo>
                    <a:pt x="83974" y="22168"/>
                  </a:lnTo>
                  <a:lnTo>
                    <a:pt x="79298" y="24952"/>
                  </a:lnTo>
                  <a:lnTo>
                    <a:pt x="74716" y="27887"/>
                  </a:lnTo>
                  <a:lnTo>
                    <a:pt x="70232" y="30970"/>
                  </a:lnTo>
                  <a:lnTo>
                    <a:pt x="65850" y="34197"/>
                  </a:lnTo>
                  <a:lnTo>
                    <a:pt x="61576" y="37565"/>
                  </a:lnTo>
                  <a:lnTo>
                    <a:pt x="57414" y="41070"/>
                  </a:lnTo>
                  <a:lnTo>
                    <a:pt x="53368" y="44709"/>
                  </a:lnTo>
                  <a:lnTo>
                    <a:pt x="49442" y="48478"/>
                  </a:lnTo>
                  <a:lnTo>
                    <a:pt x="45641" y="52372"/>
                  </a:lnTo>
                  <a:lnTo>
                    <a:pt x="41969" y="56388"/>
                  </a:lnTo>
                  <a:lnTo>
                    <a:pt x="38430" y="60522"/>
                  </a:lnTo>
                  <a:lnTo>
                    <a:pt x="35027" y="64768"/>
                  </a:lnTo>
                  <a:lnTo>
                    <a:pt x="31764" y="69123"/>
                  </a:lnTo>
                  <a:lnTo>
                    <a:pt x="28645" y="73582"/>
                  </a:lnTo>
                  <a:lnTo>
                    <a:pt x="25672" y="78140"/>
                  </a:lnTo>
                  <a:lnTo>
                    <a:pt x="22849" y="82793"/>
                  </a:lnTo>
                  <a:lnTo>
                    <a:pt x="20180" y="87534"/>
                  </a:lnTo>
                  <a:lnTo>
                    <a:pt x="17666" y="92361"/>
                  </a:lnTo>
                  <a:lnTo>
                    <a:pt x="15310" y="97266"/>
                  </a:lnTo>
                  <a:lnTo>
                    <a:pt x="13115" y="102246"/>
                  </a:lnTo>
                  <a:lnTo>
                    <a:pt x="11084" y="107294"/>
                  </a:lnTo>
                  <a:lnTo>
                    <a:pt x="9218" y="112406"/>
                  </a:lnTo>
                  <a:lnTo>
                    <a:pt x="7519" y="117575"/>
                  </a:lnTo>
                  <a:lnTo>
                    <a:pt x="5990" y="122798"/>
                  </a:lnTo>
                  <a:lnTo>
                    <a:pt x="4631" y="128067"/>
                  </a:lnTo>
                  <a:lnTo>
                    <a:pt x="3444" y="133378"/>
                  </a:lnTo>
                  <a:lnTo>
                    <a:pt x="2431" y="138725"/>
                  </a:lnTo>
                  <a:lnTo>
                    <a:pt x="1593" y="144101"/>
                  </a:lnTo>
                  <a:lnTo>
                    <a:pt x="930" y="149502"/>
                  </a:lnTo>
                  <a:lnTo>
                    <a:pt x="443" y="154922"/>
                  </a:lnTo>
                  <a:lnTo>
                    <a:pt x="133" y="160355"/>
                  </a:lnTo>
                  <a:lnTo>
                    <a:pt x="0" y="165795"/>
                  </a:lnTo>
                  <a:lnTo>
                    <a:pt x="43" y="171237"/>
                  </a:lnTo>
                  <a:lnTo>
                    <a:pt x="264" y="176674"/>
                  </a:lnTo>
                  <a:lnTo>
                    <a:pt x="662" y="182101"/>
                  </a:lnTo>
                  <a:lnTo>
                    <a:pt x="1237" y="187513"/>
                  </a:lnTo>
                  <a:lnTo>
                    <a:pt x="1987" y="192902"/>
                  </a:lnTo>
                  <a:lnTo>
                    <a:pt x="2912" y="198265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0252" y="1238196"/>
              <a:ext cx="164249" cy="31097"/>
            </a:xfrm>
            <a:custGeom>
              <a:avLst/>
              <a:pathLst>
                <a:path w="164249" h="31097">
                  <a:moveTo>
                    <a:pt x="0" y="31097"/>
                  </a:moveTo>
                  <a:lnTo>
                    <a:pt x="16424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0252" y="1238196"/>
              <a:ext cx="164249" cy="31097"/>
            </a:xfrm>
            <a:custGeom>
              <a:avLst/>
              <a:pathLst>
                <a:path w="164249" h="31097">
                  <a:moveTo>
                    <a:pt x="0" y="31097"/>
                  </a:moveTo>
                  <a:lnTo>
                    <a:pt x="16424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0252" y="1238196"/>
              <a:ext cx="164249" cy="31097"/>
            </a:xfrm>
            <a:custGeom>
              <a:avLst/>
              <a:pathLst>
                <a:path w="164249" h="31097">
                  <a:moveTo>
                    <a:pt x="0" y="31097"/>
                  </a:moveTo>
                  <a:lnTo>
                    <a:pt x="16424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800252" y="1238196"/>
              <a:ext cx="164249" cy="31097"/>
            </a:xfrm>
            <a:custGeom>
              <a:avLst/>
              <a:pathLst>
                <a:path w="164249" h="31097">
                  <a:moveTo>
                    <a:pt x="0" y="31097"/>
                  </a:moveTo>
                  <a:lnTo>
                    <a:pt x="1642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800252" y="1238196"/>
              <a:ext cx="164249" cy="31097"/>
            </a:xfrm>
            <a:custGeom>
              <a:avLst/>
              <a:pathLst>
                <a:path w="164249" h="31097">
                  <a:moveTo>
                    <a:pt x="0" y="31097"/>
                  </a:moveTo>
                  <a:lnTo>
                    <a:pt x="1642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800252" y="1238196"/>
              <a:ext cx="164249" cy="31097"/>
            </a:xfrm>
            <a:custGeom>
              <a:avLst/>
              <a:pathLst>
                <a:path w="164249" h="31097">
                  <a:moveTo>
                    <a:pt x="0" y="31097"/>
                  </a:moveTo>
                  <a:lnTo>
                    <a:pt x="1642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800252" y="1238196"/>
              <a:ext cx="164249" cy="31097"/>
            </a:xfrm>
            <a:custGeom>
              <a:avLst/>
              <a:pathLst>
                <a:path w="164249" h="31097">
                  <a:moveTo>
                    <a:pt x="0" y="31097"/>
                  </a:moveTo>
                  <a:lnTo>
                    <a:pt x="1642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800252" y="1238196"/>
              <a:ext cx="164249" cy="31097"/>
            </a:xfrm>
            <a:custGeom>
              <a:avLst/>
              <a:pathLst>
                <a:path w="164249" h="31097">
                  <a:moveTo>
                    <a:pt x="0" y="31097"/>
                  </a:moveTo>
                  <a:lnTo>
                    <a:pt x="16424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800252" y="1238196"/>
              <a:ext cx="164249" cy="31097"/>
            </a:xfrm>
            <a:custGeom>
              <a:avLst/>
              <a:pathLst>
                <a:path w="164249" h="31097">
                  <a:moveTo>
                    <a:pt x="0" y="31097"/>
                  </a:moveTo>
                  <a:lnTo>
                    <a:pt x="16424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800252" y="1238196"/>
              <a:ext cx="164249" cy="31097"/>
            </a:xfrm>
            <a:custGeom>
              <a:avLst/>
              <a:pathLst>
                <a:path w="164249" h="31097">
                  <a:moveTo>
                    <a:pt x="0" y="31097"/>
                  </a:moveTo>
                  <a:lnTo>
                    <a:pt x="16424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800252" y="1238196"/>
              <a:ext cx="164249" cy="31097"/>
            </a:xfrm>
            <a:custGeom>
              <a:avLst/>
              <a:pathLst>
                <a:path w="164249" h="31097">
                  <a:moveTo>
                    <a:pt x="0" y="31097"/>
                  </a:moveTo>
                  <a:lnTo>
                    <a:pt x="16424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800252" y="1238196"/>
              <a:ext cx="164249" cy="31097"/>
            </a:xfrm>
            <a:custGeom>
              <a:avLst/>
              <a:pathLst>
                <a:path w="164249" h="31097">
                  <a:moveTo>
                    <a:pt x="0" y="31097"/>
                  </a:moveTo>
                  <a:lnTo>
                    <a:pt x="1642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800252" y="1238196"/>
              <a:ext cx="164249" cy="31097"/>
            </a:xfrm>
            <a:custGeom>
              <a:avLst/>
              <a:pathLst>
                <a:path w="164249" h="31097">
                  <a:moveTo>
                    <a:pt x="0" y="31097"/>
                  </a:moveTo>
                  <a:lnTo>
                    <a:pt x="1642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800252" y="1238196"/>
              <a:ext cx="164249" cy="31097"/>
            </a:xfrm>
            <a:custGeom>
              <a:avLst/>
              <a:pathLst>
                <a:path w="164249" h="31097">
                  <a:moveTo>
                    <a:pt x="0" y="31097"/>
                  </a:moveTo>
                  <a:lnTo>
                    <a:pt x="1642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800252" y="1238196"/>
              <a:ext cx="164249" cy="31097"/>
            </a:xfrm>
            <a:custGeom>
              <a:avLst/>
              <a:pathLst>
                <a:path w="164249" h="31097">
                  <a:moveTo>
                    <a:pt x="0" y="31097"/>
                  </a:moveTo>
                  <a:lnTo>
                    <a:pt x="1642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800252" y="1238196"/>
              <a:ext cx="164249" cy="31097"/>
            </a:xfrm>
            <a:custGeom>
              <a:avLst/>
              <a:pathLst>
                <a:path w="164249" h="31097">
                  <a:moveTo>
                    <a:pt x="0" y="31097"/>
                  </a:moveTo>
                  <a:lnTo>
                    <a:pt x="16424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800252" y="1238196"/>
              <a:ext cx="164249" cy="31097"/>
            </a:xfrm>
            <a:custGeom>
              <a:avLst/>
              <a:pathLst>
                <a:path w="164249" h="31097">
                  <a:moveTo>
                    <a:pt x="0" y="31097"/>
                  </a:moveTo>
                  <a:lnTo>
                    <a:pt x="16424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800252" y="1071298"/>
              <a:ext cx="331412" cy="334055"/>
            </a:xfrm>
            <a:custGeom>
              <a:avLst/>
              <a:pathLst>
                <a:path w="331412" h="334055">
                  <a:moveTo>
                    <a:pt x="0" y="197995"/>
                  </a:moveTo>
                  <a:lnTo>
                    <a:pt x="1067" y="203184"/>
                  </a:lnTo>
                  <a:lnTo>
                    <a:pt x="2299" y="208336"/>
                  </a:lnTo>
                  <a:lnTo>
                    <a:pt x="3693" y="213447"/>
                  </a:lnTo>
                  <a:lnTo>
                    <a:pt x="5249" y="218511"/>
                  </a:lnTo>
                  <a:lnTo>
                    <a:pt x="6964" y="223523"/>
                  </a:lnTo>
                  <a:lnTo>
                    <a:pt x="8837" y="228478"/>
                  </a:lnTo>
                  <a:lnTo>
                    <a:pt x="10867" y="233372"/>
                  </a:lnTo>
                  <a:lnTo>
                    <a:pt x="13050" y="238198"/>
                  </a:lnTo>
                  <a:lnTo>
                    <a:pt x="15385" y="242954"/>
                  </a:lnTo>
                  <a:lnTo>
                    <a:pt x="17870" y="247632"/>
                  </a:lnTo>
                  <a:lnTo>
                    <a:pt x="20502" y="252230"/>
                  </a:lnTo>
                  <a:lnTo>
                    <a:pt x="23278" y="256742"/>
                  </a:lnTo>
                  <a:lnTo>
                    <a:pt x="26195" y="261163"/>
                  </a:lnTo>
                  <a:lnTo>
                    <a:pt x="29251" y="265490"/>
                  </a:lnTo>
                  <a:lnTo>
                    <a:pt x="32443" y="269718"/>
                  </a:lnTo>
                  <a:lnTo>
                    <a:pt x="35767" y="273843"/>
                  </a:lnTo>
                  <a:lnTo>
                    <a:pt x="39221" y="277861"/>
                  </a:lnTo>
                  <a:lnTo>
                    <a:pt x="42799" y="281766"/>
                  </a:lnTo>
                  <a:lnTo>
                    <a:pt x="46500" y="285557"/>
                  </a:lnTo>
                  <a:lnTo>
                    <a:pt x="50319" y="289228"/>
                  </a:lnTo>
                  <a:lnTo>
                    <a:pt x="54252" y="292777"/>
                  </a:lnTo>
                  <a:lnTo>
                    <a:pt x="58296" y="296199"/>
                  </a:lnTo>
                  <a:lnTo>
                    <a:pt x="62446" y="299491"/>
                  </a:lnTo>
                  <a:lnTo>
                    <a:pt x="66699" y="302650"/>
                  </a:lnTo>
                  <a:lnTo>
                    <a:pt x="71049" y="305673"/>
                  </a:lnTo>
                  <a:lnTo>
                    <a:pt x="75493" y="308557"/>
                  </a:lnTo>
                  <a:lnTo>
                    <a:pt x="80027" y="311298"/>
                  </a:lnTo>
                  <a:lnTo>
                    <a:pt x="84644" y="313894"/>
                  </a:lnTo>
                  <a:lnTo>
                    <a:pt x="89342" y="316343"/>
                  </a:lnTo>
                  <a:lnTo>
                    <a:pt x="94115" y="318641"/>
                  </a:lnTo>
                  <a:lnTo>
                    <a:pt x="98958" y="320787"/>
                  </a:lnTo>
                  <a:lnTo>
                    <a:pt x="103867" y="322779"/>
                  </a:lnTo>
                  <a:lnTo>
                    <a:pt x="108837" y="324614"/>
                  </a:lnTo>
                  <a:lnTo>
                    <a:pt x="113862" y="326290"/>
                  </a:lnTo>
                  <a:lnTo>
                    <a:pt x="118938" y="327807"/>
                  </a:lnTo>
                  <a:lnTo>
                    <a:pt x="124059" y="329162"/>
                  </a:lnTo>
                  <a:lnTo>
                    <a:pt x="129221" y="330354"/>
                  </a:lnTo>
                  <a:lnTo>
                    <a:pt x="134417" y="331381"/>
                  </a:lnTo>
                  <a:lnTo>
                    <a:pt x="139644" y="332244"/>
                  </a:lnTo>
                  <a:lnTo>
                    <a:pt x="144896" y="332941"/>
                  </a:lnTo>
                  <a:lnTo>
                    <a:pt x="150167" y="333470"/>
                  </a:lnTo>
                  <a:lnTo>
                    <a:pt x="155452" y="333833"/>
                  </a:lnTo>
                  <a:lnTo>
                    <a:pt x="160746" y="334028"/>
                  </a:lnTo>
                  <a:lnTo>
                    <a:pt x="166043" y="334055"/>
                  </a:lnTo>
                  <a:lnTo>
                    <a:pt x="171339" y="333914"/>
                  </a:lnTo>
                  <a:lnTo>
                    <a:pt x="176627" y="333606"/>
                  </a:lnTo>
                  <a:lnTo>
                    <a:pt x="181903" y="333130"/>
                  </a:lnTo>
                  <a:lnTo>
                    <a:pt x="187162" y="332487"/>
                  </a:lnTo>
                  <a:lnTo>
                    <a:pt x="192397" y="331678"/>
                  </a:lnTo>
                  <a:lnTo>
                    <a:pt x="197604" y="330703"/>
                  </a:lnTo>
                  <a:lnTo>
                    <a:pt x="202778" y="329564"/>
                  </a:lnTo>
                  <a:lnTo>
                    <a:pt x="207913" y="328261"/>
                  </a:lnTo>
                  <a:lnTo>
                    <a:pt x="213004" y="326797"/>
                  </a:lnTo>
                  <a:lnTo>
                    <a:pt x="218046" y="325172"/>
                  </a:lnTo>
                  <a:lnTo>
                    <a:pt x="223034" y="323388"/>
                  </a:lnTo>
                  <a:lnTo>
                    <a:pt x="227963" y="321446"/>
                  </a:lnTo>
                  <a:lnTo>
                    <a:pt x="232828" y="319350"/>
                  </a:lnTo>
                  <a:lnTo>
                    <a:pt x="237624" y="317101"/>
                  </a:lnTo>
                  <a:lnTo>
                    <a:pt x="242347" y="314700"/>
                  </a:lnTo>
                  <a:lnTo>
                    <a:pt x="246991" y="312151"/>
                  </a:lnTo>
                  <a:lnTo>
                    <a:pt x="251552" y="309457"/>
                  </a:lnTo>
                  <a:lnTo>
                    <a:pt x="256025" y="306619"/>
                  </a:lnTo>
                  <a:lnTo>
                    <a:pt x="260406" y="303641"/>
                  </a:lnTo>
                  <a:lnTo>
                    <a:pt x="264690" y="300525"/>
                  </a:lnTo>
                  <a:lnTo>
                    <a:pt x="268874" y="297276"/>
                  </a:lnTo>
                  <a:lnTo>
                    <a:pt x="272953" y="293895"/>
                  </a:lnTo>
                  <a:lnTo>
                    <a:pt x="276922" y="290387"/>
                  </a:lnTo>
                  <a:lnTo>
                    <a:pt x="280779" y="286755"/>
                  </a:lnTo>
                  <a:lnTo>
                    <a:pt x="284518" y="283002"/>
                  </a:lnTo>
                  <a:lnTo>
                    <a:pt x="288136" y="279133"/>
                  </a:lnTo>
                  <a:lnTo>
                    <a:pt x="291630" y="275151"/>
                  </a:lnTo>
                  <a:lnTo>
                    <a:pt x="294997" y="271061"/>
                  </a:lnTo>
                  <a:lnTo>
                    <a:pt x="298231" y="266865"/>
                  </a:lnTo>
                  <a:lnTo>
                    <a:pt x="301332" y="262570"/>
                  </a:lnTo>
                  <a:lnTo>
                    <a:pt x="304294" y="258178"/>
                  </a:lnTo>
                  <a:lnTo>
                    <a:pt x="307116" y="253695"/>
                  </a:lnTo>
                  <a:lnTo>
                    <a:pt x="309795" y="249125"/>
                  </a:lnTo>
                  <a:lnTo>
                    <a:pt x="312327" y="244471"/>
                  </a:lnTo>
                  <a:lnTo>
                    <a:pt x="314711" y="239741"/>
                  </a:lnTo>
                  <a:lnTo>
                    <a:pt x="316943" y="234936"/>
                  </a:lnTo>
                  <a:lnTo>
                    <a:pt x="319023" y="230064"/>
                  </a:lnTo>
                  <a:lnTo>
                    <a:pt x="320946" y="225128"/>
                  </a:lnTo>
                  <a:lnTo>
                    <a:pt x="322713" y="220134"/>
                  </a:lnTo>
                  <a:lnTo>
                    <a:pt x="324320" y="215086"/>
                  </a:lnTo>
                  <a:lnTo>
                    <a:pt x="325767" y="209990"/>
                  </a:lnTo>
                  <a:lnTo>
                    <a:pt x="327051" y="204850"/>
                  </a:lnTo>
                  <a:lnTo>
                    <a:pt x="328172" y="199673"/>
                  </a:lnTo>
                  <a:lnTo>
                    <a:pt x="329128" y="194462"/>
                  </a:lnTo>
                  <a:lnTo>
                    <a:pt x="329919" y="189224"/>
                  </a:lnTo>
                  <a:lnTo>
                    <a:pt x="330543" y="183964"/>
                  </a:lnTo>
                  <a:lnTo>
                    <a:pt x="331000" y="178686"/>
                  </a:lnTo>
                  <a:lnTo>
                    <a:pt x="331290" y="173396"/>
                  </a:lnTo>
                  <a:lnTo>
                    <a:pt x="331412" y="168100"/>
                  </a:lnTo>
                  <a:lnTo>
                    <a:pt x="331366" y="162803"/>
                  </a:lnTo>
                  <a:lnTo>
                    <a:pt x="331153" y="157510"/>
                  </a:lnTo>
                  <a:lnTo>
                    <a:pt x="330771" y="152226"/>
                  </a:lnTo>
                  <a:lnTo>
                    <a:pt x="330223" y="146957"/>
                  </a:lnTo>
                  <a:lnTo>
                    <a:pt x="329508" y="141708"/>
                  </a:lnTo>
                  <a:lnTo>
                    <a:pt x="328627" y="136484"/>
                  </a:lnTo>
                  <a:lnTo>
                    <a:pt x="327580" y="131291"/>
                  </a:lnTo>
                  <a:lnTo>
                    <a:pt x="326370" y="126133"/>
                  </a:lnTo>
                  <a:lnTo>
                    <a:pt x="324997" y="121017"/>
                  </a:lnTo>
                  <a:lnTo>
                    <a:pt x="323463" y="115947"/>
                  </a:lnTo>
                  <a:lnTo>
                    <a:pt x="321768" y="110927"/>
                  </a:lnTo>
                  <a:lnTo>
                    <a:pt x="319916" y="105964"/>
                  </a:lnTo>
                  <a:lnTo>
                    <a:pt x="317907" y="101063"/>
                  </a:lnTo>
                  <a:lnTo>
                    <a:pt x="315744" y="96227"/>
                  </a:lnTo>
                  <a:lnTo>
                    <a:pt x="313428" y="91462"/>
                  </a:lnTo>
                  <a:lnTo>
                    <a:pt x="310963" y="86773"/>
                  </a:lnTo>
                  <a:lnTo>
                    <a:pt x="308351" y="82164"/>
                  </a:lnTo>
                  <a:lnTo>
                    <a:pt x="305594" y="77641"/>
                  </a:lnTo>
                  <a:lnTo>
                    <a:pt x="302694" y="73207"/>
                  </a:lnTo>
                  <a:lnTo>
                    <a:pt x="299656" y="68868"/>
                  </a:lnTo>
                  <a:lnTo>
                    <a:pt x="296482" y="64626"/>
                  </a:lnTo>
                  <a:lnTo>
                    <a:pt x="293175" y="60488"/>
                  </a:lnTo>
                  <a:lnTo>
                    <a:pt x="289739" y="56456"/>
                  </a:lnTo>
                  <a:lnTo>
                    <a:pt x="286176" y="52535"/>
                  </a:lnTo>
                  <a:lnTo>
                    <a:pt x="282491" y="48729"/>
                  </a:lnTo>
                  <a:lnTo>
                    <a:pt x="278688" y="45042"/>
                  </a:lnTo>
                  <a:lnTo>
                    <a:pt x="274769" y="41477"/>
                  </a:lnTo>
                  <a:lnTo>
                    <a:pt x="270740" y="38038"/>
                  </a:lnTo>
                  <a:lnTo>
                    <a:pt x="266603" y="34729"/>
                  </a:lnTo>
                  <a:lnTo>
                    <a:pt x="262364" y="31552"/>
                  </a:lnTo>
                  <a:lnTo>
                    <a:pt x="258026" y="28511"/>
                  </a:lnTo>
                  <a:lnTo>
                    <a:pt x="253594" y="25609"/>
                  </a:lnTo>
                  <a:lnTo>
                    <a:pt x="249072" y="22849"/>
                  </a:lnTo>
                  <a:lnTo>
                    <a:pt x="244466" y="20233"/>
                  </a:lnTo>
                  <a:lnTo>
                    <a:pt x="239778" y="17765"/>
                  </a:lnTo>
                  <a:lnTo>
                    <a:pt x="235015" y="15447"/>
                  </a:lnTo>
                  <a:lnTo>
                    <a:pt x="230180" y="13281"/>
                  </a:lnTo>
                  <a:lnTo>
                    <a:pt x="225280" y="11269"/>
                  </a:lnTo>
                  <a:lnTo>
                    <a:pt x="220318" y="9413"/>
                  </a:lnTo>
                  <a:lnTo>
                    <a:pt x="215300" y="7716"/>
                  </a:lnTo>
                  <a:lnTo>
                    <a:pt x="210230" y="6178"/>
                  </a:lnTo>
                  <a:lnTo>
                    <a:pt x="205115" y="4802"/>
                  </a:lnTo>
                  <a:lnTo>
                    <a:pt x="199958" y="3588"/>
                  </a:lnTo>
                  <a:lnTo>
                    <a:pt x="194766" y="2539"/>
                  </a:lnTo>
                  <a:lnTo>
                    <a:pt x="189542" y="1654"/>
                  </a:lnTo>
                  <a:lnTo>
                    <a:pt x="184294" y="936"/>
                  </a:lnTo>
                  <a:lnTo>
                    <a:pt x="179025" y="384"/>
                  </a:lnTo>
                  <a:lnTo>
                    <a:pt x="173742" y="0"/>
                  </a:lnTo>
                  <a:lnTo>
                    <a:pt x="164249" y="1668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964501" y="1071028"/>
              <a:ext cx="9492" cy="167167"/>
            </a:xfrm>
            <a:custGeom>
              <a:avLst/>
              <a:pathLst>
                <a:path w="9492" h="167167">
                  <a:moveTo>
                    <a:pt x="9492" y="26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3593" y="1322571"/>
              <a:ext cx="55127" cy="167167"/>
            </a:xfrm>
            <a:custGeom>
              <a:avLst/>
              <a:pathLst>
                <a:path w="55127" h="167167">
                  <a:moveTo>
                    <a:pt x="55127" y="0"/>
                  </a:moveTo>
                  <a:lnTo>
                    <a:pt x="48886" y="116"/>
                  </a:lnTo>
                  <a:lnTo>
                    <a:pt x="42654" y="465"/>
                  </a:lnTo>
                  <a:lnTo>
                    <a:pt x="36440" y="1047"/>
                  </a:lnTo>
                  <a:lnTo>
                    <a:pt x="30251" y="1861"/>
                  </a:lnTo>
                  <a:lnTo>
                    <a:pt x="24097" y="2905"/>
                  </a:lnTo>
                  <a:lnTo>
                    <a:pt x="17987" y="4177"/>
                  </a:lnTo>
                  <a:lnTo>
                    <a:pt x="11928" y="5678"/>
                  </a:lnTo>
                  <a:lnTo>
                    <a:pt x="5929" y="7403"/>
                  </a:lnTo>
                  <a:lnTo>
                    <a:pt x="0" y="9351"/>
                  </a:lnTo>
                  <a:lnTo>
                    <a:pt x="5512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3593" y="1331922"/>
              <a:ext cx="55127" cy="157816"/>
            </a:xfrm>
            <a:custGeom>
              <a:avLst/>
              <a:pathLst>
                <a:path w="55127" h="157816">
                  <a:moveTo>
                    <a:pt x="0" y="0"/>
                  </a:moveTo>
                  <a:lnTo>
                    <a:pt x="55127" y="1578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3593" y="1331922"/>
              <a:ext cx="55127" cy="157816"/>
            </a:xfrm>
            <a:custGeom>
              <a:avLst/>
              <a:pathLst>
                <a:path w="55127" h="157816">
                  <a:moveTo>
                    <a:pt x="0" y="0"/>
                  </a:moveTo>
                  <a:lnTo>
                    <a:pt x="55127" y="1578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3593" y="1331922"/>
              <a:ext cx="55127" cy="157816"/>
            </a:xfrm>
            <a:custGeom>
              <a:avLst/>
              <a:pathLst>
                <a:path w="55127" h="157816">
                  <a:moveTo>
                    <a:pt x="0" y="0"/>
                  </a:moveTo>
                  <a:lnTo>
                    <a:pt x="55127" y="157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3593" y="1331922"/>
              <a:ext cx="55127" cy="157816"/>
            </a:xfrm>
            <a:custGeom>
              <a:avLst/>
              <a:pathLst>
                <a:path w="55127" h="157816">
                  <a:moveTo>
                    <a:pt x="0" y="0"/>
                  </a:moveTo>
                  <a:lnTo>
                    <a:pt x="55127" y="157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3593" y="1331922"/>
              <a:ext cx="55127" cy="157816"/>
            </a:xfrm>
            <a:custGeom>
              <a:avLst/>
              <a:pathLst>
                <a:path w="55127" h="157816">
                  <a:moveTo>
                    <a:pt x="0" y="0"/>
                  </a:moveTo>
                  <a:lnTo>
                    <a:pt x="55127" y="157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3593" y="1331922"/>
              <a:ext cx="55127" cy="157816"/>
            </a:xfrm>
            <a:custGeom>
              <a:avLst/>
              <a:pathLst>
                <a:path w="55127" h="157816">
                  <a:moveTo>
                    <a:pt x="0" y="0"/>
                  </a:moveTo>
                  <a:lnTo>
                    <a:pt x="55127" y="157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3593" y="1331922"/>
              <a:ext cx="55127" cy="157816"/>
            </a:xfrm>
            <a:custGeom>
              <a:avLst/>
              <a:pathLst>
                <a:path w="55127" h="157816">
                  <a:moveTo>
                    <a:pt x="0" y="0"/>
                  </a:moveTo>
                  <a:lnTo>
                    <a:pt x="55127" y="1578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3593" y="1331922"/>
              <a:ext cx="55127" cy="157816"/>
            </a:xfrm>
            <a:custGeom>
              <a:avLst/>
              <a:pathLst>
                <a:path w="55127" h="157816">
                  <a:moveTo>
                    <a:pt x="0" y="0"/>
                  </a:moveTo>
                  <a:lnTo>
                    <a:pt x="55127" y="1578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3593" y="1331922"/>
              <a:ext cx="55127" cy="157816"/>
            </a:xfrm>
            <a:custGeom>
              <a:avLst/>
              <a:pathLst>
                <a:path w="55127" h="157816">
                  <a:moveTo>
                    <a:pt x="0" y="0"/>
                  </a:moveTo>
                  <a:lnTo>
                    <a:pt x="55127" y="1578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3593" y="1331922"/>
              <a:ext cx="55127" cy="157816"/>
            </a:xfrm>
            <a:custGeom>
              <a:avLst/>
              <a:pathLst>
                <a:path w="55127" h="157816">
                  <a:moveTo>
                    <a:pt x="0" y="0"/>
                  </a:moveTo>
                  <a:lnTo>
                    <a:pt x="55127" y="1578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3593" y="1331922"/>
              <a:ext cx="55127" cy="157816"/>
            </a:xfrm>
            <a:custGeom>
              <a:avLst/>
              <a:pathLst>
                <a:path w="55127" h="157816">
                  <a:moveTo>
                    <a:pt x="0" y="0"/>
                  </a:moveTo>
                  <a:lnTo>
                    <a:pt x="55127" y="157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3593" y="1331922"/>
              <a:ext cx="55127" cy="157816"/>
            </a:xfrm>
            <a:custGeom>
              <a:avLst/>
              <a:pathLst>
                <a:path w="55127" h="157816">
                  <a:moveTo>
                    <a:pt x="0" y="0"/>
                  </a:moveTo>
                  <a:lnTo>
                    <a:pt x="55127" y="157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3593" y="1331922"/>
              <a:ext cx="55127" cy="157816"/>
            </a:xfrm>
            <a:custGeom>
              <a:avLst/>
              <a:pathLst>
                <a:path w="55127" h="157816">
                  <a:moveTo>
                    <a:pt x="0" y="0"/>
                  </a:moveTo>
                  <a:lnTo>
                    <a:pt x="55127" y="157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3593" y="1331922"/>
              <a:ext cx="55127" cy="157816"/>
            </a:xfrm>
            <a:custGeom>
              <a:avLst/>
              <a:pathLst>
                <a:path w="55127" h="157816">
                  <a:moveTo>
                    <a:pt x="0" y="0"/>
                  </a:moveTo>
                  <a:lnTo>
                    <a:pt x="55127" y="157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33593" y="1331922"/>
              <a:ext cx="55127" cy="157816"/>
            </a:xfrm>
            <a:custGeom>
              <a:avLst/>
              <a:pathLst>
                <a:path w="55127" h="157816">
                  <a:moveTo>
                    <a:pt x="0" y="0"/>
                  </a:moveTo>
                  <a:lnTo>
                    <a:pt x="55127" y="1578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33593" y="1331922"/>
              <a:ext cx="55127" cy="157816"/>
            </a:xfrm>
            <a:custGeom>
              <a:avLst/>
              <a:pathLst>
                <a:path w="55127" h="157816">
                  <a:moveTo>
                    <a:pt x="0" y="0"/>
                  </a:moveTo>
                  <a:lnTo>
                    <a:pt x="55127" y="1578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321553" y="1331922"/>
              <a:ext cx="334316" cy="324979"/>
            </a:xfrm>
            <a:custGeom>
              <a:avLst/>
              <a:pathLst>
                <a:path w="334316" h="324979">
                  <a:moveTo>
                    <a:pt x="112040" y="0"/>
                  </a:moveTo>
                  <a:lnTo>
                    <a:pt x="107080" y="1820"/>
                  </a:lnTo>
                  <a:lnTo>
                    <a:pt x="102180" y="3797"/>
                  </a:lnTo>
                  <a:lnTo>
                    <a:pt x="97346" y="5928"/>
                  </a:lnTo>
                  <a:lnTo>
                    <a:pt x="92581" y="8210"/>
                  </a:lnTo>
                  <a:lnTo>
                    <a:pt x="87891" y="10641"/>
                  </a:lnTo>
                  <a:lnTo>
                    <a:pt x="83279" y="13220"/>
                  </a:lnTo>
                  <a:lnTo>
                    <a:pt x="78752" y="15943"/>
                  </a:lnTo>
                  <a:lnTo>
                    <a:pt x="74313" y="18808"/>
                  </a:lnTo>
                  <a:lnTo>
                    <a:pt x="69967" y="21812"/>
                  </a:lnTo>
                  <a:lnTo>
                    <a:pt x="65717" y="24951"/>
                  </a:lnTo>
                  <a:lnTo>
                    <a:pt x="61569" y="28223"/>
                  </a:lnTo>
                  <a:lnTo>
                    <a:pt x="57527" y="31625"/>
                  </a:lnTo>
                  <a:lnTo>
                    <a:pt x="53594" y="35153"/>
                  </a:lnTo>
                  <a:lnTo>
                    <a:pt x="49775" y="38803"/>
                  </a:lnTo>
                  <a:lnTo>
                    <a:pt x="46072" y="42572"/>
                  </a:lnTo>
                  <a:lnTo>
                    <a:pt x="42491" y="46456"/>
                  </a:lnTo>
                  <a:lnTo>
                    <a:pt x="39034" y="50452"/>
                  </a:lnTo>
                  <a:lnTo>
                    <a:pt x="35706" y="54554"/>
                  </a:lnTo>
                  <a:lnTo>
                    <a:pt x="32508" y="58760"/>
                  </a:lnTo>
                  <a:lnTo>
                    <a:pt x="29445" y="63065"/>
                  </a:lnTo>
                  <a:lnTo>
                    <a:pt x="26520" y="67464"/>
                  </a:lnTo>
                  <a:lnTo>
                    <a:pt x="23735" y="71954"/>
                  </a:lnTo>
                  <a:lnTo>
                    <a:pt x="21093" y="76529"/>
                  </a:lnTo>
                  <a:lnTo>
                    <a:pt x="18597" y="81186"/>
                  </a:lnTo>
                  <a:lnTo>
                    <a:pt x="16250" y="85919"/>
                  </a:lnTo>
                  <a:lnTo>
                    <a:pt x="14053" y="90724"/>
                  </a:lnTo>
                  <a:lnTo>
                    <a:pt x="12010" y="95596"/>
                  </a:lnTo>
                  <a:lnTo>
                    <a:pt x="10121" y="100530"/>
                  </a:lnTo>
                  <a:lnTo>
                    <a:pt x="8389" y="105521"/>
                  </a:lnTo>
                  <a:lnTo>
                    <a:pt x="6816" y="110565"/>
                  </a:lnTo>
                  <a:lnTo>
                    <a:pt x="5403" y="115655"/>
                  </a:lnTo>
                  <a:lnTo>
                    <a:pt x="4151" y="120788"/>
                  </a:lnTo>
                  <a:lnTo>
                    <a:pt x="3063" y="125958"/>
                  </a:lnTo>
                  <a:lnTo>
                    <a:pt x="2138" y="131160"/>
                  </a:lnTo>
                  <a:lnTo>
                    <a:pt x="1378" y="136388"/>
                  </a:lnTo>
                  <a:lnTo>
                    <a:pt x="784" y="141638"/>
                  </a:lnTo>
                  <a:lnTo>
                    <a:pt x="356" y="146904"/>
                  </a:lnTo>
                  <a:lnTo>
                    <a:pt x="94" y="152180"/>
                  </a:lnTo>
                  <a:lnTo>
                    <a:pt x="0" y="157463"/>
                  </a:lnTo>
                  <a:lnTo>
                    <a:pt x="72" y="162746"/>
                  </a:lnTo>
                  <a:lnTo>
                    <a:pt x="311" y="168023"/>
                  </a:lnTo>
                  <a:lnTo>
                    <a:pt x="717" y="173291"/>
                  </a:lnTo>
                  <a:lnTo>
                    <a:pt x="1289" y="178543"/>
                  </a:lnTo>
                  <a:lnTo>
                    <a:pt x="2027" y="183775"/>
                  </a:lnTo>
                  <a:lnTo>
                    <a:pt x="2930" y="188980"/>
                  </a:lnTo>
                  <a:lnTo>
                    <a:pt x="3997" y="194154"/>
                  </a:lnTo>
                  <a:lnTo>
                    <a:pt x="5226" y="199293"/>
                  </a:lnTo>
                  <a:lnTo>
                    <a:pt x="6618" y="204389"/>
                  </a:lnTo>
                  <a:lnTo>
                    <a:pt x="8170" y="209439"/>
                  </a:lnTo>
                  <a:lnTo>
                    <a:pt x="9881" y="214438"/>
                  </a:lnTo>
                  <a:lnTo>
                    <a:pt x="11748" y="219380"/>
                  </a:lnTo>
                  <a:lnTo>
                    <a:pt x="13772" y="224261"/>
                  </a:lnTo>
                  <a:lnTo>
                    <a:pt x="15948" y="229075"/>
                  </a:lnTo>
                  <a:lnTo>
                    <a:pt x="18275" y="233818"/>
                  </a:lnTo>
                  <a:lnTo>
                    <a:pt x="20751" y="238485"/>
                  </a:lnTo>
                  <a:lnTo>
                    <a:pt x="23374" y="243071"/>
                  </a:lnTo>
                  <a:lnTo>
                    <a:pt x="26139" y="247573"/>
                  </a:lnTo>
                  <a:lnTo>
                    <a:pt x="29046" y="251984"/>
                  </a:lnTo>
                  <a:lnTo>
                    <a:pt x="32091" y="256302"/>
                  </a:lnTo>
                  <a:lnTo>
                    <a:pt x="35271" y="260521"/>
                  </a:lnTo>
                  <a:lnTo>
                    <a:pt x="38582" y="264638"/>
                  </a:lnTo>
                  <a:lnTo>
                    <a:pt x="42022" y="268648"/>
                  </a:lnTo>
                  <a:lnTo>
                    <a:pt x="45587" y="272547"/>
                  </a:lnTo>
                  <a:lnTo>
                    <a:pt x="49273" y="276332"/>
                  </a:lnTo>
                  <a:lnTo>
                    <a:pt x="53077" y="279998"/>
                  </a:lnTo>
                  <a:lnTo>
                    <a:pt x="56995" y="283542"/>
                  </a:lnTo>
                  <a:lnTo>
                    <a:pt x="61023" y="286961"/>
                  </a:lnTo>
                  <a:lnTo>
                    <a:pt x="65157" y="290251"/>
                  </a:lnTo>
                  <a:lnTo>
                    <a:pt x="69393" y="293408"/>
                  </a:lnTo>
                  <a:lnTo>
                    <a:pt x="73727" y="296430"/>
                  </a:lnTo>
                  <a:lnTo>
                    <a:pt x="78154" y="299314"/>
                  </a:lnTo>
                  <a:lnTo>
                    <a:pt x="82670" y="302056"/>
                  </a:lnTo>
                  <a:lnTo>
                    <a:pt x="87270" y="304654"/>
                  </a:lnTo>
                  <a:lnTo>
                    <a:pt x="91950" y="307105"/>
                  </a:lnTo>
                  <a:lnTo>
                    <a:pt x="96705" y="309408"/>
                  </a:lnTo>
                  <a:lnTo>
                    <a:pt x="101531" y="311559"/>
                  </a:lnTo>
                  <a:lnTo>
                    <a:pt x="106422" y="313556"/>
                  </a:lnTo>
                  <a:lnTo>
                    <a:pt x="111374" y="315398"/>
                  </a:lnTo>
                  <a:lnTo>
                    <a:pt x="116381" y="317082"/>
                  </a:lnTo>
                  <a:lnTo>
                    <a:pt x="121439" y="318607"/>
                  </a:lnTo>
                  <a:lnTo>
                    <a:pt x="126543" y="319972"/>
                  </a:lnTo>
                  <a:lnTo>
                    <a:pt x="131688" y="321175"/>
                  </a:lnTo>
                  <a:lnTo>
                    <a:pt x="136868" y="322214"/>
                  </a:lnTo>
                  <a:lnTo>
                    <a:pt x="142078" y="323090"/>
                  </a:lnTo>
                  <a:lnTo>
                    <a:pt x="147313" y="323800"/>
                  </a:lnTo>
                  <a:lnTo>
                    <a:pt x="152568" y="324345"/>
                  </a:lnTo>
                  <a:lnTo>
                    <a:pt x="157838" y="324723"/>
                  </a:lnTo>
                  <a:lnTo>
                    <a:pt x="163117" y="324934"/>
                  </a:lnTo>
                  <a:lnTo>
                    <a:pt x="168400" y="324979"/>
                  </a:lnTo>
                  <a:lnTo>
                    <a:pt x="173682" y="324856"/>
                  </a:lnTo>
                  <a:lnTo>
                    <a:pt x="178957" y="324567"/>
                  </a:lnTo>
                  <a:lnTo>
                    <a:pt x="184221" y="324111"/>
                  </a:lnTo>
                  <a:lnTo>
                    <a:pt x="189467" y="323489"/>
                  </a:lnTo>
                  <a:lnTo>
                    <a:pt x="194691" y="322702"/>
                  </a:lnTo>
                  <a:lnTo>
                    <a:pt x="199888" y="321749"/>
                  </a:lnTo>
                  <a:lnTo>
                    <a:pt x="205052" y="320634"/>
                  </a:lnTo>
                  <a:lnTo>
                    <a:pt x="210178" y="319355"/>
                  </a:lnTo>
                  <a:lnTo>
                    <a:pt x="215262" y="317915"/>
                  </a:lnTo>
                  <a:lnTo>
                    <a:pt x="220297" y="316315"/>
                  </a:lnTo>
                  <a:lnTo>
                    <a:pt x="225279" y="314557"/>
                  </a:lnTo>
                  <a:lnTo>
                    <a:pt x="230203" y="312643"/>
                  </a:lnTo>
                  <a:lnTo>
                    <a:pt x="235064" y="310573"/>
                  </a:lnTo>
                  <a:lnTo>
                    <a:pt x="239857" y="308351"/>
                  </a:lnTo>
                  <a:lnTo>
                    <a:pt x="244578" y="305979"/>
                  </a:lnTo>
                  <a:lnTo>
                    <a:pt x="249222" y="303459"/>
                  </a:lnTo>
                  <a:lnTo>
                    <a:pt x="253783" y="300793"/>
                  </a:lnTo>
                  <a:lnTo>
                    <a:pt x="258258" y="297985"/>
                  </a:lnTo>
                  <a:lnTo>
                    <a:pt x="262642" y="295036"/>
                  </a:lnTo>
                  <a:lnTo>
                    <a:pt x="266930" y="291951"/>
                  </a:lnTo>
                  <a:lnTo>
                    <a:pt x="271119" y="288731"/>
                  </a:lnTo>
                  <a:lnTo>
                    <a:pt x="275204" y="285381"/>
                  </a:lnTo>
                  <a:lnTo>
                    <a:pt x="279181" y="281903"/>
                  </a:lnTo>
                  <a:lnTo>
                    <a:pt x="283047" y="278301"/>
                  </a:lnTo>
                  <a:lnTo>
                    <a:pt x="286796" y="274579"/>
                  </a:lnTo>
                  <a:lnTo>
                    <a:pt x="290426" y="270741"/>
                  </a:lnTo>
                  <a:lnTo>
                    <a:pt x="293933" y="266789"/>
                  </a:lnTo>
                  <a:lnTo>
                    <a:pt x="297313" y="262729"/>
                  </a:lnTo>
                  <a:lnTo>
                    <a:pt x="300564" y="258564"/>
                  </a:lnTo>
                  <a:lnTo>
                    <a:pt x="303681" y="254298"/>
                  </a:lnTo>
                  <a:lnTo>
                    <a:pt x="306662" y="249936"/>
                  </a:lnTo>
                  <a:lnTo>
                    <a:pt x="309503" y="245482"/>
                  </a:lnTo>
                  <a:lnTo>
                    <a:pt x="312202" y="240940"/>
                  </a:lnTo>
                  <a:lnTo>
                    <a:pt x="314756" y="236315"/>
                  </a:lnTo>
                  <a:lnTo>
                    <a:pt x="317163" y="231612"/>
                  </a:lnTo>
                  <a:lnTo>
                    <a:pt x="319420" y="226835"/>
                  </a:lnTo>
                  <a:lnTo>
                    <a:pt x="321525" y="221990"/>
                  </a:lnTo>
                  <a:lnTo>
                    <a:pt x="323476" y="217080"/>
                  </a:lnTo>
                  <a:lnTo>
                    <a:pt x="325271" y="212111"/>
                  </a:lnTo>
                  <a:lnTo>
                    <a:pt x="326908" y="207087"/>
                  </a:lnTo>
                  <a:lnTo>
                    <a:pt x="328385" y="202015"/>
                  </a:lnTo>
                  <a:lnTo>
                    <a:pt x="329701" y="196898"/>
                  </a:lnTo>
                  <a:lnTo>
                    <a:pt x="330855" y="191743"/>
                  </a:lnTo>
                  <a:lnTo>
                    <a:pt x="331845" y="186553"/>
                  </a:lnTo>
                  <a:lnTo>
                    <a:pt x="332671" y="181335"/>
                  </a:lnTo>
                  <a:lnTo>
                    <a:pt x="333332" y="176093"/>
                  </a:lnTo>
                  <a:lnTo>
                    <a:pt x="333826" y="170833"/>
                  </a:lnTo>
                  <a:lnTo>
                    <a:pt x="334155" y="165560"/>
                  </a:lnTo>
                  <a:lnTo>
                    <a:pt x="334316" y="160279"/>
                  </a:lnTo>
                  <a:lnTo>
                    <a:pt x="334310" y="154996"/>
                  </a:lnTo>
                  <a:lnTo>
                    <a:pt x="334138" y="149715"/>
                  </a:lnTo>
                  <a:lnTo>
                    <a:pt x="333798" y="144443"/>
                  </a:lnTo>
                  <a:lnTo>
                    <a:pt x="333292" y="139184"/>
                  </a:lnTo>
                  <a:lnTo>
                    <a:pt x="332621" y="133944"/>
                  </a:lnTo>
                  <a:lnTo>
                    <a:pt x="331784" y="128727"/>
                  </a:lnTo>
                  <a:lnTo>
                    <a:pt x="330782" y="123540"/>
                  </a:lnTo>
                  <a:lnTo>
                    <a:pt x="329617" y="118387"/>
                  </a:lnTo>
                  <a:lnTo>
                    <a:pt x="328290" y="113273"/>
                  </a:lnTo>
                  <a:lnTo>
                    <a:pt x="326802" y="108203"/>
                  </a:lnTo>
                  <a:lnTo>
                    <a:pt x="325155" y="103184"/>
                  </a:lnTo>
                  <a:lnTo>
                    <a:pt x="323350" y="98218"/>
                  </a:lnTo>
                  <a:lnTo>
                    <a:pt x="321388" y="93313"/>
                  </a:lnTo>
                  <a:lnTo>
                    <a:pt x="319273" y="88472"/>
                  </a:lnTo>
                  <a:lnTo>
                    <a:pt x="317006" y="83700"/>
                  </a:lnTo>
                  <a:lnTo>
                    <a:pt x="314589" y="79002"/>
                  </a:lnTo>
                  <a:lnTo>
                    <a:pt x="312024" y="74382"/>
                  </a:lnTo>
                  <a:lnTo>
                    <a:pt x="309316" y="69846"/>
                  </a:lnTo>
                  <a:lnTo>
                    <a:pt x="306465" y="65398"/>
                  </a:lnTo>
                  <a:lnTo>
                    <a:pt x="303475" y="61043"/>
                  </a:lnTo>
                  <a:lnTo>
                    <a:pt x="300349" y="56784"/>
                  </a:lnTo>
                  <a:lnTo>
                    <a:pt x="297089" y="52625"/>
                  </a:lnTo>
                  <a:lnTo>
                    <a:pt x="293700" y="48572"/>
                  </a:lnTo>
                  <a:lnTo>
                    <a:pt x="290185" y="44628"/>
                  </a:lnTo>
                  <a:lnTo>
                    <a:pt x="286547" y="40797"/>
                  </a:lnTo>
                  <a:lnTo>
                    <a:pt x="282789" y="37083"/>
                  </a:lnTo>
                  <a:lnTo>
                    <a:pt x="278917" y="33490"/>
                  </a:lnTo>
                  <a:lnTo>
                    <a:pt x="274932" y="30021"/>
                  </a:lnTo>
                  <a:lnTo>
                    <a:pt x="270840" y="26679"/>
                  </a:lnTo>
                  <a:lnTo>
                    <a:pt x="266644" y="23468"/>
                  </a:lnTo>
                  <a:lnTo>
                    <a:pt x="262349" y="20392"/>
                  </a:lnTo>
                  <a:lnTo>
                    <a:pt x="257959" y="17453"/>
                  </a:lnTo>
                  <a:lnTo>
                    <a:pt x="253478" y="14654"/>
                  </a:lnTo>
                  <a:lnTo>
                    <a:pt x="248911" y="11998"/>
                  </a:lnTo>
                  <a:lnTo>
                    <a:pt x="244262" y="9488"/>
                  </a:lnTo>
                  <a:lnTo>
                    <a:pt x="239536" y="7125"/>
                  </a:lnTo>
                  <a:lnTo>
                    <a:pt x="234738" y="4914"/>
                  </a:lnTo>
                  <a:lnTo>
                    <a:pt x="229873" y="2855"/>
                  </a:lnTo>
                  <a:lnTo>
                    <a:pt x="224945" y="951"/>
                  </a:lnTo>
                  <a:lnTo>
                    <a:pt x="167167" y="1578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88720" y="1322571"/>
              <a:ext cx="57777" cy="167167"/>
            </a:xfrm>
            <a:custGeom>
              <a:avLst/>
              <a:pathLst>
                <a:path w="57777" h="167167">
                  <a:moveTo>
                    <a:pt x="57777" y="10302"/>
                  </a:moveTo>
                  <a:lnTo>
                    <a:pt x="52207" y="8361"/>
                  </a:lnTo>
                  <a:lnTo>
                    <a:pt x="46571" y="6618"/>
                  </a:lnTo>
                  <a:lnTo>
                    <a:pt x="40877" y="5074"/>
                  </a:lnTo>
                  <a:lnTo>
                    <a:pt x="35133" y="3733"/>
                  </a:lnTo>
                  <a:lnTo>
                    <a:pt x="29344" y="2595"/>
                  </a:lnTo>
                  <a:lnTo>
                    <a:pt x="23519" y="1662"/>
                  </a:lnTo>
                  <a:lnTo>
                    <a:pt x="17665" y="936"/>
                  </a:lnTo>
                  <a:lnTo>
                    <a:pt x="11789" y="416"/>
                  </a:lnTo>
                  <a:lnTo>
                    <a:pt x="5898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47838" y="1681503"/>
              <a:ext cx="38686" cy="167167"/>
            </a:xfrm>
            <a:custGeom>
              <a:avLst/>
              <a:pathLst>
                <a:path w="38686" h="167167">
                  <a:moveTo>
                    <a:pt x="38686" y="0"/>
                  </a:moveTo>
                  <a:lnTo>
                    <a:pt x="32181" y="126"/>
                  </a:lnTo>
                  <a:lnTo>
                    <a:pt x="25686" y="506"/>
                  </a:lnTo>
                  <a:lnTo>
                    <a:pt x="19210" y="1138"/>
                  </a:lnTo>
                  <a:lnTo>
                    <a:pt x="12764" y="2022"/>
                  </a:lnTo>
                  <a:lnTo>
                    <a:pt x="6357" y="3155"/>
                  </a:lnTo>
                  <a:lnTo>
                    <a:pt x="0" y="4538"/>
                  </a:lnTo>
                  <a:lnTo>
                    <a:pt x="3868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991804" y="1686041"/>
              <a:ext cx="94720" cy="162629"/>
            </a:xfrm>
            <a:custGeom>
              <a:avLst/>
              <a:pathLst>
                <a:path w="94720" h="162629">
                  <a:moveTo>
                    <a:pt x="56034" y="0"/>
                  </a:moveTo>
                  <a:lnTo>
                    <a:pt x="50063" y="1537"/>
                  </a:lnTo>
                  <a:lnTo>
                    <a:pt x="44153" y="3293"/>
                  </a:lnTo>
                  <a:lnTo>
                    <a:pt x="38311" y="5266"/>
                  </a:lnTo>
                  <a:lnTo>
                    <a:pt x="32546" y="7454"/>
                  </a:lnTo>
                  <a:lnTo>
                    <a:pt x="26866" y="9852"/>
                  </a:lnTo>
                  <a:lnTo>
                    <a:pt x="21278" y="12458"/>
                  </a:lnTo>
                  <a:lnTo>
                    <a:pt x="15790" y="15269"/>
                  </a:lnTo>
                  <a:lnTo>
                    <a:pt x="10409" y="18280"/>
                  </a:lnTo>
                  <a:lnTo>
                    <a:pt x="5144" y="21487"/>
                  </a:lnTo>
                  <a:lnTo>
                    <a:pt x="0" y="24887"/>
                  </a:lnTo>
                  <a:lnTo>
                    <a:pt x="94720" y="1626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919377" y="1681503"/>
              <a:ext cx="334294" cy="334334"/>
            </a:xfrm>
            <a:custGeom>
              <a:avLst/>
              <a:pathLst>
                <a:path w="334294" h="334334">
                  <a:moveTo>
                    <a:pt x="72426" y="29425"/>
                  </a:moveTo>
                  <a:lnTo>
                    <a:pt x="68103" y="32500"/>
                  </a:lnTo>
                  <a:lnTo>
                    <a:pt x="63880" y="35710"/>
                  </a:lnTo>
                  <a:lnTo>
                    <a:pt x="59761" y="39053"/>
                  </a:lnTo>
                  <a:lnTo>
                    <a:pt x="55750" y="42525"/>
                  </a:lnTo>
                  <a:lnTo>
                    <a:pt x="51851" y="46123"/>
                  </a:lnTo>
                  <a:lnTo>
                    <a:pt x="48068" y="49842"/>
                  </a:lnTo>
                  <a:lnTo>
                    <a:pt x="44405" y="53680"/>
                  </a:lnTo>
                  <a:lnTo>
                    <a:pt x="40866" y="57632"/>
                  </a:lnTo>
                  <a:lnTo>
                    <a:pt x="37454" y="61694"/>
                  </a:lnTo>
                  <a:lnTo>
                    <a:pt x="34172" y="65862"/>
                  </a:lnTo>
                  <a:lnTo>
                    <a:pt x="31025" y="70133"/>
                  </a:lnTo>
                  <a:lnTo>
                    <a:pt x="28014" y="74501"/>
                  </a:lnTo>
                  <a:lnTo>
                    <a:pt x="25144" y="78962"/>
                  </a:lnTo>
                  <a:lnTo>
                    <a:pt x="22417" y="83512"/>
                  </a:lnTo>
                  <a:lnTo>
                    <a:pt x="19835" y="88147"/>
                  </a:lnTo>
                  <a:lnTo>
                    <a:pt x="17402" y="92861"/>
                  </a:lnTo>
                  <a:lnTo>
                    <a:pt x="15120" y="97650"/>
                  </a:lnTo>
                  <a:lnTo>
                    <a:pt x="12990" y="102509"/>
                  </a:lnTo>
                  <a:lnTo>
                    <a:pt x="11016" y="107433"/>
                  </a:lnTo>
                  <a:lnTo>
                    <a:pt x="9199" y="112417"/>
                  </a:lnTo>
                  <a:lnTo>
                    <a:pt x="7542" y="117457"/>
                  </a:lnTo>
                  <a:lnTo>
                    <a:pt x="6045" y="122546"/>
                  </a:lnTo>
                  <a:lnTo>
                    <a:pt x="4710" y="127681"/>
                  </a:lnTo>
                  <a:lnTo>
                    <a:pt x="3539" y="132855"/>
                  </a:lnTo>
                  <a:lnTo>
                    <a:pt x="2533" y="138063"/>
                  </a:lnTo>
                  <a:lnTo>
                    <a:pt x="1692" y="143302"/>
                  </a:lnTo>
                  <a:lnTo>
                    <a:pt x="1018" y="148564"/>
                  </a:lnTo>
                  <a:lnTo>
                    <a:pt x="511" y="153844"/>
                  </a:lnTo>
                  <a:lnTo>
                    <a:pt x="173" y="159139"/>
                  </a:lnTo>
                  <a:lnTo>
                    <a:pt x="2" y="164441"/>
                  </a:lnTo>
                  <a:lnTo>
                    <a:pt x="0" y="169746"/>
                  </a:lnTo>
                  <a:lnTo>
                    <a:pt x="166" y="175048"/>
                  </a:lnTo>
                  <a:lnTo>
                    <a:pt x="500" y="180343"/>
                  </a:lnTo>
                  <a:lnTo>
                    <a:pt x="1002" y="185624"/>
                  </a:lnTo>
                  <a:lnTo>
                    <a:pt x="1671" y="190887"/>
                  </a:lnTo>
                  <a:lnTo>
                    <a:pt x="2507" y="196125"/>
                  </a:lnTo>
                  <a:lnTo>
                    <a:pt x="3509" y="201335"/>
                  </a:lnTo>
                  <a:lnTo>
                    <a:pt x="4675" y="206510"/>
                  </a:lnTo>
                  <a:lnTo>
                    <a:pt x="6006" y="211646"/>
                  </a:lnTo>
                  <a:lnTo>
                    <a:pt x="7498" y="216737"/>
                  </a:lnTo>
                  <a:lnTo>
                    <a:pt x="9151" y="221777"/>
                  </a:lnTo>
                  <a:lnTo>
                    <a:pt x="10964" y="226763"/>
                  </a:lnTo>
                  <a:lnTo>
                    <a:pt x="12933" y="231689"/>
                  </a:lnTo>
                  <a:lnTo>
                    <a:pt x="15058" y="236550"/>
                  </a:lnTo>
                  <a:lnTo>
                    <a:pt x="17337" y="241341"/>
                  </a:lnTo>
                  <a:lnTo>
                    <a:pt x="19766" y="246057"/>
                  </a:lnTo>
                  <a:lnTo>
                    <a:pt x="22343" y="250694"/>
                  </a:lnTo>
                  <a:lnTo>
                    <a:pt x="25066" y="255247"/>
                  </a:lnTo>
                  <a:lnTo>
                    <a:pt x="27933" y="259711"/>
                  </a:lnTo>
                  <a:lnTo>
                    <a:pt x="30939" y="264082"/>
                  </a:lnTo>
                  <a:lnTo>
                    <a:pt x="34083" y="268355"/>
                  </a:lnTo>
                  <a:lnTo>
                    <a:pt x="37361" y="272526"/>
                  </a:lnTo>
                  <a:lnTo>
                    <a:pt x="40769" y="276591"/>
                  </a:lnTo>
                  <a:lnTo>
                    <a:pt x="44305" y="280546"/>
                  </a:lnTo>
                  <a:lnTo>
                    <a:pt x="47965" y="284387"/>
                  </a:lnTo>
                  <a:lnTo>
                    <a:pt x="51744" y="288110"/>
                  </a:lnTo>
                  <a:lnTo>
                    <a:pt x="55640" y="291711"/>
                  </a:lnTo>
                  <a:lnTo>
                    <a:pt x="59648" y="295186"/>
                  </a:lnTo>
                  <a:lnTo>
                    <a:pt x="63764" y="298533"/>
                  </a:lnTo>
                  <a:lnTo>
                    <a:pt x="67985" y="301747"/>
                  </a:lnTo>
                  <a:lnTo>
                    <a:pt x="72305" y="304826"/>
                  </a:lnTo>
                  <a:lnTo>
                    <a:pt x="76721" y="307766"/>
                  </a:lnTo>
                  <a:lnTo>
                    <a:pt x="81228" y="310564"/>
                  </a:lnTo>
                  <a:lnTo>
                    <a:pt x="85821" y="313218"/>
                  </a:lnTo>
                  <a:lnTo>
                    <a:pt x="90496" y="315725"/>
                  </a:lnTo>
                  <a:lnTo>
                    <a:pt x="95249" y="318083"/>
                  </a:lnTo>
                  <a:lnTo>
                    <a:pt x="100074" y="320288"/>
                  </a:lnTo>
                  <a:lnTo>
                    <a:pt x="104966" y="322339"/>
                  </a:lnTo>
                  <a:lnTo>
                    <a:pt x="109921" y="324234"/>
                  </a:lnTo>
                  <a:lnTo>
                    <a:pt x="114934" y="325971"/>
                  </a:lnTo>
                  <a:lnTo>
                    <a:pt x="119999" y="327548"/>
                  </a:lnTo>
                  <a:lnTo>
                    <a:pt x="125112" y="328963"/>
                  </a:lnTo>
                  <a:lnTo>
                    <a:pt x="130267" y="330215"/>
                  </a:lnTo>
                  <a:lnTo>
                    <a:pt x="135459" y="331304"/>
                  </a:lnTo>
                  <a:lnTo>
                    <a:pt x="140683" y="332226"/>
                  </a:lnTo>
                  <a:lnTo>
                    <a:pt x="145934" y="332983"/>
                  </a:lnTo>
                  <a:lnTo>
                    <a:pt x="151206" y="333573"/>
                  </a:lnTo>
                  <a:lnTo>
                    <a:pt x="156495" y="333995"/>
                  </a:lnTo>
                  <a:lnTo>
                    <a:pt x="161794" y="334249"/>
                  </a:lnTo>
                  <a:lnTo>
                    <a:pt x="167098" y="334334"/>
                  </a:lnTo>
                  <a:lnTo>
                    <a:pt x="172402" y="334252"/>
                  </a:lnTo>
                  <a:lnTo>
                    <a:pt x="177702" y="334001"/>
                  </a:lnTo>
                  <a:lnTo>
                    <a:pt x="182990" y="333582"/>
                  </a:lnTo>
                  <a:lnTo>
                    <a:pt x="188262" y="332995"/>
                  </a:lnTo>
                  <a:lnTo>
                    <a:pt x="193514" y="332242"/>
                  </a:lnTo>
                  <a:lnTo>
                    <a:pt x="198738" y="331322"/>
                  </a:lnTo>
                  <a:lnTo>
                    <a:pt x="203931" y="330237"/>
                  </a:lnTo>
                  <a:lnTo>
                    <a:pt x="209087" y="328988"/>
                  </a:lnTo>
                  <a:lnTo>
                    <a:pt x="214201" y="327575"/>
                  </a:lnTo>
                  <a:lnTo>
                    <a:pt x="219267" y="326002"/>
                  </a:lnTo>
                  <a:lnTo>
                    <a:pt x="224281" y="324268"/>
                  </a:lnTo>
                  <a:lnTo>
                    <a:pt x="229237" y="322376"/>
                  </a:lnTo>
                  <a:lnTo>
                    <a:pt x="234131" y="320328"/>
                  </a:lnTo>
                  <a:lnTo>
                    <a:pt x="238957" y="318125"/>
                  </a:lnTo>
                  <a:lnTo>
                    <a:pt x="243711" y="315770"/>
                  </a:lnTo>
                  <a:lnTo>
                    <a:pt x="248387" y="313266"/>
                  </a:lnTo>
                  <a:lnTo>
                    <a:pt x="252982" y="310615"/>
                  </a:lnTo>
                  <a:lnTo>
                    <a:pt x="257491" y="307819"/>
                  </a:lnTo>
                  <a:lnTo>
                    <a:pt x="261908" y="304881"/>
                  </a:lnTo>
                  <a:lnTo>
                    <a:pt x="266230" y="301805"/>
                  </a:lnTo>
                  <a:lnTo>
                    <a:pt x="270453" y="298593"/>
                  </a:lnTo>
                  <a:lnTo>
                    <a:pt x="274571" y="295249"/>
                  </a:lnTo>
                  <a:lnTo>
                    <a:pt x="278581" y="291776"/>
                  </a:lnTo>
                  <a:lnTo>
                    <a:pt x="282479" y="288177"/>
                  </a:lnTo>
                  <a:lnTo>
                    <a:pt x="286261" y="284457"/>
                  </a:lnTo>
                  <a:lnTo>
                    <a:pt x="289922" y="280618"/>
                  </a:lnTo>
                  <a:lnTo>
                    <a:pt x="293460" y="276665"/>
                  </a:lnTo>
                  <a:lnTo>
                    <a:pt x="296871" y="272602"/>
                  </a:lnTo>
                  <a:lnTo>
                    <a:pt x="300152" y="268433"/>
                  </a:lnTo>
                  <a:lnTo>
                    <a:pt x="303298" y="264161"/>
                  </a:lnTo>
                  <a:lnTo>
                    <a:pt x="306307" y="259792"/>
                  </a:lnTo>
                  <a:lnTo>
                    <a:pt x="309176" y="255330"/>
                  </a:lnTo>
                  <a:lnTo>
                    <a:pt x="311902" y="250779"/>
                  </a:lnTo>
                  <a:lnTo>
                    <a:pt x="314482" y="246144"/>
                  </a:lnTo>
                  <a:lnTo>
                    <a:pt x="316914" y="241429"/>
                  </a:lnTo>
                  <a:lnTo>
                    <a:pt x="319195" y="236639"/>
                  </a:lnTo>
                  <a:lnTo>
                    <a:pt x="321323" y="231780"/>
                  </a:lnTo>
                  <a:lnTo>
                    <a:pt x="323295" y="226855"/>
                  </a:lnTo>
                  <a:lnTo>
                    <a:pt x="325111" y="221870"/>
                  </a:lnTo>
                  <a:lnTo>
                    <a:pt x="326767" y="216830"/>
                  </a:lnTo>
                  <a:lnTo>
                    <a:pt x="328262" y="211740"/>
                  </a:lnTo>
                  <a:lnTo>
                    <a:pt x="329596" y="206606"/>
                  </a:lnTo>
                  <a:lnTo>
                    <a:pt x="330765" y="201431"/>
                  </a:lnTo>
                  <a:lnTo>
                    <a:pt x="331770" y="196222"/>
                  </a:lnTo>
                  <a:lnTo>
                    <a:pt x="332609" y="190984"/>
                  </a:lnTo>
                  <a:lnTo>
                    <a:pt x="333282" y="185722"/>
                  </a:lnTo>
                  <a:lnTo>
                    <a:pt x="333787" y="180441"/>
                  </a:lnTo>
                  <a:lnTo>
                    <a:pt x="334124" y="175146"/>
                  </a:lnTo>
                  <a:lnTo>
                    <a:pt x="334293" y="169844"/>
                  </a:lnTo>
                  <a:lnTo>
                    <a:pt x="334294" y="164539"/>
                  </a:lnTo>
                  <a:lnTo>
                    <a:pt x="334126" y="159237"/>
                  </a:lnTo>
                  <a:lnTo>
                    <a:pt x="333791" y="153942"/>
                  </a:lnTo>
                  <a:lnTo>
                    <a:pt x="333287" y="148661"/>
                  </a:lnTo>
                  <a:lnTo>
                    <a:pt x="332616" y="143399"/>
                  </a:lnTo>
                  <a:lnTo>
                    <a:pt x="331779" y="138160"/>
                  </a:lnTo>
                  <a:lnTo>
                    <a:pt x="330775" y="132951"/>
                  </a:lnTo>
                  <a:lnTo>
                    <a:pt x="329607" y="127776"/>
                  </a:lnTo>
                  <a:lnTo>
                    <a:pt x="328275" y="122641"/>
                  </a:lnTo>
                  <a:lnTo>
                    <a:pt x="326781" y="117550"/>
                  </a:lnTo>
                  <a:lnTo>
                    <a:pt x="325127" y="112510"/>
                  </a:lnTo>
                  <a:lnTo>
                    <a:pt x="323313" y="107525"/>
                  </a:lnTo>
                  <a:lnTo>
                    <a:pt x="321342" y="102600"/>
                  </a:lnTo>
                  <a:lnTo>
                    <a:pt x="319215" y="97739"/>
                  </a:lnTo>
                  <a:lnTo>
                    <a:pt x="316936" y="92949"/>
                  </a:lnTo>
                  <a:lnTo>
                    <a:pt x="314505" y="88233"/>
                  </a:lnTo>
                  <a:lnTo>
                    <a:pt x="311926" y="83597"/>
                  </a:lnTo>
                  <a:lnTo>
                    <a:pt x="309202" y="79045"/>
                  </a:lnTo>
                  <a:lnTo>
                    <a:pt x="306334" y="74582"/>
                  </a:lnTo>
                  <a:lnTo>
                    <a:pt x="303326" y="70212"/>
                  </a:lnTo>
                  <a:lnTo>
                    <a:pt x="300181" y="65940"/>
                  </a:lnTo>
                  <a:lnTo>
                    <a:pt x="296902" y="61770"/>
                  </a:lnTo>
                  <a:lnTo>
                    <a:pt x="293493" y="57706"/>
                  </a:lnTo>
                  <a:lnTo>
                    <a:pt x="289956" y="53752"/>
                  </a:lnTo>
                  <a:lnTo>
                    <a:pt x="286295" y="49912"/>
                  </a:lnTo>
                  <a:lnTo>
                    <a:pt x="282514" y="46190"/>
                  </a:lnTo>
                  <a:lnTo>
                    <a:pt x="278618" y="42591"/>
                  </a:lnTo>
                  <a:lnTo>
                    <a:pt x="274609" y="39116"/>
                  </a:lnTo>
                  <a:lnTo>
                    <a:pt x="270491" y="35771"/>
                  </a:lnTo>
                  <a:lnTo>
                    <a:pt x="266270" y="32558"/>
                  </a:lnTo>
                  <a:lnTo>
                    <a:pt x="261949" y="29480"/>
                  </a:lnTo>
                  <a:lnTo>
                    <a:pt x="257532" y="26542"/>
                  </a:lnTo>
                  <a:lnTo>
                    <a:pt x="253024" y="23744"/>
                  </a:lnTo>
                  <a:lnTo>
                    <a:pt x="248430" y="21092"/>
                  </a:lnTo>
                  <a:lnTo>
                    <a:pt x="243754" y="18586"/>
                  </a:lnTo>
                  <a:lnTo>
                    <a:pt x="239001" y="16230"/>
                  </a:lnTo>
                  <a:lnTo>
                    <a:pt x="234175" y="14026"/>
                  </a:lnTo>
                  <a:lnTo>
                    <a:pt x="229282" y="11976"/>
                  </a:lnTo>
                  <a:lnTo>
                    <a:pt x="224327" y="10083"/>
                  </a:lnTo>
                  <a:lnTo>
                    <a:pt x="219314" y="8348"/>
                  </a:lnTo>
                  <a:lnTo>
                    <a:pt x="214248" y="6772"/>
                  </a:lnTo>
                  <a:lnTo>
                    <a:pt x="209135" y="5358"/>
                  </a:lnTo>
                  <a:lnTo>
                    <a:pt x="203979" y="4108"/>
                  </a:lnTo>
                  <a:lnTo>
                    <a:pt x="198787" y="3021"/>
                  </a:lnTo>
                  <a:lnTo>
                    <a:pt x="193562" y="2100"/>
                  </a:lnTo>
                  <a:lnTo>
                    <a:pt x="188311" y="1345"/>
                  </a:lnTo>
                  <a:lnTo>
                    <a:pt x="183039" y="757"/>
                  </a:lnTo>
                  <a:lnTo>
                    <a:pt x="177750" y="336"/>
                  </a:lnTo>
                  <a:lnTo>
                    <a:pt x="172451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1368" y="2126963"/>
              <a:ext cx="29919" cy="167167"/>
            </a:xfrm>
            <a:custGeom>
              <a:avLst/>
              <a:pathLst>
                <a:path w="29919" h="167167">
                  <a:moveTo>
                    <a:pt x="29919" y="0"/>
                  </a:moveTo>
                  <a:lnTo>
                    <a:pt x="22401" y="169"/>
                  </a:lnTo>
                  <a:lnTo>
                    <a:pt x="14899" y="676"/>
                  </a:lnTo>
                  <a:lnTo>
                    <a:pt x="7426" y="1520"/>
                  </a:lnTo>
                  <a:lnTo>
                    <a:pt x="0" y="2699"/>
                  </a:lnTo>
                  <a:lnTo>
                    <a:pt x="2991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1368" y="2129662"/>
              <a:ext cx="29919" cy="164468"/>
            </a:xfrm>
            <a:custGeom>
              <a:avLst/>
              <a:pathLst>
                <a:path w="29919" h="164468">
                  <a:moveTo>
                    <a:pt x="0" y="0"/>
                  </a:moveTo>
                  <a:lnTo>
                    <a:pt x="29919" y="1644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1368" y="2129662"/>
              <a:ext cx="29919" cy="164468"/>
            </a:xfrm>
            <a:custGeom>
              <a:avLst/>
              <a:pathLst>
                <a:path w="29919" h="164468">
                  <a:moveTo>
                    <a:pt x="0" y="0"/>
                  </a:moveTo>
                  <a:lnTo>
                    <a:pt x="29919" y="1644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1368" y="2129662"/>
              <a:ext cx="29919" cy="164468"/>
            </a:xfrm>
            <a:custGeom>
              <a:avLst/>
              <a:pathLst>
                <a:path w="29919" h="164468">
                  <a:moveTo>
                    <a:pt x="0" y="0"/>
                  </a:moveTo>
                  <a:lnTo>
                    <a:pt x="29919" y="1644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1368" y="2129662"/>
              <a:ext cx="29919" cy="164468"/>
            </a:xfrm>
            <a:custGeom>
              <a:avLst/>
              <a:pathLst>
                <a:path w="29919" h="164468">
                  <a:moveTo>
                    <a:pt x="0" y="0"/>
                  </a:moveTo>
                  <a:lnTo>
                    <a:pt x="29919" y="1644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1368" y="2129662"/>
              <a:ext cx="29919" cy="164468"/>
            </a:xfrm>
            <a:custGeom>
              <a:avLst/>
              <a:pathLst>
                <a:path w="29919" h="164468">
                  <a:moveTo>
                    <a:pt x="0" y="0"/>
                  </a:moveTo>
                  <a:lnTo>
                    <a:pt x="29919" y="1644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51368" y="2129662"/>
              <a:ext cx="29919" cy="164468"/>
            </a:xfrm>
            <a:custGeom>
              <a:avLst/>
              <a:pathLst>
                <a:path w="29919" h="164468">
                  <a:moveTo>
                    <a:pt x="0" y="0"/>
                  </a:moveTo>
                  <a:lnTo>
                    <a:pt x="29919" y="1644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51368" y="2129662"/>
              <a:ext cx="29919" cy="164468"/>
            </a:xfrm>
            <a:custGeom>
              <a:avLst/>
              <a:pathLst>
                <a:path w="29919" h="164468">
                  <a:moveTo>
                    <a:pt x="0" y="0"/>
                  </a:moveTo>
                  <a:lnTo>
                    <a:pt x="29919" y="1644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51368" y="2129662"/>
              <a:ext cx="29919" cy="164468"/>
            </a:xfrm>
            <a:custGeom>
              <a:avLst/>
              <a:pathLst>
                <a:path w="29919" h="164468">
                  <a:moveTo>
                    <a:pt x="0" y="0"/>
                  </a:moveTo>
                  <a:lnTo>
                    <a:pt x="29919" y="1644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51368" y="2129662"/>
              <a:ext cx="29919" cy="164468"/>
            </a:xfrm>
            <a:custGeom>
              <a:avLst/>
              <a:pathLst>
                <a:path w="29919" h="164468">
                  <a:moveTo>
                    <a:pt x="0" y="0"/>
                  </a:moveTo>
                  <a:lnTo>
                    <a:pt x="29919" y="1644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51368" y="2129662"/>
              <a:ext cx="29919" cy="164468"/>
            </a:xfrm>
            <a:custGeom>
              <a:avLst/>
              <a:pathLst>
                <a:path w="29919" h="164468">
                  <a:moveTo>
                    <a:pt x="0" y="0"/>
                  </a:moveTo>
                  <a:lnTo>
                    <a:pt x="29919" y="1644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51368" y="2129662"/>
              <a:ext cx="29919" cy="164468"/>
            </a:xfrm>
            <a:custGeom>
              <a:avLst/>
              <a:pathLst>
                <a:path w="29919" h="164468">
                  <a:moveTo>
                    <a:pt x="0" y="0"/>
                  </a:moveTo>
                  <a:lnTo>
                    <a:pt x="29919" y="1644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51368" y="2129662"/>
              <a:ext cx="29919" cy="164468"/>
            </a:xfrm>
            <a:custGeom>
              <a:avLst/>
              <a:pathLst>
                <a:path w="29919" h="164468">
                  <a:moveTo>
                    <a:pt x="0" y="0"/>
                  </a:moveTo>
                  <a:lnTo>
                    <a:pt x="29919" y="1644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51368" y="2129662"/>
              <a:ext cx="29919" cy="164468"/>
            </a:xfrm>
            <a:custGeom>
              <a:avLst/>
              <a:pathLst>
                <a:path w="29919" h="164468">
                  <a:moveTo>
                    <a:pt x="0" y="0"/>
                  </a:moveTo>
                  <a:lnTo>
                    <a:pt x="29919" y="1644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51368" y="2129662"/>
              <a:ext cx="29919" cy="164468"/>
            </a:xfrm>
            <a:custGeom>
              <a:avLst/>
              <a:pathLst>
                <a:path w="29919" h="164468">
                  <a:moveTo>
                    <a:pt x="0" y="0"/>
                  </a:moveTo>
                  <a:lnTo>
                    <a:pt x="29919" y="1644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614123" y="2128491"/>
              <a:ext cx="334327" cy="332799"/>
            </a:xfrm>
            <a:custGeom>
              <a:avLst/>
              <a:pathLst>
                <a:path w="334327" h="332799">
                  <a:moveTo>
                    <a:pt x="137244" y="1171"/>
                  </a:moveTo>
                  <a:lnTo>
                    <a:pt x="132039" y="2203"/>
                  </a:lnTo>
                  <a:lnTo>
                    <a:pt x="126870" y="3400"/>
                  </a:lnTo>
                  <a:lnTo>
                    <a:pt x="121741" y="4761"/>
                  </a:lnTo>
                  <a:lnTo>
                    <a:pt x="116658" y="6284"/>
                  </a:lnTo>
                  <a:lnTo>
                    <a:pt x="111625" y="7967"/>
                  </a:lnTo>
                  <a:lnTo>
                    <a:pt x="106649" y="9809"/>
                  </a:lnTo>
                  <a:lnTo>
                    <a:pt x="101734" y="11808"/>
                  </a:lnTo>
                  <a:lnTo>
                    <a:pt x="96884" y="13962"/>
                  </a:lnTo>
                  <a:lnTo>
                    <a:pt x="92106" y="16269"/>
                  </a:lnTo>
                  <a:lnTo>
                    <a:pt x="87403" y="18727"/>
                  </a:lnTo>
                  <a:lnTo>
                    <a:pt x="82780" y="21333"/>
                  </a:lnTo>
                  <a:lnTo>
                    <a:pt x="78242" y="24083"/>
                  </a:lnTo>
                  <a:lnTo>
                    <a:pt x="73794" y="26977"/>
                  </a:lnTo>
                  <a:lnTo>
                    <a:pt x="69440" y="30010"/>
                  </a:lnTo>
                  <a:lnTo>
                    <a:pt x="65185" y="33180"/>
                  </a:lnTo>
                  <a:lnTo>
                    <a:pt x="61032" y="36484"/>
                  </a:lnTo>
                  <a:lnTo>
                    <a:pt x="56986" y="39917"/>
                  </a:lnTo>
                  <a:lnTo>
                    <a:pt x="53052" y="43478"/>
                  </a:lnTo>
                  <a:lnTo>
                    <a:pt x="49232" y="47161"/>
                  </a:lnTo>
                  <a:lnTo>
                    <a:pt x="45531" y="50964"/>
                  </a:lnTo>
                  <a:lnTo>
                    <a:pt x="41953" y="54882"/>
                  </a:lnTo>
                  <a:lnTo>
                    <a:pt x="38500" y="58912"/>
                  </a:lnTo>
                  <a:lnTo>
                    <a:pt x="35178" y="63049"/>
                  </a:lnTo>
                  <a:lnTo>
                    <a:pt x="31988" y="67290"/>
                  </a:lnTo>
                  <a:lnTo>
                    <a:pt x="28935" y="71630"/>
                  </a:lnTo>
                  <a:lnTo>
                    <a:pt x="26021" y="76065"/>
                  </a:lnTo>
                  <a:lnTo>
                    <a:pt x="23249" y="80589"/>
                  </a:lnTo>
                  <a:lnTo>
                    <a:pt x="20622" y="85200"/>
                  </a:lnTo>
                  <a:lnTo>
                    <a:pt x="18143" y="89892"/>
                  </a:lnTo>
                  <a:lnTo>
                    <a:pt x="15814" y="94659"/>
                  </a:lnTo>
                  <a:lnTo>
                    <a:pt x="13637" y="99499"/>
                  </a:lnTo>
                  <a:lnTo>
                    <a:pt x="11615" y="104405"/>
                  </a:lnTo>
                  <a:lnTo>
                    <a:pt x="9750" y="109373"/>
                  </a:lnTo>
                  <a:lnTo>
                    <a:pt x="8044" y="114397"/>
                  </a:lnTo>
                  <a:lnTo>
                    <a:pt x="6498" y="119473"/>
                  </a:lnTo>
                  <a:lnTo>
                    <a:pt x="5113" y="124596"/>
                  </a:lnTo>
                  <a:lnTo>
                    <a:pt x="3892" y="129760"/>
                  </a:lnTo>
                  <a:lnTo>
                    <a:pt x="2836" y="134960"/>
                  </a:lnTo>
                  <a:lnTo>
                    <a:pt x="1945" y="140191"/>
                  </a:lnTo>
                  <a:lnTo>
                    <a:pt x="1220" y="145448"/>
                  </a:lnTo>
                  <a:lnTo>
                    <a:pt x="663" y="150725"/>
                  </a:lnTo>
                  <a:lnTo>
                    <a:pt x="274" y="156017"/>
                  </a:lnTo>
                  <a:lnTo>
                    <a:pt x="52" y="161319"/>
                  </a:lnTo>
                  <a:lnTo>
                    <a:pt x="0" y="166625"/>
                  </a:lnTo>
                  <a:lnTo>
                    <a:pt x="115" y="171930"/>
                  </a:lnTo>
                  <a:lnTo>
                    <a:pt x="399" y="177229"/>
                  </a:lnTo>
                  <a:lnTo>
                    <a:pt x="851" y="182516"/>
                  </a:lnTo>
                  <a:lnTo>
                    <a:pt x="1470" y="187786"/>
                  </a:lnTo>
                  <a:lnTo>
                    <a:pt x="2257" y="193034"/>
                  </a:lnTo>
                  <a:lnTo>
                    <a:pt x="3209" y="198254"/>
                  </a:lnTo>
                  <a:lnTo>
                    <a:pt x="4327" y="203441"/>
                  </a:lnTo>
                  <a:lnTo>
                    <a:pt x="5609" y="208591"/>
                  </a:lnTo>
                  <a:lnTo>
                    <a:pt x="7053" y="213696"/>
                  </a:lnTo>
                  <a:lnTo>
                    <a:pt x="8659" y="218754"/>
                  </a:lnTo>
                  <a:lnTo>
                    <a:pt x="10425" y="223758"/>
                  </a:lnTo>
                  <a:lnTo>
                    <a:pt x="12349" y="228703"/>
                  </a:lnTo>
                  <a:lnTo>
                    <a:pt x="14428" y="233585"/>
                  </a:lnTo>
                  <a:lnTo>
                    <a:pt x="16662" y="238399"/>
                  </a:lnTo>
                  <a:lnTo>
                    <a:pt x="19047" y="243139"/>
                  </a:lnTo>
                  <a:lnTo>
                    <a:pt x="21581" y="247801"/>
                  </a:lnTo>
                  <a:lnTo>
                    <a:pt x="24262" y="252380"/>
                  </a:lnTo>
                  <a:lnTo>
                    <a:pt x="27087" y="256872"/>
                  </a:lnTo>
                  <a:lnTo>
                    <a:pt x="30054" y="261272"/>
                  </a:lnTo>
                  <a:lnTo>
                    <a:pt x="33158" y="265575"/>
                  </a:lnTo>
                  <a:lnTo>
                    <a:pt x="36397" y="269778"/>
                  </a:lnTo>
                  <a:lnTo>
                    <a:pt x="39769" y="273876"/>
                  </a:lnTo>
                  <a:lnTo>
                    <a:pt x="43268" y="277865"/>
                  </a:lnTo>
                  <a:lnTo>
                    <a:pt x="46892" y="281741"/>
                  </a:lnTo>
                  <a:lnTo>
                    <a:pt x="50638" y="285500"/>
                  </a:lnTo>
                  <a:lnTo>
                    <a:pt x="54501" y="289138"/>
                  </a:lnTo>
                  <a:lnTo>
                    <a:pt x="58477" y="292651"/>
                  </a:lnTo>
                  <a:lnTo>
                    <a:pt x="62563" y="296037"/>
                  </a:lnTo>
                  <a:lnTo>
                    <a:pt x="66755" y="299291"/>
                  </a:lnTo>
                  <a:lnTo>
                    <a:pt x="71047" y="302411"/>
                  </a:lnTo>
                  <a:lnTo>
                    <a:pt x="75437" y="305392"/>
                  </a:lnTo>
                  <a:lnTo>
                    <a:pt x="79919" y="308233"/>
                  </a:lnTo>
                  <a:lnTo>
                    <a:pt x="84488" y="310930"/>
                  </a:lnTo>
                  <a:lnTo>
                    <a:pt x="89141" y="313481"/>
                  </a:lnTo>
                  <a:lnTo>
                    <a:pt x="93873" y="315883"/>
                  </a:lnTo>
                  <a:lnTo>
                    <a:pt x="98679" y="318134"/>
                  </a:lnTo>
                  <a:lnTo>
                    <a:pt x="103553" y="320230"/>
                  </a:lnTo>
                  <a:lnTo>
                    <a:pt x="108492" y="322172"/>
                  </a:lnTo>
                  <a:lnTo>
                    <a:pt x="113490" y="323955"/>
                  </a:lnTo>
                  <a:lnTo>
                    <a:pt x="118541" y="325579"/>
                  </a:lnTo>
                  <a:lnTo>
                    <a:pt x="123642" y="327041"/>
                  </a:lnTo>
                  <a:lnTo>
                    <a:pt x="128787" y="328341"/>
                  </a:lnTo>
                  <a:lnTo>
                    <a:pt x="133970" y="329477"/>
                  </a:lnTo>
                  <a:lnTo>
                    <a:pt x="139187" y="330448"/>
                  </a:lnTo>
                  <a:lnTo>
                    <a:pt x="144432" y="331253"/>
                  </a:lnTo>
                  <a:lnTo>
                    <a:pt x="149700" y="331891"/>
                  </a:lnTo>
                  <a:lnTo>
                    <a:pt x="154985" y="332362"/>
                  </a:lnTo>
                  <a:lnTo>
                    <a:pt x="160283" y="332664"/>
                  </a:lnTo>
                  <a:lnTo>
                    <a:pt x="165588" y="332799"/>
                  </a:lnTo>
                  <a:lnTo>
                    <a:pt x="170894" y="332765"/>
                  </a:lnTo>
                  <a:lnTo>
                    <a:pt x="176196" y="332562"/>
                  </a:lnTo>
                  <a:lnTo>
                    <a:pt x="181490" y="332191"/>
                  </a:lnTo>
                  <a:lnTo>
                    <a:pt x="186769" y="331653"/>
                  </a:lnTo>
                  <a:lnTo>
                    <a:pt x="192028" y="330947"/>
                  </a:lnTo>
                  <a:lnTo>
                    <a:pt x="197262" y="330074"/>
                  </a:lnTo>
                  <a:lnTo>
                    <a:pt x="202466" y="329036"/>
                  </a:lnTo>
                  <a:lnTo>
                    <a:pt x="207634" y="327833"/>
                  </a:lnTo>
                  <a:lnTo>
                    <a:pt x="212762" y="326467"/>
                  </a:lnTo>
                  <a:lnTo>
                    <a:pt x="217843" y="324939"/>
                  </a:lnTo>
                  <a:lnTo>
                    <a:pt x="222874" y="323250"/>
                  </a:lnTo>
                  <a:lnTo>
                    <a:pt x="227848" y="321403"/>
                  </a:lnTo>
                  <a:lnTo>
                    <a:pt x="232761" y="319398"/>
                  </a:lnTo>
                  <a:lnTo>
                    <a:pt x="237609" y="317239"/>
                  </a:lnTo>
                  <a:lnTo>
                    <a:pt x="242385" y="314926"/>
                  </a:lnTo>
                  <a:lnTo>
                    <a:pt x="247085" y="312464"/>
                  </a:lnTo>
                  <a:lnTo>
                    <a:pt x="251705" y="309853"/>
                  </a:lnTo>
                  <a:lnTo>
                    <a:pt x="256239" y="307097"/>
                  </a:lnTo>
                  <a:lnTo>
                    <a:pt x="260684" y="304199"/>
                  </a:lnTo>
                  <a:lnTo>
                    <a:pt x="265035" y="301161"/>
                  </a:lnTo>
                  <a:lnTo>
                    <a:pt x="269287" y="297986"/>
                  </a:lnTo>
                  <a:lnTo>
                    <a:pt x="273436" y="294678"/>
                  </a:lnTo>
                  <a:lnTo>
                    <a:pt x="277478" y="291240"/>
                  </a:lnTo>
                  <a:lnTo>
                    <a:pt x="281409" y="287676"/>
                  </a:lnTo>
                  <a:lnTo>
                    <a:pt x="285225" y="283988"/>
                  </a:lnTo>
                  <a:lnTo>
                    <a:pt x="288922" y="280182"/>
                  </a:lnTo>
                  <a:lnTo>
                    <a:pt x="292496" y="276259"/>
                  </a:lnTo>
                  <a:lnTo>
                    <a:pt x="295943" y="272226"/>
                  </a:lnTo>
                  <a:lnTo>
                    <a:pt x="299262" y="268085"/>
                  </a:lnTo>
                  <a:lnTo>
                    <a:pt x="302447" y="263841"/>
                  </a:lnTo>
                  <a:lnTo>
                    <a:pt x="305495" y="259497"/>
                  </a:lnTo>
                  <a:lnTo>
                    <a:pt x="308404" y="255060"/>
                  </a:lnTo>
                  <a:lnTo>
                    <a:pt x="311171" y="250532"/>
                  </a:lnTo>
                  <a:lnTo>
                    <a:pt x="313793" y="245918"/>
                  </a:lnTo>
                  <a:lnTo>
                    <a:pt x="316267" y="241224"/>
                  </a:lnTo>
                  <a:lnTo>
                    <a:pt x="318591" y="236454"/>
                  </a:lnTo>
                  <a:lnTo>
                    <a:pt x="320763" y="231612"/>
                  </a:lnTo>
                  <a:lnTo>
                    <a:pt x="322779" y="226703"/>
                  </a:lnTo>
                  <a:lnTo>
                    <a:pt x="324639" y="221734"/>
                  </a:lnTo>
                  <a:lnTo>
                    <a:pt x="326340" y="216707"/>
                  </a:lnTo>
                  <a:lnTo>
                    <a:pt x="327881" y="211630"/>
                  </a:lnTo>
                  <a:lnTo>
                    <a:pt x="329259" y="206505"/>
                  </a:lnTo>
                  <a:lnTo>
                    <a:pt x="330475" y="201340"/>
                  </a:lnTo>
                  <a:lnTo>
                    <a:pt x="331526" y="196139"/>
                  </a:lnTo>
                  <a:lnTo>
                    <a:pt x="332411" y="190907"/>
                  </a:lnTo>
                  <a:lnTo>
                    <a:pt x="333129" y="185649"/>
                  </a:lnTo>
                  <a:lnTo>
                    <a:pt x="333681" y="180372"/>
                  </a:lnTo>
                  <a:lnTo>
                    <a:pt x="334065" y="175079"/>
                  </a:lnTo>
                  <a:lnTo>
                    <a:pt x="334280" y="169777"/>
                  </a:lnTo>
                  <a:lnTo>
                    <a:pt x="334327" y="164471"/>
                  </a:lnTo>
                  <a:lnTo>
                    <a:pt x="334206" y="159166"/>
                  </a:lnTo>
                  <a:lnTo>
                    <a:pt x="333917" y="153868"/>
                  </a:lnTo>
                  <a:lnTo>
                    <a:pt x="333459" y="148581"/>
                  </a:lnTo>
                  <a:lnTo>
                    <a:pt x="332834" y="143312"/>
                  </a:lnTo>
                  <a:lnTo>
                    <a:pt x="332042" y="138065"/>
                  </a:lnTo>
                  <a:lnTo>
                    <a:pt x="331083" y="132845"/>
                  </a:lnTo>
                  <a:lnTo>
                    <a:pt x="329960" y="127659"/>
                  </a:lnTo>
                  <a:lnTo>
                    <a:pt x="328673" y="122512"/>
                  </a:lnTo>
                  <a:lnTo>
                    <a:pt x="327222" y="117407"/>
                  </a:lnTo>
                  <a:lnTo>
                    <a:pt x="325611" y="112351"/>
                  </a:lnTo>
                  <a:lnTo>
                    <a:pt x="323840" y="107349"/>
                  </a:lnTo>
                  <a:lnTo>
                    <a:pt x="321911" y="102406"/>
                  </a:lnTo>
                  <a:lnTo>
                    <a:pt x="319826" y="97526"/>
                  </a:lnTo>
                  <a:lnTo>
                    <a:pt x="317587" y="92715"/>
                  </a:lnTo>
                  <a:lnTo>
                    <a:pt x="315197" y="87978"/>
                  </a:lnTo>
                  <a:lnTo>
                    <a:pt x="312657" y="83318"/>
                  </a:lnTo>
                  <a:lnTo>
                    <a:pt x="309971" y="78742"/>
                  </a:lnTo>
                  <a:lnTo>
                    <a:pt x="307141" y="74253"/>
                  </a:lnTo>
                  <a:lnTo>
                    <a:pt x="304170" y="69857"/>
                  </a:lnTo>
                  <a:lnTo>
                    <a:pt x="301061" y="65557"/>
                  </a:lnTo>
                  <a:lnTo>
                    <a:pt x="297817" y="61357"/>
                  </a:lnTo>
                  <a:lnTo>
                    <a:pt x="294442" y="57263"/>
                  </a:lnTo>
                  <a:lnTo>
                    <a:pt x="290938" y="53278"/>
                  </a:lnTo>
                  <a:lnTo>
                    <a:pt x="287309" y="49406"/>
                  </a:lnTo>
                  <a:lnTo>
                    <a:pt x="283560" y="45651"/>
                  </a:lnTo>
                  <a:lnTo>
                    <a:pt x="279693" y="42017"/>
                  </a:lnTo>
                  <a:lnTo>
                    <a:pt x="275713" y="38508"/>
                  </a:lnTo>
                  <a:lnTo>
                    <a:pt x="271623" y="35127"/>
                  </a:lnTo>
                  <a:lnTo>
                    <a:pt x="267428" y="31877"/>
                  </a:lnTo>
                  <a:lnTo>
                    <a:pt x="263132" y="28763"/>
                  </a:lnTo>
                  <a:lnTo>
                    <a:pt x="258739" y="25786"/>
                  </a:lnTo>
                  <a:lnTo>
                    <a:pt x="254255" y="22950"/>
                  </a:lnTo>
                  <a:lnTo>
                    <a:pt x="249682" y="20257"/>
                  </a:lnTo>
                  <a:lnTo>
                    <a:pt x="245026" y="17711"/>
                  </a:lnTo>
                  <a:lnTo>
                    <a:pt x="240292" y="15315"/>
                  </a:lnTo>
                  <a:lnTo>
                    <a:pt x="235484" y="13069"/>
                  </a:lnTo>
                  <a:lnTo>
                    <a:pt x="230607" y="10978"/>
                  </a:lnTo>
                  <a:lnTo>
                    <a:pt x="225666" y="9042"/>
                  </a:lnTo>
                  <a:lnTo>
                    <a:pt x="220667" y="7264"/>
                  </a:lnTo>
                  <a:lnTo>
                    <a:pt x="215613" y="5646"/>
                  </a:lnTo>
                  <a:lnTo>
                    <a:pt x="210511" y="4189"/>
                  </a:lnTo>
                  <a:lnTo>
                    <a:pt x="205365" y="2895"/>
                  </a:lnTo>
                  <a:lnTo>
                    <a:pt x="200180" y="1764"/>
                  </a:lnTo>
                  <a:lnTo>
                    <a:pt x="194962" y="799"/>
                  </a:lnTo>
                  <a:lnTo>
                    <a:pt x="189716" y="0"/>
                  </a:lnTo>
                  <a:lnTo>
                    <a:pt x="167164" y="1656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781287" y="2126963"/>
              <a:ext cx="22552" cy="167167"/>
            </a:xfrm>
            <a:custGeom>
              <a:avLst/>
              <a:pathLst>
                <a:path w="22552" h="167167">
                  <a:moveTo>
                    <a:pt x="22552" y="1528"/>
                  </a:moveTo>
                  <a:lnTo>
                    <a:pt x="15060" y="679"/>
                  </a:lnTo>
                  <a:lnTo>
                    <a:pt x="7537" y="17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5745" y="2633064"/>
              <a:ext cx="5002" cy="167167"/>
            </a:xfrm>
            <a:custGeom>
              <a:avLst/>
              <a:pathLst>
                <a:path w="5002" h="167167">
                  <a:moveTo>
                    <a:pt x="5002" y="0"/>
                  </a:moveTo>
                  <a:lnTo>
                    <a:pt x="0" y="74"/>
                  </a:lnTo>
                  <a:lnTo>
                    <a:pt x="500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423587" y="2633139"/>
              <a:ext cx="334328" cy="334246"/>
            </a:xfrm>
            <a:custGeom>
              <a:avLst/>
              <a:pathLst>
                <a:path w="334328" h="334246">
                  <a:moveTo>
                    <a:pt x="162158" y="0"/>
                  </a:moveTo>
                  <a:lnTo>
                    <a:pt x="156877" y="241"/>
                  </a:lnTo>
                  <a:lnTo>
                    <a:pt x="151607" y="650"/>
                  </a:lnTo>
                  <a:lnTo>
                    <a:pt x="146352" y="1225"/>
                  </a:lnTo>
                  <a:lnTo>
                    <a:pt x="141118" y="1966"/>
                  </a:lnTo>
                  <a:lnTo>
                    <a:pt x="135910" y="2872"/>
                  </a:lnTo>
                  <a:lnTo>
                    <a:pt x="130733" y="3942"/>
                  </a:lnTo>
                  <a:lnTo>
                    <a:pt x="125593" y="5175"/>
                  </a:lnTo>
                  <a:lnTo>
                    <a:pt x="120495" y="6570"/>
                  </a:lnTo>
                  <a:lnTo>
                    <a:pt x="115443" y="8126"/>
                  </a:lnTo>
                  <a:lnTo>
                    <a:pt x="110442" y="9841"/>
                  </a:lnTo>
                  <a:lnTo>
                    <a:pt x="105499" y="11713"/>
                  </a:lnTo>
                  <a:lnTo>
                    <a:pt x="100617" y="13740"/>
                  </a:lnTo>
                  <a:lnTo>
                    <a:pt x="95801" y="15921"/>
                  </a:lnTo>
                  <a:lnTo>
                    <a:pt x="91057" y="18252"/>
                  </a:lnTo>
                  <a:lnTo>
                    <a:pt x="86389" y="20733"/>
                  </a:lnTo>
                  <a:lnTo>
                    <a:pt x="81802" y="23360"/>
                  </a:lnTo>
                  <a:lnTo>
                    <a:pt x="77300" y="26131"/>
                  </a:lnTo>
                  <a:lnTo>
                    <a:pt x="72888" y="29043"/>
                  </a:lnTo>
                  <a:lnTo>
                    <a:pt x="68571" y="32092"/>
                  </a:lnTo>
                  <a:lnTo>
                    <a:pt x="64352" y="35277"/>
                  </a:lnTo>
                  <a:lnTo>
                    <a:pt x="60235" y="38593"/>
                  </a:lnTo>
                  <a:lnTo>
                    <a:pt x="56226" y="42038"/>
                  </a:lnTo>
                  <a:lnTo>
                    <a:pt x="52327" y="45608"/>
                  </a:lnTo>
                  <a:lnTo>
                    <a:pt x="48544" y="49300"/>
                  </a:lnTo>
                  <a:lnTo>
                    <a:pt x="44879" y="53109"/>
                  </a:lnTo>
                  <a:lnTo>
                    <a:pt x="41336" y="57033"/>
                  </a:lnTo>
                  <a:lnTo>
                    <a:pt x="37919" y="61066"/>
                  </a:lnTo>
                  <a:lnTo>
                    <a:pt x="34631" y="65205"/>
                  </a:lnTo>
                  <a:lnTo>
                    <a:pt x="31476" y="69447"/>
                  </a:lnTo>
                  <a:lnTo>
                    <a:pt x="28457" y="73785"/>
                  </a:lnTo>
                  <a:lnTo>
                    <a:pt x="25576" y="78218"/>
                  </a:lnTo>
                  <a:lnTo>
                    <a:pt x="22837" y="82739"/>
                  </a:lnTo>
                  <a:lnTo>
                    <a:pt x="20242" y="87344"/>
                  </a:lnTo>
                  <a:lnTo>
                    <a:pt x="17794" y="92029"/>
                  </a:lnTo>
                  <a:lnTo>
                    <a:pt x="15495" y="96789"/>
                  </a:lnTo>
                  <a:lnTo>
                    <a:pt x="13348" y="101620"/>
                  </a:lnTo>
                  <a:lnTo>
                    <a:pt x="11355" y="106516"/>
                  </a:lnTo>
                  <a:lnTo>
                    <a:pt x="9517" y="111472"/>
                  </a:lnTo>
                  <a:lnTo>
                    <a:pt x="7838" y="116485"/>
                  </a:lnTo>
                  <a:lnTo>
                    <a:pt x="6317" y="121547"/>
                  </a:lnTo>
                  <a:lnTo>
                    <a:pt x="4958" y="126656"/>
                  </a:lnTo>
                  <a:lnTo>
                    <a:pt x="3760" y="131804"/>
                  </a:lnTo>
                  <a:lnTo>
                    <a:pt x="2726" y="136988"/>
                  </a:lnTo>
                  <a:lnTo>
                    <a:pt x="1857" y="142202"/>
                  </a:lnTo>
                  <a:lnTo>
                    <a:pt x="1152" y="147441"/>
                  </a:lnTo>
                  <a:lnTo>
                    <a:pt x="614" y="152700"/>
                  </a:lnTo>
                  <a:lnTo>
                    <a:pt x="242" y="157973"/>
                  </a:lnTo>
                  <a:lnTo>
                    <a:pt x="37" y="163255"/>
                  </a:lnTo>
                  <a:lnTo>
                    <a:pt x="0" y="168541"/>
                  </a:lnTo>
                  <a:lnTo>
                    <a:pt x="129" y="173826"/>
                  </a:lnTo>
                  <a:lnTo>
                    <a:pt x="425" y="179104"/>
                  </a:lnTo>
                  <a:lnTo>
                    <a:pt x="888" y="184370"/>
                  </a:lnTo>
                  <a:lnTo>
                    <a:pt x="1518" y="189618"/>
                  </a:lnTo>
                  <a:lnTo>
                    <a:pt x="2313" y="194844"/>
                  </a:lnTo>
                  <a:lnTo>
                    <a:pt x="3273" y="200042"/>
                  </a:lnTo>
                  <a:lnTo>
                    <a:pt x="4397" y="205208"/>
                  </a:lnTo>
                  <a:lnTo>
                    <a:pt x="5683" y="210335"/>
                  </a:lnTo>
                  <a:lnTo>
                    <a:pt x="7131" y="215419"/>
                  </a:lnTo>
                  <a:lnTo>
                    <a:pt x="8739" y="220454"/>
                  </a:lnTo>
                  <a:lnTo>
                    <a:pt x="10505" y="225437"/>
                  </a:lnTo>
                  <a:lnTo>
                    <a:pt x="12429" y="230361"/>
                  </a:lnTo>
                  <a:lnTo>
                    <a:pt x="14506" y="235221"/>
                  </a:lnTo>
                  <a:lnTo>
                    <a:pt x="16737" y="240014"/>
                  </a:lnTo>
                  <a:lnTo>
                    <a:pt x="19118" y="244734"/>
                  </a:lnTo>
                  <a:lnTo>
                    <a:pt x="21646" y="249376"/>
                  </a:lnTo>
                  <a:lnTo>
                    <a:pt x="24321" y="253935"/>
                  </a:lnTo>
                  <a:lnTo>
                    <a:pt x="27138" y="258408"/>
                  </a:lnTo>
                  <a:lnTo>
                    <a:pt x="30095" y="262790"/>
                  </a:lnTo>
                  <a:lnTo>
                    <a:pt x="33190" y="267076"/>
                  </a:lnTo>
                  <a:lnTo>
                    <a:pt x="36418" y="271261"/>
                  </a:lnTo>
                  <a:lnTo>
                    <a:pt x="39777" y="275343"/>
                  </a:lnTo>
                  <a:lnTo>
                    <a:pt x="43263" y="279317"/>
                  </a:lnTo>
                  <a:lnTo>
                    <a:pt x="46873" y="283178"/>
                  </a:lnTo>
                  <a:lnTo>
                    <a:pt x="50604" y="286923"/>
                  </a:lnTo>
                  <a:lnTo>
                    <a:pt x="54451" y="290548"/>
                  </a:lnTo>
                  <a:lnTo>
                    <a:pt x="58411" y="294050"/>
                  </a:lnTo>
                  <a:lnTo>
                    <a:pt x="62479" y="297425"/>
                  </a:lnTo>
                  <a:lnTo>
                    <a:pt x="66652" y="300670"/>
                  </a:lnTo>
                  <a:lnTo>
                    <a:pt x="70926" y="303781"/>
                  </a:lnTo>
                  <a:lnTo>
                    <a:pt x="75296" y="306755"/>
                  </a:lnTo>
                  <a:lnTo>
                    <a:pt x="79758" y="309590"/>
                  </a:lnTo>
                  <a:lnTo>
                    <a:pt x="84307" y="312282"/>
                  </a:lnTo>
                  <a:lnTo>
                    <a:pt x="88939" y="314829"/>
                  </a:lnTo>
                  <a:lnTo>
                    <a:pt x="93649" y="317229"/>
                  </a:lnTo>
                  <a:lnTo>
                    <a:pt x="98433" y="319478"/>
                  </a:lnTo>
                  <a:lnTo>
                    <a:pt x="103286" y="321575"/>
                  </a:lnTo>
                  <a:lnTo>
                    <a:pt x="108202" y="323517"/>
                  </a:lnTo>
                  <a:lnTo>
                    <a:pt x="113177" y="325303"/>
                  </a:lnTo>
                  <a:lnTo>
                    <a:pt x="118207" y="326931"/>
                  </a:lnTo>
                  <a:lnTo>
                    <a:pt x="123285" y="328399"/>
                  </a:lnTo>
                  <a:lnTo>
                    <a:pt x="128407" y="329705"/>
                  </a:lnTo>
                  <a:lnTo>
                    <a:pt x="133568" y="330849"/>
                  </a:lnTo>
                  <a:lnTo>
                    <a:pt x="138762" y="331830"/>
                  </a:lnTo>
                  <a:lnTo>
                    <a:pt x="143985" y="332645"/>
                  </a:lnTo>
                  <a:lnTo>
                    <a:pt x="149231" y="333295"/>
                  </a:lnTo>
                  <a:lnTo>
                    <a:pt x="154495" y="333779"/>
                  </a:lnTo>
                  <a:lnTo>
                    <a:pt x="159772" y="334096"/>
                  </a:lnTo>
                  <a:lnTo>
                    <a:pt x="165056" y="334246"/>
                  </a:lnTo>
                  <a:lnTo>
                    <a:pt x="170342" y="334229"/>
                  </a:lnTo>
                  <a:lnTo>
                    <a:pt x="175625" y="334045"/>
                  </a:lnTo>
                  <a:lnTo>
                    <a:pt x="180899" y="333694"/>
                  </a:lnTo>
                  <a:lnTo>
                    <a:pt x="186160" y="333176"/>
                  </a:lnTo>
                  <a:lnTo>
                    <a:pt x="191402" y="332493"/>
                  </a:lnTo>
                  <a:lnTo>
                    <a:pt x="196619" y="331643"/>
                  </a:lnTo>
                  <a:lnTo>
                    <a:pt x="201807" y="330630"/>
                  </a:lnTo>
                  <a:lnTo>
                    <a:pt x="206961" y="329453"/>
                  </a:lnTo>
                  <a:lnTo>
                    <a:pt x="212074" y="328113"/>
                  </a:lnTo>
                  <a:lnTo>
                    <a:pt x="217143" y="326612"/>
                  </a:lnTo>
                  <a:lnTo>
                    <a:pt x="222162" y="324952"/>
                  </a:lnTo>
                  <a:lnTo>
                    <a:pt x="227125" y="323134"/>
                  </a:lnTo>
                  <a:lnTo>
                    <a:pt x="232029" y="321160"/>
                  </a:lnTo>
                  <a:lnTo>
                    <a:pt x="236868" y="319032"/>
                  </a:lnTo>
                  <a:lnTo>
                    <a:pt x="241637" y="316752"/>
                  </a:lnTo>
                  <a:lnTo>
                    <a:pt x="246332" y="314323"/>
                  </a:lnTo>
                  <a:lnTo>
                    <a:pt x="250947" y="311746"/>
                  </a:lnTo>
                  <a:lnTo>
                    <a:pt x="255479" y="309024"/>
                  </a:lnTo>
                  <a:lnTo>
                    <a:pt x="259923" y="306161"/>
                  </a:lnTo>
                  <a:lnTo>
                    <a:pt x="264273" y="303159"/>
                  </a:lnTo>
                  <a:lnTo>
                    <a:pt x="268527" y="300020"/>
                  </a:lnTo>
                  <a:lnTo>
                    <a:pt x="272679" y="296749"/>
                  </a:lnTo>
                  <a:lnTo>
                    <a:pt x="276726" y="293348"/>
                  </a:lnTo>
                  <a:lnTo>
                    <a:pt x="280663" y="289820"/>
                  </a:lnTo>
                  <a:lnTo>
                    <a:pt x="284487" y="286170"/>
                  </a:lnTo>
                  <a:lnTo>
                    <a:pt x="288193" y="282401"/>
                  </a:lnTo>
                  <a:lnTo>
                    <a:pt x="291778" y="278517"/>
                  </a:lnTo>
                  <a:lnTo>
                    <a:pt x="295239" y="274521"/>
                  </a:lnTo>
                  <a:lnTo>
                    <a:pt x="298572" y="270417"/>
                  </a:lnTo>
                  <a:lnTo>
                    <a:pt x="301773" y="266211"/>
                  </a:lnTo>
                  <a:lnTo>
                    <a:pt x="304839" y="261905"/>
                  </a:lnTo>
                  <a:lnTo>
                    <a:pt x="307768" y="257505"/>
                  </a:lnTo>
                  <a:lnTo>
                    <a:pt x="310557" y="253014"/>
                  </a:lnTo>
                  <a:lnTo>
                    <a:pt x="313202" y="248437"/>
                  </a:lnTo>
                  <a:lnTo>
                    <a:pt x="315701" y="243779"/>
                  </a:lnTo>
                  <a:lnTo>
                    <a:pt x="318051" y="239044"/>
                  </a:lnTo>
                  <a:lnTo>
                    <a:pt x="320251" y="234237"/>
                  </a:lnTo>
                  <a:lnTo>
                    <a:pt x="322297" y="229363"/>
                  </a:lnTo>
                  <a:lnTo>
                    <a:pt x="324188" y="224427"/>
                  </a:lnTo>
                  <a:lnTo>
                    <a:pt x="325923" y="219433"/>
                  </a:lnTo>
                  <a:lnTo>
                    <a:pt x="327498" y="214387"/>
                  </a:lnTo>
                  <a:lnTo>
                    <a:pt x="328913" y="209294"/>
                  </a:lnTo>
                  <a:lnTo>
                    <a:pt x="330167" y="204159"/>
                  </a:lnTo>
                  <a:lnTo>
                    <a:pt x="331257" y="198986"/>
                  </a:lnTo>
                  <a:lnTo>
                    <a:pt x="332184" y="193782"/>
                  </a:lnTo>
                  <a:lnTo>
                    <a:pt x="332945" y="188551"/>
                  </a:lnTo>
                  <a:lnTo>
                    <a:pt x="333541" y="183299"/>
                  </a:lnTo>
                  <a:lnTo>
                    <a:pt x="333970" y="178030"/>
                  </a:lnTo>
                  <a:lnTo>
                    <a:pt x="334232" y="172750"/>
                  </a:lnTo>
                  <a:lnTo>
                    <a:pt x="334328" y="167465"/>
                  </a:lnTo>
                  <a:lnTo>
                    <a:pt x="334256" y="162179"/>
                  </a:lnTo>
                  <a:lnTo>
                    <a:pt x="334017" y="156899"/>
                  </a:lnTo>
                  <a:lnTo>
                    <a:pt x="333611" y="151628"/>
                  </a:lnTo>
                  <a:lnTo>
                    <a:pt x="333039" y="146373"/>
                  </a:lnTo>
                  <a:lnTo>
                    <a:pt x="332301" y="141139"/>
                  </a:lnTo>
                  <a:lnTo>
                    <a:pt x="331398" y="135930"/>
                  </a:lnTo>
                  <a:lnTo>
                    <a:pt x="330331" y="130753"/>
                  </a:lnTo>
                  <a:lnTo>
                    <a:pt x="329100" y="125612"/>
                  </a:lnTo>
                  <a:lnTo>
                    <a:pt x="327708" y="120513"/>
                  </a:lnTo>
                  <a:lnTo>
                    <a:pt x="326155" y="115460"/>
                  </a:lnTo>
                  <a:lnTo>
                    <a:pt x="324443" y="110458"/>
                  </a:lnTo>
                  <a:lnTo>
                    <a:pt x="322573" y="105514"/>
                  </a:lnTo>
                  <a:lnTo>
                    <a:pt x="320549" y="100631"/>
                  </a:lnTo>
                  <a:lnTo>
                    <a:pt x="318371" y="95814"/>
                  </a:lnTo>
                  <a:lnTo>
                    <a:pt x="316041" y="91069"/>
                  </a:lnTo>
                  <a:lnTo>
                    <a:pt x="313563" y="86400"/>
                  </a:lnTo>
                  <a:lnTo>
                    <a:pt x="310939" y="81811"/>
                  </a:lnTo>
                  <a:lnTo>
                    <a:pt x="308170" y="77308"/>
                  </a:lnTo>
                  <a:lnTo>
                    <a:pt x="305261" y="72894"/>
                  </a:lnTo>
                  <a:lnTo>
                    <a:pt x="302214" y="68575"/>
                  </a:lnTo>
                  <a:lnTo>
                    <a:pt x="299031" y="64354"/>
                  </a:lnTo>
                  <a:lnTo>
                    <a:pt x="295717" y="60236"/>
                  </a:lnTo>
                  <a:lnTo>
                    <a:pt x="292274" y="56225"/>
                  </a:lnTo>
                  <a:lnTo>
                    <a:pt x="288706" y="52324"/>
                  </a:lnTo>
                  <a:lnTo>
                    <a:pt x="285017" y="48539"/>
                  </a:lnTo>
                  <a:lnTo>
                    <a:pt x="281209" y="44872"/>
                  </a:lnTo>
                  <a:lnTo>
                    <a:pt x="277288" y="41327"/>
                  </a:lnTo>
                  <a:lnTo>
                    <a:pt x="273257" y="37908"/>
                  </a:lnTo>
                  <a:lnTo>
                    <a:pt x="269119" y="34618"/>
                  </a:lnTo>
                  <a:lnTo>
                    <a:pt x="264879" y="31460"/>
                  </a:lnTo>
                  <a:lnTo>
                    <a:pt x="260542" y="28438"/>
                  </a:lnTo>
                  <a:lnTo>
                    <a:pt x="256112" y="25555"/>
                  </a:lnTo>
                  <a:lnTo>
                    <a:pt x="251592" y="22813"/>
                  </a:lnTo>
                  <a:lnTo>
                    <a:pt x="246988" y="20216"/>
                  </a:lnTo>
                  <a:lnTo>
                    <a:pt x="242304" y="17766"/>
                  </a:lnTo>
                  <a:lnTo>
                    <a:pt x="237545" y="15464"/>
                  </a:lnTo>
                  <a:lnTo>
                    <a:pt x="232716" y="13315"/>
                  </a:lnTo>
                  <a:lnTo>
                    <a:pt x="227821" y="11319"/>
                  </a:lnTo>
                  <a:lnTo>
                    <a:pt x="222865" y="9479"/>
                  </a:lnTo>
                  <a:lnTo>
                    <a:pt x="217854" y="7796"/>
                  </a:lnTo>
                  <a:lnTo>
                    <a:pt x="167161" y="1670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90748" y="2633064"/>
              <a:ext cx="50693" cy="167167"/>
            </a:xfrm>
            <a:custGeom>
              <a:avLst/>
              <a:pathLst>
                <a:path w="50693" h="167167">
                  <a:moveTo>
                    <a:pt x="50693" y="7871"/>
                  </a:moveTo>
                  <a:lnTo>
                    <a:pt x="44522" y="6037"/>
                  </a:lnTo>
                  <a:lnTo>
                    <a:pt x="38285" y="4443"/>
                  </a:lnTo>
                  <a:lnTo>
                    <a:pt x="31991" y="3089"/>
                  </a:lnTo>
                  <a:lnTo>
                    <a:pt x="25650" y="1979"/>
                  </a:lnTo>
                  <a:lnTo>
                    <a:pt x="19271" y="1114"/>
                  </a:lnTo>
                  <a:lnTo>
                    <a:pt x="12863" y="495"/>
                  </a:lnTo>
                  <a:lnTo>
                    <a:pt x="6436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1470" y="3170392"/>
              <a:ext cx="24510" cy="167167"/>
            </a:xfrm>
            <a:custGeom>
              <a:avLst/>
              <a:pathLst>
                <a:path w="24510" h="167167">
                  <a:moveTo>
                    <a:pt x="24510" y="0"/>
                  </a:moveTo>
                  <a:lnTo>
                    <a:pt x="16313" y="201"/>
                  </a:lnTo>
                  <a:lnTo>
                    <a:pt x="8137" y="803"/>
                  </a:lnTo>
                  <a:lnTo>
                    <a:pt x="0" y="1806"/>
                  </a:lnTo>
                  <a:lnTo>
                    <a:pt x="2451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1470" y="3172199"/>
              <a:ext cx="24510" cy="165360"/>
            </a:xfrm>
            <a:custGeom>
              <a:avLst/>
              <a:pathLst>
                <a:path w="24510" h="165360">
                  <a:moveTo>
                    <a:pt x="0" y="0"/>
                  </a:moveTo>
                  <a:lnTo>
                    <a:pt x="24510" y="1653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1470" y="3172199"/>
              <a:ext cx="24510" cy="165360"/>
            </a:xfrm>
            <a:custGeom>
              <a:avLst/>
              <a:pathLst>
                <a:path w="24510" h="165360">
                  <a:moveTo>
                    <a:pt x="0" y="0"/>
                  </a:moveTo>
                  <a:lnTo>
                    <a:pt x="24510" y="1653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1470" y="3172199"/>
              <a:ext cx="24510" cy="165360"/>
            </a:xfrm>
            <a:custGeom>
              <a:avLst/>
              <a:pathLst>
                <a:path w="24510" h="165360">
                  <a:moveTo>
                    <a:pt x="0" y="0"/>
                  </a:moveTo>
                  <a:lnTo>
                    <a:pt x="24510" y="1653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1470" y="3172199"/>
              <a:ext cx="24510" cy="165360"/>
            </a:xfrm>
            <a:custGeom>
              <a:avLst/>
              <a:pathLst>
                <a:path w="24510" h="165360">
                  <a:moveTo>
                    <a:pt x="0" y="0"/>
                  </a:moveTo>
                  <a:lnTo>
                    <a:pt x="24510" y="1653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1470" y="3172199"/>
              <a:ext cx="24510" cy="165360"/>
            </a:xfrm>
            <a:custGeom>
              <a:avLst/>
              <a:pathLst>
                <a:path w="24510" h="165360">
                  <a:moveTo>
                    <a:pt x="0" y="0"/>
                  </a:moveTo>
                  <a:lnTo>
                    <a:pt x="24510" y="1653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1470" y="3172199"/>
              <a:ext cx="24510" cy="165360"/>
            </a:xfrm>
            <a:custGeom>
              <a:avLst/>
              <a:pathLst>
                <a:path w="24510" h="165360">
                  <a:moveTo>
                    <a:pt x="0" y="0"/>
                  </a:moveTo>
                  <a:lnTo>
                    <a:pt x="24510" y="1653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1470" y="3172199"/>
              <a:ext cx="24510" cy="165360"/>
            </a:xfrm>
            <a:custGeom>
              <a:avLst/>
              <a:pathLst>
                <a:path w="24510" h="165360">
                  <a:moveTo>
                    <a:pt x="0" y="0"/>
                  </a:moveTo>
                  <a:lnTo>
                    <a:pt x="24510" y="1653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1470" y="3172199"/>
              <a:ext cx="24510" cy="165360"/>
            </a:xfrm>
            <a:custGeom>
              <a:avLst/>
              <a:pathLst>
                <a:path w="24510" h="165360">
                  <a:moveTo>
                    <a:pt x="0" y="0"/>
                  </a:moveTo>
                  <a:lnTo>
                    <a:pt x="24510" y="1653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1470" y="3172199"/>
              <a:ext cx="24510" cy="165360"/>
            </a:xfrm>
            <a:custGeom>
              <a:avLst/>
              <a:pathLst>
                <a:path w="24510" h="165360">
                  <a:moveTo>
                    <a:pt x="0" y="0"/>
                  </a:moveTo>
                  <a:lnTo>
                    <a:pt x="24510" y="1653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1470" y="3172199"/>
              <a:ext cx="24510" cy="165360"/>
            </a:xfrm>
            <a:custGeom>
              <a:avLst/>
              <a:pathLst>
                <a:path w="24510" h="165360">
                  <a:moveTo>
                    <a:pt x="0" y="0"/>
                  </a:moveTo>
                  <a:lnTo>
                    <a:pt x="24510" y="1653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01470" y="3172199"/>
              <a:ext cx="24510" cy="165360"/>
            </a:xfrm>
            <a:custGeom>
              <a:avLst/>
              <a:pathLst>
                <a:path w="24510" h="165360">
                  <a:moveTo>
                    <a:pt x="0" y="0"/>
                  </a:moveTo>
                  <a:lnTo>
                    <a:pt x="24510" y="1653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01470" y="3172199"/>
              <a:ext cx="24510" cy="165360"/>
            </a:xfrm>
            <a:custGeom>
              <a:avLst/>
              <a:pathLst>
                <a:path w="24510" h="165360">
                  <a:moveTo>
                    <a:pt x="0" y="0"/>
                  </a:moveTo>
                  <a:lnTo>
                    <a:pt x="24510" y="1653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358814" y="3172199"/>
              <a:ext cx="334332" cy="332515"/>
            </a:xfrm>
            <a:custGeom>
              <a:avLst/>
              <a:pathLst>
                <a:path w="334332" h="332515">
                  <a:moveTo>
                    <a:pt x="142656" y="0"/>
                  </a:moveTo>
                  <a:lnTo>
                    <a:pt x="137423" y="860"/>
                  </a:lnTo>
                  <a:lnTo>
                    <a:pt x="132220" y="1886"/>
                  </a:lnTo>
                  <a:lnTo>
                    <a:pt x="127052" y="3077"/>
                  </a:lnTo>
                  <a:lnTo>
                    <a:pt x="121925" y="4431"/>
                  </a:lnTo>
                  <a:lnTo>
                    <a:pt x="116843" y="5947"/>
                  </a:lnTo>
                  <a:lnTo>
                    <a:pt x="111812" y="7623"/>
                  </a:lnTo>
                  <a:lnTo>
                    <a:pt x="106837" y="9458"/>
                  </a:lnTo>
                  <a:lnTo>
                    <a:pt x="101922" y="11450"/>
                  </a:lnTo>
                  <a:lnTo>
                    <a:pt x="97073" y="13597"/>
                  </a:lnTo>
                  <a:lnTo>
                    <a:pt x="92295" y="15897"/>
                  </a:lnTo>
                  <a:lnTo>
                    <a:pt x="87592" y="18347"/>
                  </a:lnTo>
                  <a:lnTo>
                    <a:pt x="82969" y="20945"/>
                  </a:lnTo>
                  <a:lnTo>
                    <a:pt x="78430" y="23688"/>
                  </a:lnTo>
                  <a:lnTo>
                    <a:pt x="73981" y="26574"/>
                  </a:lnTo>
                  <a:lnTo>
                    <a:pt x="69626" y="29600"/>
                  </a:lnTo>
                  <a:lnTo>
                    <a:pt x="65369" y="32762"/>
                  </a:lnTo>
                  <a:lnTo>
                    <a:pt x="61214" y="36057"/>
                  </a:lnTo>
                  <a:lnTo>
                    <a:pt x="57166" y="39483"/>
                  </a:lnTo>
                  <a:lnTo>
                    <a:pt x="53229" y="43036"/>
                  </a:lnTo>
                  <a:lnTo>
                    <a:pt x="49406" y="46711"/>
                  </a:lnTo>
                  <a:lnTo>
                    <a:pt x="45702" y="50506"/>
                  </a:lnTo>
                  <a:lnTo>
                    <a:pt x="42120" y="54416"/>
                  </a:lnTo>
                  <a:lnTo>
                    <a:pt x="38664" y="58439"/>
                  </a:lnTo>
                  <a:lnTo>
                    <a:pt x="35337" y="62568"/>
                  </a:lnTo>
                  <a:lnTo>
                    <a:pt x="32143" y="66801"/>
                  </a:lnTo>
                  <a:lnTo>
                    <a:pt x="29085" y="71134"/>
                  </a:lnTo>
                  <a:lnTo>
                    <a:pt x="26166" y="75561"/>
                  </a:lnTo>
                  <a:lnTo>
                    <a:pt x="23388" y="80079"/>
                  </a:lnTo>
                  <a:lnTo>
                    <a:pt x="20755" y="84682"/>
                  </a:lnTo>
                  <a:lnTo>
                    <a:pt x="18270" y="89366"/>
                  </a:lnTo>
                  <a:lnTo>
                    <a:pt x="15935" y="94128"/>
                  </a:lnTo>
                  <a:lnTo>
                    <a:pt x="13751" y="98960"/>
                  </a:lnTo>
                  <a:lnTo>
                    <a:pt x="11722" y="103860"/>
                  </a:lnTo>
                  <a:lnTo>
                    <a:pt x="9850" y="108821"/>
                  </a:lnTo>
                  <a:lnTo>
                    <a:pt x="8136" y="113840"/>
                  </a:lnTo>
                  <a:lnTo>
                    <a:pt x="6581" y="118910"/>
                  </a:lnTo>
                  <a:lnTo>
                    <a:pt x="5189" y="124027"/>
                  </a:lnTo>
                  <a:lnTo>
                    <a:pt x="3959" y="129185"/>
                  </a:lnTo>
                  <a:lnTo>
                    <a:pt x="2894" y="134380"/>
                  </a:lnTo>
                  <a:lnTo>
                    <a:pt x="1994" y="139606"/>
                  </a:lnTo>
                  <a:lnTo>
                    <a:pt x="1260" y="144858"/>
                  </a:lnTo>
                  <a:lnTo>
                    <a:pt x="693" y="150131"/>
                  </a:lnTo>
                  <a:lnTo>
                    <a:pt x="294" y="155419"/>
                  </a:lnTo>
                  <a:lnTo>
                    <a:pt x="63" y="160717"/>
                  </a:lnTo>
                  <a:lnTo>
                    <a:pt x="0" y="166020"/>
                  </a:lnTo>
                  <a:lnTo>
                    <a:pt x="105" y="171322"/>
                  </a:lnTo>
                  <a:lnTo>
                    <a:pt x="378" y="176617"/>
                  </a:lnTo>
                  <a:lnTo>
                    <a:pt x="819" y="181902"/>
                  </a:lnTo>
                  <a:lnTo>
                    <a:pt x="1427" y="187170"/>
                  </a:lnTo>
                  <a:lnTo>
                    <a:pt x="2202" y="192416"/>
                  </a:lnTo>
                  <a:lnTo>
                    <a:pt x="3143" y="197635"/>
                  </a:lnTo>
                  <a:lnTo>
                    <a:pt x="4250" y="202821"/>
                  </a:lnTo>
                  <a:lnTo>
                    <a:pt x="5520" y="207970"/>
                  </a:lnTo>
                  <a:lnTo>
                    <a:pt x="6953" y="213076"/>
                  </a:lnTo>
                  <a:lnTo>
                    <a:pt x="8547" y="218134"/>
                  </a:lnTo>
                  <a:lnTo>
                    <a:pt x="10301" y="223138"/>
                  </a:lnTo>
                  <a:lnTo>
                    <a:pt x="12212" y="228085"/>
                  </a:lnTo>
                  <a:lnTo>
                    <a:pt x="14280" y="232968"/>
                  </a:lnTo>
                  <a:lnTo>
                    <a:pt x="16501" y="237784"/>
                  </a:lnTo>
                  <a:lnTo>
                    <a:pt x="18874" y="242526"/>
                  </a:lnTo>
                  <a:lnTo>
                    <a:pt x="21396" y="247191"/>
                  </a:lnTo>
                  <a:lnTo>
                    <a:pt x="24065" y="251773"/>
                  </a:lnTo>
                  <a:lnTo>
                    <a:pt x="26878" y="256269"/>
                  </a:lnTo>
                  <a:lnTo>
                    <a:pt x="29832" y="260673"/>
                  </a:lnTo>
                  <a:lnTo>
                    <a:pt x="32925" y="264981"/>
                  </a:lnTo>
                  <a:lnTo>
                    <a:pt x="36152" y="269189"/>
                  </a:lnTo>
                  <a:lnTo>
                    <a:pt x="39511" y="273292"/>
                  </a:lnTo>
                  <a:lnTo>
                    <a:pt x="42999" y="277287"/>
                  </a:lnTo>
                  <a:lnTo>
                    <a:pt x="46612" y="281169"/>
                  </a:lnTo>
                  <a:lnTo>
                    <a:pt x="50346" y="284935"/>
                  </a:lnTo>
                  <a:lnTo>
                    <a:pt x="54197" y="288580"/>
                  </a:lnTo>
                  <a:lnTo>
                    <a:pt x="58162" y="292101"/>
                  </a:lnTo>
                  <a:lnTo>
                    <a:pt x="62237" y="295495"/>
                  </a:lnTo>
                  <a:lnTo>
                    <a:pt x="66418" y="298758"/>
                  </a:lnTo>
                  <a:lnTo>
                    <a:pt x="70700" y="301886"/>
                  </a:lnTo>
                  <a:lnTo>
                    <a:pt x="75079" y="304877"/>
                  </a:lnTo>
                  <a:lnTo>
                    <a:pt x="79550" y="307728"/>
                  </a:lnTo>
                  <a:lnTo>
                    <a:pt x="84110" y="310435"/>
                  </a:lnTo>
                  <a:lnTo>
                    <a:pt x="88753" y="312997"/>
                  </a:lnTo>
                  <a:lnTo>
                    <a:pt x="93476" y="315410"/>
                  </a:lnTo>
                  <a:lnTo>
                    <a:pt x="98272" y="317671"/>
                  </a:lnTo>
                  <a:lnTo>
                    <a:pt x="103138" y="319780"/>
                  </a:lnTo>
                  <a:lnTo>
                    <a:pt x="108068" y="321733"/>
                  </a:lnTo>
                  <a:lnTo>
                    <a:pt x="113058" y="323529"/>
                  </a:lnTo>
                  <a:lnTo>
                    <a:pt x="118102" y="325166"/>
                  </a:lnTo>
                  <a:lnTo>
                    <a:pt x="123196" y="326641"/>
                  </a:lnTo>
                  <a:lnTo>
                    <a:pt x="128333" y="327955"/>
                  </a:lnTo>
                  <a:lnTo>
                    <a:pt x="133510" y="329105"/>
                  </a:lnTo>
                  <a:lnTo>
                    <a:pt x="138721" y="330090"/>
                  </a:lnTo>
                  <a:lnTo>
                    <a:pt x="143960" y="330909"/>
                  </a:lnTo>
                  <a:lnTo>
                    <a:pt x="149223" y="331562"/>
                  </a:lnTo>
                  <a:lnTo>
                    <a:pt x="154504" y="332048"/>
                  </a:lnTo>
                  <a:lnTo>
                    <a:pt x="159797" y="332365"/>
                  </a:lnTo>
                  <a:lnTo>
                    <a:pt x="165098" y="332515"/>
                  </a:lnTo>
                  <a:lnTo>
                    <a:pt x="170401" y="332496"/>
                  </a:lnTo>
                  <a:lnTo>
                    <a:pt x="175701" y="332310"/>
                  </a:lnTo>
                  <a:lnTo>
                    <a:pt x="180992" y="331955"/>
                  </a:lnTo>
                  <a:lnTo>
                    <a:pt x="186269" y="331433"/>
                  </a:lnTo>
                  <a:lnTo>
                    <a:pt x="191527" y="330743"/>
                  </a:lnTo>
                  <a:lnTo>
                    <a:pt x="196761" y="329887"/>
                  </a:lnTo>
                  <a:lnTo>
                    <a:pt x="201965" y="328866"/>
                  </a:lnTo>
                  <a:lnTo>
                    <a:pt x="207133" y="327680"/>
                  </a:lnTo>
                  <a:lnTo>
                    <a:pt x="212262" y="326330"/>
                  </a:lnTo>
                  <a:lnTo>
                    <a:pt x="217345" y="324819"/>
                  </a:lnTo>
                  <a:lnTo>
                    <a:pt x="222378" y="323147"/>
                  </a:lnTo>
                  <a:lnTo>
                    <a:pt x="227355" y="321316"/>
                  </a:lnTo>
                  <a:lnTo>
                    <a:pt x="232271" y="319329"/>
                  </a:lnTo>
                  <a:lnTo>
                    <a:pt x="237122" y="317186"/>
                  </a:lnTo>
                  <a:lnTo>
                    <a:pt x="241903" y="314891"/>
                  </a:lnTo>
                  <a:lnTo>
                    <a:pt x="246608" y="312445"/>
                  </a:lnTo>
                  <a:lnTo>
                    <a:pt x="251233" y="309851"/>
                  </a:lnTo>
                  <a:lnTo>
                    <a:pt x="255774" y="307112"/>
                  </a:lnTo>
                  <a:lnTo>
                    <a:pt x="260226" y="304230"/>
                  </a:lnTo>
                  <a:lnTo>
                    <a:pt x="264584" y="301208"/>
                  </a:lnTo>
                  <a:lnTo>
                    <a:pt x="268844" y="298050"/>
                  </a:lnTo>
                  <a:lnTo>
                    <a:pt x="273001" y="294758"/>
                  </a:lnTo>
                  <a:lnTo>
                    <a:pt x="277052" y="291336"/>
                  </a:lnTo>
                  <a:lnTo>
                    <a:pt x="280993" y="287787"/>
                  </a:lnTo>
                  <a:lnTo>
                    <a:pt x="284819" y="284115"/>
                  </a:lnTo>
                  <a:lnTo>
                    <a:pt x="288526" y="280324"/>
                  </a:lnTo>
                  <a:lnTo>
                    <a:pt x="292112" y="276416"/>
                  </a:lnTo>
                  <a:lnTo>
                    <a:pt x="295571" y="272397"/>
                  </a:lnTo>
                  <a:lnTo>
                    <a:pt x="298902" y="268271"/>
                  </a:lnTo>
                  <a:lnTo>
                    <a:pt x="302100" y="264040"/>
                  </a:lnTo>
                  <a:lnTo>
                    <a:pt x="305162" y="259711"/>
                  </a:lnTo>
                  <a:lnTo>
                    <a:pt x="308085" y="255286"/>
                  </a:lnTo>
                  <a:lnTo>
                    <a:pt x="310867" y="250771"/>
                  </a:lnTo>
                  <a:lnTo>
                    <a:pt x="313503" y="246170"/>
                  </a:lnTo>
                  <a:lnTo>
                    <a:pt x="315993" y="241488"/>
                  </a:lnTo>
                  <a:lnTo>
                    <a:pt x="318333" y="236729"/>
                  </a:lnTo>
                  <a:lnTo>
                    <a:pt x="320520" y="231898"/>
                  </a:lnTo>
                  <a:lnTo>
                    <a:pt x="322554" y="227000"/>
                  </a:lnTo>
                  <a:lnTo>
                    <a:pt x="324431" y="222040"/>
                  </a:lnTo>
                  <a:lnTo>
                    <a:pt x="326149" y="217024"/>
                  </a:lnTo>
                  <a:lnTo>
                    <a:pt x="327708" y="211955"/>
                  </a:lnTo>
                  <a:lnTo>
                    <a:pt x="329105" y="206839"/>
                  </a:lnTo>
                  <a:lnTo>
                    <a:pt x="330340" y="201682"/>
                  </a:lnTo>
                  <a:lnTo>
                    <a:pt x="331409" y="196488"/>
                  </a:lnTo>
                  <a:lnTo>
                    <a:pt x="332314" y="191262"/>
                  </a:lnTo>
                  <a:lnTo>
                    <a:pt x="333053" y="186011"/>
                  </a:lnTo>
                  <a:lnTo>
                    <a:pt x="333624" y="180739"/>
                  </a:lnTo>
                  <a:lnTo>
                    <a:pt x="334028" y="175451"/>
                  </a:lnTo>
                  <a:lnTo>
                    <a:pt x="334264" y="170154"/>
                  </a:lnTo>
                  <a:lnTo>
                    <a:pt x="334332" y="164851"/>
                  </a:lnTo>
                  <a:lnTo>
                    <a:pt x="334232" y="159549"/>
                  </a:lnTo>
                  <a:lnTo>
                    <a:pt x="333964" y="154253"/>
                  </a:lnTo>
                  <a:lnTo>
                    <a:pt x="333527" y="148968"/>
                  </a:lnTo>
                  <a:lnTo>
                    <a:pt x="332924" y="143699"/>
                  </a:lnTo>
                  <a:lnTo>
                    <a:pt x="332153" y="138452"/>
                  </a:lnTo>
                  <a:lnTo>
                    <a:pt x="331217" y="133233"/>
                  </a:lnTo>
                  <a:lnTo>
                    <a:pt x="330115" y="128045"/>
                  </a:lnTo>
                  <a:lnTo>
                    <a:pt x="328850" y="122895"/>
                  </a:lnTo>
                  <a:lnTo>
                    <a:pt x="327421" y="117788"/>
                  </a:lnTo>
                  <a:lnTo>
                    <a:pt x="325832" y="112729"/>
                  </a:lnTo>
                  <a:lnTo>
                    <a:pt x="324082" y="107723"/>
                  </a:lnTo>
                  <a:lnTo>
                    <a:pt x="322175" y="102775"/>
                  </a:lnTo>
                  <a:lnTo>
                    <a:pt x="320112" y="97890"/>
                  </a:lnTo>
                  <a:lnTo>
                    <a:pt x="317895" y="93072"/>
                  </a:lnTo>
                  <a:lnTo>
                    <a:pt x="315526" y="88328"/>
                  </a:lnTo>
                  <a:lnTo>
                    <a:pt x="313008" y="83660"/>
                  </a:lnTo>
                  <a:lnTo>
                    <a:pt x="310344" y="79076"/>
                  </a:lnTo>
                  <a:lnTo>
                    <a:pt x="307535" y="74578"/>
                  </a:lnTo>
                  <a:lnTo>
                    <a:pt x="304584" y="70171"/>
                  </a:lnTo>
                  <a:lnTo>
                    <a:pt x="301496" y="65860"/>
                  </a:lnTo>
                  <a:lnTo>
                    <a:pt x="298272" y="61649"/>
                  </a:lnTo>
                  <a:lnTo>
                    <a:pt x="294917" y="57543"/>
                  </a:lnTo>
                  <a:lnTo>
                    <a:pt x="291433" y="53545"/>
                  </a:lnTo>
                  <a:lnTo>
                    <a:pt x="287823" y="49660"/>
                  </a:lnTo>
                  <a:lnTo>
                    <a:pt x="284093" y="45891"/>
                  </a:lnTo>
                  <a:lnTo>
                    <a:pt x="280245" y="42242"/>
                  </a:lnTo>
                  <a:lnTo>
                    <a:pt x="276283" y="38717"/>
                  </a:lnTo>
                  <a:lnTo>
                    <a:pt x="272211" y="35320"/>
                  </a:lnTo>
                  <a:lnTo>
                    <a:pt x="268033" y="32054"/>
                  </a:lnTo>
                  <a:lnTo>
                    <a:pt x="263754" y="28921"/>
                  </a:lnTo>
                  <a:lnTo>
                    <a:pt x="259378" y="25926"/>
                  </a:lnTo>
                  <a:lnTo>
                    <a:pt x="254909" y="23071"/>
                  </a:lnTo>
                  <a:lnTo>
                    <a:pt x="250351" y="20360"/>
                  </a:lnTo>
                  <a:lnTo>
                    <a:pt x="245710" y="17794"/>
                  </a:lnTo>
                  <a:lnTo>
                    <a:pt x="240990" y="15377"/>
                  </a:lnTo>
                  <a:lnTo>
                    <a:pt x="236195" y="13111"/>
                  </a:lnTo>
                  <a:lnTo>
                    <a:pt x="231332" y="10998"/>
                  </a:lnTo>
                  <a:lnTo>
                    <a:pt x="226403" y="9041"/>
                  </a:lnTo>
                  <a:lnTo>
                    <a:pt x="167166" y="1653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5980" y="3170392"/>
              <a:ext cx="59237" cy="167167"/>
            </a:xfrm>
            <a:custGeom>
              <a:avLst/>
              <a:pathLst>
                <a:path w="59237" h="167167">
                  <a:moveTo>
                    <a:pt x="59237" y="10847"/>
                  </a:moveTo>
                  <a:lnTo>
                    <a:pt x="53537" y="8804"/>
                  </a:lnTo>
                  <a:lnTo>
                    <a:pt x="47767" y="6969"/>
                  </a:lnTo>
                  <a:lnTo>
                    <a:pt x="41934" y="5345"/>
                  </a:lnTo>
                  <a:lnTo>
                    <a:pt x="36046" y="3932"/>
                  </a:lnTo>
                  <a:lnTo>
                    <a:pt x="30111" y="2734"/>
                  </a:lnTo>
                  <a:lnTo>
                    <a:pt x="24136" y="1751"/>
                  </a:lnTo>
                  <a:lnTo>
                    <a:pt x="18130" y="986"/>
                  </a:lnTo>
                  <a:lnTo>
                    <a:pt x="12100" y="438"/>
                  </a:lnTo>
                  <a:lnTo>
                    <a:pt x="6053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5506" y="3707720"/>
              <a:ext cx="5242" cy="167167"/>
            </a:xfrm>
            <a:custGeom>
              <a:avLst/>
              <a:pathLst>
                <a:path w="5242" h="167167">
                  <a:moveTo>
                    <a:pt x="5242" y="0"/>
                  </a:moveTo>
                  <a:lnTo>
                    <a:pt x="0" y="82"/>
                  </a:lnTo>
                  <a:lnTo>
                    <a:pt x="524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5506" y="37078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5506" y="37078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5506" y="37078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5506" y="37078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5506" y="37078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5506" y="37078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5506" y="37078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5506" y="37078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5506" y="37078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85506" y="37078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85506" y="37078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423586" y="3707720"/>
              <a:ext cx="334324" cy="334314"/>
            </a:xfrm>
            <a:custGeom>
              <a:avLst/>
              <a:pathLst>
                <a:path w="334324" h="334314">
                  <a:moveTo>
                    <a:pt x="161919" y="82"/>
                  </a:moveTo>
                  <a:lnTo>
                    <a:pt x="156647" y="331"/>
                  </a:lnTo>
                  <a:lnTo>
                    <a:pt x="151386" y="746"/>
                  </a:lnTo>
                  <a:lnTo>
                    <a:pt x="146140" y="1327"/>
                  </a:lnTo>
                  <a:lnTo>
                    <a:pt x="140915" y="2073"/>
                  </a:lnTo>
                  <a:lnTo>
                    <a:pt x="135716" y="2984"/>
                  </a:lnTo>
                  <a:lnTo>
                    <a:pt x="130548" y="4058"/>
                  </a:lnTo>
                  <a:lnTo>
                    <a:pt x="125417" y="5296"/>
                  </a:lnTo>
                  <a:lnTo>
                    <a:pt x="120328" y="6694"/>
                  </a:lnTo>
                  <a:lnTo>
                    <a:pt x="115285" y="8253"/>
                  </a:lnTo>
                  <a:lnTo>
                    <a:pt x="110294" y="9970"/>
                  </a:lnTo>
                  <a:lnTo>
                    <a:pt x="105360" y="11843"/>
                  </a:lnTo>
                  <a:lnTo>
                    <a:pt x="100487" y="13872"/>
                  </a:lnTo>
                  <a:lnTo>
                    <a:pt x="95681" y="16053"/>
                  </a:lnTo>
                  <a:lnTo>
                    <a:pt x="90946" y="18385"/>
                  </a:lnTo>
                  <a:lnTo>
                    <a:pt x="86287" y="20865"/>
                  </a:lnTo>
                  <a:lnTo>
                    <a:pt x="81708" y="23491"/>
                  </a:lnTo>
                  <a:lnTo>
                    <a:pt x="77215" y="26261"/>
                  </a:lnTo>
                  <a:lnTo>
                    <a:pt x="72812" y="29171"/>
                  </a:lnTo>
                  <a:lnTo>
                    <a:pt x="68502" y="32218"/>
                  </a:lnTo>
                  <a:lnTo>
                    <a:pt x="64291" y="35400"/>
                  </a:lnTo>
                  <a:lnTo>
                    <a:pt x="60183" y="38713"/>
                  </a:lnTo>
                  <a:lnTo>
                    <a:pt x="56181" y="42154"/>
                  </a:lnTo>
                  <a:lnTo>
                    <a:pt x="52289" y="45720"/>
                  </a:lnTo>
                  <a:lnTo>
                    <a:pt x="48513" y="49407"/>
                  </a:lnTo>
                  <a:lnTo>
                    <a:pt x="44854" y="53212"/>
                  </a:lnTo>
                  <a:lnTo>
                    <a:pt x="41318" y="57130"/>
                  </a:lnTo>
                  <a:lnTo>
                    <a:pt x="37907" y="61158"/>
                  </a:lnTo>
                  <a:lnTo>
                    <a:pt x="34624" y="65291"/>
                  </a:lnTo>
                  <a:lnTo>
                    <a:pt x="31474" y="69526"/>
                  </a:lnTo>
                  <a:lnTo>
                    <a:pt x="28459" y="73858"/>
                  </a:lnTo>
                  <a:lnTo>
                    <a:pt x="25583" y="78283"/>
                  </a:lnTo>
                  <a:lnTo>
                    <a:pt x="22847" y="82797"/>
                  </a:lnTo>
                  <a:lnTo>
                    <a:pt x="20256" y="87395"/>
                  </a:lnTo>
                  <a:lnTo>
                    <a:pt x="17811" y="92073"/>
                  </a:lnTo>
                  <a:lnTo>
                    <a:pt x="15514" y="96825"/>
                  </a:lnTo>
                  <a:lnTo>
                    <a:pt x="13369" y="101648"/>
                  </a:lnTo>
                  <a:lnTo>
                    <a:pt x="11377" y="106536"/>
                  </a:lnTo>
                  <a:lnTo>
                    <a:pt x="9541" y="111484"/>
                  </a:lnTo>
                  <a:lnTo>
                    <a:pt x="7862" y="116488"/>
                  </a:lnTo>
                  <a:lnTo>
                    <a:pt x="6341" y="121542"/>
                  </a:lnTo>
                  <a:lnTo>
                    <a:pt x="4981" y="126642"/>
                  </a:lnTo>
                  <a:lnTo>
                    <a:pt x="3782" y="131782"/>
                  </a:lnTo>
                  <a:lnTo>
                    <a:pt x="2747" y="136957"/>
                  </a:lnTo>
                  <a:lnTo>
                    <a:pt x="1875" y="142163"/>
                  </a:lnTo>
                  <a:lnTo>
                    <a:pt x="1168" y="147394"/>
                  </a:lnTo>
                  <a:lnTo>
                    <a:pt x="627" y="152644"/>
                  </a:lnTo>
                  <a:lnTo>
                    <a:pt x="251" y="157908"/>
                  </a:lnTo>
                  <a:lnTo>
                    <a:pt x="42" y="163182"/>
                  </a:lnTo>
                  <a:lnTo>
                    <a:pt x="0" y="168460"/>
                  </a:lnTo>
                  <a:lnTo>
                    <a:pt x="124" y="173737"/>
                  </a:lnTo>
                  <a:lnTo>
                    <a:pt x="414" y="179007"/>
                  </a:lnTo>
                  <a:lnTo>
                    <a:pt x="871" y="184265"/>
                  </a:lnTo>
                  <a:lnTo>
                    <a:pt x="1494" y="189506"/>
                  </a:lnTo>
                  <a:lnTo>
                    <a:pt x="2282" y="194725"/>
                  </a:lnTo>
                  <a:lnTo>
                    <a:pt x="3234" y="199917"/>
                  </a:lnTo>
                  <a:lnTo>
                    <a:pt x="4350" y="205076"/>
                  </a:lnTo>
                  <a:lnTo>
                    <a:pt x="5627" y="210197"/>
                  </a:lnTo>
                  <a:lnTo>
                    <a:pt x="7066" y="215275"/>
                  </a:lnTo>
                  <a:lnTo>
                    <a:pt x="8665" y="220305"/>
                  </a:lnTo>
                  <a:lnTo>
                    <a:pt x="10421" y="225282"/>
                  </a:lnTo>
                  <a:lnTo>
                    <a:pt x="12334" y="230201"/>
                  </a:lnTo>
                  <a:lnTo>
                    <a:pt x="14401" y="235058"/>
                  </a:lnTo>
                  <a:lnTo>
                    <a:pt x="16621" y="239847"/>
                  </a:lnTo>
                  <a:lnTo>
                    <a:pt x="18990" y="244563"/>
                  </a:lnTo>
                  <a:lnTo>
                    <a:pt x="21508" y="249202"/>
                  </a:lnTo>
                  <a:lnTo>
                    <a:pt x="24170" y="253759"/>
                  </a:lnTo>
                  <a:lnTo>
                    <a:pt x="26975" y="258230"/>
                  </a:lnTo>
                  <a:lnTo>
                    <a:pt x="29920" y="262611"/>
                  </a:lnTo>
                  <a:lnTo>
                    <a:pt x="33001" y="266896"/>
                  </a:lnTo>
                  <a:lnTo>
                    <a:pt x="36216" y="271082"/>
                  </a:lnTo>
                  <a:lnTo>
                    <a:pt x="39562" y="275164"/>
                  </a:lnTo>
                  <a:lnTo>
                    <a:pt x="43035" y="279138"/>
                  </a:lnTo>
                  <a:lnTo>
                    <a:pt x="46632" y="283001"/>
                  </a:lnTo>
                  <a:lnTo>
                    <a:pt x="50349" y="286748"/>
                  </a:lnTo>
                  <a:lnTo>
                    <a:pt x="54182" y="290376"/>
                  </a:lnTo>
                  <a:lnTo>
                    <a:pt x="58128" y="293882"/>
                  </a:lnTo>
                  <a:lnTo>
                    <a:pt x="62183" y="297261"/>
                  </a:lnTo>
                  <a:lnTo>
                    <a:pt x="66342" y="300510"/>
                  </a:lnTo>
                  <a:lnTo>
                    <a:pt x="70602" y="303626"/>
                  </a:lnTo>
                  <a:lnTo>
                    <a:pt x="74958" y="306607"/>
                  </a:lnTo>
                  <a:lnTo>
                    <a:pt x="79406" y="309448"/>
                  </a:lnTo>
                  <a:lnTo>
                    <a:pt x="83942" y="312147"/>
                  </a:lnTo>
                  <a:lnTo>
                    <a:pt x="88560" y="314702"/>
                  </a:lnTo>
                  <a:lnTo>
                    <a:pt x="93257" y="317110"/>
                  </a:lnTo>
                  <a:lnTo>
                    <a:pt x="98028" y="319369"/>
                  </a:lnTo>
                  <a:lnTo>
                    <a:pt x="102867" y="321475"/>
                  </a:lnTo>
                  <a:lnTo>
                    <a:pt x="107770" y="323428"/>
                  </a:lnTo>
                  <a:lnTo>
                    <a:pt x="112733" y="325225"/>
                  </a:lnTo>
                  <a:lnTo>
                    <a:pt x="117750" y="326865"/>
                  </a:lnTo>
                  <a:lnTo>
                    <a:pt x="122816" y="328345"/>
                  </a:lnTo>
                  <a:lnTo>
                    <a:pt x="127927" y="329665"/>
                  </a:lnTo>
                  <a:lnTo>
                    <a:pt x="133076" y="330822"/>
                  </a:lnTo>
                  <a:lnTo>
                    <a:pt x="138260" y="331817"/>
                  </a:lnTo>
                  <a:lnTo>
                    <a:pt x="143472" y="332647"/>
                  </a:lnTo>
                  <a:lnTo>
                    <a:pt x="148708" y="333313"/>
                  </a:lnTo>
                  <a:lnTo>
                    <a:pt x="153962" y="333812"/>
                  </a:lnTo>
                  <a:lnTo>
                    <a:pt x="159230" y="334146"/>
                  </a:lnTo>
                  <a:lnTo>
                    <a:pt x="164505" y="334313"/>
                  </a:lnTo>
                  <a:lnTo>
                    <a:pt x="169783" y="334314"/>
                  </a:lnTo>
                  <a:lnTo>
                    <a:pt x="175059" y="334148"/>
                  </a:lnTo>
                  <a:lnTo>
                    <a:pt x="180327" y="333815"/>
                  </a:lnTo>
                  <a:lnTo>
                    <a:pt x="185581" y="333317"/>
                  </a:lnTo>
                  <a:lnTo>
                    <a:pt x="190817" y="332652"/>
                  </a:lnTo>
                  <a:lnTo>
                    <a:pt x="196030" y="331823"/>
                  </a:lnTo>
                  <a:lnTo>
                    <a:pt x="201213" y="330830"/>
                  </a:lnTo>
                  <a:lnTo>
                    <a:pt x="206363" y="329673"/>
                  </a:lnTo>
                  <a:lnTo>
                    <a:pt x="211474" y="328354"/>
                  </a:lnTo>
                  <a:lnTo>
                    <a:pt x="216540" y="326875"/>
                  </a:lnTo>
                  <a:lnTo>
                    <a:pt x="221558" y="325237"/>
                  </a:lnTo>
                  <a:lnTo>
                    <a:pt x="226521" y="323441"/>
                  </a:lnTo>
                  <a:lnTo>
                    <a:pt x="231425" y="321489"/>
                  </a:lnTo>
                  <a:lnTo>
                    <a:pt x="236265" y="319383"/>
                  </a:lnTo>
                  <a:lnTo>
                    <a:pt x="241035" y="317126"/>
                  </a:lnTo>
                  <a:lnTo>
                    <a:pt x="245733" y="314719"/>
                  </a:lnTo>
                  <a:lnTo>
                    <a:pt x="250352" y="312165"/>
                  </a:lnTo>
                  <a:lnTo>
                    <a:pt x="254888" y="309466"/>
                  </a:lnTo>
                  <a:lnTo>
                    <a:pt x="259336" y="306626"/>
                  </a:lnTo>
                  <a:lnTo>
                    <a:pt x="263693" y="303646"/>
                  </a:lnTo>
                  <a:lnTo>
                    <a:pt x="267954" y="300531"/>
                  </a:lnTo>
                  <a:lnTo>
                    <a:pt x="272114" y="297283"/>
                  </a:lnTo>
                  <a:lnTo>
                    <a:pt x="276169" y="293904"/>
                  </a:lnTo>
                  <a:lnTo>
                    <a:pt x="280116" y="290400"/>
                  </a:lnTo>
                  <a:lnTo>
                    <a:pt x="283950" y="286773"/>
                  </a:lnTo>
                  <a:lnTo>
                    <a:pt x="287668" y="283026"/>
                  </a:lnTo>
                  <a:lnTo>
                    <a:pt x="291265" y="279164"/>
                  </a:lnTo>
                  <a:lnTo>
                    <a:pt x="294739" y="275190"/>
                  </a:lnTo>
                  <a:lnTo>
                    <a:pt x="298086" y="271109"/>
                  </a:lnTo>
                  <a:lnTo>
                    <a:pt x="301302" y="266924"/>
                  </a:lnTo>
                  <a:lnTo>
                    <a:pt x="304384" y="262639"/>
                  </a:lnTo>
                  <a:lnTo>
                    <a:pt x="307330" y="258260"/>
                  </a:lnTo>
                  <a:lnTo>
                    <a:pt x="310136" y="253789"/>
                  </a:lnTo>
                  <a:lnTo>
                    <a:pt x="312799" y="249233"/>
                  </a:lnTo>
                  <a:lnTo>
                    <a:pt x="315317" y="244594"/>
                  </a:lnTo>
                  <a:lnTo>
                    <a:pt x="317688" y="239878"/>
                  </a:lnTo>
                  <a:lnTo>
                    <a:pt x="319908" y="235090"/>
                  </a:lnTo>
                  <a:lnTo>
                    <a:pt x="321976" y="230234"/>
                  </a:lnTo>
                  <a:lnTo>
                    <a:pt x="323890" y="225315"/>
                  </a:lnTo>
                  <a:lnTo>
                    <a:pt x="325648" y="220338"/>
                  </a:lnTo>
                  <a:lnTo>
                    <a:pt x="327247" y="215308"/>
                  </a:lnTo>
                  <a:lnTo>
                    <a:pt x="328687" y="210230"/>
                  </a:lnTo>
                  <a:lnTo>
                    <a:pt x="329966" y="205110"/>
                  </a:lnTo>
                  <a:lnTo>
                    <a:pt x="331083" y="199951"/>
                  </a:lnTo>
                  <a:lnTo>
                    <a:pt x="332036" y="194760"/>
                  </a:lnTo>
                  <a:lnTo>
                    <a:pt x="332825" y="189541"/>
                  </a:lnTo>
                  <a:lnTo>
                    <a:pt x="333449" y="184300"/>
                  </a:lnTo>
                  <a:lnTo>
                    <a:pt x="333907" y="179042"/>
                  </a:lnTo>
                  <a:lnTo>
                    <a:pt x="334199" y="173772"/>
                  </a:lnTo>
                  <a:lnTo>
                    <a:pt x="334324" y="168495"/>
                  </a:lnTo>
                  <a:lnTo>
                    <a:pt x="334283" y="163217"/>
                  </a:lnTo>
                  <a:lnTo>
                    <a:pt x="334075" y="157943"/>
                  </a:lnTo>
                  <a:lnTo>
                    <a:pt x="333700" y="152679"/>
                  </a:lnTo>
                  <a:lnTo>
                    <a:pt x="333160" y="147428"/>
                  </a:lnTo>
                  <a:lnTo>
                    <a:pt x="332454" y="142198"/>
                  </a:lnTo>
                  <a:lnTo>
                    <a:pt x="331583" y="136992"/>
                  </a:lnTo>
                  <a:lnTo>
                    <a:pt x="330549" y="131816"/>
                  </a:lnTo>
                  <a:lnTo>
                    <a:pt x="329351" y="126676"/>
                  </a:lnTo>
                  <a:lnTo>
                    <a:pt x="327992" y="121576"/>
                  </a:lnTo>
                  <a:lnTo>
                    <a:pt x="326473" y="116521"/>
                  </a:lnTo>
                  <a:lnTo>
                    <a:pt x="324795" y="111517"/>
                  </a:lnTo>
                  <a:lnTo>
                    <a:pt x="322959" y="106568"/>
                  </a:lnTo>
                  <a:lnTo>
                    <a:pt x="320968" y="101680"/>
                  </a:lnTo>
                  <a:lnTo>
                    <a:pt x="318824" y="96857"/>
                  </a:lnTo>
                  <a:lnTo>
                    <a:pt x="316529" y="92104"/>
                  </a:lnTo>
                  <a:lnTo>
                    <a:pt x="314085" y="87426"/>
                  </a:lnTo>
                  <a:lnTo>
                    <a:pt x="311494" y="82828"/>
                  </a:lnTo>
                  <a:lnTo>
                    <a:pt x="308760" y="78313"/>
                  </a:lnTo>
                  <a:lnTo>
                    <a:pt x="305884" y="73887"/>
                  </a:lnTo>
                  <a:lnTo>
                    <a:pt x="302870" y="69554"/>
                  </a:lnTo>
                  <a:lnTo>
                    <a:pt x="299721" y="65319"/>
                  </a:lnTo>
                  <a:lnTo>
                    <a:pt x="296440" y="61185"/>
                  </a:lnTo>
                  <a:lnTo>
                    <a:pt x="293029" y="57156"/>
                  </a:lnTo>
                  <a:lnTo>
                    <a:pt x="289494" y="53237"/>
                  </a:lnTo>
                  <a:lnTo>
                    <a:pt x="285836" y="49432"/>
                  </a:lnTo>
                  <a:lnTo>
                    <a:pt x="282060" y="45744"/>
                  </a:lnTo>
                  <a:lnTo>
                    <a:pt x="278169" y="42178"/>
                  </a:lnTo>
                  <a:lnTo>
                    <a:pt x="274168" y="38736"/>
                  </a:lnTo>
                  <a:lnTo>
                    <a:pt x="270060" y="35421"/>
                  </a:lnTo>
                  <a:lnTo>
                    <a:pt x="265850" y="32239"/>
                  </a:lnTo>
                  <a:lnTo>
                    <a:pt x="261541" y="29190"/>
                  </a:lnTo>
                  <a:lnTo>
                    <a:pt x="257138" y="26280"/>
                  </a:lnTo>
                  <a:lnTo>
                    <a:pt x="252646" y="23509"/>
                  </a:lnTo>
                  <a:lnTo>
                    <a:pt x="248068" y="20882"/>
                  </a:lnTo>
                  <a:lnTo>
                    <a:pt x="243409" y="18401"/>
                  </a:lnTo>
                  <a:lnTo>
                    <a:pt x="238675" y="16068"/>
                  </a:lnTo>
                  <a:lnTo>
                    <a:pt x="233869" y="13886"/>
                  </a:lnTo>
                  <a:lnTo>
                    <a:pt x="228997" y="11856"/>
                  </a:lnTo>
                  <a:lnTo>
                    <a:pt x="224063" y="9982"/>
                  </a:lnTo>
                  <a:lnTo>
                    <a:pt x="219072" y="8264"/>
                  </a:lnTo>
                  <a:lnTo>
                    <a:pt x="214030" y="6704"/>
                  </a:lnTo>
                  <a:lnTo>
                    <a:pt x="208941" y="5304"/>
                  </a:lnTo>
                  <a:lnTo>
                    <a:pt x="203810" y="4066"/>
                  </a:lnTo>
                  <a:lnTo>
                    <a:pt x="198643" y="2990"/>
                  </a:lnTo>
                  <a:lnTo>
                    <a:pt x="193444" y="2078"/>
                  </a:lnTo>
                  <a:lnTo>
                    <a:pt x="188219" y="1331"/>
                  </a:lnTo>
                  <a:lnTo>
                    <a:pt x="182973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045" y="4213821"/>
              <a:ext cx="5242" cy="167167"/>
            </a:xfrm>
            <a:custGeom>
              <a:avLst/>
              <a:pathLst>
                <a:path w="5242" h="167167">
                  <a:moveTo>
                    <a:pt x="5242" y="0"/>
                  </a:moveTo>
                  <a:lnTo>
                    <a:pt x="0" y="82"/>
                  </a:lnTo>
                  <a:lnTo>
                    <a:pt x="524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045" y="42139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045" y="42139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6045" y="42139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6045" y="42139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6045" y="42139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6045" y="42139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6045" y="42139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6045" y="42139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6045" y="42139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76045" y="4213903"/>
              <a:ext cx="5242" cy="167085"/>
            </a:xfrm>
            <a:custGeom>
              <a:avLst/>
              <a:pathLst>
                <a:path w="5242" h="167085">
                  <a:moveTo>
                    <a:pt x="0" y="0"/>
                  </a:moveTo>
                  <a:lnTo>
                    <a:pt x="5242" y="1670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14125" y="4213821"/>
              <a:ext cx="334324" cy="334314"/>
            </a:xfrm>
            <a:custGeom>
              <a:avLst/>
              <a:pathLst>
                <a:path w="334324" h="334314">
                  <a:moveTo>
                    <a:pt x="161919" y="82"/>
                  </a:moveTo>
                  <a:lnTo>
                    <a:pt x="156647" y="331"/>
                  </a:lnTo>
                  <a:lnTo>
                    <a:pt x="151386" y="746"/>
                  </a:lnTo>
                  <a:lnTo>
                    <a:pt x="146140" y="1327"/>
                  </a:lnTo>
                  <a:lnTo>
                    <a:pt x="140915" y="2073"/>
                  </a:lnTo>
                  <a:lnTo>
                    <a:pt x="135716" y="2984"/>
                  </a:lnTo>
                  <a:lnTo>
                    <a:pt x="130548" y="4058"/>
                  </a:lnTo>
                  <a:lnTo>
                    <a:pt x="125417" y="5296"/>
                  </a:lnTo>
                  <a:lnTo>
                    <a:pt x="120328" y="6694"/>
                  </a:lnTo>
                  <a:lnTo>
                    <a:pt x="115285" y="8253"/>
                  </a:lnTo>
                  <a:lnTo>
                    <a:pt x="110294" y="9970"/>
                  </a:lnTo>
                  <a:lnTo>
                    <a:pt x="105360" y="11843"/>
                  </a:lnTo>
                  <a:lnTo>
                    <a:pt x="100487" y="13872"/>
                  </a:lnTo>
                  <a:lnTo>
                    <a:pt x="95681" y="16053"/>
                  </a:lnTo>
                  <a:lnTo>
                    <a:pt x="90946" y="18385"/>
                  </a:lnTo>
                  <a:lnTo>
                    <a:pt x="86287" y="20865"/>
                  </a:lnTo>
                  <a:lnTo>
                    <a:pt x="81708" y="23491"/>
                  </a:lnTo>
                  <a:lnTo>
                    <a:pt x="77215" y="26261"/>
                  </a:lnTo>
                  <a:lnTo>
                    <a:pt x="72812" y="29171"/>
                  </a:lnTo>
                  <a:lnTo>
                    <a:pt x="68502" y="32218"/>
                  </a:lnTo>
                  <a:lnTo>
                    <a:pt x="64291" y="35400"/>
                  </a:lnTo>
                  <a:lnTo>
                    <a:pt x="60183" y="38713"/>
                  </a:lnTo>
                  <a:lnTo>
                    <a:pt x="56181" y="42154"/>
                  </a:lnTo>
                  <a:lnTo>
                    <a:pt x="52289" y="45720"/>
                  </a:lnTo>
                  <a:lnTo>
                    <a:pt x="48513" y="49407"/>
                  </a:lnTo>
                  <a:lnTo>
                    <a:pt x="44854" y="53212"/>
                  </a:lnTo>
                  <a:lnTo>
                    <a:pt x="41318" y="57130"/>
                  </a:lnTo>
                  <a:lnTo>
                    <a:pt x="37907" y="61158"/>
                  </a:lnTo>
                  <a:lnTo>
                    <a:pt x="34624" y="65291"/>
                  </a:lnTo>
                  <a:lnTo>
                    <a:pt x="31474" y="69526"/>
                  </a:lnTo>
                  <a:lnTo>
                    <a:pt x="28459" y="73858"/>
                  </a:lnTo>
                  <a:lnTo>
                    <a:pt x="25583" y="78283"/>
                  </a:lnTo>
                  <a:lnTo>
                    <a:pt x="22847" y="82797"/>
                  </a:lnTo>
                  <a:lnTo>
                    <a:pt x="20256" y="87395"/>
                  </a:lnTo>
                  <a:lnTo>
                    <a:pt x="17811" y="92073"/>
                  </a:lnTo>
                  <a:lnTo>
                    <a:pt x="15514" y="96825"/>
                  </a:lnTo>
                  <a:lnTo>
                    <a:pt x="13369" y="101648"/>
                  </a:lnTo>
                  <a:lnTo>
                    <a:pt x="11377" y="106536"/>
                  </a:lnTo>
                  <a:lnTo>
                    <a:pt x="9541" y="111484"/>
                  </a:lnTo>
                  <a:lnTo>
                    <a:pt x="7862" y="116488"/>
                  </a:lnTo>
                  <a:lnTo>
                    <a:pt x="6341" y="121542"/>
                  </a:lnTo>
                  <a:lnTo>
                    <a:pt x="4981" y="126642"/>
                  </a:lnTo>
                  <a:lnTo>
                    <a:pt x="3782" y="131782"/>
                  </a:lnTo>
                  <a:lnTo>
                    <a:pt x="2747" y="136957"/>
                  </a:lnTo>
                  <a:lnTo>
                    <a:pt x="1875" y="142163"/>
                  </a:lnTo>
                  <a:lnTo>
                    <a:pt x="1168" y="147394"/>
                  </a:lnTo>
                  <a:lnTo>
                    <a:pt x="627" y="152644"/>
                  </a:lnTo>
                  <a:lnTo>
                    <a:pt x="251" y="157908"/>
                  </a:lnTo>
                  <a:lnTo>
                    <a:pt x="42" y="163182"/>
                  </a:lnTo>
                  <a:lnTo>
                    <a:pt x="0" y="168460"/>
                  </a:lnTo>
                  <a:lnTo>
                    <a:pt x="124" y="173737"/>
                  </a:lnTo>
                  <a:lnTo>
                    <a:pt x="414" y="179007"/>
                  </a:lnTo>
                  <a:lnTo>
                    <a:pt x="871" y="184265"/>
                  </a:lnTo>
                  <a:lnTo>
                    <a:pt x="1494" y="189506"/>
                  </a:lnTo>
                  <a:lnTo>
                    <a:pt x="2282" y="194725"/>
                  </a:lnTo>
                  <a:lnTo>
                    <a:pt x="3234" y="199917"/>
                  </a:lnTo>
                  <a:lnTo>
                    <a:pt x="4350" y="205076"/>
                  </a:lnTo>
                  <a:lnTo>
                    <a:pt x="5627" y="210197"/>
                  </a:lnTo>
                  <a:lnTo>
                    <a:pt x="7066" y="215275"/>
                  </a:lnTo>
                  <a:lnTo>
                    <a:pt x="8665" y="220305"/>
                  </a:lnTo>
                  <a:lnTo>
                    <a:pt x="10421" y="225282"/>
                  </a:lnTo>
                  <a:lnTo>
                    <a:pt x="12334" y="230201"/>
                  </a:lnTo>
                  <a:lnTo>
                    <a:pt x="14401" y="235058"/>
                  </a:lnTo>
                  <a:lnTo>
                    <a:pt x="16621" y="239847"/>
                  </a:lnTo>
                  <a:lnTo>
                    <a:pt x="18990" y="244563"/>
                  </a:lnTo>
                  <a:lnTo>
                    <a:pt x="21508" y="249202"/>
                  </a:lnTo>
                  <a:lnTo>
                    <a:pt x="24170" y="253759"/>
                  </a:lnTo>
                  <a:lnTo>
                    <a:pt x="26975" y="258230"/>
                  </a:lnTo>
                  <a:lnTo>
                    <a:pt x="29920" y="262611"/>
                  </a:lnTo>
                  <a:lnTo>
                    <a:pt x="33001" y="266896"/>
                  </a:lnTo>
                  <a:lnTo>
                    <a:pt x="36216" y="271082"/>
                  </a:lnTo>
                  <a:lnTo>
                    <a:pt x="39562" y="275164"/>
                  </a:lnTo>
                  <a:lnTo>
                    <a:pt x="43035" y="279138"/>
                  </a:lnTo>
                  <a:lnTo>
                    <a:pt x="46632" y="283001"/>
                  </a:lnTo>
                  <a:lnTo>
                    <a:pt x="50349" y="286748"/>
                  </a:lnTo>
                  <a:lnTo>
                    <a:pt x="54182" y="290376"/>
                  </a:lnTo>
                  <a:lnTo>
                    <a:pt x="58128" y="293882"/>
                  </a:lnTo>
                  <a:lnTo>
                    <a:pt x="62183" y="297261"/>
                  </a:lnTo>
                  <a:lnTo>
                    <a:pt x="66342" y="300510"/>
                  </a:lnTo>
                  <a:lnTo>
                    <a:pt x="70602" y="303626"/>
                  </a:lnTo>
                  <a:lnTo>
                    <a:pt x="74958" y="306607"/>
                  </a:lnTo>
                  <a:lnTo>
                    <a:pt x="79406" y="309448"/>
                  </a:lnTo>
                  <a:lnTo>
                    <a:pt x="83942" y="312147"/>
                  </a:lnTo>
                  <a:lnTo>
                    <a:pt x="88560" y="314702"/>
                  </a:lnTo>
                  <a:lnTo>
                    <a:pt x="93257" y="317110"/>
                  </a:lnTo>
                  <a:lnTo>
                    <a:pt x="98028" y="319369"/>
                  </a:lnTo>
                  <a:lnTo>
                    <a:pt x="102867" y="321475"/>
                  </a:lnTo>
                  <a:lnTo>
                    <a:pt x="107770" y="323428"/>
                  </a:lnTo>
                  <a:lnTo>
                    <a:pt x="112733" y="325225"/>
                  </a:lnTo>
                  <a:lnTo>
                    <a:pt x="117750" y="326865"/>
                  </a:lnTo>
                  <a:lnTo>
                    <a:pt x="122816" y="328345"/>
                  </a:lnTo>
                  <a:lnTo>
                    <a:pt x="127927" y="329665"/>
                  </a:lnTo>
                  <a:lnTo>
                    <a:pt x="133076" y="330822"/>
                  </a:lnTo>
                  <a:lnTo>
                    <a:pt x="138260" y="331817"/>
                  </a:lnTo>
                  <a:lnTo>
                    <a:pt x="143472" y="332647"/>
                  </a:lnTo>
                  <a:lnTo>
                    <a:pt x="148708" y="333313"/>
                  </a:lnTo>
                  <a:lnTo>
                    <a:pt x="153962" y="333812"/>
                  </a:lnTo>
                  <a:lnTo>
                    <a:pt x="159230" y="334146"/>
                  </a:lnTo>
                  <a:lnTo>
                    <a:pt x="164505" y="334313"/>
                  </a:lnTo>
                  <a:lnTo>
                    <a:pt x="169783" y="334314"/>
                  </a:lnTo>
                  <a:lnTo>
                    <a:pt x="175059" y="334148"/>
                  </a:lnTo>
                  <a:lnTo>
                    <a:pt x="180327" y="333815"/>
                  </a:lnTo>
                  <a:lnTo>
                    <a:pt x="185581" y="333317"/>
                  </a:lnTo>
                  <a:lnTo>
                    <a:pt x="190817" y="332652"/>
                  </a:lnTo>
                  <a:lnTo>
                    <a:pt x="196030" y="331823"/>
                  </a:lnTo>
                  <a:lnTo>
                    <a:pt x="201213" y="330830"/>
                  </a:lnTo>
                  <a:lnTo>
                    <a:pt x="206363" y="329673"/>
                  </a:lnTo>
                  <a:lnTo>
                    <a:pt x="211474" y="328354"/>
                  </a:lnTo>
                  <a:lnTo>
                    <a:pt x="216540" y="326875"/>
                  </a:lnTo>
                  <a:lnTo>
                    <a:pt x="221558" y="325237"/>
                  </a:lnTo>
                  <a:lnTo>
                    <a:pt x="226521" y="323441"/>
                  </a:lnTo>
                  <a:lnTo>
                    <a:pt x="231425" y="321489"/>
                  </a:lnTo>
                  <a:lnTo>
                    <a:pt x="236265" y="319383"/>
                  </a:lnTo>
                  <a:lnTo>
                    <a:pt x="241035" y="317126"/>
                  </a:lnTo>
                  <a:lnTo>
                    <a:pt x="245733" y="314719"/>
                  </a:lnTo>
                  <a:lnTo>
                    <a:pt x="250352" y="312165"/>
                  </a:lnTo>
                  <a:lnTo>
                    <a:pt x="254888" y="309466"/>
                  </a:lnTo>
                  <a:lnTo>
                    <a:pt x="259336" y="306626"/>
                  </a:lnTo>
                  <a:lnTo>
                    <a:pt x="263693" y="303646"/>
                  </a:lnTo>
                  <a:lnTo>
                    <a:pt x="267954" y="300531"/>
                  </a:lnTo>
                  <a:lnTo>
                    <a:pt x="272114" y="297283"/>
                  </a:lnTo>
                  <a:lnTo>
                    <a:pt x="276169" y="293904"/>
                  </a:lnTo>
                  <a:lnTo>
                    <a:pt x="280116" y="290400"/>
                  </a:lnTo>
                  <a:lnTo>
                    <a:pt x="283950" y="286773"/>
                  </a:lnTo>
                  <a:lnTo>
                    <a:pt x="287668" y="283026"/>
                  </a:lnTo>
                  <a:lnTo>
                    <a:pt x="291265" y="279164"/>
                  </a:lnTo>
                  <a:lnTo>
                    <a:pt x="294739" y="275190"/>
                  </a:lnTo>
                  <a:lnTo>
                    <a:pt x="298086" y="271109"/>
                  </a:lnTo>
                  <a:lnTo>
                    <a:pt x="301302" y="266924"/>
                  </a:lnTo>
                  <a:lnTo>
                    <a:pt x="304384" y="262639"/>
                  </a:lnTo>
                  <a:lnTo>
                    <a:pt x="307330" y="258260"/>
                  </a:lnTo>
                  <a:lnTo>
                    <a:pt x="310136" y="253789"/>
                  </a:lnTo>
                  <a:lnTo>
                    <a:pt x="312799" y="249233"/>
                  </a:lnTo>
                  <a:lnTo>
                    <a:pt x="315317" y="244594"/>
                  </a:lnTo>
                  <a:lnTo>
                    <a:pt x="317688" y="239878"/>
                  </a:lnTo>
                  <a:lnTo>
                    <a:pt x="319908" y="235090"/>
                  </a:lnTo>
                  <a:lnTo>
                    <a:pt x="321976" y="230234"/>
                  </a:lnTo>
                  <a:lnTo>
                    <a:pt x="323890" y="225315"/>
                  </a:lnTo>
                  <a:lnTo>
                    <a:pt x="325648" y="220338"/>
                  </a:lnTo>
                  <a:lnTo>
                    <a:pt x="327247" y="215308"/>
                  </a:lnTo>
                  <a:lnTo>
                    <a:pt x="328687" y="210230"/>
                  </a:lnTo>
                  <a:lnTo>
                    <a:pt x="329966" y="205110"/>
                  </a:lnTo>
                  <a:lnTo>
                    <a:pt x="331083" y="199951"/>
                  </a:lnTo>
                  <a:lnTo>
                    <a:pt x="332036" y="194760"/>
                  </a:lnTo>
                  <a:lnTo>
                    <a:pt x="332825" y="189541"/>
                  </a:lnTo>
                  <a:lnTo>
                    <a:pt x="333449" y="184300"/>
                  </a:lnTo>
                  <a:lnTo>
                    <a:pt x="333907" y="179042"/>
                  </a:lnTo>
                  <a:lnTo>
                    <a:pt x="334199" y="173772"/>
                  </a:lnTo>
                  <a:lnTo>
                    <a:pt x="334324" y="168495"/>
                  </a:lnTo>
                  <a:lnTo>
                    <a:pt x="334283" y="163217"/>
                  </a:lnTo>
                  <a:lnTo>
                    <a:pt x="334075" y="157943"/>
                  </a:lnTo>
                  <a:lnTo>
                    <a:pt x="333700" y="152679"/>
                  </a:lnTo>
                  <a:lnTo>
                    <a:pt x="333160" y="147428"/>
                  </a:lnTo>
                  <a:lnTo>
                    <a:pt x="332454" y="142198"/>
                  </a:lnTo>
                  <a:lnTo>
                    <a:pt x="331583" y="136992"/>
                  </a:lnTo>
                  <a:lnTo>
                    <a:pt x="330549" y="131816"/>
                  </a:lnTo>
                  <a:lnTo>
                    <a:pt x="329351" y="126676"/>
                  </a:lnTo>
                  <a:lnTo>
                    <a:pt x="327992" y="121576"/>
                  </a:lnTo>
                  <a:lnTo>
                    <a:pt x="326473" y="116521"/>
                  </a:lnTo>
                  <a:lnTo>
                    <a:pt x="324795" y="111517"/>
                  </a:lnTo>
                  <a:lnTo>
                    <a:pt x="322959" y="106568"/>
                  </a:lnTo>
                  <a:lnTo>
                    <a:pt x="320968" y="101680"/>
                  </a:lnTo>
                  <a:lnTo>
                    <a:pt x="318824" y="96857"/>
                  </a:lnTo>
                  <a:lnTo>
                    <a:pt x="316529" y="92104"/>
                  </a:lnTo>
                  <a:lnTo>
                    <a:pt x="314085" y="87426"/>
                  </a:lnTo>
                  <a:lnTo>
                    <a:pt x="311494" y="82828"/>
                  </a:lnTo>
                  <a:lnTo>
                    <a:pt x="308760" y="78313"/>
                  </a:lnTo>
                  <a:lnTo>
                    <a:pt x="305884" y="73887"/>
                  </a:lnTo>
                  <a:lnTo>
                    <a:pt x="302870" y="69554"/>
                  </a:lnTo>
                  <a:lnTo>
                    <a:pt x="299721" y="65319"/>
                  </a:lnTo>
                  <a:lnTo>
                    <a:pt x="296440" y="61185"/>
                  </a:lnTo>
                  <a:lnTo>
                    <a:pt x="293029" y="57156"/>
                  </a:lnTo>
                  <a:lnTo>
                    <a:pt x="289494" y="53237"/>
                  </a:lnTo>
                  <a:lnTo>
                    <a:pt x="285836" y="49432"/>
                  </a:lnTo>
                  <a:lnTo>
                    <a:pt x="282060" y="45744"/>
                  </a:lnTo>
                  <a:lnTo>
                    <a:pt x="278169" y="42178"/>
                  </a:lnTo>
                  <a:lnTo>
                    <a:pt x="274168" y="38736"/>
                  </a:lnTo>
                  <a:lnTo>
                    <a:pt x="270060" y="35421"/>
                  </a:lnTo>
                  <a:lnTo>
                    <a:pt x="265850" y="32239"/>
                  </a:lnTo>
                  <a:lnTo>
                    <a:pt x="261541" y="29190"/>
                  </a:lnTo>
                  <a:lnTo>
                    <a:pt x="257138" y="26280"/>
                  </a:lnTo>
                  <a:lnTo>
                    <a:pt x="252646" y="23509"/>
                  </a:lnTo>
                  <a:lnTo>
                    <a:pt x="248068" y="20882"/>
                  </a:lnTo>
                  <a:lnTo>
                    <a:pt x="243409" y="18401"/>
                  </a:lnTo>
                  <a:lnTo>
                    <a:pt x="238675" y="16068"/>
                  </a:lnTo>
                  <a:lnTo>
                    <a:pt x="233869" y="13886"/>
                  </a:lnTo>
                  <a:lnTo>
                    <a:pt x="228997" y="11856"/>
                  </a:lnTo>
                  <a:lnTo>
                    <a:pt x="224063" y="9982"/>
                  </a:lnTo>
                  <a:lnTo>
                    <a:pt x="219072" y="8264"/>
                  </a:lnTo>
                  <a:lnTo>
                    <a:pt x="214030" y="6704"/>
                  </a:lnTo>
                  <a:lnTo>
                    <a:pt x="208941" y="5304"/>
                  </a:lnTo>
                  <a:lnTo>
                    <a:pt x="203810" y="4066"/>
                  </a:lnTo>
                  <a:lnTo>
                    <a:pt x="198643" y="2990"/>
                  </a:lnTo>
                  <a:lnTo>
                    <a:pt x="193444" y="2078"/>
                  </a:lnTo>
                  <a:lnTo>
                    <a:pt x="188219" y="1331"/>
                  </a:lnTo>
                  <a:lnTo>
                    <a:pt x="182973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206" y="4659281"/>
              <a:ext cx="1318" cy="167167"/>
            </a:xfrm>
            <a:custGeom>
              <a:avLst/>
              <a:pathLst>
                <a:path w="1318" h="167167">
                  <a:moveTo>
                    <a:pt x="1318" y="0"/>
                  </a:moveTo>
                  <a:lnTo>
                    <a:pt x="0" y="5"/>
                  </a:lnTo>
                  <a:lnTo>
                    <a:pt x="131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206" y="4659287"/>
              <a:ext cx="1318" cy="167162"/>
            </a:xfrm>
            <a:custGeom>
              <a:avLst/>
              <a:pathLst>
                <a:path w="1318" h="167162">
                  <a:moveTo>
                    <a:pt x="0" y="0"/>
                  </a:moveTo>
                  <a:lnTo>
                    <a:pt x="1318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5206" y="4659287"/>
              <a:ext cx="1318" cy="167162"/>
            </a:xfrm>
            <a:custGeom>
              <a:avLst/>
              <a:pathLst>
                <a:path w="1318" h="167162">
                  <a:moveTo>
                    <a:pt x="0" y="0"/>
                  </a:moveTo>
                  <a:lnTo>
                    <a:pt x="1318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5206" y="4659287"/>
              <a:ext cx="1318" cy="167162"/>
            </a:xfrm>
            <a:custGeom>
              <a:avLst/>
              <a:pathLst>
                <a:path w="1318" h="167162">
                  <a:moveTo>
                    <a:pt x="0" y="0"/>
                  </a:moveTo>
                  <a:lnTo>
                    <a:pt x="1318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5206" y="4659287"/>
              <a:ext cx="1318" cy="167162"/>
            </a:xfrm>
            <a:custGeom>
              <a:avLst/>
              <a:pathLst>
                <a:path w="1318" h="167162">
                  <a:moveTo>
                    <a:pt x="0" y="0"/>
                  </a:moveTo>
                  <a:lnTo>
                    <a:pt x="131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5206" y="4659287"/>
              <a:ext cx="1318" cy="167162"/>
            </a:xfrm>
            <a:custGeom>
              <a:avLst/>
              <a:pathLst>
                <a:path w="1318" h="167162">
                  <a:moveTo>
                    <a:pt x="0" y="0"/>
                  </a:moveTo>
                  <a:lnTo>
                    <a:pt x="131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5206" y="4659287"/>
              <a:ext cx="1318" cy="167162"/>
            </a:xfrm>
            <a:custGeom>
              <a:avLst/>
              <a:pathLst>
                <a:path w="1318" h="167162">
                  <a:moveTo>
                    <a:pt x="0" y="0"/>
                  </a:moveTo>
                  <a:lnTo>
                    <a:pt x="131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5206" y="4659287"/>
              <a:ext cx="1318" cy="167162"/>
            </a:xfrm>
            <a:custGeom>
              <a:avLst/>
              <a:pathLst>
                <a:path w="1318" h="167162">
                  <a:moveTo>
                    <a:pt x="0" y="0"/>
                  </a:moveTo>
                  <a:lnTo>
                    <a:pt x="131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5206" y="4659287"/>
              <a:ext cx="1318" cy="167162"/>
            </a:xfrm>
            <a:custGeom>
              <a:avLst/>
              <a:pathLst>
                <a:path w="1318" h="167162">
                  <a:moveTo>
                    <a:pt x="0" y="0"/>
                  </a:moveTo>
                  <a:lnTo>
                    <a:pt x="1318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085206" y="4659287"/>
              <a:ext cx="1318" cy="167162"/>
            </a:xfrm>
            <a:custGeom>
              <a:avLst/>
              <a:pathLst>
                <a:path w="1318" h="167162">
                  <a:moveTo>
                    <a:pt x="0" y="0"/>
                  </a:moveTo>
                  <a:lnTo>
                    <a:pt x="1318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938888" y="4659287"/>
              <a:ext cx="147636" cy="167162"/>
            </a:xfrm>
            <a:custGeom>
              <a:avLst/>
              <a:pathLst>
                <a:path w="147636" h="167162">
                  <a:moveTo>
                    <a:pt x="146318" y="0"/>
                  </a:moveTo>
                  <a:lnTo>
                    <a:pt x="140875" y="131"/>
                  </a:lnTo>
                  <a:lnTo>
                    <a:pt x="135440" y="440"/>
                  </a:lnTo>
                  <a:lnTo>
                    <a:pt x="130018" y="925"/>
                  </a:lnTo>
                  <a:lnTo>
                    <a:pt x="124615" y="1587"/>
                  </a:lnTo>
                  <a:lnTo>
                    <a:pt x="119236" y="2424"/>
                  </a:lnTo>
                  <a:lnTo>
                    <a:pt x="113887" y="3436"/>
                  </a:lnTo>
                  <a:lnTo>
                    <a:pt x="108574" y="4622"/>
                  </a:lnTo>
                  <a:lnTo>
                    <a:pt x="103302" y="5980"/>
                  </a:lnTo>
                  <a:lnTo>
                    <a:pt x="98078" y="7509"/>
                  </a:lnTo>
                  <a:lnTo>
                    <a:pt x="92906" y="9207"/>
                  </a:lnTo>
                  <a:lnTo>
                    <a:pt x="87792" y="11073"/>
                  </a:lnTo>
                  <a:lnTo>
                    <a:pt x="82741" y="13104"/>
                  </a:lnTo>
                  <a:lnTo>
                    <a:pt x="77759" y="15299"/>
                  </a:lnTo>
                  <a:lnTo>
                    <a:pt x="72852" y="17655"/>
                  </a:lnTo>
                  <a:lnTo>
                    <a:pt x="68024" y="20169"/>
                  </a:lnTo>
                  <a:lnTo>
                    <a:pt x="63280" y="22839"/>
                  </a:lnTo>
                  <a:lnTo>
                    <a:pt x="58625" y="25662"/>
                  </a:lnTo>
                  <a:lnTo>
                    <a:pt x="54065" y="28636"/>
                  </a:lnTo>
                  <a:lnTo>
                    <a:pt x="49604" y="31756"/>
                  </a:lnTo>
                  <a:lnTo>
                    <a:pt x="45247" y="35020"/>
                  </a:lnTo>
                  <a:lnTo>
                    <a:pt x="40999" y="38423"/>
                  </a:lnTo>
                  <a:lnTo>
                    <a:pt x="36864" y="41964"/>
                  </a:lnTo>
                  <a:lnTo>
                    <a:pt x="32846" y="45637"/>
                  </a:lnTo>
                  <a:lnTo>
                    <a:pt x="28950" y="49439"/>
                  </a:lnTo>
                  <a:lnTo>
                    <a:pt x="25180" y="53366"/>
                  </a:lnTo>
                  <a:lnTo>
                    <a:pt x="21540" y="57413"/>
                  </a:lnTo>
                  <a:lnTo>
                    <a:pt x="18033" y="61577"/>
                  </a:lnTo>
                  <a:lnTo>
                    <a:pt x="14664" y="65853"/>
                  </a:lnTo>
                  <a:lnTo>
                    <a:pt x="11436" y="70237"/>
                  </a:lnTo>
                  <a:lnTo>
                    <a:pt x="8352" y="74723"/>
                  </a:lnTo>
                  <a:lnTo>
                    <a:pt x="5416" y="79307"/>
                  </a:lnTo>
                  <a:lnTo>
                    <a:pt x="2631" y="83984"/>
                  </a:lnTo>
                  <a:lnTo>
                    <a:pt x="0" y="88750"/>
                  </a:lnTo>
                  <a:lnTo>
                    <a:pt x="147636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919370" y="4659281"/>
              <a:ext cx="334303" cy="334334"/>
            </a:xfrm>
            <a:custGeom>
              <a:avLst/>
              <a:pathLst>
                <a:path w="334303" h="334334">
                  <a:moveTo>
                    <a:pt x="19517" y="88755"/>
                  </a:moveTo>
                  <a:lnTo>
                    <a:pt x="17106" y="93475"/>
                  </a:lnTo>
                  <a:lnTo>
                    <a:pt x="14845" y="98270"/>
                  </a:lnTo>
                  <a:lnTo>
                    <a:pt x="12737" y="103133"/>
                  </a:lnTo>
                  <a:lnTo>
                    <a:pt x="10784" y="108061"/>
                  </a:lnTo>
                  <a:lnTo>
                    <a:pt x="8989" y="113049"/>
                  </a:lnTo>
                  <a:lnTo>
                    <a:pt x="7352" y="118091"/>
                  </a:lnTo>
                  <a:lnTo>
                    <a:pt x="5877" y="123182"/>
                  </a:lnTo>
                  <a:lnTo>
                    <a:pt x="4563" y="128318"/>
                  </a:lnTo>
                  <a:lnTo>
                    <a:pt x="3413" y="133492"/>
                  </a:lnTo>
                  <a:lnTo>
                    <a:pt x="2428" y="138701"/>
                  </a:lnTo>
                  <a:lnTo>
                    <a:pt x="1608" y="143938"/>
                  </a:lnTo>
                  <a:lnTo>
                    <a:pt x="955" y="149198"/>
                  </a:lnTo>
                  <a:lnTo>
                    <a:pt x="469" y="154477"/>
                  </a:lnTo>
                  <a:lnTo>
                    <a:pt x="150" y="159768"/>
                  </a:lnTo>
                  <a:lnTo>
                    <a:pt x="0" y="165067"/>
                  </a:lnTo>
                  <a:lnTo>
                    <a:pt x="17" y="170368"/>
                  </a:lnTo>
                  <a:lnTo>
                    <a:pt x="202" y="175665"/>
                  </a:lnTo>
                  <a:lnTo>
                    <a:pt x="556" y="180954"/>
                  </a:lnTo>
                  <a:lnTo>
                    <a:pt x="1077" y="186229"/>
                  </a:lnTo>
                  <a:lnTo>
                    <a:pt x="1765" y="191485"/>
                  </a:lnTo>
                  <a:lnTo>
                    <a:pt x="2619" y="196717"/>
                  </a:lnTo>
                  <a:lnTo>
                    <a:pt x="3638" y="201919"/>
                  </a:lnTo>
                  <a:lnTo>
                    <a:pt x="4822" y="207086"/>
                  </a:lnTo>
                  <a:lnTo>
                    <a:pt x="6170" y="212212"/>
                  </a:lnTo>
                  <a:lnTo>
                    <a:pt x="7679" y="217294"/>
                  </a:lnTo>
                  <a:lnTo>
                    <a:pt x="9348" y="222325"/>
                  </a:lnTo>
                  <a:lnTo>
                    <a:pt x="11177" y="227301"/>
                  </a:lnTo>
                  <a:lnTo>
                    <a:pt x="13162" y="232216"/>
                  </a:lnTo>
                  <a:lnTo>
                    <a:pt x="15301" y="237066"/>
                  </a:lnTo>
                  <a:lnTo>
                    <a:pt x="17594" y="241845"/>
                  </a:lnTo>
                  <a:lnTo>
                    <a:pt x="20037" y="246549"/>
                  </a:lnTo>
                  <a:lnTo>
                    <a:pt x="22628" y="251174"/>
                  </a:lnTo>
                  <a:lnTo>
                    <a:pt x="25364" y="255714"/>
                  </a:lnTo>
                  <a:lnTo>
                    <a:pt x="28243" y="260165"/>
                  </a:lnTo>
                  <a:lnTo>
                    <a:pt x="31261" y="264523"/>
                  </a:lnTo>
                  <a:lnTo>
                    <a:pt x="34416" y="268782"/>
                  </a:lnTo>
                  <a:lnTo>
                    <a:pt x="37705" y="272940"/>
                  </a:lnTo>
                  <a:lnTo>
                    <a:pt x="41123" y="276991"/>
                  </a:lnTo>
                  <a:lnTo>
                    <a:pt x="44669" y="280931"/>
                  </a:lnTo>
                  <a:lnTo>
                    <a:pt x="48337" y="284758"/>
                  </a:lnTo>
                  <a:lnTo>
                    <a:pt x="52125" y="288466"/>
                  </a:lnTo>
                  <a:lnTo>
                    <a:pt x="56029" y="292052"/>
                  </a:lnTo>
                  <a:lnTo>
                    <a:pt x="60044" y="295512"/>
                  </a:lnTo>
                  <a:lnTo>
                    <a:pt x="64168" y="298844"/>
                  </a:lnTo>
                  <a:lnTo>
                    <a:pt x="68394" y="302043"/>
                  </a:lnTo>
                  <a:lnTo>
                    <a:pt x="72720" y="305106"/>
                  </a:lnTo>
                  <a:lnTo>
                    <a:pt x="77141" y="308031"/>
                  </a:lnTo>
                  <a:lnTo>
                    <a:pt x="81653" y="310814"/>
                  </a:lnTo>
                  <a:lnTo>
                    <a:pt x="86250" y="313453"/>
                  </a:lnTo>
                  <a:lnTo>
                    <a:pt x="90929" y="315944"/>
                  </a:lnTo>
                  <a:lnTo>
                    <a:pt x="95684" y="318286"/>
                  </a:lnTo>
                  <a:lnTo>
                    <a:pt x="100512" y="320476"/>
                  </a:lnTo>
                  <a:lnTo>
                    <a:pt x="105406" y="322512"/>
                  </a:lnTo>
                  <a:lnTo>
                    <a:pt x="110362" y="324392"/>
                  </a:lnTo>
                  <a:lnTo>
                    <a:pt x="115376" y="326113"/>
                  </a:lnTo>
                  <a:lnTo>
                    <a:pt x="120441" y="327675"/>
                  </a:lnTo>
                  <a:lnTo>
                    <a:pt x="125554" y="329076"/>
                  </a:lnTo>
                  <a:lnTo>
                    <a:pt x="130708" y="330313"/>
                  </a:lnTo>
                  <a:lnTo>
                    <a:pt x="135899" y="331387"/>
                  </a:lnTo>
                  <a:lnTo>
                    <a:pt x="141122" y="332295"/>
                  </a:lnTo>
                  <a:lnTo>
                    <a:pt x="146370" y="333037"/>
                  </a:lnTo>
                  <a:lnTo>
                    <a:pt x="151640" y="333613"/>
                  </a:lnTo>
                  <a:lnTo>
                    <a:pt x="156925" y="334021"/>
                  </a:lnTo>
                  <a:lnTo>
                    <a:pt x="162220" y="334262"/>
                  </a:lnTo>
                  <a:lnTo>
                    <a:pt x="167521" y="334334"/>
                  </a:lnTo>
                  <a:lnTo>
                    <a:pt x="172821" y="334238"/>
                  </a:lnTo>
                  <a:lnTo>
                    <a:pt x="178115" y="333975"/>
                  </a:lnTo>
                  <a:lnTo>
                    <a:pt x="183398" y="333543"/>
                  </a:lnTo>
                  <a:lnTo>
                    <a:pt x="188665" y="332945"/>
                  </a:lnTo>
                  <a:lnTo>
                    <a:pt x="193910" y="332179"/>
                  </a:lnTo>
                  <a:lnTo>
                    <a:pt x="199129" y="331248"/>
                  </a:lnTo>
                  <a:lnTo>
                    <a:pt x="204315" y="330152"/>
                  </a:lnTo>
                  <a:lnTo>
                    <a:pt x="209464" y="328891"/>
                  </a:lnTo>
                  <a:lnTo>
                    <a:pt x="214570" y="327469"/>
                  </a:lnTo>
                  <a:lnTo>
                    <a:pt x="219629" y="325885"/>
                  </a:lnTo>
                  <a:lnTo>
                    <a:pt x="224635" y="324141"/>
                  </a:lnTo>
                  <a:lnTo>
                    <a:pt x="229583" y="322240"/>
                  </a:lnTo>
                  <a:lnTo>
                    <a:pt x="234468" y="320182"/>
                  </a:lnTo>
                  <a:lnTo>
                    <a:pt x="239286" y="317971"/>
                  </a:lnTo>
                  <a:lnTo>
                    <a:pt x="244031" y="315608"/>
                  </a:lnTo>
                  <a:lnTo>
                    <a:pt x="248699" y="313096"/>
                  </a:lnTo>
                  <a:lnTo>
                    <a:pt x="253284" y="310438"/>
                  </a:lnTo>
                  <a:lnTo>
                    <a:pt x="257784" y="307635"/>
                  </a:lnTo>
                  <a:lnTo>
                    <a:pt x="262192" y="304691"/>
                  </a:lnTo>
                  <a:lnTo>
                    <a:pt x="266504" y="301608"/>
                  </a:lnTo>
                  <a:lnTo>
                    <a:pt x="270717" y="298391"/>
                  </a:lnTo>
                  <a:lnTo>
                    <a:pt x="274825" y="295041"/>
                  </a:lnTo>
                  <a:lnTo>
                    <a:pt x="278826" y="291563"/>
                  </a:lnTo>
                  <a:lnTo>
                    <a:pt x="282713" y="287960"/>
                  </a:lnTo>
                  <a:lnTo>
                    <a:pt x="286485" y="284235"/>
                  </a:lnTo>
                  <a:lnTo>
                    <a:pt x="290137" y="280393"/>
                  </a:lnTo>
                  <a:lnTo>
                    <a:pt x="293665" y="276437"/>
                  </a:lnTo>
                  <a:lnTo>
                    <a:pt x="297066" y="272370"/>
                  </a:lnTo>
                  <a:lnTo>
                    <a:pt x="300336" y="268199"/>
                  </a:lnTo>
                  <a:lnTo>
                    <a:pt x="303472" y="263925"/>
                  </a:lnTo>
                  <a:lnTo>
                    <a:pt x="306472" y="259554"/>
                  </a:lnTo>
                  <a:lnTo>
                    <a:pt x="309331" y="255091"/>
                  </a:lnTo>
                  <a:lnTo>
                    <a:pt x="312047" y="250539"/>
                  </a:lnTo>
                  <a:lnTo>
                    <a:pt x="314618" y="245903"/>
                  </a:lnTo>
                  <a:lnTo>
                    <a:pt x="317040" y="241188"/>
                  </a:lnTo>
                  <a:lnTo>
                    <a:pt x="319311" y="236398"/>
                  </a:lnTo>
                  <a:lnTo>
                    <a:pt x="321430" y="231539"/>
                  </a:lnTo>
                  <a:lnTo>
                    <a:pt x="323393" y="226615"/>
                  </a:lnTo>
                  <a:lnTo>
                    <a:pt x="325200" y="221632"/>
                  </a:lnTo>
                  <a:lnTo>
                    <a:pt x="326847" y="216594"/>
                  </a:lnTo>
                  <a:lnTo>
                    <a:pt x="328334" y="211505"/>
                  </a:lnTo>
                  <a:lnTo>
                    <a:pt x="329659" y="206373"/>
                  </a:lnTo>
                  <a:lnTo>
                    <a:pt x="330820" y="201201"/>
                  </a:lnTo>
                  <a:lnTo>
                    <a:pt x="331817" y="195995"/>
                  </a:lnTo>
                  <a:lnTo>
                    <a:pt x="332648" y="190759"/>
                  </a:lnTo>
                  <a:lnTo>
                    <a:pt x="333313" y="185500"/>
                  </a:lnTo>
                  <a:lnTo>
                    <a:pt x="333811" y="180223"/>
                  </a:lnTo>
                  <a:lnTo>
                    <a:pt x="334141" y="174932"/>
                  </a:lnTo>
                  <a:lnTo>
                    <a:pt x="334303" y="169634"/>
                  </a:lnTo>
                  <a:lnTo>
                    <a:pt x="334297" y="164333"/>
                  </a:lnTo>
                  <a:lnTo>
                    <a:pt x="334123" y="159035"/>
                  </a:lnTo>
                  <a:lnTo>
                    <a:pt x="333782" y="153745"/>
                  </a:lnTo>
                  <a:lnTo>
                    <a:pt x="333272" y="148469"/>
                  </a:lnTo>
                  <a:lnTo>
                    <a:pt x="332596" y="143211"/>
                  </a:lnTo>
                  <a:lnTo>
                    <a:pt x="331753" y="137978"/>
                  </a:lnTo>
                  <a:lnTo>
                    <a:pt x="330745" y="132774"/>
                  </a:lnTo>
                  <a:lnTo>
                    <a:pt x="329572" y="127604"/>
                  </a:lnTo>
                  <a:lnTo>
                    <a:pt x="328236" y="122475"/>
                  </a:lnTo>
                  <a:lnTo>
                    <a:pt x="326738" y="117390"/>
                  </a:lnTo>
                  <a:lnTo>
                    <a:pt x="325080" y="112355"/>
                  </a:lnTo>
                  <a:lnTo>
                    <a:pt x="323263" y="107376"/>
                  </a:lnTo>
                  <a:lnTo>
                    <a:pt x="321288" y="102456"/>
                  </a:lnTo>
                  <a:lnTo>
                    <a:pt x="319159" y="97602"/>
                  </a:lnTo>
                  <a:lnTo>
                    <a:pt x="316877" y="92817"/>
                  </a:lnTo>
                  <a:lnTo>
                    <a:pt x="314445" y="88108"/>
                  </a:lnTo>
                  <a:lnTo>
                    <a:pt x="311864" y="83477"/>
                  </a:lnTo>
                  <a:lnTo>
                    <a:pt x="309138" y="78931"/>
                  </a:lnTo>
                  <a:lnTo>
                    <a:pt x="306269" y="74474"/>
                  </a:lnTo>
                  <a:lnTo>
                    <a:pt x="303260" y="70110"/>
                  </a:lnTo>
                  <a:lnTo>
                    <a:pt x="300114" y="65843"/>
                  </a:lnTo>
                  <a:lnTo>
                    <a:pt x="296835" y="61679"/>
                  </a:lnTo>
                  <a:lnTo>
                    <a:pt x="293425" y="57620"/>
                  </a:lnTo>
                  <a:lnTo>
                    <a:pt x="289888" y="53672"/>
                  </a:lnTo>
                  <a:lnTo>
                    <a:pt x="286228" y="49837"/>
                  </a:lnTo>
                  <a:lnTo>
                    <a:pt x="282448" y="46121"/>
                  </a:lnTo>
                  <a:lnTo>
                    <a:pt x="278552" y="42526"/>
                  </a:lnTo>
                  <a:lnTo>
                    <a:pt x="274544" y="39057"/>
                  </a:lnTo>
                  <a:lnTo>
                    <a:pt x="270429" y="35716"/>
                  </a:lnTo>
                  <a:lnTo>
                    <a:pt x="266209" y="32508"/>
                  </a:lnTo>
                  <a:lnTo>
                    <a:pt x="261890" y="29435"/>
                  </a:lnTo>
                  <a:lnTo>
                    <a:pt x="257475" y="26501"/>
                  </a:lnTo>
                  <a:lnTo>
                    <a:pt x="252970" y="23708"/>
                  </a:lnTo>
                  <a:lnTo>
                    <a:pt x="248378" y="21059"/>
                  </a:lnTo>
                  <a:lnTo>
                    <a:pt x="243705" y="18557"/>
                  </a:lnTo>
                  <a:lnTo>
                    <a:pt x="238955" y="16205"/>
                  </a:lnTo>
                  <a:lnTo>
                    <a:pt x="234132" y="14004"/>
                  </a:lnTo>
                  <a:lnTo>
                    <a:pt x="229242" y="11958"/>
                  </a:lnTo>
                  <a:lnTo>
                    <a:pt x="224290" y="10067"/>
                  </a:lnTo>
                  <a:lnTo>
                    <a:pt x="219280" y="8334"/>
                  </a:lnTo>
                  <a:lnTo>
                    <a:pt x="214218" y="6762"/>
                  </a:lnTo>
                  <a:lnTo>
                    <a:pt x="209109" y="5350"/>
                  </a:lnTo>
                  <a:lnTo>
                    <a:pt x="203957" y="4101"/>
                  </a:lnTo>
                  <a:lnTo>
                    <a:pt x="198769" y="3016"/>
                  </a:lnTo>
                  <a:lnTo>
                    <a:pt x="193548" y="2096"/>
                  </a:lnTo>
                  <a:lnTo>
                    <a:pt x="188301" y="1343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269" y="0"/>
                  </a:moveTo>
                  <a:lnTo>
                    <a:pt x="0" y="0"/>
                  </a:lnTo>
                  <a:lnTo>
                    <a:pt x="26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321572" y="5018213"/>
              <a:ext cx="334308" cy="334333"/>
            </a:xfrm>
            <a:custGeom>
              <a:avLst/>
              <a:pathLst>
                <a:path w="334308" h="334333">
                  <a:moveTo>
                    <a:pt x="166879" y="0"/>
                  </a:moveTo>
                  <a:lnTo>
                    <a:pt x="161584" y="92"/>
                  </a:lnTo>
                  <a:lnTo>
                    <a:pt x="156294" y="352"/>
                  </a:lnTo>
                  <a:lnTo>
                    <a:pt x="151015" y="780"/>
                  </a:lnTo>
                  <a:lnTo>
                    <a:pt x="145753" y="1374"/>
                  </a:lnTo>
                  <a:lnTo>
                    <a:pt x="140512" y="2135"/>
                  </a:lnTo>
                  <a:lnTo>
                    <a:pt x="135298" y="3062"/>
                  </a:lnTo>
                  <a:lnTo>
                    <a:pt x="130116" y="4153"/>
                  </a:lnTo>
                  <a:lnTo>
                    <a:pt x="124970" y="5408"/>
                  </a:lnTo>
                  <a:lnTo>
                    <a:pt x="119868" y="6825"/>
                  </a:lnTo>
                  <a:lnTo>
                    <a:pt x="114812" y="8403"/>
                  </a:lnTo>
                  <a:lnTo>
                    <a:pt x="109810" y="10141"/>
                  </a:lnTo>
                  <a:lnTo>
                    <a:pt x="104864" y="12036"/>
                  </a:lnTo>
                  <a:lnTo>
                    <a:pt x="99982" y="14086"/>
                  </a:lnTo>
                  <a:lnTo>
                    <a:pt x="95166" y="16291"/>
                  </a:lnTo>
                  <a:lnTo>
                    <a:pt x="90423" y="18647"/>
                  </a:lnTo>
                  <a:lnTo>
                    <a:pt x="85757" y="21152"/>
                  </a:lnTo>
                  <a:lnTo>
                    <a:pt x="81173" y="23803"/>
                  </a:lnTo>
                  <a:lnTo>
                    <a:pt x="76675" y="26598"/>
                  </a:lnTo>
                  <a:lnTo>
                    <a:pt x="72267" y="29535"/>
                  </a:lnTo>
                  <a:lnTo>
                    <a:pt x="67955" y="32609"/>
                  </a:lnTo>
                  <a:lnTo>
                    <a:pt x="63743" y="35819"/>
                  </a:lnTo>
                  <a:lnTo>
                    <a:pt x="59634" y="39160"/>
                  </a:lnTo>
                  <a:lnTo>
                    <a:pt x="55633" y="42630"/>
                  </a:lnTo>
                  <a:lnTo>
                    <a:pt x="51744" y="46225"/>
                  </a:lnTo>
                  <a:lnTo>
                    <a:pt x="47971" y="49941"/>
                  </a:lnTo>
                  <a:lnTo>
                    <a:pt x="44318" y="53775"/>
                  </a:lnTo>
                  <a:lnTo>
                    <a:pt x="40788" y="57723"/>
                  </a:lnTo>
                  <a:lnTo>
                    <a:pt x="37384" y="61781"/>
                  </a:lnTo>
                  <a:lnTo>
                    <a:pt x="34111" y="65944"/>
                  </a:lnTo>
                  <a:lnTo>
                    <a:pt x="30971" y="70209"/>
                  </a:lnTo>
                  <a:lnTo>
                    <a:pt x="27969" y="74571"/>
                  </a:lnTo>
                  <a:lnTo>
                    <a:pt x="25105" y="79026"/>
                  </a:lnTo>
                  <a:lnTo>
                    <a:pt x="22385" y="83570"/>
                  </a:lnTo>
                  <a:lnTo>
                    <a:pt x="19809" y="88198"/>
                  </a:lnTo>
                  <a:lnTo>
                    <a:pt x="17382" y="92904"/>
                  </a:lnTo>
                  <a:lnTo>
                    <a:pt x="15105" y="97686"/>
                  </a:lnTo>
                  <a:lnTo>
                    <a:pt x="12980" y="102537"/>
                  </a:lnTo>
                  <a:lnTo>
                    <a:pt x="11010" y="107453"/>
                  </a:lnTo>
                  <a:lnTo>
                    <a:pt x="9197" y="112429"/>
                  </a:lnTo>
                  <a:lnTo>
                    <a:pt x="7542" y="117459"/>
                  </a:lnTo>
                  <a:lnTo>
                    <a:pt x="6048" y="122540"/>
                  </a:lnTo>
                  <a:lnTo>
                    <a:pt x="4715" y="127666"/>
                  </a:lnTo>
                  <a:lnTo>
                    <a:pt x="3545" y="132831"/>
                  </a:lnTo>
                  <a:lnTo>
                    <a:pt x="2540" y="138030"/>
                  </a:lnTo>
                  <a:lnTo>
                    <a:pt x="1699" y="143259"/>
                  </a:lnTo>
                  <a:lnTo>
                    <a:pt x="1025" y="148512"/>
                  </a:lnTo>
                  <a:lnTo>
                    <a:pt x="518" y="153783"/>
                  </a:lnTo>
                  <a:lnTo>
                    <a:pt x="177" y="159068"/>
                  </a:lnTo>
                  <a:lnTo>
                    <a:pt x="4" y="164361"/>
                  </a:lnTo>
                  <a:lnTo>
                    <a:pt x="0" y="169657"/>
                  </a:lnTo>
                  <a:lnTo>
                    <a:pt x="162" y="174951"/>
                  </a:lnTo>
                  <a:lnTo>
                    <a:pt x="493" y="180236"/>
                  </a:lnTo>
                  <a:lnTo>
                    <a:pt x="990" y="185509"/>
                  </a:lnTo>
                  <a:lnTo>
                    <a:pt x="1655" y="190763"/>
                  </a:lnTo>
                  <a:lnTo>
                    <a:pt x="2485" y="195993"/>
                  </a:lnTo>
                  <a:lnTo>
                    <a:pt x="3481" y="201195"/>
                  </a:lnTo>
                  <a:lnTo>
                    <a:pt x="4641" y="206362"/>
                  </a:lnTo>
                  <a:lnTo>
                    <a:pt x="5964" y="211490"/>
                  </a:lnTo>
                  <a:lnTo>
                    <a:pt x="7449" y="216574"/>
                  </a:lnTo>
                  <a:lnTo>
                    <a:pt x="9094" y="221608"/>
                  </a:lnTo>
                  <a:lnTo>
                    <a:pt x="10898" y="226587"/>
                  </a:lnTo>
                  <a:lnTo>
                    <a:pt x="12859" y="231506"/>
                  </a:lnTo>
                  <a:lnTo>
                    <a:pt x="14974" y="236361"/>
                  </a:lnTo>
                  <a:lnTo>
                    <a:pt x="17242" y="241147"/>
                  </a:lnTo>
                  <a:lnTo>
                    <a:pt x="19661" y="245858"/>
                  </a:lnTo>
                  <a:lnTo>
                    <a:pt x="22228" y="250491"/>
                  </a:lnTo>
                  <a:lnTo>
                    <a:pt x="24940" y="255040"/>
                  </a:lnTo>
                  <a:lnTo>
                    <a:pt x="27795" y="259500"/>
                  </a:lnTo>
                  <a:lnTo>
                    <a:pt x="30789" y="263868"/>
                  </a:lnTo>
                  <a:lnTo>
                    <a:pt x="33921" y="268139"/>
                  </a:lnTo>
                  <a:lnTo>
                    <a:pt x="37186" y="272308"/>
                  </a:lnTo>
                  <a:lnTo>
                    <a:pt x="40582" y="276372"/>
                  </a:lnTo>
                  <a:lnTo>
                    <a:pt x="44105" y="280327"/>
                  </a:lnTo>
                  <a:lnTo>
                    <a:pt x="47751" y="284167"/>
                  </a:lnTo>
                  <a:lnTo>
                    <a:pt x="51517" y="287891"/>
                  </a:lnTo>
                  <a:lnTo>
                    <a:pt x="55399" y="291493"/>
                  </a:lnTo>
                  <a:lnTo>
                    <a:pt x="59393" y="294970"/>
                  </a:lnTo>
                  <a:lnTo>
                    <a:pt x="63496" y="298320"/>
                  </a:lnTo>
                  <a:lnTo>
                    <a:pt x="67702" y="301537"/>
                  </a:lnTo>
                  <a:lnTo>
                    <a:pt x="72008" y="304620"/>
                  </a:lnTo>
                  <a:lnTo>
                    <a:pt x="76410" y="307565"/>
                  </a:lnTo>
                  <a:lnTo>
                    <a:pt x="80903" y="310368"/>
                  </a:lnTo>
                  <a:lnTo>
                    <a:pt x="85482" y="313028"/>
                  </a:lnTo>
                  <a:lnTo>
                    <a:pt x="90144" y="315542"/>
                  </a:lnTo>
                  <a:lnTo>
                    <a:pt x="94882" y="317907"/>
                  </a:lnTo>
                  <a:lnTo>
                    <a:pt x="99694" y="320120"/>
                  </a:lnTo>
                  <a:lnTo>
                    <a:pt x="104572" y="322180"/>
                  </a:lnTo>
                  <a:lnTo>
                    <a:pt x="109514" y="324085"/>
                  </a:lnTo>
                  <a:lnTo>
                    <a:pt x="114514" y="325832"/>
                  </a:lnTo>
                  <a:lnTo>
                    <a:pt x="119566" y="327419"/>
                  </a:lnTo>
                  <a:lnTo>
                    <a:pt x="124666" y="328846"/>
                  </a:lnTo>
                  <a:lnTo>
                    <a:pt x="129809" y="330111"/>
                  </a:lnTo>
                  <a:lnTo>
                    <a:pt x="134989" y="331212"/>
                  </a:lnTo>
                  <a:lnTo>
                    <a:pt x="140202" y="332148"/>
                  </a:lnTo>
                  <a:lnTo>
                    <a:pt x="145441" y="332919"/>
                  </a:lnTo>
                  <a:lnTo>
                    <a:pt x="150702" y="333523"/>
                  </a:lnTo>
                  <a:lnTo>
                    <a:pt x="155980" y="333961"/>
                  </a:lnTo>
                  <a:lnTo>
                    <a:pt x="161269" y="334231"/>
                  </a:lnTo>
                  <a:lnTo>
                    <a:pt x="166564" y="334333"/>
                  </a:lnTo>
                  <a:lnTo>
                    <a:pt x="171860" y="334268"/>
                  </a:lnTo>
                  <a:lnTo>
                    <a:pt x="177150" y="334035"/>
                  </a:lnTo>
                  <a:lnTo>
                    <a:pt x="182431" y="333634"/>
                  </a:lnTo>
                  <a:lnTo>
                    <a:pt x="187697" y="333066"/>
                  </a:lnTo>
                  <a:lnTo>
                    <a:pt x="192941" y="332332"/>
                  </a:lnTo>
                  <a:lnTo>
                    <a:pt x="198160" y="331432"/>
                  </a:lnTo>
                  <a:lnTo>
                    <a:pt x="203348" y="330368"/>
                  </a:lnTo>
                  <a:lnTo>
                    <a:pt x="208500" y="329139"/>
                  </a:lnTo>
                  <a:lnTo>
                    <a:pt x="213609" y="327748"/>
                  </a:lnTo>
                  <a:lnTo>
                    <a:pt x="218673" y="326196"/>
                  </a:lnTo>
                  <a:lnTo>
                    <a:pt x="223684" y="324484"/>
                  </a:lnTo>
                  <a:lnTo>
                    <a:pt x="228639" y="322614"/>
                  </a:lnTo>
                  <a:lnTo>
                    <a:pt x="233532" y="320588"/>
                  </a:lnTo>
                  <a:lnTo>
                    <a:pt x="238359" y="318408"/>
                  </a:lnTo>
                  <a:lnTo>
                    <a:pt x="243114" y="316077"/>
                  </a:lnTo>
                  <a:lnTo>
                    <a:pt x="247793" y="313596"/>
                  </a:lnTo>
                  <a:lnTo>
                    <a:pt x="252391" y="310968"/>
                  </a:lnTo>
                  <a:lnTo>
                    <a:pt x="256903" y="308195"/>
                  </a:lnTo>
                  <a:lnTo>
                    <a:pt x="261325" y="305281"/>
                  </a:lnTo>
                  <a:lnTo>
                    <a:pt x="265653" y="302229"/>
                  </a:lnTo>
                  <a:lnTo>
                    <a:pt x="269882" y="299041"/>
                  </a:lnTo>
                  <a:lnTo>
                    <a:pt x="274007" y="295721"/>
                  </a:lnTo>
                  <a:lnTo>
                    <a:pt x="278026" y="292271"/>
                  </a:lnTo>
                  <a:lnTo>
                    <a:pt x="281933" y="288696"/>
                  </a:lnTo>
                  <a:lnTo>
                    <a:pt x="285725" y="284999"/>
                  </a:lnTo>
                  <a:lnTo>
                    <a:pt x="289398" y="281184"/>
                  </a:lnTo>
                  <a:lnTo>
                    <a:pt x="292948" y="277254"/>
                  </a:lnTo>
                  <a:lnTo>
                    <a:pt x="296373" y="273214"/>
                  </a:lnTo>
                  <a:lnTo>
                    <a:pt x="299667" y="269068"/>
                  </a:lnTo>
                  <a:lnTo>
                    <a:pt x="302828" y="264819"/>
                  </a:lnTo>
                  <a:lnTo>
                    <a:pt x="305853" y="260472"/>
                  </a:lnTo>
                  <a:lnTo>
                    <a:pt x="308739" y="256031"/>
                  </a:lnTo>
                  <a:lnTo>
                    <a:pt x="311483" y="251502"/>
                  </a:lnTo>
                  <a:lnTo>
                    <a:pt x="314082" y="246887"/>
                  </a:lnTo>
                  <a:lnTo>
                    <a:pt x="316534" y="242193"/>
                  </a:lnTo>
                  <a:lnTo>
                    <a:pt x="318835" y="237424"/>
                  </a:lnTo>
                  <a:lnTo>
                    <a:pt x="320985" y="232583"/>
                  </a:lnTo>
                  <a:lnTo>
                    <a:pt x="322980" y="227678"/>
                  </a:lnTo>
                  <a:lnTo>
                    <a:pt x="324818" y="222711"/>
                  </a:lnTo>
                  <a:lnTo>
                    <a:pt x="326499" y="217689"/>
                  </a:lnTo>
                  <a:lnTo>
                    <a:pt x="328019" y="212616"/>
                  </a:lnTo>
                  <a:lnTo>
                    <a:pt x="329378" y="207497"/>
                  </a:lnTo>
                  <a:lnTo>
                    <a:pt x="330574" y="202338"/>
                  </a:lnTo>
                  <a:lnTo>
                    <a:pt x="331606" y="197144"/>
                  </a:lnTo>
                  <a:lnTo>
                    <a:pt x="332473" y="191919"/>
                  </a:lnTo>
                  <a:lnTo>
                    <a:pt x="333174" y="186670"/>
                  </a:lnTo>
                  <a:lnTo>
                    <a:pt x="333709" y="181401"/>
                  </a:lnTo>
                  <a:lnTo>
                    <a:pt x="334076" y="176118"/>
                  </a:lnTo>
                  <a:lnTo>
                    <a:pt x="334276" y="170826"/>
                  </a:lnTo>
                  <a:lnTo>
                    <a:pt x="334308" y="165530"/>
                  </a:lnTo>
                  <a:lnTo>
                    <a:pt x="334172" y="160236"/>
                  </a:lnTo>
                  <a:lnTo>
                    <a:pt x="333869" y="154948"/>
                  </a:lnTo>
                  <a:lnTo>
                    <a:pt x="333398" y="149674"/>
                  </a:lnTo>
                  <a:lnTo>
                    <a:pt x="332760" y="144416"/>
                  </a:lnTo>
                  <a:lnTo>
                    <a:pt x="331957" y="139182"/>
                  </a:lnTo>
                  <a:lnTo>
                    <a:pt x="330988" y="133975"/>
                  </a:lnTo>
                  <a:lnTo>
                    <a:pt x="329854" y="128802"/>
                  </a:lnTo>
                  <a:lnTo>
                    <a:pt x="328557" y="123667"/>
                  </a:lnTo>
                  <a:lnTo>
                    <a:pt x="327098" y="118576"/>
                  </a:lnTo>
                  <a:lnTo>
                    <a:pt x="325479" y="113534"/>
                  </a:lnTo>
                  <a:lnTo>
                    <a:pt x="323700" y="108546"/>
                  </a:lnTo>
                  <a:lnTo>
                    <a:pt x="321765" y="103616"/>
                  </a:lnTo>
                  <a:lnTo>
                    <a:pt x="319674" y="98750"/>
                  </a:lnTo>
                  <a:lnTo>
                    <a:pt x="317430" y="93953"/>
                  </a:lnTo>
                  <a:lnTo>
                    <a:pt x="315036" y="89229"/>
                  </a:lnTo>
                  <a:lnTo>
                    <a:pt x="312493" y="84584"/>
                  </a:lnTo>
                  <a:lnTo>
                    <a:pt x="309804" y="80021"/>
                  </a:lnTo>
                  <a:lnTo>
                    <a:pt x="306972" y="75546"/>
                  </a:lnTo>
                  <a:lnTo>
                    <a:pt x="304000" y="71163"/>
                  </a:lnTo>
                  <a:lnTo>
                    <a:pt x="300890" y="66876"/>
                  </a:lnTo>
                  <a:lnTo>
                    <a:pt x="297646" y="62690"/>
                  </a:lnTo>
                  <a:lnTo>
                    <a:pt x="294271" y="58609"/>
                  </a:lnTo>
                  <a:lnTo>
                    <a:pt x="290769" y="54637"/>
                  </a:lnTo>
                  <a:lnTo>
                    <a:pt x="287142" y="50777"/>
                  </a:lnTo>
                  <a:lnTo>
                    <a:pt x="283395" y="47035"/>
                  </a:lnTo>
                  <a:lnTo>
                    <a:pt x="279531" y="43413"/>
                  </a:lnTo>
                  <a:lnTo>
                    <a:pt x="275555" y="39915"/>
                  </a:lnTo>
                  <a:lnTo>
                    <a:pt x="271470" y="36545"/>
                  </a:lnTo>
                  <a:lnTo>
                    <a:pt x="267280" y="33306"/>
                  </a:lnTo>
                  <a:lnTo>
                    <a:pt x="262989" y="30201"/>
                  </a:lnTo>
                  <a:lnTo>
                    <a:pt x="258603" y="27234"/>
                  </a:lnTo>
                  <a:lnTo>
                    <a:pt x="254124" y="24408"/>
                  </a:lnTo>
                  <a:lnTo>
                    <a:pt x="249558" y="21724"/>
                  </a:lnTo>
                  <a:lnTo>
                    <a:pt x="244910" y="19187"/>
                  </a:lnTo>
                  <a:lnTo>
                    <a:pt x="240183" y="16798"/>
                  </a:lnTo>
                  <a:lnTo>
                    <a:pt x="235384" y="14560"/>
                  </a:lnTo>
                  <a:lnTo>
                    <a:pt x="230515" y="12475"/>
                  </a:lnTo>
                  <a:lnTo>
                    <a:pt x="225583" y="10545"/>
                  </a:lnTo>
                  <a:lnTo>
                    <a:pt x="220593" y="8773"/>
                  </a:lnTo>
                  <a:lnTo>
                    <a:pt x="215549" y="7159"/>
                  </a:lnTo>
                  <a:lnTo>
                    <a:pt x="210456" y="5707"/>
                  </a:lnTo>
                  <a:lnTo>
                    <a:pt x="205320" y="4416"/>
                  </a:lnTo>
                  <a:lnTo>
                    <a:pt x="200145" y="3288"/>
                  </a:lnTo>
                  <a:lnTo>
                    <a:pt x="194938" y="2325"/>
                  </a:lnTo>
                  <a:lnTo>
                    <a:pt x="189702" y="1528"/>
                  </a:lnTo>
                  <a:lnTo>
                    <a:pt x="184444" y="896"/>
                  </a:lnTo>
                  <a:lnTo>
                    <a:pt x="179168" y="432"/>
                  </a:lnTo>
                  <a:lnTo>
                    <a:pt x="173881" y="135"/>
                  </a:lnTo>
                  <a:lnTo>
                    <a:pt x="168587" y="5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488720" y="5018213"/>
              <a:ext cx="1438" cy="167167"/>
            </a:xfrm>
            <a:custGeom>
              <a:avLst/>
              <a:pathLst>
                <a:path w="1438" h="167167">
                  <a:moveTo>
                    <a:pt x="143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811907" y="5269756"/>
              <a:ext cx="152593" cy="167167"/>
            </a:xfrm>
            <a:custGeom>
              <a:avLst/>
              <a:pathLst>
                <a:path w="152593" h="167167">
                  <a:moveTo>
                    <a:pt x="152593" y="0"/>
                  </a:moveTo>
                  <a:lnTo>
                    <a:pt x="147101" y="90"/>
                  </a:lnTo>
                  <a:lnTo>
                    <a:pt x="141615" y="360"/>
                  </a:lnTo>
                  <a:lnTo>
                    <a:pt x="136140" y="811"/>
                  </a:lnTo>
                  <a:lnTo>
                    <a:pt x="130683" y="1442"/>
                  </a:lnTo>
                  <a:lnTo>
                    <a:pt x="125250" y="2251"/>
                  </a:lnTo>
                  <a:lnTo>
                    <a:pt x="119847" y="3238"/>
                  </a:lnTo>
                  <a:lnTo>
                    <a:pt x="114478" y="4403"/>
                  </a:lnTo>
                  <a:lnTo>
                    <a:pt x="109151" y="5743"/>
                  </a:lnTo>
                  <a:lnTo>
                    <a:pt x="103871" y="7257"/>
                  </a:lnTo>
                  <a:lnTo>
                    <a:pt x="98644" y="8944"/>
                  </a:lnTo>
                  <a:lnTo>
                    <a:pt x="93474" y="10802"/>
                  </a:lnTo>
                  <a:lnTo>
                    <a:pt x="88369" y="12829"/>
                  </a:lnTo>
                  <a:lnTo>
                    <a:pt x="83333" y="15022"/>
                  </a:lnTo>
                  <a:lnTo>
                    <a:pt x="78371" y="17380"/>
                  </a:lnTo>
                  <a:lnTo>
                    <a:pt x="73490" y="19900"/>
                  </a:lnTo>
                  <a:lnTo>
                    <a:pt x="68694" y="22578"/>
                  </a:lnTo>
                  <a:lnTo>
                    <a:pt x="63989" y="25413"/>
                  </a:lnTo>
                  <a:lnTo>
                    <a:pt x="59380" y="28400"/>
                  </a:lnTo>
                  <a:lnTo>
                    <a:pt x="54871" y="31538"/>
                  </a:lnTo>
                  <a:lnTo>
                    <a:pt x="50467" y="34822"/>
                  </a:lnTo>
                  <a:lnTo>
                    <a:pt x="46174" y="38248"/>
                  </a:lnTo>
                  <a:lnTo>
                    <a:pt x="41996" y="41814"/>
                  </a:lnTo>
                  <a:lnTo>
                    <a:pt x="37937" y="45516"/>
                  </a:lnTo>
                  <a:lnTo>
                    <a:pt x="34002" y="49349"/>
                  </a:lnTo>
                  <a:lnTo>
                    <a:pt x="30196" y="53308"/>
                  </a:lnTo>
                  <a:lnTo>
                    <a:pt x="26521" y="57391"/>
                  </a:lnTo>
                  <a:lnTo>
                    <a:pt x="22982" y="61593"/>
                  </a:lnTo>
                  <a:lnTo>
                    <a:pt x="19583" y="65908"/>
                  </a:lnTo>
                  <a:lnTo>
                    <a:pt x="16328" y="70333"/>
                  </a:lnTo>
                  <a:lnTo>
                    <a:pt x="13220" y="74862"/>
                  </a:lnTo>
                  <a:lnTo>
                    <a:pt x="10263" y="79491"/>
                  </a:lnTo>
                  <a:lnTo>
                    <a:pt x="7459" y="84215"/>
                  </a:lnTo>
                  <a:lnTo>
                    <a:pt x="4812" y="89028"/>
                  </a:lnTo>
                  <a:lnTo>
                    <a:pt x="2325" y="93925"/>
                  </a:lnTo>
                  <a:lnTo>
                    <a:pt x="0" y="98902"/>
                  </a:lnTo>
                  <a:lnTo>
                    <a:pt x="15259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797340" y="5269756"/>
              <a:ext cx="334313" cy="334333"/>
            </a:xfrm>
            <a:custGeom>
              <a:avLst/>
              <a:pathLst>
                <a:path w="334313" h="334333">
                  <a:moveTo>
                    <a:pt x="14567" y="98902"/>
                  </a:moveTo>
                  <a:lnTo>
                    <a:pt x="12481" y="103770"/>
                  </a:lnTo>
                  <a:lnTo>
                    <a:pt x="10550" y="108703"/>
                  </a:lnTo>
                  <a:lnTo>
                    <a:pt x="8776" y="113693"/>
                  </a:lnTo>
                  <a:lnTo>
                    <a:pt x="7162" y="118738"/>
                  </a:lnTo>
                  <a:lnTo>
                    <a:pt x="5708" y="123831"/>
                  </a:lnTo>
                  <a:lnTo>
                    <a:pt x="4416" y="128968"/>
                  </a:lnTo>
                  <a:lnTo>
                    <a:pt x="3288" y="134143"/>
                  </a:lnTo>
                  <a:lnTo>
                    <a:pt x="2324" y="139351"/>
                  </a:lnTo>
                  <a:lnTo>
                    <a:pt x="1525" y="144587"/>
                  </a:lnTo>
                  <a:lnTo>
                    <a:pt x="893" y="149845"/>
                  </a:lnTo>
                  <a:lnTo>
                    <a:pt x="428" y="155121"/>
                  </a:lnTo>
                  <a:lnTo>
                    <a:pt x="130" y="160410"/>
                  </a:lnTo>
                  <a:lnTo>
                    <a:pt x="0" y="165705"/>
                  </a:lnTo>
                  <a:lnTo>
                    <a:pt x="37" y="171001"/>
                  </a:lnTo>
                  <a:lnTo>
                    <a:pt x="242" y="176294"/>
                  </a:lnTo>
                  <a:lnTo>
                    <a:pt x="615" y="181577"/>
                  </a:lnTo>
                  <a:lnTo>
                    <a:pt x="1155" y="186846"/>
                  </a:lnTo>
                  <a:lnTo>
                    <a:pt x="1862" y="192095"/>
                  </a:lnTo>
                  <a:lnTo>
                    <a:pt x="2735" y="197319"/>
                  </a:lnTo>
                  <a:lnTo>
                    <a:pt x="3773" y="202513"/>
                  </a:lnTo>
                  <a:lnTo>
                    <a:pt x="4974" y="207672"/>
                  </a:lnTo>
                  <a:lnTo>
                    <a:pt x="6339" y="212789"/>
                  </a:lnTo>
                  <a:lnTo>
                    <a:pt x="7865" y="217861"/>
                  </a:lnTo>
                  <a:lnTo>
                    <a:pt x="9551" y="222882"/>
                  </a:lnTo>
                  <a:lnTo>
                    <a:pt x="11395" y="227848"/>
                  </a:lnTo>
                  <a:lnTo>
                    <a:pt x="13396" y="232752"/>
                  </a:lnTo>
                  <a:lnTo>
                    <a:pt x="15551" y="237590"/>
                  </a:lnTo>
                  <a:lnTo>
                    <a:pt x="17858" y="242358"/>
                  </a:lnTo>
                  <a:lnTo>
                    <a:pt x="20315" y="247050"/>
                  </a:lnTo>
                  <a:lnTo>
                    <a:pt x="22919" y="251662"/>
                  </a:lnTo>
                  <a:lnTo>
                    <a:pt x="25668" y="256189"/>
                  </a:lnTo>
                  <a:lnTo>
                    <a:pt x="28560" y="260627"/>
                  </a:lnTo>
                  <a:lnTo>
                    <a:pt x="31590" y="264971"/>
                  </a:lnTo>
                  <a:lnTo>
                    <a:pt x="34757" y="269217"/>
                  </a:lnTo>
                  <a:lnTo>
                    <a:pt x="38056" y="273360"/>
                  </a:lnTo>
                  <a:lnTo>
                    <a:pt x="41485" y="277397"/>
                  </a:lnTo>
                  <a:lnTo>
                    <a:pt x="45040" y="281323"/>
                  </a:lnTo>
                  <a:lnTo>
                    <a:pt x="48718" y="285134"/>
                  </a:lnTo>
                  <a:lnTo>
                    <a:pt x="52515" y="288828"/>
                  </a:lnTo>
                  <a:lnTo>
                    <a:pt x="56427" y="292398"/>
                  </a:lnTo>
                  <a:lnTo>
                    <a:pt x="60449" y="295844"/>
                  </a:lnTo>
                  <a:lnTo>
                    <a:pt x="64580" y="299160"/>
                  </a:lnTo>
                  <a:lnTo>
                    <a:pt x="68813" y="302343"/>
                  </a:lnTo>
                  <a:lnTo>
                    <a:pt x="73144" y="305391"/>
                  </a:lnTo>
                  <a:lnTo>
                    <a:pt x="77570" y="308300"/>
                  </a:lnTo>
                  <a:lnTo>
                    <a:pt x="82087" y="311068"/>
                  </a:lnTo>
                  <a:lnTo>
                    <a:pt x="86688" y="313690"/>
                  </a:lnTo>
                  <a:lnTo>
                    <a:pt x="91370" y="316166"/>
                  </a:lnTo>
                  <a:lnTo>
                    <a:pt x="96129" y="318493"/>
                  </a:lnTo>
                  <a:lnTo>
                    <a:pt x="100958" y="320667"/>
                  </a:lnTo>
                  <a:lnTo>
                    <a:pt x="105855" y="322687"/>
                  </a:lnTo>
                  <a:lnTo>
                    <a:pt x="110812" y="324551"/>
                  </a:lnTo>
                  <a:lnTo>
                    <a:pt x="115826" y="326257"/>
                  </a:lnTo>
                  <a:lnTo>
                    <a:pt x="120892" y="327804"/>
                  </a:lnTo>
                  <a:lnTo>
                    <a:pt x="126004" y="329189"/>
                  </a:lnTo>
                  <a:lnTo>
                    <a:pt x="131158" y="330411"/>
                  </a:lnTo>
                  <a:lnTo>
                    <a:pt x="136348" y="331470"/>
                  </a:lnTo>
                  <a:lnTo>
                    <a:pt x="141568" y="332364"/>
                  </a:lnTo>
                  <a:lnTo>
                    <a:pt x="146815" y="333092"/>
                  </a:lnTo>
                  <a:lnTo>
                    <a:pt x="152081" y="333653"/>
                  </a:lnTo>
                  <a:lnTo>
                    <a:pt x="157363" y="334047"/>
                  </a:lnTo>
                  <a:lnTo>
                    <a:pt x="162655" y="334274"/>
                  </a:lnTo>
                  <a:lnTo>
                    <a:pt x="167951" y="334333"/>
                  </a:lnTo>
                  <a:lnTo>
                    <a:pt x="173247" y="334224"/>
                  </a:lnTo>
                  <a:lnTo>
                    <a:pt x="178536" y="333947"/>
                  </a:lnTo>
                  <a:lnTo>
                    <a:pt x="183814" y="333503"/>
                  </a:lnTo>
                  <a:lnTo>
                    <a:pt x="189075" y="332892"/>
                  </a:lnTo>
                  <a:lnTo>
                    <a:pt x="194314" y="332114"/>
                  </a:lnTo>
                  <a:lnTo>
                    <a:pt x="199526" y="331171"/>
                  </a:lnTo>
                  <a:lnTo>
                    <a:pt x="204706" y="330064"/>
                  </a:lnTo>
                  <a:lnTo>
                    <a:pt x="209847" y="328792"/>
                  </a:lnTo>
                  <a:lnTo>
                    <a:pt x="214946" y="327359"/>
                  </a:lnTo>
                  <a:lnTo>
                    <a:pt x="219997" y="325765"/>
                  </a:lnTo>
                  <a:lnTo>
                    <a:pt x="224995" y="324011"/>
                  </a:lnTo>
                  <a:lnTo>
                    <a:pt x="229935" y="322100"/>
                  </a:lnTo>
                  <a:lnTo>
                    <a:pt x="234812" y="320034"/>
                  </a:lnTo>
                  <a:lnTo>
                    <a:pt x="239621" y="317814"/>
                  </a:lnTo>
                  <a:lnTo>
                    <a:pt x="244357" y="315443"/>
                  </a:lnTo>
                  <a:lnTo>
                    <a:pt x="249015" y="312923"/>
                  </a:lnTo>
                  <a:lnTo>
                    <a:pt x="253592" y="310256"/>
                  </a:lnTo>
                  <a:lnTo>
                    <a:pt x="258082" y="307446"/>
                  </a:lnTo>
                  <a:lnTo>
                    <a:pt x="262480" y="304496"/>
                  </a:lnTo>
                  <a:lnTo>
                    <a:pt x="266783" y="301407"/>
                  </a:lnTo>
                  <a:lnTo>
                    <a:pt x="270986" y="298183"/>
                  </a:lnTo>
                  <a:lnTo>
                    <a:pt x="275084" y="294828"/>
                  </a:lnTo>
                  <a:lnTo>
                    <a:pt x="279074" y="291345"/>
                  </a:lnTo>
                  <a:lnTo>
                    <a:pt x="282952" y="287738"/>
                  </a:lnTo>
                  <a:lnTo>
                    <a:pt x="286714" y="284009"/>
                  </a:lnTo>
                  <a:lnTo>
                    <a:pt x="290355" y="280163"/>
                  </a:lnTo>
                  <a:lnTo>
                    <a:pt x="293873" y="276203"/>
                  </a:lnTo>
                  <a:lnTo>
                    <a:pt x="297264" y="272134"/>
                  </a:lnTo>
                  <a:lnTo>
                    <a:pt x="300524" y="267960"/>
                  </a:lnTo>
                  <a:lnTo>
                    <a:pt x="303650" y="263684"/>
                  </a:lnTo>
                  <a:lnTo>
                    <a:pt x="306639" y="259312"/>
                  </a:lnTo>
                  <a:lnTo>
                    <a:pt x="309488" y="254847"/>
                  </a:lnTo>
                  <a:lnTo>
                    <a:pt x="312195" y="250294"/>
                  </a:lnTo>
                  <a:lnTo>
                    <a:pt x="314755" y="245657"/>
                  </a:lnTo>
                  <a:lnTo>
                    <a:pt x="317168" y="240942"/>
                  </a:lnTo>
                  <a:lnTo>
                    <a:pt x="319430" y="236153"/>
                  </a:lnTo>
                  <a:lnTo>
                    <a:pt x="321539" y="231294"/>
                  </a:lnTo>
                  <a:lnTo>
                    <a:pt x="323493" y="226371"/>
                  </a:lnTo>
                  <a:lnTo>
                    <a:pt x="325290" y="221389"/>
                  </a:lnTo>
                  <a:lnTo>
                    <a:pt x="326928" y="216352"/>
                  </a:lnTo>
                  <a:lnTo>
                    <a:pt x="328406" y="211266"/>
                  </a:lnTo>
                  <a:lnTo>
                    <a:pt x="329723" y="206136"/>
                  </a:lnTo>
                  <a:lnTo>
                    <a:pt x="330875" y="200966"/>
                  </a:lnTo>
                  <a:lnTo>
                    <a:pt x="331864" y="195763"/>
                  </a:lnTo>
                  <a:lnTo>
                    <a:pt x="332687" y="190530"/>
                  </a:lnTo>
                  <a:lnTo>
                    <a:pt x="333344" y="185275"/>
                  </a:lnTo>
                  <a:lnTo>
                    <a:pt x="333835" y="180001"/>
                  </a:lnTo>
                  <a:lnTo>
                    <a:pt x="334158" y="174714"/>
                  </a:lnTo>
                  <a:lnTo>
                    <a:pt x="334313" y="169420"/>
                  </a:lnTo>
                  <a:lnTo>
                    <a:pt x="334300" y="164123"/>
                  </a:lnTo>
                  <a:lnTo>
                    <a:pt x="334120" y="158830"/>
                  </a:lnTo>
                  <a:lnTo>
                    <a:pt x="333772" y="153545"/>
                  </a:lnTo>
                  <a:lnTo>
                    <a:pt x="333257" y="148273"/>
                  </a:lnTo>
                  <a:lnTo>
                    <a:pt x="332575" y="143021"/>
                  </a:lnTo>
                  <a:lnTo>
                    <a:pt x="331727" y="137793"/>
                  </a:lnTo>
                  <a:lnTo>
                    <a:pt x="330714" y="132594"/>
                  </a:lnTo>
                  <a:lnTo>
                    <a:pt x="329536" y="127430"/>
                  </a:lnTo>
                  <a:lnTo>
                    <a:pt x="328196" y="122306"/>
                  </a:lnTo>
                  <a:lnTo>
                    <a:pt x="326694" y="117227"/>
                  </a:lnTo>
                  <a:lnTo>
                    <a:pt x="325032" y="112198"/>
                  </a:lnTo>
                  <a:lnTo>
                    <a:pt x="323211" y="107224"/>
                  </a:lnTo>
                  <a:lnTo>
                    <a:pt x="321234" y="102310"/>
                  </a:lnTo>
                  <a:lnTo>
                    <a:pt x="319102" y="97462"/>
                  </a:lnTo>
                  <a:lnTo>
                    <a:pt x="316817" y="92683"/>
                  </a:lnTo>
                  <a:lnTo>
                    <a:pt x="314382" y="87979"/>
                  </a:lnTo>
                  <a:lnTo>
                    <a:pt x="311800" y="83355"/>
                  </a:lnTo>
                  <a:lnTo>
                    <a:pt x="309072" y="78815"/>
                  </a:lnTo>
                  <a:lnTo>
                    <a:pt x="306202" y="74364"/>
                  </a:lnTo>
                  <a:lnTo>
                    <a:pt x="303192" y="70005"/>
                  </a:lnTo>
                  <a:lnTo>
                    <a:pt x="300046" y="65745"/>
                  </a:lnTo>
                  <a:lnTo>
                    <a:pt x="296766" y="61586"/>
                  </a:lnTo>
                  <a:lnTo>
                    <a:pt x="293356" y="57533"/>
                  </a:lnTo>
                  <a:lnTo>
                    <a:pt x="289819" y="53590"/>
                  </a:lnTo>
                  <a:lnTo>
                    <a:pt x="286160" y="49761"/>
                  </a:lnTo>
                  <a:lnTo>
                    <a:pt x="282380" y="46050"/>
                  </a:lnTo>
                  <a:lnTo>
                    <a:pt x="278486" y="42461"/>
                  </a:lnTo>
                  <a:lnTo>
                    <a:pt x="274479" y="38996"/>
                  </a:lnTo>
                  <a:lnTo>
                    <a:pt x="270365" y="35661"/>
                  </a:lnTo>
                  <a:lnTo>
                    <a:pt x="266147" y="32457"/>
                  </a:lnTo>
                  <a:lnTo>
                    <a:pt x="261829" y="29389"/>
                  </a:lnTo>
                  <a:lnTo>
                    <a:pt x="257417" y="26459"/>
                  </a:lnTo>
                  <a:lnTo>
                    <a:pt x="252914" y="23670"/>
                  </a:lnTo>
                  <a:lnTo>
                    <a:pt x="248325" y="21026"/>
                  </a:lnTo>
                  <a:lnTo>
                    <a:pt x="243655" y="18528"/>
                  </a:lnTo>
                  <a:lnTo>
                    <a:pt x="238907" y="16179"/>
                  </a:lnTo>
                  <a:lnTo>
                    <a:pt x="234088" y="13982"/>
                  </a:lnTo>
                  <a:lnTo>
                    <a:pt x="229201" y="11938"/>
                  </a:lnTo>
                  <a:lnTo>
                    <a:pt x="224253" y="10051"/>
                  </a:lnTo>
                  <a:lnTo>
                    <a:pt x="219246" y="8321"/>
                  </a:lnTo>
                  <a:lnTo>
                    <a:pt x="214188" y="6751"/>
                  </a:lnTo>
                  <a:lnTo>
                    <a:pt x="209082" y="5341"/>
                  </a:lnTo>
                  <a:lnTo>
                    <a:pt x="203935" y="4095"/>
                  </a:lnTo>
                  <a:lnTo>
                    <a:pt x="198750" y="3011"/>
                  </a:lnTo>
                  <a:lnTo>
                    <a:pt x="193534" y="2093"/>
                  </a:lnTo>
                  <a:lnTo>
                    <a:pt x="188291" y="1340"/>
                  </a:lnTo>
                  <a:lnTo>
                    <a:pt x="183027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9536" y="5399291"/>
              <a:ext cx="6679" cy="167167"/>
            </a:xfrm>
            <a:custGeom>
              <a:avLst/>
              <a:pathLst>
                <a:path w="6679" h="167167">
                  <a:moveTo>
                    <a:pt x="6679" y="0"/>
                  </a:moveTo>
                  <a:lnTo>
                    <a:pt x="0" y="133"/>
                  </a:lnTo>
                  <a:lnTo>
                    <a:pt x="667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9536" y="5399425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9536" y="5399425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9536" y="5399425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9536" y="5399425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79536" y="5399425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79536" y="5399425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319058" y="5399425"/>
              <a:ext cx="334309" cy="334201"/>
            </a:xfrm>
            <a:custGeom>
              <a:avLst/>
              <a:pathLst>
                <a:path w="334309" h="334201">
                  <a:moveTo>
                    <a:pt x="160477" y="0"/>
                  </a:moveTo>
                  <a:lnTo>
                    <a:pt x="155193" y="295"/>
                  </a:lnTo>
                  <a:lnTo>
                    <a:pt x="149920" y="757"/>
                  </a:lnTo>
                  <a:lnTo>
                    <a:pt x="144665" y="1386"/>
                  </a:lnTo>
                  <a:lnTo>
                    <a:pt x="139432" y="2181"/>
                  </a:lnTo>
                  <a:lnTo>
                    <a:pt x="134227" y="3141"/>
                  </a:lnTo>
                  <a:lnTo>
                    <a:pt x="129055" y="4266"/>
                  </a:lnTo>
                  <a:lnTo>
                    <a:pt x="123921" y="5554"/>
                  </a:lnTo>
                  <a:lnTo>
                    <a:pt x="118831" y="7004"/>
                  </a:lnTo>
                  <a:lnTo>
                    <a:pt x="113789" y="8614"/>
                  </a:lnTo>
                  <a:lnTo>
                    <a:pt x="108801" y="10383"/>
                  </a:lnTo>
                  <a:lnTo>
                    <a:pt x="103871" y="12308"/>
                  </a:lnTo>
                  <a:lnTo>
                    <a:pt x="99004" y="14389"/>
                  </a:lnTo>
                  <a:lnTo>
                    <a:pt x="94206" y="16624"/>
                  </a:lnTo>
                  <a:lnTo>
                    <a:pt x="89481" y="19008"/>
                  </a:lnTo>
                  <a:lnTo>
                    <a:pt x="84834" y="21542"/>
                  </a:lnTo>
                  <a:lnTo>
                    <a:pt x="80269" y="24221"/>
                  </a:lnTo>
                  <a:lnTo>
                    <a:pt x="75792" y="27043"/>
                  </a:lnTo>
                  <a:lnTo>
                    <a:pt x="71406" y="30005"/>
                  </a:lnTo>
                  <a:lnTo>
                    <a:pt x="67116" y="33105"/>
                  </a:lnTo>
                  <a:lnTo>
                    <a:pt x="62926" y="36340"/>
                  </a:lnTo>
                  <a:lnTo>
                    <a:pt x="58841" y="39705"/>
                  </a:lnTo>
                  <a:lnTo>
                    <a:pt x="54864" y="43198"/>
                  </a:lnTo>
                  <a:lnTo>
                    <a:pt x="51000" y="46815"/>
                  </a:lnTo>
                  <a:lnTo>
                    <a:pt x="47252" y="50552"/>
                  </a:lnTo>
                  <a:lnTo>
                    <a:pt x="43625" y="54406"/>
                  </a:lnTo>
                  <a:lnTo>
                    <a:pt x="40121" y="58374"/>
                  </a:lnTo>
                  <a:lnTo>
                    <a:pt x="36745" y="62450"/>
                  </a:lnTo>
                  <a:lnTo>
                    <a:pt x="33500" y="66631"/>
                  </a:lnTo>
                  <a:lnTo>
                    <a:pt x="30388" y="70912"/>
                  </a:lnTo>
                  <a:lnTo>
                    <a:pt x="27414" y="75290"/>
                  </a:lnTo>
                  <a:lnTo>
                    <a:pt x="24579" y="79760"/>
                  </a:lnTo>
                  <a:lnTo>
                    <a:pt x="21888" y="84317"/>
                  </a:lnTo>
                  <a:lnTo>
                    <a:pt x="19342" y="88958"/>
                  </a:lnTo>
                  <a:lnTo>
                    <a:pt x="16945" y="93676"/>
                  </a:lnTo>
                  <a:lnTo>
                    <a:pt x="14698" y="98469"/>
                  </a:lnTo>
                  <a:lnTo>
                    <a:pt x="12603" y="103329"/>
                  </a:lnTo>
                  <a:lnTo>
                    <a:pt x="10664" y="108254"/>
                  </a:lnTo>
                  <a:lnTo>
                    <a:pt x="8882" y="113238"/>
                  </a:lnTo>
                  <a:lnTo>
                    <a:pt x="7258" y="118275"/>
                  </a:lnTo>
                  <a:lnTo>
                    <a:pt x="5795" y="123362"/>
                  </a:lnTo>
                  <a:lnTo>
                    <a:pt x="4493" y="128492"/>
                  </a:lnTo>
                  <a:lnTo>
                    <a:pt x="3354" y="133661"/>
                  </a:lnTo>
                  <a:lnTo>
                    <a:pt x="2380" y="138863"/>
                  </a:lnTo>
                  <a:lnTo>
                    <a:pt x="1571" y="144094"/>
                  </a:lnTo>
                  <a:lnTo>
                    <a:pt x="928" y="149347"/>
                  </a:lnTo>
                  <a:lnTo>
                    <a:pt x="451" y="154619"/>
                  </a:lnTo>
                  <a:lnTo>
                    <a:pt x="142" y="159902"/>
                  </a:lnTo>
                  <a:lnTo>
                    <a:pt x="0" y="165193"/>
                  </a:lnTo>
                  <a:lnTo>
                    <a:pt x="25" y="170486"/>
                  </a:lnTo>
                  <a:lnTo>
                    <a:pt x="218" y="175775"/>
                  </a:lnTo>
                  <a:lnTo>
                    <a:pt x="579" y="181056"/>
                  </a:lnTo>
                  <a:lnTo>
                    <a:pt x="1106" y="186322"/>
                  </a:lnTo>
                  <a:lnTo>
                    <a:pt x="1800" y="191569"/>
                  </a:lnTo>
                  <a:lnTo>
                    <a:pt x="2659" y="196792"/>
                  </a:lnTo>
                  <a:lnTo>
                    <a:pt x="3684" y="201984"/>
                  </a:lnTo>
                  <a:lnTo>
                    <a:pt x="4872" y="207142"/>
                  </a:lnTo>
                  <a:lnTo>
                    <a:pt x="6223" y="212259"/>
                  </a:lnTo>
                  <a:lnTo>
                    <a:pt x="7736" y="217332"/>
                  </a:lnTo>
                  <a:lnTo>
                    <a:pt x="9408" y="222353"/>
                  </a:lnTo>
                  <a:lnTo>
                    <a:pt x="11238" y="227319"/>
                  </a:lnTo>
                  <a:lnTo>
                    <a:pt x="13225" y="232225"/>
                  </a:lnTo>
                  <a:lnTo>
                    <a:pt x="15366" y="237066"/>
                  </a:lnTo>
                  <a:lnTo>
                    <a:pt x="17659" y="241836"/>
                  </a:lnTo>
                  <a:lnTo>
                    <a:pt x="20102" y="246531"/>
                  </a:lnTo>
                  <a:lnTo>
                    <a:pt x="22693" y="251147"/>
                  </a:lnTo>
                  <a:lnTo>
                    <a:pt x="25428" y="255678"/>
                  </a:lnTo>
                  <a:lnTo>
                    <a:pt x="28305" y="260120"/>
                  </a:lnTo>
                  <a:lnTo>
                    <a:pt x="31322" y="264469"/>
                  </a:lnTo>
                  <a:lnTo>
                    <a:pt x="34474" y="268721"/>
                  </a:lnTo>
                  <a:lnTo>
                    <a:pt x="37760" y="272870"/>
                  </a:lnTo>
                  <a:lnTo>
                    <a:pt x="41175" y="276914"/>
                  </a:lnTo>
                  <a:lnTo>
                    <a:pt x="44717" y="280847"/>
                  </a:lnTo>
                  <a:lnTo>
                    <a:pt x="48381" y="284666"/>
                  </a:lnTo>
                  <a:lnTo>
                    <a:pt x="52165" y="288367"/>
                  </a:lnTo>
                  <a:lnTo>
                    <a:pt x="56064" y="291947"/>
                  </a:lnTo>
                  <a:lnTo>
                    <a:pt x="60074" y="295401"/>
                  </a:lnTo>
                  <a:lnTo>
                    <a:pt x="64191" y="298727"/>
                  </a:lnTo>
                  <a:lnTo>
                    <a:pt x="68412" y="301920"/>
                  </a:lnTo>
                  <a:lnTo>
                    <a:pt x="72732" y="304979"/>
                  </a:lnTo>
                  <a:lnTo>
                    <a:pt x="77146" y="307899"/>
                  </a:lnTo>
                  <a:lnTo>
                    <a:pt x="81651" y="310678"/>
                  </a:lnTo>
                  <a:lnTo>
                    <a:pt x="86241" y="313313"/>
                  </a:lnTo>
                  <a:lnTo>
                    <a:pt x="90912" y="315801"/>
                  </a:lnTo>
                  <a:lnTo>
                    <a:pt x="95660" y="318140"/>
                  </a:lnTo>
                  <a:lnTo>
                    <a:pt x="100480" y="320328"/>
                  </a:lnTo>
                  <a:lnTo>
                    <a:pt x="105366" y="322362"/>
                  </a:lnTo>
                  <a:lnTo>
                    <a:pt x="110314" y="324240"/>
                  </a:lnTo>
                  <a:lnTo>
                    <a:pt x="115320" y="325961"/>
                  </a:lnTo>
                  <a:lnTo>
                    <a:pt x="120377" y="327522"/>
                  </a:lnTo>
                  <a:lnTo>
                    <a:pt x="125481" y="328923"/>
                  </a:lnTo>
                  <a:lnTo>
                    <a:pt x="130627" y="330161"/>
                  </a:lnTo>
                  <a:lnTo>
                    <a:pt x="135809" y="331235"/>
                  </a:lnTo>
                  <a:lnTo>
                    <a:pt x="141023" y="332146"/>
                  </a:lnTo>
                  <a:lnTo>
                    <a:pt x="146264" y="332890"/>
                  </a:lnTo>
                  <a:lnTo>
                    <a:pt x="151525" y="333468"/>
                  </a:lnTo>
                  <a:lnTo>
                    <a:pt x="156801" y="333880"/>
                  </a:lnTo>
                  <a:lnTo>
                    <a:pt x="162089" y="334124"/>
                  </a:lnTo>
                  <a:lnTo>
                    <a:pt x="167381" y="334201"/>
                  </a:lnTo>
                  <a:lnTo>
                    <a:pt x="172673" y="334110"/>
                  </a:lnTo>
                  <a:lnTo>
                    <a:pt x="177959" y="333851"/>
                  </a:lnTo>
                  <a:lnTo>
                    <a:pt x="183235" y="333426"/>
                  </a:lnTo>
                  <a:lnTo>
                    <a:pt x="188494" y="332833"/>
                  </a:lnTo>
                  <a:lnTo>
                    <a:pt x="193733" y="332075"/>
                  </a:lnTo>
                  <a:lnTo>
                    <a:pt x="198944" y="331151"/>
                  </a:lnTo>
                  <a:lnTo>
                    <a:pt x="204124" y="330062"/>
                  </a:lnTo>
                  <a:lnTo>
                    <a:pt x="209266" y="328810"/>
                  </a:lnTo>
                  <a:lnTo>
                    <a:pt x="214367" y="327396"/>
                  </a:lnTo>
                  <a:lnTo>
                    <a:pt x="219420" y="325821"/>
                  </a:lnTo>
                  <a:lnTo>
                    <a:pt x="224420" y="324087"/>
                  </a:lnTo>
                  <a:lnTo>
                    <a:pt x="229364" y="322196"/>
                  </a:lnTo>
                  <a:lnTo>
                    <a:pt x="234244" y="320148"/>
                  </a:lnTo>
                  <a:lnTo>
                    <a:pt x="239058" y="317948"/>
                  </a:lnTo>
                  <a:lnTo>
                    <a:pt x="243800" y="315596"/>
                  </a:lnTo>
                  <a:lnTo>
                    <a:pt x="248464" y="313095"/>
                  </a:lnTo>
                  <a:lnTo>
                    <a:pt x="253047" y="310448"/>
                  </a:lnTo>
                  <a:lnTo>
                    <a:pt x="257545" y="307657"/>
                  </a:lnTo>
                  <a:lnTo>
                    <a:pt x="261951" y="304725"/>
                  </a:lnTo>
                  <a:lnTo>
                    <a:pt x="266263" y="301655"/>
                  </a:lnTo>
                  <a:lnTo>
                    <a:pt x="270475" y="298450"/>
                  </a:lnTo>
                  <a:lnTo>
                    <a:pt x="274583" y="295114"/>
                  </a:lnTo>
                  <a:lnTo>
                    <a:pt x="278584" y="291648"/>
                  </a:lnTo>
                  <a:lnTo>
                    <a:pt x="282473" y="288058"/>
                  </a:lnTo>
                  <a:lnTo>
                    <a:pt x="286247" y="284347"/>
                  </a:lnTo>
                  <a:lnTo>
                    <a:pt x="289901" y="280518"/>
                  </a:lnTo>
                  <a:lnTo>
                    <a:pt x="293432" y="276576"/>
                  </a:lnTo>
                  <a:lnTo>
                    <a:pt x="296837" y="272523"/>
                  </a:lnTo>
                  <a:lnTo>
                    <a:pt x="300111" y="268365"/>
                  </a:lnTo>
                  <a:lnTo>
                    <a:pt x="303253" y="264105"/>
                  </a:lnTo>
                  <a:lnTo>
                    <a:pt x="306257" y="259748"/>
                  </a:lnTo>
                  <a:lnTo>
                    <a:pt x="309123" y="255298"/>
                  </a:lnTo>
                  <a:lnTo>
                    <a:pt x="311846" y="250759"/>
                  </a:lnTo>
                  <a:lnTo>
                    <a:pt x="314424" y="246137"/>
                  </a:lnTo>
                  <a:lnTo>
                    <a:pt x="316854" y="241435"/>
                  </a:lnTo>
                  <a:lnTo>
                    <a:pt x="319135" y="236659"/>
                  </a:lnTo>
                  <a:lnTo>
                    <a:pt x="321263" y="231813"/>
                  </a:lnTo>
                  <a:lnTo>
                    <a:pt x="323236" y="226902"/>
                  </a:lnTo>
                  <a:lnTo>
                    <a:pt x="325053" y="221930"/>
                  </a:lnTo>
                  <a:lnTo>
                    <a:pt x="326712" y="216904"/>
                  </a:lnTo>
                  <a:lnTo>
                    <a:pt x="328211" y="211828"/>
                  </a:lnTo>
                  <a:lnTo>
                    <a:pt x="329548" y="206707"/>
                  </a:lnTo>
                  <a:lnTo>
                    <a:pt x="330723" y="201546"/>
                  </a:lnTo>
                  <a:lnTo>
                    <a:pt x="331733" y="196351"/>
                  </a:lnTo>
                  <a:lnTo>
                    <a:pt x="332579" y="191126"/>
                  </a:lnTo>
                  <a:lnTo>
                    <a:pt x="333259" y="185877"/>
                  </a:lnTo>
                  <a:lnTo>
                    <a:pt x="333772" y="180609"/>
                  </a:lnTo>
                  <a:lnTo>
                    <a:pt x="334118" y="175328"/>
                  </a:lnTo>
                  <a:lnTo>
                    <a:pt x="334297" y="170038"/>
                  </a:lnTo>
                  <a:lnTo>
                    <a:pt x="334309" y="164745"/>
                  </a:lnTo>
                  <a:lnTo>
                    <a:pt x="334152" y="159455"/>
                  </a:lnTo>
                  <a:lnTo>
                    <a:pt x="333829" y="154172"/>
                  </a:lnTo>
                  <a:lnTo>
                    <a:pt x="333338" y="148902"/>
                  </a:lnTo>
                  <a:lnTo>
                    <a:pt x="332681" y="143650"/>
                  </a:lnTo>
                  <a:lnTo>
                    <a:pt x="331858" y="138422"/>
                  </a:lnTo>
                  <a:lnTo>
                    <a:pt x="330869" y="133222"/>
                  </a:lnTo>
                  <a:lnTo>
                    <a:pt x="329717" y="128056"/>
                  </a:lnTo>
                  <a:lnTo>
                    <a:pt x="328401" y="122930"/>
                  </a:lnTo>
                  <a:lnTo>
                    <a:pt x="326924" y="117847"/>
                  </a:lnTo>
                  <a:lnTo>
                    <a:pt x="325287" y="112814"/>
                  </a:lnTo>
                  <a:lnTo>
                    <a:pt x="323491" y="107835"/>
                  </a:lnTo>
                  <a:lnTo>
                    <a:pt x="321539" y="102916"/>
                  </a:lnTo>
                  <a:lnTo>
                    <a:pt x="319432" y="98060"/>
                  </a:lnTo>
                  <a:lnTo>
                    <a:pt x="317172" y="93274"/>
                  </a:lnTo>
                  <a:lnTo>
                    <a:pt x="314762" y="88562"/>
                  </a:lnTo>
                  <a:lnTo>
                    <a:pt x="312204" y="83929"/>
                  </a:lnTo>
                  <a:lnTo>
                    <a:pt x="309500" y="79378"/>
                  </a:lnTo>
                  <a:lnTo>
                    <a:pt x="306654" y="74916"/>
                  </a:lnTo>
                  <a:lnTo>
                    <a:pt x="303667" y="70546"/>
                  </a:lnTo>
                  <a:lnTo>
                    <a:pt x="300544" y="66273"/>
                  </a:lnTo>
                  <a:lnTo>
                    <a:pt x="297288" y="62101"/>
                  </a:lnTo>
                  <a:lnTo>
                    <a:pt x="293901" y="58034"/>
                  </a:lnTo>
                  <a:lnTo>
                    <a:pt x="290386" y="54076"/>
                  </a:lnTo>
                  <a:lnTo>
                    <a:pt x="286749" y="50231"/>
                  </a:lnTo>
                  <a:lnTo>
                    <a:pt x="282991" y="46504"/>
                  </a:lnTo>
                  <a:lnTo>
                    <a:pt x="279117" y="42897"/>
                  </a:lnTo>
                  <a:lnTo>
                    <a:pt x="275131" y="39415"/>
                  </a:lnTo>
                  <a:lnTo>
                    <a:pt x="271037" y="36061"/>
                  </a:lnTo>
                  <a:lnTo>
                    <a:pt x="266839" y="32838"/>
                  </a:lnTo>
                  <a:lnTo>
                    <a:pt x="262541" y="29749"/>
                  </a:lnTo>
                  <a:lnTo>
                    <a:pt x="258147" y="26799"/>
                  </a:lnTo>
                  <a:lnTo>
                    <a:pt x="253662" y="23988"/>
                  </a:lnTo>
                  <a:lnTo>
                    <a:pt x="249090" y="21322"/>
                  </a:lnTo>
                  <a:lnTo>
                    <a:pt x="244436" y="18801"/>
                  </a:lnTo>
                  <a:lnTo>
                    <a:pt x="239704" y="16429"/>
                  </a:lnTo>
                  <a:lnTo>
                    <a:pt x="234900" y="14207"/>
                  </a:lnTo>
                  <a:lnTo>
                    <a:pt x="230028" y="12139"/>
                  </a:lnTo>
                  <a:lnTo>
                    <a:pt x="225093" y="10227"/>
                  </a:lnTo>
                  <a:lnTo>
                    <a:pt x="220100" y="8471"/>
                  </a:lnTo>
                  <a:lnTo>
                    <a:pt x="215054" y="6875"/>
                  </a:lnTo>
                  <a:lnTo>
                    <a:pt x="209959" y="5439"/>
                  </a:lnTo>
                  <a:lnTo>
                    <a:pt x="204822" y="4165"/>
                  </a:lnTo>
                  <a:lnTo>
                    <a:pt x="167157" y="1670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486215" y="5399291"/>
              <a:ext cx="37665" cy="167167"/>
            </a:xfrm>
            <a:custGeom>
              <a:avLst/>
              <a:pathLst>
                <a:path w="37665" h="167167">
                  <a:moveTo>
                    <a:pt x="37665" y="4298"/>
                  </a:moveTo>
                  <a:lnTo>
                    <a:pt x="31470" y="2989"/>
                  </a:lnTo>
                  <a:lnTo>
                    <a:pt x="25230" y="1915"/>
                  </a:lnTo>
                  <a:lnTo>
                    <a:pt x="18954" y="1078"/>
                  </a:lnTo>
                  <a:lnTo>
                    <a:pt x="12651" y="479"/>
                  </a:lnTo>
                  <a:lnTo>
                    <a:pt x="6330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59627" y="5399291"/>
              <a:ext cx="63916" cy="167167"/>
            </a:xfrm>
            <a:custGeom>
              <a:avLst/>
              <a:pathLst>
                <a:path w="63916" h="167167">
                  <a:moveTo>
                    <a:pt x="63916" y="0"/>
                  </a:moveTo>
                  <a:lnTo>
                    <a:pt x="57955" y="106"/>
                  </a:lnTo>
                  <a:lnTo>
                    <a:pt x="52002" y="425"/>
                  </a:lnTo>
                  <a:lnTo>
                    <a:pt x="46063" y="956"/>
                  </a:lnTo>
                  <a:lnTo>
                    <a:pt x="40148" y="1698"/>
                  </a:lnTo>
                  <a:lnTo>
                    <a:pt x="34262" y="2651"/>
                  </a:lnTo>
                  <a:lnTo>
                    <a:pt x="28414" y="3813"/>
                  </a:lnTo>
                  <a:lnTo>
                    <a:pt x="22612" y="5183"/>
                  </a:lnTo>
                  <a:lnTo>
                    <a:pt x="16862" y="6759"/>
                  </a:lnTo>
                  <a:lnTo>
                    <a:pt x="11171" y="8539"/>
                  </a:lnTo>
                  <a:lnTo>
                    <a:pt x="5548" y="10520"/>
                  </a:lnTo>
                  <a:lnTo>
                    <a:pt x="0" y="12701"/>
                  </a:lnTo>
                  <a:lnTo>
                    <a:pt x="6391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59627" y="5411993"/>
              <a:ext cx="63916" cy="154465"/>
            </a:xfrm>
            <a:custGeom>
              <a:avLst/>
              <a:pathLst>
                <a:path w="63916" h="154465">
                  <a:moveTo>
                    <a:pt x="0" y="0"/>
                  </a:moveTo>
                  <a:lnTo>
                    <a:pt x="63916" y="1544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59627" y="5411993"/>
              <a:ext cx="63916" cy="154465"/>
            </a:xfrm>
            <a:custGeom>
              <a:avLst/>
              <a:pathLst>
                <a:path w="63916" h="154465">
                  <a:moveTo>
                    <a:pt x="0" y="0"/>
                  </a:moveTo>
                  <a:lnTo>
                    <a:pt x="63916" y="1544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59627" y="5411993"/>
              <a:ext cx="63916" cy="154465"/>
            </a:xfrm>
            <a:custGeom>
              <a:avLst/>
              <a:pathLst>
                <a:path w="63916" h="154465">
                  <a:moveTo>
                    <a:pt x="0" y="0"/>
                  </a:moveTo>
                  <a:lnTo>
                    <a:pt x="63916" y="1544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959627" y="5411993"/>
              <a:ext cx="63916" cy="154465"/>
            </a:xfrm>
            <a:custGeom>
              <a:avLst/>
              <a:pathLst>
                <a:path w="63916" h="154465">
                  <a:moveTo>
                    <a:pt x="0" y="0"/>
                  </a:moveTo>
                  <a:lnTo>
                    <a:pt x="63916" y="1544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959627" y="5411993"/>
              <a:ext cx="63916" cy="154465"/>
            </a:xfrm>
            <a:custGeom>
              <a:avLst/>
              <a:pathLst>
                <a:path w="63916" h="154465">
                  <a:moveTo>
                    <a:pt x="0" y="0"/>
                  </a:moveTo>
                  <a:lnTo>
                    <a:pt x="63916" y="1544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856392" y="5411993"/>
              <a:ext cx="167151" cy="277543"/>
            </a:xfrm>
            <a:custGeom>
              <a:avLst/>
              <a:pathLst>
                <a:path w="167151" h="277543">
                  <a:moveTo>
                    <a:pt x="103234" y="0"/>
                  </a:moveTo>
                  <a:lnTo>
                    <a:pt x="98271" y="2148"/>
                  </a:lnTo>
                  <a:lnTo>
                    <a:pt x="93380" y="4456"/>
                  </a:lnTo>
                  <a:lnTo>
                    <a:pt x="88566" y="6921"/>
                  </a:lnTo>
                  <a:lnTo>
                    <a:pt x="83834" y="9540"/>
                  </a:lnTo>
                  <a:lnTo>
                    <a:pt x="79190" y="12311"/>
                  </a:lnTo>
                  <a:lnTo>
                    <a:pt x="74637" y="15231"/>
                  </a:lnTo>
                  <a:lnTo>
                    <a:pt x="70182" y="18297"/>
                  </a:lnTo>
                  <a:lnTo>
                    <a:pt x="65827" y="21505"/>
                  </a:lnTo>
                  <a:lnTo>
                    <a:pt x="61579" y="24852"/>
                  </a:lnTo>
                  <a:lnTo>
                    <a:pt x="57442" y="28335"/>
                  </a:lnTo>
                  <a:lnTo>
                    <a:pt x="53419" y="31950"/>
                  </a:lnTo>
                  <a:lnTo>
                    <a:pt x="49515" y="35693"/>
                  </a:lnTo>
                  <a:lnTo>
                    <a:pt x="45735" y="39561"/>
                  </a:lnTo>
                  <a:lnTo>
                    <a:pt x="42081" y="43549"/>
                  </a:lnTo>
                  <a:lnTo>
                    <a:pt x="38559" y="47652"/>
                  </a:lnTo>
                  <a:lnTo>
                    <a:pt x="35171" y="51868"/>
                  </a:lnTo>
                  <a:lnTo>
                    <a:pt x="31921" y="56191"/>
                  </a:lnTo>
                  <a:lnTo>
                    <a:pt x="28813" y="60617"/>
                  </a:lnTo>
                  <a:lnTo>
                    <a:pt x="25849" y="65141"/>
                  </a:lnTo>
                  <a:lnTo>
                    <a:pt x="23034" y="69759"/>
                  </a:lnTo>
                  <a:lnTo>
                    <a:pt x="20369" y="74465"/>
                  </a:lnTo>
                  <a:lnTo>
                    <a:pt x="17858" y="79256"/>
                  </a:lnTo>
                  <a:lnTo>
                    <a:pt x="15503" y="84124"/>
                  </a:lnTo>
                  <a:lnTo>
                    <a:pt x="13307" y="89067"/>
                  </a:lnTo>
                  <a:lnTo>
                    <a:pt x="11272" y="94078"/>
                  </a:lnTo>
                  <a:lnTo>
                    <a:pt x="9400" y="99152"/>
                  </a:lnTo>
                  <a:lnTo>
                    <a:pt x="7693" y="104284"/>
                  </a:lnTo>
                  <a:lnTo>
                    <a:pt x="6154" y="109468"/>
                  </a:lnTo>
                  <a:lnTo>
                    <a:pt x="4782" y="114700"/>
                  </a:lnTo>
                  <a:lnTo>
                    <a:pt x="3581" y="119973"/>
                  </a:lnTo>
                  <a:lnTo>
                    <a:pt x="2551" y="125283"/>
                  </a:lnTo>
                  <a:lnTo>
                    <a:pt x="1693" y="130622"/>
                  </a:lnTo>
                  <a:lnTo>
                    <a:pt x="1008" y="135987"/>
                  </a:lnTo>
                  <a:lnTo>
                    <a:pt x="497" y="141372"/>
                  </a:lnTo>
                  <a:lnTo>
                    <a:pt x="161" y="146769"/>
                  </a:lnTo>
                  <a:lnTo>
                    <a:pt x="0" y="152175"/>
                  </a:lnTo>
                  <a:lnTo>
                    <a:pt x="13" y="157584"/>
                  </a:lnTo>
                  <a:lnTo>
                    <a:pt x="201" y="162989"/>
                  </a:lnTo>
                  <a:lnTo>
                    <a:pt x="564" y="168385"/>
                  </a:lnTo>
                  <a:lnTo>
                    <a:pt x="1102" y="173767"/>
                  </a:lnTo>
                  <a:lnTo>
                    <a:pt x="1813" y="179128"/>
                  </a:lnTo>
                  <a:lnTo>
                    <a:pt x="2698" y="184464"/>
                  </a:lnTo>
                  <a:lnTo>
                    <a:pt x="3754" y="189768"/>
                  </a:lnTo>
                  <a:lnTo>
                    <a:pt x="4982" y="195035"/>
                  </a:lnTo>
                  <a:lnTo>
                    <a:pt x="6379" y="200260"/>
                  </a:lnTo>
                  <a:lnTo>
                    <a:pt x="7944" y="205437"/>
                  </a:lnTo>
                  <a:lnTo>
                    <a:pt x="9676" y="210560"/>
                  </a:lnTo>
                  <a:lnTo>
                    <a:pt x="11574" y="215625"/>
                  </a:lnTo>
                  <a:lnTo>
                    <a:pt x="13633" y="220626"/>
                  </a:lnTo>
                  <a:lnTo>
                    <a:pt x="15854" y="225557"/>
                  </a:lnTo>
                  <a:lnTo>
                    <a:pt x="18233" y="230414"/>
                  </a:lnTo>
                  <a:lnTo>
                    <a:pt x="20768" y="235192"/>
                  </a:lnTo>
                  <a:lnTo>
                    <a:pt x="23456" y="239885"/>
                  </a:lnTo>
                  <a:lnTo>
                    <a:pt x="26294" y="244488"/>
                  </a:lnTo>
                  <a:lnTo>
                    <a:pt x="29280" y="248998"/>
                  </a:lnTo>
                  <a:lnTo>
                    <a:pt x="32410" y="253408"/>
                  </a:lnTo>
                  <a:lnTo>
                    <a:pt x="35681" y="257715"/>
                  </a:lnTo>
                  <a:lnTo>
                    <a:pt x="39090" y="261914"/>
                  </a:lnTo>
                  <a:lnTo>
                    <a:pt x="42633" y="266001"/>
                  </a:lnTo>
                  <a:lnTo>
                    <a:pt x="46306" y="269970"/>
                  </a:lnTo>
                  <a:lnTo>
                    <a:pt x="50106" y="273819"/>
                  </a:lnTo>
                  <a:lnTo>
                    <a:pt x="54028" y="277543"/>
                  </a:lnTo>
                  <a:lnTo>
                    <a:pt x="167151" y="1544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910421" y="5399291"/>
              <a:ext cx="280281" cy="334324"/>
            </a:xfrm>
            <a:custGeom>
              <a:avLst/>
              <a:pathLst>
                <a:path w="280281" h="334324">
                  <a:moveTo>
                    <a:pt x="0" y="290245"/>
                  </a:moveTo>
                  <a:lnTo>
                    <a:pt x="3975" y="293784"/>
                  </a:lnTo>
                  <a:lnTo>
                    <a:pt x="8062" y="297195"/>
                  </a:lnTo>
                  <a:lnTo>
                    <a:pt x="12255" y="300474"/>
                  </a:lnTo>
                  <a:lnTo>
                    <a:pt x="16550" y="303617"/>
                  </a:lnTo>
                  <a:lnTo>
                    <a:pt x="20944" y="306623"/>
                  </a:lnTo>
                  <a:lnTo>
                    <a:pt x="25430" y="309487"/>
                  </a:lnTo>
                  <a:lnTo>
                    <a:pt x="30006" y="312207"/>
                  </a:lnTo>
                  <a:lnTo>
                    <a:pt x="34666" y="314780"/>
                  </a:lnTo>
                  <a:lnTo>
                    <a:pt x="39405" y="317203"/>
                  </a:lnTo>
                  <a:lnTo>
                    <a:pt x="44219" y="319474"/>
                  </a:lnTo>
                  <a:lnTo>
                    <a:pt x="49103" y="321590"/>
                  </a:lnTo>
                  <a:lnTo>
                    <a:pt x="54052" y="323550"/>
                  </a:lnTo>
                  <a:lnTo>
                    <a:pt x="59061" y="325351"/>
                  </a:lnTo>
                  <a:lnTo>
                    <a:pt x="64125" y="326992"/>
                  </a:lnTo>
                  <a:lnTo>
                    <a:pt x="69238" y="328471"/>
                  </a:lnTo>
                  <a:lnTo>
                    <a:pt x="74396" y="329787"/>
                  </a:lnTo>
                  <a:lnTo>
                    <a:pt x="79593" y="330937"/>
                  </a:lnTo>
                  <a:lnTo>
                    <a:pt x="84824" y="331922"/>
                  </a:lnTo>
                  <a:lnTo>
                    <a:pt x="90084" y="332739"/>
                  </a:lnTo>
                  <a:lnTo>
                    <a:pt x="95367" y="333389"/>
                  </a:lnTo>
                  <a:lnTo>
                    <a:pt x="100668" y="333870"/>
                  </a:lnTo>
                  <a:lnTo>
                    <a:pt x="105982" y="334182"/>
                  </a:lnTo>
                  <a:lnTo>
                    <a:pt x="111303" y="334324"/>
                  </a:lnTo>
                  <a:lnTo>
                    <a:pt x="116626" y="334298"/>
                  </a:lnTo>
                  <a:lnTo>
                    <a:pt x="121945" y="334101"/>
                  </a:lnTo>
                  <a:lnTo>
                    <a:pt x="127256" y="333736"/>
                  </a:lnTo>
                  <a:lnTo>
                    <a:pt x="132552" y="333201"/>
                  </a:lnTo>
                  <a:lnTo>
                    <a:pt x="137828" y="332499"/>
                  </a:lnTo>
                  <a:lnTo>
                    <a:pt x="143079" y="331628"/>
                  </a:lnTo>
                  <a:lnTo>
                    <a:pt x="148300" y="330591"/>
                  </a:lnTo>
                  <a:lnTo>
                    <a:pt x="153485" y="329388"/>
                  </a:lnTo>
                  <a:lnTo>
                    <a:pt x="158630" y="328021"/>
                  </a:lnTo>
                  <a:lnTo>
                    <a:pt x="163728" y="326491"/>
                  </a:lnTo>
                  <a:lnTo>
                    <a:pt x="168775" y="324799"/>
                  </a:lnTo>
                  <a:lnTo>
                    <a:pt x="173765" y="322947"/>
                  </a:lnTo>
                  <a:lnTo>
                    <a:pt x="178694" y="320937"/>
                  </a:lnTo>
                  <a:lnTo>
                    <a:pt x="183557" y="318772"/>
                  </a:lnTo>
                  <a:lnTo>
                    <a:pt x="188348" y="316452"/>
                  </a:lnTo>
                  <a:lnTo>
                    <a:pt x="193062" y="313982"/>
                  </a:lnTo>
                  <a:lnTo>
                    <a:pt x="197696" y="311362"/>
                  </a:lnTo>
                  <a:lnTo>
                    <a:pt x="202244" y="308596"/>
                  </a:lnTo>
                  <a:lnTo>
                    <a:pt x="206702" y="305687"/>
                  </a:lnTo>
                  <a:lnTo>
                    <a:pt x="211065" y="302638"/>
                  </a:lnTo>
                  <a:lnTo>
                    <a:pt x="215328" y="299451"/>
                  </a:lnTo>
                  <a:lnTo>
                    <a:pt x="219488" y="296130"/>
                  </a:lnTo>
                  <a:lnTo>
                    <a:pt x="223540" y="292678"/>
                  </a:lnTo>
                  <a:lnTo>
                    <a:pt x="227480" y="289099"/>
                  </a:lnTo>
                  <a:lnTo>
                    <a:pt x="231304" y="285396"/>
                  </a:lnTo>
                  <a:lnTo>
                    <a:pt x="235008" y="281574"/>
                  </a:lnTo>
                  <a:lnTo>
                    <a:pt x="238589" y="277635"/>
                  </a:lnTo>
                  <a:lnTo>
                    <a:pt x="242042" y="273584"/>
                  </a:lnTo>
                  <a:lnTo>
                    <a:pt x="245365" y="269426"/>
                  </a:lnTo>
                  <a:lnTo>
                    <a:pt x="248554" y="265164"/>
                  </a:lnTo>
                  <a:lnTo>
                    <a:pt x="251605" y="260802"/>
                  </a:lnTo>
                  <a:lnTo>
                    <a:pt x="254516" y="256346"/>
                  </a:lnTo>
                  <a:lnTo>
                    <a:pt x="257284" y="251799"/>
                  </a:lnTo>
                  <a:lnTo>
                    <a:pt x="259905" y="247166"/>
                  </a:lnTo>
                  <a:lnTo>
                    <a:pt x="262378" y="242453"/>
                  </a:lnTo>
                  <a:lnTo>
                    <a:pt x="264699" y="237662"/>
                  </a:lnTo>
                  <a:lnTo>
                    <a:pt x="266866" y="232801"/>
                  </a:lnTo>
                  <a:lnTo>
                    <a:pt x="268878" y="227873"/>
                  </a:lnTo>
                  <a:lnTo>
                    <a:pt x="270732" y="222883"/>
                  </a:lnTo>
                  <a:lnTo>
                    <a:pt x="272426" y="217837"/>
                  </a:lnTo>
                  <a:lnTo>
                    <a:pt x="273958" y="212739"/>
                  </a:lnTo>
                  <a:lnTo>
                    <a:pt x="275328" y="207595"/>
                  </a:lnTo>
                  <a:lnTo>
                    <a:pt x="276533" y="202411"/>
                  </a:lnTo>
                  <a:lnTo>
                    <a:pt x="277572" y="197190"/>
                  </a:lnTo>
                  <a:lnTo>
                    <a:pt x="278444" y="191939"/>
                  </a:lnTo>
                  <a:lnTo>
                    <a:pt x="279149" y="186663"/>
                  </a:lnTo>
                  <a:lnTo>
                    <a:pt x="279686" y="181367"/>
                  </a:lnTo>
                  <a:lnTo>
                    <a:pt x="280053" y="176057"/>
                  </a:lnTo>
                  <a:lnTo>
                    <a:pt x="280252" y="170738"/>
                  </a:lnTo>
                  <a:lnTo>
                    <a:pt x="280281" y="165415"/>
                  </a:lnTo>
                  <a:lnTo>
                    <a:pt x="280140" y="160094"/>
                  </a:lnTo>
                  <a:lnTo>
                    <a:pt x="279830" y="154780"/>
                  </a:lnTo>
                  <a:lnTo>
                    <a:pt x="279352" y="149479"/>
                  </a:lnTo>
                  <a:lnTo>
                    <a:pt x="278704" y="144195"/>
                  </a:lnTo>
                  <a:lnTo>
                    <a:pt x="277889" y="138935"/>
                  </a:lnTo>
                  <a:lnTo>
                    <a:pt x="276907" y="133704"/>
                  </a:lnTo>
                  <a:lnTo>
                    <a:pt x="275758" y="128506"/>
                  </a:lnTo>
                  <a:lnTo>
                    <a:pt x="274445" y="123348"/>
                  </a:lnTo>
                  <a:lnTo>
                    <a:pt x="272968" y="118234"/>
                  </a:lnTo>
                  <a:lnTo>
                    <a:pt x="271329" y="113170"/>
                  </a:lnTo>
                  <a:lnTo>
                    <a:pt x="269530" y="108160"/>
                  </a:lnTo>
                  <a:lnTo>
                    <a:pt x="267572" y="103210"/>
                  </a:lnTo>
                  <a:lnTo>
                    <a:pt x="265457" y="98325"/>
                  </a:lnTo>
                  <a:lnTo>
                    <a:pt x="263188" y="93510"/>
                  </a:lnTo>
                  <a:lnTo>
                    <a:pt x="260767" y="88770"/>
                  </a:lnTo>
                  <a:lnTo>
                    <a:pt x="258196" y="84109"/>
                  </a:lnTo>
                  <a:lnTo>
                    <a:pt x="255478" y="79532"/>
                  </a:lnTo>
                  <a:lnTo>
                    <a:pt x="252616" y="75044"/>
                  </a:lnTo>
                  <a:lnTo>
                    <a:pt x="249612" y="70650"/>
                  </a:lnTo>
                  <a:lnTo>
                    <a:pt x="246470" y="66353"/>
                  </a:lnTo>
                  <a:lnTo>
                    <a:pt x="243193" y="62159"/>
                  </a:lnTo>
                  <a:lnTo>
                    <a:pt x="239784" y="58071"/>
                  </a:lnTo>
                  <a:lnTo>
                    <a:pt x="236246" y="54094"/>
                  </a:lnTo>
                  <a:lnTo>
                    <a:pt x="232584" y="50231"/>
                  </a:lnTo>
                  <a:lnTo>
                    <a:pt x="228800" y="46487"/>
                  </a:lnTo>
                  <a:lnTo>
                    <a:pt x="224899" y="42865"/>
                  </a:lnTo>
                  <a:lnTo>
                    <a:pt x="220885" y="39370"/>
                  </a:lnTo>
                  <a:lnTo>
                    <a:pt x="216762" y="36003"/>
                  </a:lnTo>
                  <a:lnTo>
                    <a:pt x="212533" y="32770"/>
                  </a:lnTo>
                  <a:lnTo>
                    <a:pt x="208204" y="29673"/>
                  </a:lnTo>
                  <a:lnTo>
                    <a:pt x="203778" y="26716"/>
                  </a:lnTo>
                  <a:lnTo>
                    <a:pt x="199261" y="23901"/>
                  </a:lnTo>
                  <a:lnTo>
                    <a:pt x="194656" y="21231"/>
                  </a:lnTo>
                  <a:lnTo>
                    <a:pt x="189968" y="18709"/>
                  </a:lnTo>
                  <a:lnTo>
                    <a:pt x="185203" y="16338"/>
                  </a:lnTo>
                  <a:lnTo>
                    <a:pt x="180364" y="14119"/>
                  </a:lnTo>
                  <a:lnTo>
                    <a:pt x="175457" y="12056"/>
                  </a:lnTo>
                  <a:lnTo>
                    <a:pt x="170487" y="10150"/>
                  </a:lnTo>
                  <a:lnTo>
                    <a:pt x="165459" y="8403"/>
                  </a:lnTo>
                  <a:lnTo>
                    <a:pt x="160378" y="6818"/>
                  </a:lnTo>
                  <a:lnTo>
                    <a:pt x="155249" y="5394"/>
                  </a:lnTo>
                  <a:lnTo>
                    <a:pt x="150077" y="4135"/>
                  </a:lnTo>
                  <a:lnTo>
                    <a:pt x="144868" y="3041"/>
                  </a:lnTo>
                  <a:lnTo>
                    <a:pt x="139626" y="2114"/>
                  </a:lnTo>
                  <a:lnTo>
                    <a:pt x="134358" y="1354"/>
                  </a:lnTo>
                  <a:lnTo>
                    <a:pt x="129068" y="762"/>
                  </a:lnTo>
                  <a:lnTo>
                    <a:pt x="123762" y="338"/>
                  </a:lnTo>
                  <a:lnTo>
                    <a:pt x="118445" y="84"/>
                  </a:lnTo>
                  <a:lnTo>
                    <a:pt x="113123" y="0"/>
                  </a:lnTo>
                  <a:lnTo>
                    <a:pt x="11312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08089" y="5269756"/>
              <a:ext cx="37169" cy="167167"/>
            </a:xfrm>
            <a:custGeom>
              <a:avLst/>
              <a:pathLst>
                <a:path w="37169" h="167167">
                  <a:moveTo>
                    <a:pt x="37169" y="0"/>
                  </a:moveTo>
                  <a:lnTo>
                    <a:pt x="30923" y="116"/>
                  </a:lnTo>
                  <a:lnTo>
                    <a:pt x="24686" y="466"/>
                  </a:lnTo>
                  <a:lnTo>
                    <a:pt x="18467" y="1049"/>
                  </a:lnTo>
                  <a:lnTo>
                    <a:pt x="12273" y="1864"/>
                  </a:lnTo>
                  <a:lnTo>
                    <a:pt x="6115" y="2909"/>
                  </a:lnTo>
                  <a:lnTo>
                    <a:pt x="0" y="4184"/>
                  </a:lnTo>
                  <a:lnTo>
                    <a:pt x="371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08089" y="5273940"/>
              <a:ext cx="37169" cy="162982"/>
            </a:xfrm>
            <a:custGeom>
              <a:avLst/>
              <a:pathLst>
                <a:path w="37169" h="162982">
                  <a:moveTo>
                    <a:pt x="0" y="0"/>
                  </a:moveTo>
                  <a:lnTo>
                    <a:pt x="37169" y="1629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08089" y="5273940"/>
              <a:ext cx="37169" cy="162982"/>
            </a:xfrm>
            <a:custGeom>
              <a:avLst/>
              <a:pathLst>
                <a:path w="37169" h="162982">
                  <a:moveTo>
                    <a:pt x="0" y="0"/>
                  </a:moveTo>
                  <a:lnTo>
                    <a:pt x="37169" y="1629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08089" y="5273940"/>
              <a:ext cx="37169" cy="162982"/>
            </a:xfrm>
            <a:custGeom>
              <a:avLst/>
              <a:pathLst>
                <a:path w="37169" h="162982">
                  <a:moveTo>
                    <a:pt x="0" y="0"/>
                  </a:moveTo>
                  <a:lnTo>
                    <a:pt x="37169" y="1629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508089" y="5273940"/>
              <a:ext cx="37169" cy="162982"/>
            </a:xfrm>
            <a:custGeom>
              <a:avLst/>
              <a:pathLst>
                <a:path w="37169" h="162982">
                  <a:moveTo>
                    <a:pt x="0" y="0"/>
                  </a:moveTo>
                  <a:lnTo>
                    <a:pt x="37169" y="1629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380684" y="5273940"/>
              <a:ext cx="164574" cy="162982"/>
            </a:xfrm>
            <a:custGeom>
              <a:avLst/>
              <a:pathLst>
                <a:path w="164574" h="162982">
                  <a:moveTo>
                    <a:pt x="127405" y="0"/>
                  </a:moveTo>
                  <a:lnTo>
                    <a:pt x="122127" y="1294"/>
                  </a:lnTo>
                  <a:lnTo>
                    <a:pt x="116895" y="2759"/>
                  </a:lnTo>
                  <a:lnTo>
                    <a:pt x="111713" y="4393"/>
                  </a:lnTo>
                  <a:lnTo>
                    <a:pt x="106587" y="6195"/>
                  </a:lnTo>
                  <a:lnTo>
                    <a:pt x="101522" y="8162"/>
                  </a:lnTo>
                  <a:lnTo>
                    <a:pt x="96523" y="10293"/>
                  </a:lnTo>
                  <a:lnTo>
                    <a:pt x="91597" y="12585"/>
                  </a:lnTo>
                  <a:lnTo>
                    <a:pt x="86747" y="15036"/>
                  </a:lnTo>
                  <a:lnTo>
                    <a:pt x="81980" y="17644"/>
                  </a:lnTo>
                  <a:lnTo>
                    <a:pt x="77300" y="20405"/>
                  </a:lnTo>
                  <a:lnTo>
                    <a:pt x="72713" y="23317"/>
                  </a:lnTo>
                  <a:lnTo>
                    <a:pt x="68222" y="26376"/>
                  </a:lnTo>
                  <a:lnTo>
                    <a:pt x="63833" y="29580"/>
                  </a:lnTo>
                  <a:lnTo>
                    <a:pt x="59551" y="32924"/>
                  </a:lnTo>
                  <a:lnTo>
                    <a:pt x="55379" y="36406"/>
                  </a:lnTo>
                  <a:lnTo>
                    <a:pt x="51323" y="40022"/>
                  </a:lnTo>
                  <a:lnTo>
                    <a:pt x="47387" y="43768"/>
                  </a:lnTo>
                  <a:lnTo>
                    <a:pt x="43574" y="47639"/>
                  </a:lnTo>
                  <a:lnTo>
                    <a:pt x="39890" y="51633"/>
                  </a:lnTo>
                  <a:lnTo>
                    <a:pt x="36337" y="55744"/>
                  </a:lnTo>
                  <a:lnTo>
                    <a:pt x="32919" y="59968"/>
                  </a:lnTo>
                  <a:lnTo>
                    <a:pt x="29641" y="64301"/>
                  </a:lnTo>
                  <a:lnTo>
                    <a:pt x="26505" y="68739"/>
                  </a:lnTo>
                  <a:lnTo>
                    <a:pt x="23515" y="73276"/>
                  </a:lnTo>
                  <a:lnTo>
                    <a:pt x="20674" y="77908"/>
                  </a:lnTo>
                  <a:lnTo>
                    <a:pt x="17985" y="82629"/>
                  </a:lnTo>
                  <a:lnTo>
                    <a:pt x="15451" y="87436"/>
                  </a:lnTo>
                  <a:lnTo>
                    <a:pt x="13074" y="92322"/>
                  </a:lnTo>
                  <a:lnTo>
                    <a:pt x="10858" y="97283"/>
                  </a:lnTo>
                  <a:lnTo>
                    <a:pt x="8804" y="102314"/>
                  </a:lnTo>
                  <a:lnTo>
                    <a:pt x="6914" y="107408"/>
                  </a:lnTo>
                  <a:lnTo>
                    <a:pt x="5192" y="112562"/>
                  </a:lnTo>
                  <a:lnTo>
                    <a:pt x="3637" y="117768"/>
                  </a:lnTo>
                  <a:lnTo>
                    <a:pt x="2253" y="123023"/>
                  </a:lnTo>
                  <a:lnTo>
                    <a:pt x="1040" y="128319"/>
                  </a:lnTo>
                  <a:lnTo>
                    <a:pt x="0" y="133652"/>
                  </a:lnTo>
                  <a:lnTo>
                    <a:pt x="164574" y="1629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378107" y="5269756"/>
              <a:ext cx="334298" cy="334334"/>
            </a:xfrm>
            <a:custGeom>
              <a:avLst/>
              <a:pathLst>
                <a:path w="334298" h="334334">
                  <a:moveTo>
                    <a:pt x="2576" y="137837"/>
                  </a:moveTo>
                  <a:lnTo>
                    <a:pt x="1728" y="143075"/>
                  </a:lnTo>
                  <a:lnTo>
                    <a:pt x="1047" y="148338"/>
                  </a:lnTo>
                  <a:lnTo>
                    <a:pt x="533" y="153620"/>
                  </a:lnTo>
                  <a:lnTo>
                    <a:pt x="187" y="158915"/>
                  </a:lnTo>
                  <a:lnTo>
                    <a:pt x="9" y="164218"/>
                  </a:lnTo>
                  <a:lnTo>
                    <a:pt x="0" y="169525"/>
                  </a:lnTo>
                  <a:lnTo>
                    <a:pt x="159" y="174829"/>
                  </a:lnTo>
                  <a:lnTo>
                    <a:pt x="486" y="180125"/>
                  </a:lnTo>
                  <a:lnTo>
                    <a:pt x="981" y="185409"/>
                  </a:lnTo>
                  <a:lnTo>
                    <a:pt x="1644" y="190674"/>
                  </a:lnTo>
                  <a:lnTo>
                    <a:pt x="2473" y="195915"/>
                  </a:lnTo>
                  <a:lnTo>
                    <a:pt x="3469" y="201127"/>
                  </a:lnTo>
                  <a:lnTo>
                    <a:pt x="4629" y="206306"/>
                  </a:lnTo>
                  <a:lnTo>
                    <a:pt x="5953" y="211444"/>
                  </a:lnTo>
                  <a:lnTo>
                    <a:pt x="7440" y="216538"/>
                  </a:lnTo>
                  <a:lnTo>
                    <a:pt x="9087" y="221583"/>
                  </a:lnTo>
                  <a:lnTo>
                    <a:pt x="10894" y="226572"/>
                  </a:lnTo>
                  <a:lnTo>
                    <a:pt x="12858" y="231502"/>
                  </a:lnTo>
                  <a:lnTo>
                    <a:pt x="14978" y="236366"/>
                  </a:lnTo>
                  <a:lnTo>
                    <a:pt x="17251" y="241162"/>
                  </a:lnTo>
                  <a:lnTo>
                    <a:pt x="19675" y="245882"/>
                  </a:lnTo>
                  <a:lnTo>
                    <a:pt x="22248" y="250523"/>
                  </a:lnTo>
                  <a:lnTo>
                    <a:pt x="24967" y="255080"/>
                  </a:lnTo>
                  <a:lnTo>
                    <a:pt x="27829" y="259549"/>
                  </a:lnTo>
                  <a:lnTo>
                    <a:pt x="30831" y="263924"/>
                  </a:lnTo>
                  <a:lnTo>
                    <a:pt x="33971" y="268202"/>
                  </a:lnTo>
                  <a:lnTo>
                    <a:pt x="37245" y="272379"/>
                  </a:lnTo>
                  <a:lnTo>
                    <a:pt x="40650" y="276449"/>
                  </a:lnTo>
                  <a:lnTo>
                    <a:pt x="44182" y="280409"/>
                  </a:lnTo>
                  <a:lnTo>
                    <a:pt x="47838" y="284255"/>
                  </a:lnTo>
                  <a:lnTo>
                    <a:pt x="51615" y="287983"/>
                  </a:lnTo>
                  <a:lnTo>
                    <a:pt x="55508" y="291589"/>
                  </a:lnTo>
                  <a:lnTo>
                    <a:pt x="59513" y="295070"/>
                  </a:lnTo>
                  <a:lnTo>
                    <a:pt x="63627" y="298422"/>
                  </a:lnTo>
                  <a:lnTo>
                    <a:pt x="67845" y="301641"/>
                  </a:lnTo>
                  <a:lnTo>
                    <a:pt x="72163" y="304726"/>
                  </a:lnTo>
                  <a:lnTo>
                    <a:pt x="76577" y="307671"/>
                  </a:lnTo>
                  <a:lnTo>
                    <a:pt x="81082" y="310475"/>
                  </a:lnTo>
                  <a:lnTo>
                    <a:pt x="85674" y="313135"/>
                  </a:lnTo>
                  <a:lnTo>
                    <a:pt x="90348" y="315647"/>
                  </a:lnTo>
                  <a:lnTo>
                    <a:pt x="95100" y="318010"/>
                  </a:lnTo>
                  <a:lnTo>
                    <a:pt x="99924" y="320221"/>
                  </a:lnTo>
                  <a:lnTo>
                    <a:pt x="104816" y="322278"/>
                  </a:lnTo>
                  <a:lnTo>
                    <a:pt x="109770" y="324178"/>
                  </a:lnTo>
                  <a:lnTo>
                    <a:pt x="114783" y="325920"/>
                  </a:lnTo>
                  <a:lnTo>
                    <a:pt x="119848" y="327502"/>
                  </a:lnTo>
                  <a:lnTo>
                    <a:pt x="124961" y="328923"/>
                  </a:lnTo>
                  <a:lnTo>
                    <a:pt x="130116" y="330180"/>
                  </a:lnTo>
                  <a:lnTo>
                    <a:pt x="135309" y="331274"/>
                  </a:lnTo>
                  <a:lnTo>
                    <a:pt x="140533" y="332202"/>
                  </a:lnTo>
                  <a:lnTo>
                    <a:pt x="145785" y="332963"/>
                  </a:lnTo>
                  <a:lnTo>
                    <a:pt x="151058" y="333558"/>
                  </a:lnTo>
                  <a:lnTo>
                    <a:pt x="156347" y="333985"/>
                  </a:lnTo>
                  <a:lnTo>
                    <a:pt x="161648" y="334244"/>
                  </a:lnTo>
                  <a:lnTo>
                    <a:pt x="166953" y="334334"/>
                  </a:lnTo>
                  <a:lnTo>
                    <a:pt x="172259" y="334256"/>
                  </a:lnTo>
                  <a:lnTo>
                    <a:pt x="177560" y="334010"/>
                  </a:lnTo>
                  <a:lnTo>
                    <a:pt x="182851" y="333595"/>
                  </a:lnTo>
                  <a:lnTo>
                    <a:pt x="188125" y="333013"/>
                  </a:lnTo>
                  <a:lnTo>
                    <a:pt x="193378" y="332264"/>
                  </a:lnTo>
                  <a:lnTo>
                    <a:pt x="198605" y="331348"/>
                  </a:lnTo>
                  <a:lnTo>
                    <a:pt x="203801" y="330267"/>
                  </a:lnTo>
                  <a:lnTo>
                    <a:pt x="208959" y="329022"/>
                  </a:lnTo>
                  <a:lnTo>
                    <a:pt x="214075" y="327613"/>
                  </a:lnTo>
                  <a:lnTo>
                    <a:pt x="219144" y="326043"/>
                  </a:lnTo>
                  <a:lnTo>
                    <a:pt x="224160" y="324313"/>
                  </a:lnTo>
                  <a:lnTo>
                    <a:pt x="229120" y="322424"/>
                  </a:lnTo>
                  <a:lnTo>
                    <a:pt x="234016" y="320379"/>
                  </a:lnTo>
                  <a:lnTo>
                    <a:pt x="238845" y="318179"/>
                  </a:lnTo>
                  <a:lnTo>
                    <a:pt x="243602" y="315828"/>
                  </a:lnTo>
                  <a:lnTo>
                    <a:pt x="248282" y="313326"/>
                  </a:lnTo>
                  <a:lnTo>
                    <a:pt x="252880" y="310678"/>
                  </a:lnTo>
                  <a:lnTo>
                    <a:pt x="257392" y="307884"/>
                  </a:lnTo>
                  <a:lnTo>
                    <a:pt x="261813" y="304949"/>
                  </a:lnTo>
                  <a:lnTo>
                    <a:pt x="266139" y="301875"/>
                  </a:lnTo>
                  <a:lnTo>
                    <a:pt x="270364" y="298665"/>
                  </a:lnTo>
                  <a:lnTo>
                    <a:pt x="274486" y="295323"/>
                  </a:lnTo>
                  <a:lnTo>
                    <a:pt x="278500" y="291852"/>
                  </a:lnTo>
                  <a:lnTo>
                    <a:pt x="282401" y="288255"/>
                  </a:lnTo>
                  <a:lnTo>
                    <a:pt x="286186" y="284536"/>
                  </a:lnTo>
                  <a:lnTo>
                    <a:pt x="289852" y="280698"/>
                  </a:lnTo>
                  <a:lnTo>
                    <a:pt x="293393" y="276747"/>
                  </a:lnTo>
                  <a:lnTo>
                    <a:pt x="296808" y="272684"/>
                  </a:lnTo>
                  <a:lnTo>
                    <a:pt x="300091" y="268516"/>
                  </a:lnTo>
                  <a:lnTo>
                    <a:pt x="303241" y="264245"/>
                  </a:lnTo>
                  <a:lnTo>
                    <a:pt x="306254" y="259877"/>
                  </a:lnTo>
                  <a:lnTo>
                    <a:pt x="309126" y="255415"/>
                  </a:lnTo>
                  <a:lnTo>
                    <a:pt x="311856" y="250864"/>
                  </a:lnTo>
                  <a:lnTo>
                    <a:pt x="314440" y="246229"/>
                  </a:lnTo>
                  <a:lnTo>
                    <a:pt x="316875" y="241514"/>
                  </a:lnTo>
                  <a:lnTo>
                    <a:pt x="319159" y="236725"/>
                  </a:lnTo>
                  <a:lnTo>
                    <a:pt x="321290" y="231865"/>
                  </a:lnTo>
                  <a:lnTo>
                    <a:pt x="323266" y="226940"/>
                  </a:lnTo>
                  <a:lnTo>
                    <a:pt x="325085" y="221955"/>
                  </a:lnTo>
                  <a:lnTo>
                    <a:pt x="326744" y="216914"/>
                  </a:lnTo>
                  <a:lnTo>
                    <a:pt x="328243" y="211824"/>
                  </a:lnTo>
                  <a:lnTo>
                    <a:pt x="329579" y="206688"/>
                  </a:lnTo>
                  <a:lnTo>
                    <a:pt x="330751" y="201513"/>
                  </a:lnTo>
                  <a:lnTo>
                    <a:pt x="331759" y="196303"/>
                  </a:lnTo>
                  <a:lnTo>
                    <a:pt x="332601" y="191064"/>
                  </a:lnTo>
                  <a:lnTo>
                    <a:pt x="333276" y="185800"/>
                  </a:lnTo>
                  <a:lnTo>
                    <a:pt x="333784" y="180518"/>
                  </a:lnTo>
                  <a:lnTo>
                    <a:pt x="334124" y="175222"/>
                  </a:lnTo>
                  <a:lnTo>
                    <a:pt x="334295" y="169919"/>
                  </a:lnTo>
                  <a:lnTo>
                    <a:pt x="334298" y="164612"/>
                  </a:lnTo>
                  <a:lnTo>
                    <a:pt x="334133" y="159308"/>
                  </a:lnTo>
                  <a:lnTo>
                    <a:pt x="333799" y="154012"/>
                  </a:lnTo>
                  <a:lnTo>
                    <a:pt x="333298" y="148729"/>
                  </a:lnTo>
                  <a:lnTo>
                    <a:pt x="332629" y="143465"/>
                  </a:lnTo>
                  <a:lnTo>
                    <a:pt x="331793" y="138225"/>
                  </a:lnTo>
                  <a:lnTo>
                    <a:pt x="330792" y="133014"/>
                  </a:lnTo>
                  <a:lnTo>
                    <a:pt x="329625" y="127837"/>
                  </a:lnTo>
                  <a:lnTo>
                    <a:pt x="328295" y="122700"/>
                  </a:lnTo>
                  <a:lnTo>
                    <a:pt x="326802" y="117607"/>
                  </a:lnTo>
                  <a:lnTo>
                    <a:pt x="325149" y="112565"/>
                  </a:lnTo>
                  <a:lnTo>
                    <a:pt x="323336" y="107578"/>
                  </a:lnTo>
                  <a:lnTo>
                    <a:pt x="321366" y="102650"/>
                  </a:lnTo>
                  <a:lnTo>
                    <a:pt x="319241" y="97788"/>
                  </a:lnTo>
                  <a:lnTo>
                    <a:pt x="316962" y="92996"/>
                  </a:lnTo>
                  <a:lnTo>
                    <a:pt x="314533" y="88278"/>
                  </a:lnTo>
                  <a:lnTo>
                    <a:pt x="311954" y="83640"/>
                  </a:lnTo>
                  <a:lnTo>
                    <a:pt x="309230" y="79086"/>
                  </a:lnTo>
                  <a:lnTo>
                    <a:pt x="306363" y="74621"/>
                  </a:lnTo>
                  <a:lnTo>
                    <a:pt x="303355" y="70249"/>
                  </a:lnTo>
                  <a:lnTo>
                    <a:pt x="300211" y="65975"/>
                  </a:lnTo>
                  <a:lnTo>
                    <a:pt x="296932" y="61802"/>
                  </a:lnTo>
                  <a:lnTo>
                    <a:pt x="293522" y="57736"/>
                  </a:lnTo>
                  <a:lnTo>
                    <a:pt x="289985" y="53780"/>
                  </a:lnTo>
                  <a:lnTo>
                    <a:pt x="286324" y="49939"/>
                  </a:lnTo>
                  <a:lnTo>
                    <a:pt x="282544" y="46215"/>
                  </a:lnTo>
                  <a:lnTo>
                    <a:pt x="278646" y="42613"/>
                  </a:lnTo>
                  <a:lnTo>
                    <a:pt x="274637" y="39137"/>
                  </a:lnTo>
                  <a:lnTo>
                    <a:pt x="270519" y="35790"/>
                  </a:lnTo>
                  <a:lnTo>
                    <a:pt x="266297" y="32576"/>
                  </a:lnTo>
                  <a:lnTo>
                    <a:pt x="261975" y="29496"/>
                  </a:lnTo>
                  <a:lnTo>
                    <a:pt x="257558" y="26556"/>
                  </a:lnTo>
                  <a:lnTo>
                    <a:pt x="253049" y="23757"/>
                  </a:lnTo>
                  <a:lnTo>
                    <a:pt x="248454" y="21103"/>
                  </a:lnTo>
                  <a:lnTo>
                    <a:pt x="243777" y="18596"/>
                  </a:lnTo>
                  <a:lnTo>
                    <a:pt x="239023" y="16239"/>
                  </a:lnTo>
                  <a:lnTo>
                    <a:pt x="234197" y="14034"/>
                  </a:lnTo>
                  <a:lnTo>
                    <a:pt x="229302" y="11983"/>
                  </a:lnTo>
                  <a:lnTo>
                    <a:pt x="224346" y="10088"/>
                  </a:lnTo>
                  <a:lnTo>
                    <a:pt x="219331" y="8352"/>
                  </a:lnTo>
                  <a:lnTo>
                    <a:pt x="214264" y="6776"/>
                  </a:lnTo>
                  <a:lnTo>
                    <a:pt x="209149" y="5361"/>
                  </a:lnTo>
                  <a:lnTo>
                    <a:pt x="203993" y="4110"/>
                  </a:lnTo>
                  <a:lnTo>
                    <a:pt x="198799" y="3023"/>
                  </a:lnTo>
                  <a:lnTo>
                    <a:pt x="193573" y="2101"/>
                  </a:lnTo>
                  <a:lnTo>
                    <a:pt x="188320" y="1345"/>
                  </a:lnTo>
                  <a:lnTo>
                    <a:pt x="183047" y="757"/>
                  </a:lnTo>
                  <a:lnTo>
                    <a:pt x="177757" y="336"/>
                  </a:lnTo>
                  <a:lnTo>
                    <a:pt x="172456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96054" y="5018213"/>
              <a:ext cx="24984" cy="167167"/>
            </a:xfrm>
            <a:custGeom>
              <a:avLst/>
              <a:pathLst>
                <a:path w="24984" h="167167">
                  <a:moveTo>
                    <a:pt x="24984" y="0"/>
                  </a:moveTo>
                  <a:lnTo>
                    <a:pt x="16628" y="208"/>
                  </a:lnTo>
                  <a:lnTo>
                    <a:pt x="8293" y="835"/>
                  </a:lnTo>
                  <a:lnTo>
                    <a:pt x="0" y="1877"/>
                  </a:lnTo>
                  <a:lnTo>
                    <a:pt x="2498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96054" y="5020090"/>
              <a:ext cx="24984" cy="165289"/>
            </a:xfrm>
            <a:custGeom>
              <a:avLst/>
              <a:pathLst>
                <a:path w="24984" h="165289">
                  <a:moveTo>
                    <a:pt x="0" y="0"/>
                  </a:moveTo>
                  <a:lnTo>
                    <a:pt x="24984" y="1652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996054" y="5020090"/>
              <a:ext cx="24984" cy="165289"/>
            </a:xfrm>
            <a:custGeom>
              <a:avLst/>
              <a:pathLst>
                <a:path w="24984" h="165289">
                  <a:moveTo>
                    <a:pt x="0" y="0"/>
                  </a:moveTo>
                  <a:lnTo>
                    <a:pt x="24984" y="1652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996054" y="5020090"/>
              <a:ext cx="24984" cy="165289"/>
            </a:xfrm>
            <a:custGeom>
              <a:avLst/>
              <a:pathLst>
                <a:path w="24984" h="165289">
                  <a:moveTo>
                    <a:pt x="0" y="0"/>
                  </a:moveTo>
                  <a:lnTo>
                    <a:pt x="24984" y="1652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884013" y="5020090"/>
              <a:ext cx="137025" cy="165289"/>
            </a:xfrm>
            <a:custGeom>
              <a:avLst/>
              <a:pathLst>
                <a:path w="137025" h="165289">
                  <a:moveTo>
                    <a:pt x="112041" y="0"/>
                  </a:moveTo>
                  <a:lnTo>
                    <a:pt x="106472" y="938"/>
                  </a:lnTo>
                  <a:lnTo>
                    <a:pt x="100937" y="2064"/>
                  </a:lnTo>
                  <a:lnTo>
                    <a:pt x="95444" y="3376"/>
                  </a:lnTo>
                  <a:lnTo>
                    <a:pt x="89999" y="4873"/>
                  </a:lnTo>
                  <a:lnTo>
                    <a:pt x="84607" y="6553"/>
                  </a:lnTo>
                  <a:lnTo>
                    <a:pt x="79275" y="8414"/>
                  </a:lnTo>
                  <a:lnTo>
                    <a:pt x="74009" y="10454"/>
                  </a:lnTo>
                  <a:lnTo>
                    <a:pt x="68815" y="12671"/>
                  </a:lnTo>
                  <a:lnTo>
                    <a:pt x="63698" y="15062"/>
                  </a:lnTo>
                  <a:lnTo>
                    <a:pt x="58666" y="17625"/>
                  </a:lnTo>
                  <a:lnTo>
                    <a:pt x="53722" y="20356"/>
                  </a:lnTo>
                  <a:lnTo>
                    <a:pt x="48874" y="23253"/>
                  </a:lnTo>
                  <a:lnTo>
                    <a:pt x="44127" y="26311"/>
                  </a:lnTo>
                  <a:lnTo>
                    <a:pt x="39485" y="29529"/>
                  </a:lnTo>
                  <a:lnTo>
                    <a:pt x="34955" y="32901"/>
                  </a:lnTo>
                  <a:lnTo>
                    <a:pt x="30541" y="36424"/>
                  </a:lnTo>
                  <a:lnTo>
                    <a:pt x="26249" y="40095"/>
                  </a:lnTo>
                  <a:lnTo>
                    <a:pt x="22083" y="43908"/>
                  </a:lnTo>
                  <a:lnTo>
                    <a:pt x="18049" y="47860"/>
                  </a:lnTo>
                  <a:lnTo>
                    <a:pt x="14150" y="51946"/>
                  </a:lnTo>
                  <a:lnTo>
                    <a:pt x="10391" y="56161"/>
                  </a:lnTo>
                  <a:lnTo>
                    <a:pt x="6778" y="60501"/>
                  </a:lnTo>
                  <a:lnTo>
                    <a:pt x="3312" y="64960"/>
                  </a:lnTo>
                  <a:lnTo>
                    <a:pt x="0" y="69534"/>
                  </a:lnTo>
                  <a:lnTo>
                    <a:pt x="137025" y="1652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853876" y="5018213"/>
              <a:ext cx="334314" cy="334332"/>
            </a:xfrm>
            <a:custGeom>
              <a:avLst/>
              <a:pathLst>
                <a:path w="334314" h="334332">
                  <a:moveTo>
                    <a:pt x="30136" y="71412"/>
                  </a:moveTo>
                  <a:lnTo>
                    <a:pt x="27172" y="75800"/>
                  </a:lnTo>
                  <a:lnTo>
                    <a:pt x="24348" y="80280"/>
                  </a:lnTo>
                  <a:lnTo>
                    <a:pt x="21668" y="84847"/>
                  </a:lnTo>
                  <a:lnTo>
                    <a:pt x="19133" y="89497"/>
                  </a:lnTo>
                  <a:lnTo>
                    <a:pt x="16747" y="94225"/>
                  </a:lnTo>
                  <a:lnTo>
                    <a:pt x="14512" y="99026"/>
                  </a:lnTo>
                  <a:lnTo>
                    <a:pt x="12431" y="103895"/>
                  </a:lnTo>
                  <a:lnTo>
                    <a:pt x="10504" y="108828"/>
                  </a:lnTo>
                  <a:lnTo>
                    <a:pt x="8735" y="113820"/>
                  </a:lnTo>
                  <a:lnTo>
                    <a:pt x="7125" y="118865"/>
                  </a:lnTo>
                  <a:lnTo>
                    <a:pt x="5675" y="123958"/>
                  </a:lnTo>
                  <a:lnTo>
                    <a:pt x="4387" y="129095"/>
                  </a:lnTo>
                  <a:lnTo>
                    <a:pt x="3263" y="134270"/>
                  </a:lnTo>
                  <a:lnTo>
                    <a:pt x="2303" y="139478"/>
                  </a:lnTo>
                  <a:lnTo>
                    <a:pt x="1509" y="144714"/>
                  </a:lnTo>
                  <a:lnTo>
                    <a:pt x="881" y="149972"/>
                  </a:lnTo>
                  <a:lnTo>
                    <a:pt x="420" y="155248"/>
                  </a:lnTo>
                  <a:lnTo>
                    <a:pt x="126" y="160535"/>
                  </a:lnTo>
                  <a:lnTo>
                    <a:pt x="0" y="165830"/>
                  </a:lnTo>
                  <a:lnTo>
                    <a:pt x="41" y="171125"/>
                  </a:lnTo>
                  <a:lnTo>
                    <a:pt x="250" y="176417"/>
                  </a:lnTo>
                  <a:lnTo>
                    <a:pt x="627" y="181699"/>
                  </a:lnTo>
                  <a:lnTo>
                    <a:pt x="1171" y="186967"/>
                  </a:lnTo>
                  <a:lnTo>
                    <a:pt x="1881" y="192215"/>
                  </a:lnTo>
                  <a:lnTo>
                    <a:pt x="2758" y="197437"/>
                  </a:lnTo>
                  <a:lnTo>
                    <a:pt x="3799" y="202630"/>
                  </a:lnTo>
                  <a:lnTo>
                    <a:pt x="5004" y="207786"/>
                  </a:lnTo>
                  <a:lnTo>
                    <a:pt x="6372" y="212902"/>
                  </a:lnTo>
                  <a:lnTo>
                    <a:pt x="7902" y="217972"/>
                  </a:lnTo>
                  <a:lnTo>
                    <a:pt x="9591" y="222992"/>
                  </a:lnTo>
                  <a:lnTo>
                    <a:pt x="11438" y="227955"/>
                  </a:lnTo>
                  <a:lnTo>
                    <a:pt x="13442" y="232857"/>
                  </a:lnTo>
                  <a:lnTo>
                    <a:pt x="15600" y="237693"/>
                  </a:lnTo>
                  <a:lnTo>
                    <a:pt x="17910" y="242458"/>
                  </a:lnTo>
                  <a:lnTo>
                    <a:pt x="20369" y="247148"/>
                  </a:lnTo>
                  <a:lnTo>
                    <a:pt x="22976" y="251757"/>
                  </a:lnTo>
                  <a:lnTo>
                    <a:pt x="25728" y="256282"/>
                  </a:lnTo>
                  <a:lnTo>
                    <a:pt x="28622" y="260717"/>
                  </a:lnTo>
                  <a:lnTo>
                    <a:pt x="31655" y="265059"/>
                  </a:lnTo>
                  <a:lnTo>
                    <a:pt x="34823" y="269302"/>
                  </a:lnTo>
                  <a:lnTo>
                    <a:pt x="38125" y="273442"/>
                  </a:lnTo>
                  <a:lnTo>
                    <a:pt x="41556" y="277476"/>
                  </a:lnTo>
                  <a:lnTo>
                    <a:pt x="45113" y="281400"/>
                  </a:lnTo>
                  <a:lnTo>
                    <a:pt x="48793" y="285208"/>
                  </a:lnTo>
                  <a:lnTo>
                    <a:pt x="52591" y="288898"/>
                  </a:lnTo>
                  <a:lnTo>
                    <a:pt x="56504" y="292466"/>
                  </a:lnTo>
                  <a:lnTo>
                    <a:pt x="60529" y="295908"/>
                  </a:lnTo>
                  <a:lnTo>
                    <a:pt x="64660" y="299221"/>
                  </a:lnTo>
                  <a:lnTo>
                    <a:pt x="68894" y="302402"/>
                  </a:lnTo>
                  <a:lnTo>
                    <a:pt x="73227" y="305447"/>
                  </a:lnTo>
                  <a:lnTo>
                    <a:pt x="77654" y="308353"/>
                  </a:lnTo>
                  <a:lnTo>
                    <a:pt x="82171" y="311117"/>
                  </a:lnTo>
                  <a:lnTo>
                    <a:pt x="86774" y="313737"/>
                  </a:lnTo>
                  <a:lnTo>
                    <a:pt x="91457" y="316210"/>
                  </a:lnTo>
                  <a:lnTo>
                    <a:pt x="96216" y="318533"/>
                  </a:lnTo>
                  <a:lnTo>
                    <a:pt x="101046" y="320704"/>
                  </a:lnTo>
                  <a:lnTo>
                    <a:pt x="105942" y="322721"/>
                  </a:lnTo>
                  <a:lnTo>
                    <a:pt x="110900" y="324582"/>
                  </a:lnTo>
                  <a:lnTo>
                    <a:pt x="115915" y="326285"/>
                  </a:lnTo>
                  <a:lnTo>
                    <a:pt x="120980" y="327829"/>
                  </a:lnTo>
                  <a:lnTo>
                    <a:pt x="126093" y="329211"/>
                  </a:lnTo>
                  <a:lnTo>
                    <a:pt x="131246" y="330431"/>
                  </a:lnTo>
                  <a:lnTo>
                    <a:pt x="136435" y="331486"/>
                  </a:lnTo>
                  <a:lnTo>
                    <a:pt x="141656" y="332377"/>
                  </a:lnTo>
                  <a:lnTo>
                    <a:pt x="146901" y="333102"/>
                  </a:lnTo>
                  <a:lnTo>
                    <a:pt x="152168" y="333661"/>
                  </a:lnTo>
                  <a:lnTo>
                    <a:pt x="157449" y="334052"/>
                  </a:lnTo>
                  <a:lnTo>
                    <a:pt x="162740" y="334276"/>
                  </a:lnTo>
                  <a:lnTo>
                    <a:pt x="168035" y="334332"/>
                  </a:lnTo>
                  <a:lnTo>
                    <a:pt x="173330" y="334221"/>
                  </a:lnTo>
                  <a:lnTo>
                    <a:pt x="178618" y="333941"/>
                  </a:lnTo>
                  <a:lnTo>
                    <a:pt x="183895" y="333495"/>
                  </a:lnTo>
                  <a:lnTo>
                    <a:pt x="189155" y="332881"/>
                  </a:lnTo>
                  <a:lnTo>
                    <a:pt x="194393" y="332101"/>
                  </a:lnTo>
                  <a:lnTo>
                    <a:pt x="199604" y="331156"/>
                  </a:lnTo>
                  <a:lnTo>
                    <a:pt x="204782" y="330046"/>
                  </a:lnTo>
                  <a:lnTo>
                    <a:pt x="209922" y="328773"/>
                  </a:lnTo>
                  <a:lnTo>
                    <a:pt x="215020" y="327337"/>
                  </a:lnTo>
                  <a:lnTo>
                    <a:pt x="220069" y="325741"/>
                  </a:lnTo>
                  <a:lnTo>
                    <a:pt x="225065" y="323986"/>
                  </a:lnTo>
                  <a:lnTo>
                    <a:pt x="230004" y="322073"/>
                  </a:lnTo>
                  <a:lnTo>
                    <a:pt x="234879" y="320005"/>
                  </a:lnTo>
                  <a:lnTo>
                    <a:pt x="239686" y="317783"/>
                  </a:lnTo>
                  <a:lnTo>
                    <a:pt x="244420" y="315410"/>
                  </a:lnTo>
                  <a:lnTo>
                    <a:pt x="249077" y="312889"/>
                  </a:lnTo>
                  <a:lnTo>
                    <a:pt x="253652" y="310221"/>
                  </a:lnTo>
                  <a:lnTo>
                    <a:pt x="258140" y="307409"/>
                  </a:lnTo>
                  <a:lnTo>
                    <a:pt x="262536" y="304457"/>
                  </a:lnTo>
                  <a:lnTo>
                    <a:pt x="266837" y="301367"/>
                  </a:lnTo>
                  <a:lnTo>
                    <a:pt x="271038" y="298143"/>
                  </a:lnTo>
                  <a:lnTo>
                    <a:pt x="275134" y="294787"/>
                  </a:lnTo>
                  <a:lnTo>
                    <a:pt x="279123" y="291303"/>
                  </a:lnTo>
                  <a:lnTo>
                    <a:pt x="282998" y="287694"/>
                  </a:lnTo>
                  <a:lnTo>
                    <a:pt x="286758" y="283964"/>
                  </a:lnTo>
                  <a:lnTo>
                    <a:pt x="290398" y="280118"/>
                  </a:lnTo>
                  <a:lnTo>
                    <a:pt x="293914" y="276157"/>
                  </a:lnTo>
                  <a:lnTo>
                    <a:pt x="297302" y="272088"/>
                  </a:lnTo>
                  <a:lnTo>
                    <a:pt x="300560" y="267913"/>
                  </a:lnTo>
                  <a:lnTo>
                    <a:pt x="303684" y="263637"/>
                  </a:lnTo>
                  <a:lnTo>
                    <a:pt x="306672" y="259264"/>
                  </a:lnTo>
                  <a:lnTo>
                    <a:pt x="309519" y="254799"/>
                  </a:lnTo>
                  <a:lnTo>
                    <a:pt x="312223" y="250246"/>
                  </a:lnTo>
                  <a:lnTo>
                    <a:pt x="314782" y="245609"/>
                  </a:lnTo>
                  <a:lnTo>
                    <a:pt x="317193" y="240894"/>
                  </a:lnTo>
                  <a:lnTo>
                    <a:pt x="319453" y="236105"/>
                  </a:lnTo>
                  <a:lnTo>
                    <a:pt x="321560" y="231246"/>
                  </a:lnTo>
                  <a:lnTo>
                    <a:pt x="323512" y="226323"/>
                  </a:lnTo>
                  <a:lnTo>
                    <a:pt x="325307" y="221341"/>
                  </a:lnTo>
                  <a:lnTo>
                    <a:pt x="326944" y="216305"/>
                  </a:lnTo>
                  <a:lnTo>
                    <a:pt x="328420" y="211219"/>
                  </a:lnTo>
                  <a:lnTo>
                    <a:pt x="329735" y="206089"/>
                  </a:lnTo>
                  <a:lnTo>
                    <a:pt x="330886" y="200920"/>
                  </a:lnTo>
                  <a:lnTo>
                    <a:pt x="331873" y="195717"/>
                  </a:lnTo>
                  <a:lnTo>
                    <a:pt x="332695" y="190486"/>
                  </a:lnTo>
                  <a:lnTo>
                    <a:pt x="333350" y="185231"/>
                  </a:lnTo>
                  <a:lnTo>
                    <a:pt x="333839" y="179957"/>
                  </a:lnTo>
                  <a:lnTo>
                    <a:pt x="334161" y="174671"/>
                  </a:lnTo>
                  <a:lnTo>
                    <a:pt x="334314" y="169378"/>
                  </a:lnTo>
                  <a:lnTo>
                    <a:pt x="334301" y="164082"/>
                  </a:lnTo>
                  <a:lnTo>
                    <a:pt x="334119" y="158790"/>
                  </a:lnTo>
                  <a:lnTo>
                    <a:pt x="333770" y="153505"/>
                  </a:lnTo>
                  <a:lnTo>
                    <a:pt x="333254" y="148235"/>
                  </a:lnTo>
                  <a:lnTo>
                    <a:pt x="332571" y="142984"/>
                  </a:lnTo>
                  <a:lnTo>
                    <a:pt x="331722" y="137756"/>
                  </a:lnTo>
                  <a:lnTo>
                    <a:pt x="330707" y="132559"/>
                  </a:lnTo>
                  <a:lnTo>
                    <a:pt x="329529" y="127396"/>
                  </a:lnTo>
                  <a:lnTo>
                    <a:pt x="328188" y="122273"/>
                  </a:lnTo>
                  <a:lnTo>
                    <a:pt x="326685" y="117195"/>
                  </a:lnTo>
                  <a:lnTo>
                    <a:pt x="325022" y="112167"/>
                  </a:lnTo>
                  <a:lnTo>
                    <a:pt x="323201" y="107194"/>
                  </a:lnTo>
                  <a:lnTo>
                    <a:pt x="321223" y="102282"/>
                  </a:lnTo>
                  <a:lnTo>
                    <a:pt x="319090" y="97434"/>
                  </a:lnTo>
                  <a:lnTo>
                    <a:pt x="316805" y="92657"/>
                  </a:lnTo>
                  <a:lnTo>
                    <a:pt x="314370" y="87954"/>
                  </a:lnTo>
                  <a:lnTo>
                    <a:pt x="311787" y="83331"/>
                  </a:lnTo>
                  <a:lnTo>
                    <a:pt x="309059" y="78792"/>
                  </a:lnTo>
                  <a:lnTo>
                    <a:pt x="306188" y="74342"/>
                  </a:lnTo>
                  <a:lnTo>
                    <a:pt x="303178" y="69985"/>
                  </a:lnTo>
                  <a:lnTo>
                    <a:pt x="300032" y="65725"/>
                  </a:lnTo>
                  <a:lnTo>
                    <a:pt x="296752" y="61567"/>
                  </a:lnTo>
                  <a:lnTo>
                    <a:pt x="293342" y="57516"/>
                  </a:lnTo>
                  <a:lnTo>
                    <a:pt x="289806" y="53574"/>
                  </a:lnTo>
                  <a:lnTo>
                    <a:pt x="286146" y="49746"/>
                  </a:lnTo>
                  <a:lnTo>
                    <a:pt x="282367" y="46036"/>
                  </a:lnTo>
                  <a:lnTo>
                    <a:pt x="278472" y="42448"/>
                  </a:lnTo>
                  <a:lnTo>
                    <a:pt x="274466" y="38985"/>
                  </a:lnTo>
                  <a:lnTo>
                    <a:pt x="270352" y="35650"/>
                  </a:lnTo>
                  <a:lnTo>
                    <a:pt x="266134" y="32447"/>
                  </a:lnTo>
                  <a:lnTo>
                    <a:pt x="261817" y="29380"/>
                  </a:lnTo>
                  <a:lnTo>
                    <a:pt x="257405" y="26451"/>
                  </a:lnTo>
                  <a:lnTo>
                    <a:pt x="252903" y="23663"/>
                  </a:lnTo>
                  <a:lnTo>
                    <a:pt x="248314" y="21019"/>
                  </a:lnTo>
                  <a:lnTo>
                    <a:pt x="243644" y="18522"/>
                  </a:lnTo>
                  <a:lnTo>
                    <a:pt x="238898" y="16174"/>
                  </a:lnTo>
                  <a:lnTo>
                    <a:pt x="234079" y="13977"/>
                  </a:lnTo>
                  <a:lnTo>
                    <a:pt x="229193" y="11935"/>
                  </a:lnTo>
                  <a:lnTo>
                    <a:pt x="224245" y="10048"/>
                  </a:lnTo>
                  <a:lnTo>
                    <a:pt x="219240" y="8318"/>
                  </a:lnTo>
                  <a:lnTo>
                    <a:pt x="214182" y="6749"/>
                  </a:lnTo>
                  <a:lnTo>
                    <a:pt x="209077" y="5340"/>
                  </a:lnTo>
                  <a:lnTo>
                    <a:pt x="203930" y="4093"/>
                  </a:lnTo>
                  <a:lnTo>
                    <a:pt x="198746" y="3010"/>
                  </a:lnTo>
                  <a:lnTo>
                    <a:pt x="193531" y="2092"/>
                  </a:lnTo>
                  <a:lnTo>
                    <a:pt x="188289" y="1340"/>
                  </a:lnTo>
                  <a:lnTo>
                    <a:pt x="183026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84683" y="4659281"/>
              <a:ext cx="138551" cy="167167"/>
            </a:xfrm>
            <a:custGeom>
              <a:avLst/>
              <a:pathLst>
                <a:path w="138551" h="167167">
                  <a:moveTo>
                    <a:pt x="138551" y="0"/>
                  </a:moveTo>
                  <a:lnTo>
                    <a:pt x="133108" y="88"/>
                  </a:lnTo>
                  <a:lnTo>
                    <a:pt x="127671" y="354"/>
                  </a:lnTo>
                  <a:lnTo>
                    <a:pt x="122245" y="797"/>
                  </a:lnTo>
                  <a:lnTo>
                    <a:pt x="116837" y="1416"/>
                  </a:lnTo>
                  <a:lnTo>
                    <a:pt x="111451" y="2211"/>
                  </a:lnTo>
                  <a:lnTo>
                    <a:pt x="106094" y="3181"/>
                  </a:lnTo>
                  <a:lnTo>
                    <a:pt x="100772" y="4324"/>
                  </a:lnTo>
                  <a:lnTo>
                    <a:pt x="95490" y="5641"/>
                  </a:lnTo>
                  <a:lnTo>
                    <a:pt x="90253" y="7129"/>
                  </a:lnTo>
                  <a:lnTo>
                    <a:pt x="85068" y="8786"/>
                  </a:lnTo>
                  <a:lnTo>
                    <a:pt x="79939" y="10612"/>
                  </a:lnTo>
                  <a:lnTo>
                    <a:pt x="74873" y="12603"/>
                  </a:lnTo>
                  <a:lnTo>
                    <a:pt x="69874" y="14758"/>
                  </a:lnTo>
                  <a:lnTo>
                    <a:pt x="64948" y="17076"/>
                  </a:lnTo>
                  <a:lnTo>
                    <a:pt x="60100" y="19552"/>
                  </a:lnTo>
                  <a:lnTo>
                    <a:pt x="55335" y="22184"/>
                  </a:lnTo>
                  <a:lnTo>
                    <a:pt x="50658" y="24971"/>
                  </a:lnTo>
                  <a:lnTo>
                    <a:pt x="46075" y="27908"/>
                  </a:lnTo>
                  <a:lnTo>
                    <a:pt x="41589" y="30993"/>
                  </a:lnTo>
                  <a:lnTo>
                    <a:pt x="37207" y="34223"/>
                  </a:lnTo>
                  <a:lnTo>
                    <a:pt x="32932" y="37593"/>
                  </a:lnTo>
                  <a:lnTo>
                    <a:pt x="28769" y="41101"/>
                  </a:lnTo>
                  <a:lnTo>
                    <a:pt x="24722" y="44742"/>
                  </a:lnTo>
                  <a:lnTo>
                    <a:pt x="20796" y="48513"/>
                  </a:lnTo>
                  <a:lnTo>
                    <a:pt x="16995" y="52411"/>
                  </a:lnTo>
                  <a:lnTo>
                    <a:pt x="13323" y="56429"/>
                  </a:lnTo>
                  <a:lnTo>
                    <a:pt x="9784" y="60566"/>
                  </a:lnTo>
                  <a:lnTo>
                    <a:pt x="6381" y="64815"/>
                  </a:lnTo>
                  <a:lnTo>
                    <a:pt x="3118" y="69173"/>
                  </a:lnTo>
                  <a:lnTo>
                    <a:pt x="0" y="73635"/>
                  </a:lnTo>
                  <a:lnTo>
                    <a:pt x="1385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84683" y="4732916"/>
              <a:ext cx="138551" cy="93532"/>
            </a:xfrm>
            <a:custGeom>
              <a:avLst/>
              <a:pathLst>
                <a:path w="138551" h="93532">
                  <a:moveTo>
                    <a:pt x="0" y="0"/>
                  </a:moveTo>
                  <a:lnTo>
                    <a:pt x="138551" y="935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284683" y="4732916"/>
              <a:ext cx="138551" cy="93532"/>
            </a:xfrm>
            <a:custGeom>
              <a:avLst/>
              <a:pathLst>
                <a:path w="138551" h="93532">
                  <a:moveTo>
                    <a:pt x="0" y="0"/>
                  </a:moveTo>
                  <a:lnTo>
                    <a:pt x="138551" y="935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256073" y="4732916"/>
              <a:ext cx="334328" cy="260690"/>
            </a:xfrm>
            <a:custGeom>
              <a:avLst/>
              <a:pathLst>
                <a:path w="334328" h="260690">
                  <a:moveTo>
                    <a:pt x="28609" y="0"/>
                  </a:moveTo>
                  <a:lnTo>
                    <a:pt x="25716" y="4435"/>
                  </a:lnTo>
                  <a:lnTo>
                    <a:pt x="22965" y="8960"/>
                  </a:lnTo>
                  <a:lnTo>
                    <a:pt x="20359" y="13570"/>
                  </a:lnTo>
                  <a:lnTo>
                    <a:pt x="17900" y="18259"/>
                  </a:lnTo>
                  <a:lnTo>
                    <a:pt x="15591" y="23025"/>
                  </a:lnTo>
                  <a:lnTo>
                    <a:pt x="13433" y="27861"/>
                  </a:lnTo>
                  <a:lnTo>
                    <a:pt x="11430" y="32763"/>
                  </a:lnTo>
                  <a:lnTo>
                    <a:pt x="9584" y="37726"/>
                  </a:lnTo>
                  <a:lnTo>
                    <a:pt x="7895" y="42746"/>
                  </a:lnTo>
                  <a:lnTo>
                    <a:pt x="6367" y="47816"/>
                  </a:lnTo>
                  <a:lnTo>
                    <a:pt x="4999" y="52932"/>
                  </a:lnTo>
                  <a:lnTo>
                    <a:pt x="3795" y="58088"/>
                  </a:lnTo>
                  <a:lnTo>
                    <a:pt x="2754" y="63281"/>
                  </a:lnTo>
                  <a:lnTo>
                    <a:pt x="1878" y="68503"/>
                  </a:lnTo>
                  <a:lnTo>
                    <a:pt x="1168" y="73751"/>
                  </a:lnTo>
                  <a:lnTo>
                    <a:pt x="625" y="79019"/>
                  </a:lnTo>
                  <a:lnTo>
                    <a:pt x="249" y="84301"/>
                  </a:lnTo>
                  <a:lnTo>
                    <a:pt x="40" y="89592"/>
                  </a:lnTo>
                  <a:lnTo>
                    <a:pt x="0" y="94888"/>
                  </a:lnTo>
                  <a:lnTo>
                    <a:pt x="126" y="100182"/>
                  </a:lnTo>
                  <a:lnTo>
                    <a:pt x="421" y="105469"/>
                  </a:lnTo>
                  <a:lnTo>
                    <a:pt x="883" y="110744"/>
                  </a:lnTo>
                  <a:lnTo>
                    <a:pt x="1511" y="116002"/>
                  </a:lnTo>
                  <a:lnTo>
                    <a:pt x="2306" y="121238"/>
                  </a:lnTo>
                  <a:lnTo>
                    <a:pt x="3266" y="126446"/>
                  </a:lnTo>
                  <a:lnTo>
                    <a:pt x="4391" y="131621"/>
                  </a:lnTo>
                  <a:lnTo>
                    <a:pt x="5679" y="136757"/>
                  </a:lnTo>
                  <a:lnTo>
                    <a:pt x="7129" y="141850"/>
                  </a:lnTo>
                  <a:lnTo>
                    <a:pt x="8740" y="146895"/>
                  </a:lnTo>
                  <a:lnTo>
                    <a:pt x="10510" y="151886"/>
                  </a:lnTo>
                  <a:lnTo>
                    <a:pt x="12437" y="156818"/>
                  </a:lnTo>
                  <a:lnTo>
                    <a:pt x="14519" y="161687"/>
                  </a:lnTo>
                  <a:lnTo>
                    <a:pt x="16754" y="166488"/>
                  </a:lnTo>
                  <a:lnTo>
                    <a:pt x="19140" y="171215"/>
                  </a:lnTo>
                  <a:lnTo>
                    <a:pt x="21675" y="175865"/>
                  </a:lnTo>
                  <a:lnTo>
                    <a:pt x="24356" y="180432"/>
                  </a:lnTo>
                  <a:lnTo>
                    <a:pt x="27180" y="184911"/>
                  </a:lnTo>
                  <a:lnTo>
                    <a:pt x="30145" y="189299"/>
                  </a:lnTo>
                  <a:lnTo>
                    <a:pt x="33247" y="193591"/>
                  </a:lnTo>
                  <a:lnTo>
                    <a:pt x="36483" y="197783"/>
                  </a:lnTo>
                  <a:lnTo>
                    <a:pt x="39851" y="201869"/>
                  </a:lnTo>
                  <a:lnTo>
                    <a:pt x="43346" y="205847"/>
                  </a:lnTo>
                  <a:lnTo>
                    <a:pt x="46966" y="209713"/>
                  </a:lnTo>
                  <a:lnTo>
                    <a:pt x="50706" y="213462"/>
                  </a:lnTo>
                  <a:lnTo>
                    <a:pt x="54563" y="217090"/>
                  </a:lnTo>
                  <a:lnTo>
                    <a:pt x="58533" y="220594"/>
                  </a:lnTo>
                  <a:lnTo>
                    <a:pt x="62612" y="223971"/>
                  </a:lnTo>
                  <a:lnTo>
                    <a:pt x="66796" y="227217"/>
                  </a:lnTo>
                  <a:lnTo>
                    <a:pt x="71081" y="230329"/>
                  </a:lnTo>
                  <a:lnTo>
                    <a:pt x="75462" y="233304"/>
                  </a:lnTo>
                  <a:lnTo>
                    <a:pt x="79936" y="236138"/>
                  </a:lnTo>
                  <a:lnTo>
                    <a:pt x="84496" y="238830"/>
                  </a:lnTo>
                  <a:lnTo>
                    <a:pt x="89140" y="241375"/>
                  </a:lnTo>
                  <a:lnTo>
                    <a:pt x="93862" y="243772"/>
                  </a:lnTo>
                  <a:lnTo>
                    <a:pt x="98657" y="246018"/>
                  </a:lnTo>
                  <a:lnTo>
                    <a:pt x="103522" y="248112"/>
                  </a:lnTo>
                  <a:lnTo>
                    <a:pt x="108450" y="250050"/>
                  </a:lnTo>
                  <a:lnTo>
                    <a:pt x="113437" y="251831"/>
                  </a:lnTo>
                  <a:lnTo>
                    <a:pt x="118478" y="253453"/>
                  </a:lnTo>
                  <a:lnTo>
                    <a:pt x="123567" y="254915"/>
                  </a:lnTo>
                  <a:lnTo>
                    <a:pt x="128701" y="256215"/>
                  </a:lnTo>
                  <a:lnTo>
                    <a:pt x="133873" y="257351"/>
                  </a:lnTo>
                  <a:lnTo>
                    <a:pt x="139079" y="258324"/>
                  </a:lnTo>
                  <a:lnTo>
                    <a:pt x="144312" y="259130"/>
                  </a:lnTo>
                  <a:lnTo>
                    <a:pt x="149569" y="259771"/>
                  </a:lnTo>
                  <a:lnTo>
                    <a:pt x="154843" y="260245"/>
                  </a:lnTo>
                  <a:lnTo>
                    <a:pt x="160130" y="260551"/>
                  </a:lnTo>
                  <a:lnTo>
                    <a:pt x="165424" y="260690"/>
                  </a:lnTo>
                  <a:lnTo>
                    <a:pt x="170719" y="260661"/>
                  </a:lnTo>
                  <a:lnTo>
                    <a:pt x="176011" y="260465"/>
                  </a:lnTo>
                  <a:lnTo>
                    <a:pt x="181294" y="260101"/>
                  </a:lnTo>
                  <a:lnTo>
                    <a:pt x="186563" y="259570"/>
                  </a:lnTo>
                  <a:lnTo>
                    <a:pt x="191812" y="258872"/>
                  </a:lnTo>
                  <a:lnTo>
                    <a:pt x="197037" y="258008"/>
                  </a:lnTo>
                  <a:lnTo>
                    <a:pt x="202232" y="256979"/>
                  </a:lnTo>
                  <a:lnTo>
                    <a:pt x="207391" y="255786"/>
                  </a:lnTo>
                  <a:lnTo>
                    <a:pt x="212510" y="254431"/>
                  </a:lnTo>
                  <a:lnTo>
                    <a:pt x="217584" y="252914"/>
                  </a:lnTo>
                  <a:lnTo>
                    <a:pt x="222607" y="251237"/>
                  </a:lnTo>
                  <a:lnTo>
                    <a:pt x="227574" y="249401"/>
                  </a:lnTo>
                  <a:lnTo>
                    <a:pt x="232481" y="247410"/>
                  </a:lnTo>
                  <a:lnTo>
                    <a:pt x="237322" y="245263"/>
                  </a:lnTo>
                  <a:lnTo>
                    <a:pt x="242093" y="242965"/>
                  </a:lnTo>
                  <a:lnTo>
                    <a:pt x="246788" y="240517"/>
                  </a:lnTo>
                  <a:lnTo>
                    <a:pt x="251404" y="237921"/>
                  </a:lnTo>
                  <a:lnTo>
                    <a:pt x="255935" y="235180"/>
                  </a:lnTo>
                  <a:lnTo>
                    <a:pt x="260377" y="232297"/>
                  </a:lnTo>
                  <a:lnTo>
                    <a:pt x="264725" y="229275"/>
                  </a:lnTo>
                  <a:lnTo>
                    <a:pt x="268976" y="226117"/>
                  </a:lnTo>
                  <a:lnTo>
                    <a:pt x="273124" y="222825"/>
                  </a:lnTo>
                  <a:lnTo>
                    <a:pt x="277167" y="219404"/>
                  </a:lnTo>
                  <a:lnTo>
                    <a:pt x="281098" y="215857"/>
                  </a:lnTo>
                  <a:lnTo>
                    <a:pt x="284916" y="212186"/>
                  </a:lnTo>
                  <a:lnTo>
                    <a:pt x="288615" y="208397"/>
                  </a:lnTo>
                  <a:lnTo>
                    <a:pt x="292192" y="204493"/>
                  </a:lnTo>
                  <a:lnTo>
                    <a:pt x="295644" y="200477"/>
                  </a:lnTo>
                  <a:lnTo>
                    <a:pt x="298967" y="196353"/>
                  </a:lnTo>
                  <a:lnTo>
                    <a:pt x="302158" y="192127"/>
                  </a:lnTo>
                  <a:lnTo>
                    <a:pt x="305213" y="187802"/>
                  </a:lnTo>
                  <a:lnTo>
                    <a:pt x="308129" y="183382"/>
                  </a:lnTo>
                  <a:lnTo>
                    <a:pt x="310905" y="178872"/>
                  </a:lnTo>
                  <a:lnTo>
                    <a:pt x="313535" y="174276"/>
                  </a:lnTo>
                  <a:lnTo>
                    <a:pt x="316020" y="169599"/>
                  </a:lnTo>
                  <a:lnTo>
                    <a:pt x="318354" y="164846"/>
                  </a:lnTo>
                  <a:lnTo>
                    <a:pt x="320537" y="160021"/>
                  </a:lnTo>
                  <a:lnTo>
                    <a:pt x="322566" y="155130"/>
                  </a:lnTo>
                  <a:lnTo>
                    <a:pt x="324439" y="150177"/>
                  </a:lnTo>
                  <a:lnTo>
                    <a:pt x="326155" y="145167"/>
                  </a:lnTo>
                  <a:lnTo>
                    <a:pt x="327710" y="140105"/>
                  </a:lnTo>
                  <a:lnTo>
                    <a:pt x="329105" y="134996"/>
                  </a:lnTo>
                  <a:lnTo>
                    <a:pt x="330337" y="129846"/>
                  </a:lnTo>
                  <a:lnTo>
                    <a:pt x="331405" y="124659"/>
                  </a:lnTo>
                  <a:lnTo>
                    <a:pt x="332309" y="119441"/>
                  </a:lnTo>
                  <a:lnTo>
                    <a:pt x="333047" y="114198"/>
                  </a:lnTo>
                  <a:lnTo>
                    <a:pt x="333618" y="108933"/>
                  </a:lnTo>
                  <a:lnTo>
                    <a:pt x="334022" y="103653"/>
                  </a:lnTo>
                  <a:lnTo>
                    <a:pt x="334259" y="98363"/>
                  </a:lnTo>
                  <a:lnTo>
                    <a:pt x="334328" y="93067"/>
                  </a:lnTo>
                  <a:lnTo>
                    <a:pt x="334230" y="87773"/>
                  </a:lnTo>
                  <a:lnTo>
                    <a:pt x="333963" y="82484"/>
                  </a:lnTo>
                  <a:lnTo>
                    <a:pt x="333530" y="77206"/>
                  </a:lnTo>
                  <a:lnTo>
                    <a:pt x="332929" y="71945"/>
                  </a:lnTo>
                  <a:lnTo>
                    <a:pt x="332162" y="66705"/>
                  </a:lnTo>
                  <a:lnTo>
                    <a:pt x="331230" y="61492"/>
                  </a:lnTo>
                  <a:lnTo>
                    <a:pt x="330133" y="56312"/>
                  </a:lnTo>
                  <a:lnTo>
                    <a:pt x="328872" y="51168"/>
                  </a:lnTo>
                  <a:lnTo>
                    <a:pt x="327449" y="46068"/>
                  </a:lnTo>
                  <a:lnTo>
                    <a:pt x="325865" y="41015"/>
                  </a:lnTo>
                  <a:lnTo>
                    <a:pt x="324122" y="36014"/>
                  </a:lnTo>
                  <a:lnTo>
                    <a:pt x="322222" y="31071"/>
                  </a:lnTo>
                  <a:lnTo>
                    <a:pt x="320165" y="26191"/>
                  </a:lnTo>
                  <a:lnTo>
                    <a:pt x="317956" y="21379"/>
                  </a:lnTo>
                  <a:lnTo>
                    <a:pt x="167161" y="935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423235" y="4659281"/>
              <a:ext cx="150794" cy="167167"/>
            </a:xfrm>
            <a:custGeom>
              <a:avLst/>
              <a:pathLst>
                <a:path w="150794" h="167167">
                  <a:moveTo>
                    <a:pt x="150794" y="95014"/>
                  </a:moveTo>
                  <a:lnTo>
                    <a:pt x="148325" y="90067"/>
                  </a:lnTo>
                  <a:lnTo>
                    <a:pt x="145695" y="85204"/>
                  </a:lnTo>
                  <a:lnTo>
                    <a:pt x="142905" y="80431"/>
                  </a:lnTo>
                  <a:lnTo>
                    <a:pt x="139958" y="75753"/>
                  </a:lnTo>
                  <a:lnTo>
                    <a:pt x="136859" y="71175"/>
                  </a:lnTo>
                  <a:lnTo>
                    <a:pt x="133610" y="66702"/>
                  </a:lnTo>
                  <a:lnTo>
                    <a:pt x="130215" y="62339"/>
                  </a:lnTo>
                  <a:lnTo>
                    <a:pt x="126677" y="58090"/>
                  </a:lnTo>
                  <a:lnTo>
                    <a:pt x="123001" y="53961"/>
                  </a:lnTo>
                  <a:lnTo>
                    <a:pt x="119190" y="49955"/>
                  </a:lnTo>
                  <a:lnTo>
                    <a:pt x="115249" y="46078"/>
                  </a:lnTo>
                  <a:lnTo>
                    <a:pt x="111182" y="42333"/>
                  </a:lnTo>
                  <a:lnTo>
                    <a:pt x="106993" y="38725"/>
                  </a:lnTo>
                  <a:lnTo>
                    <a:pt x="102687" y="35257"/>
                  </a:lnTo>
                  <a:lnTo>
                    <a:pt x="98269" y="31934"/>
                  </a:lnTo>
                  <a:lnTo>
                    <a:pt x="93744" y="28758"/>
                  </a:lnTo>
                  <a:lnTo>
                    <a:pt x="89115" y="25734"/>
                  </a:lnTo>
                  <a:lnTo>
                    <a:pt x="84390" y="22864"/>
                  </a:lnTo>
                  <a:lnTo>
                    <a:pt x="79572" y="20153"/>
                  </a:lnTo>
                  <a:lnTo>
                    <a:pt x="74667" y="17602"/>
                  </a:lnTo>
                  <a:lnTo>
                    <a:pt x="69680" y="15215"/>
                  </a:lnTo>
                  <a:lnTo>
                    <a:pt x="64618" y="12993"/>
                  </a:lnTo>
                  <a:lnTo>
                    <a:pt x="59484" y="10941"/>
                  </a:lnTo>
                  <a:lnTo>
                    <a:pt x="54286" y="9059"/>
                  </a:lnTo>
                  <a:lnTo>
                    <a:pt x="49028" y="7351"/>
                  </a:lnTo>
                  <a:lnTo>
                    <a:pt x="43716" y="5817"/>
                  </a:lnTo>
                  <a:lnTo>
                    <a:pt x="38357" y="4460"/>
                  </a:lnTo>
                  <a:lnTo>
                    <a:pt x="32955" y="3280"/>
                  </a:lnTo>
                  <a:lnTo>
                    <a:pt x="27518" y="2280"/>
                  </a:lnTo>
                  <a:lnTo>
                    <a:pt x="22050" y="1460"/>
                  </a:lnTo>
                  <a:lnTo>
                    <a:pt x="16559" y="822"/>
                  </a:lnTo>
                  <a:lnTo>
                    <a:pt x="11049" y="365"/>
                  </a:lnTo>
                  <a:lnTo>
                    <a:pt x="5527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645572" y="4213821"/>
              <a:ext cx="82899" cy="167167"/>
            </a:xfrm>
            <a:custGeom>
              <a:avLst/>
              <a:pathLst>
                <a:path w="82899" h="167167">
                  <a:moveTo>
                    <a:pt x="82899" y="0"/>
                  </a:moveTo>
                  <a:lnTo>
                    <a:pt x="77118" y="100"/>
                  </a:lnTo>
                  <a:lnTo>
                    <a:pt x="71343" y="399"/>
                  </a:lnTo>
                  <a:lnTo>
                    <a:pt x="65582" y="899"/>
                  </a:lnTo>
                  <a:lnTo>
                    <a:pt x="59842" y="1597"/>
                  </a:lnTo>
                  <a:lnTo>
                    <a:pt x="54130" y="2494"/>
                  </a:lnTo>
                  <a:lnTo>
                    <a:pt x="48452" y="3587"/>
                  </a:lnTo>
                  <a:lnTo>
                    <a:pt x="42815" y="4876"/>
                  </a:lnTo>
                  <a:lnTo>
                    <a:pt x="37226" y="6360"/>
                  </a:lnTo>
                  <a:lnTo>
                    <a:pt x="31692" y="8036"/>
                  </a:lnTo>
                  <a:lnTo>
                    <a:pt x="26219" y="9902"/>
                  </a:lnTo>
                  <a:lnTo>
                    <a:pt x="20814" y="11956"/>
                  </a:lnTo>
                  <a:lnTo>
                    <a:pt x="15483" y="14196"/>
                  </a:lnTo>
                  <a:lnTo>
                    <a:pt x="10233" y="16619"/>
                  </a:lnTo>
                  <a:lnTo>
                    <a:pt x="5070" y="19223"/>
                  </a:lnTo>
                  <a:lnTo>
                    <a:pt x="0" y="22003"/>
                  </a:lnTo>
                  <a:lnTo>
                    <a:pt x="8289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645572" y="4235824"/>
              <a:ext cx="82899" cy="145164"/>
            </a:xfrm>
            <a:custGeom>
              <a:avLst/>
              <a:pathLst>
                <a:path w="82899" h="145164">
                  <a:moveTo>
                    <a:pt x="0" y="0"/>
                  </a:moveTo>
                  <a:lnTo>
                    <a:pt x="82899" y="145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561316" y="4235824"/>
              <a:ext cx="167155" cy="303088"/>
            </a:xfrm>
            <a:custGeom>
              <a:avLst/>
              <a:pathLst>
                <a:path w="167155" h="303088">
                  <a:moveTo>
                    <a:pt x="84256" y="0"/>
                  </a:moveTo>
                  <a:lnTo>
                    <a:pt x="79620" y="2747"/>
                  </a:lnTo>
                  <a:lnTo>
                    <a:pt x="75076" y="5642"/>
                  </a:lnTo>
                  <a:lnTo>
                    <a:pt x="70627" y="8682"/>
                  </a:lnTo>
                  <a:lnTo>
                    <a:pt x="66279" y="11864"/>
                  </a:lnTo>
                  <a:lnTo>
                    <a:pt x="62035" y="15184"/>
                  </a:lnTo>
                  <a:lnTo>
                    <a:pt x="57901" y="18639"/>
                  </a:lnTo>
                  <a:lnTo>
                    <a:pt x="53880" y="22226"/>
                  </a:lnTo>
                  <a:lnTo>
                    <a:pt x="49976" y="25941"/>
                  </a:lnTo>
                  <a:lnTo>
                    <a:pt x="46195" y="29779"/>
                  </a:lnTo>
                  <a:lnTo>
                    <a:pt x="42539" y="33738"/>
                  </a:lnTo>
                  <a:lnTo>
                    <a:pt x="39013" y="37812"/>
                  </a:lnTo>
                  <a:lnTo>
                    <a:pt x="35620" y="41997"/>
                  </a:lnTo>
                  <a:lnTo>
                    <a:pt x="32363" y="46290"/>
                  </a:lnTo>
                  <a:lnTo>
                    <a:pt x="29246" y="50686"/>
                  </a:lnTo>
                  <a:lnTo>
                    <a:pt x="26273" y="55179"/>
                  </a:lnTo>
                  <a:lnTo>
                    <a:pt x="23446" y="59766"/>
                  </a:lnTo>
                  <a:lnTo>
                    <a:pt x="20769" y="64442"/>
                  </a:lnTo>
                  <a:lnTo>
                    <a:pt x="18243" y="69202"/>
                  </a:lnTo>
                  <a:lnTo>
                    <a:pt x="15872" y="74041"/>
                  </a:lnTo>
                  <a:lnTo>
                    <a:pt x="13659" y="78953"/>
                  </a:lnTo>
                  <a:lnTo>
                    <a:pt x="11605" y="83935"/>
                  </a:lnTo>
                  <a:lnTo>
                    <a:pt x="9712" y="88980"/>
                  </a:lnTo>
                  <a:lnTo>
                    <a:pt x="7983" y="94083"/>
                  </a:lnTo>
                  <a:lnTo>
                    <a:pt x="6420" y="99239"/>
                  </a:lnTo>
                  <a:lnTo>
                    <a:pt x="5023" y="104444"/>
                  </a:lnTo>
                  <a:lnTo>
                    <a:pt x="3795" y="109690"/>
                  </a:lnTo>
                  <a:lnTo>
                    <a:pt x="2737" y="114973"/>
                  </a:lnTo>
                  <a:lnTo>
                    <a:pt x="1849" y="120288"/>
                  </a:lnTo>
                  <a:lnTo>
                    <a:pt x="1133" y="125628"/>
                  </a:lnTo>
                  <a:lnTo>
                    <a:pt x="590" y="130989"/>
                  </a:lnTo>
                  <a:lnTo>
                    <a:pt x="220" y="136365"/>
                  </a:lnTo>
                  <a:lnTo>
                    <a:pt x="23" y="141749"/>
                  </a:lnTo>
                  <a:lnTo>
                    <a:pt x="0" y="147138"/>
                  </a:lnTo>
                  <a:lnTo>
                    <a:pt x="150" y="152524"/>
                  </a:lnTo>
                  <a:lnTo>
                    <a:pt x="474" y="157902"/>
                  </a:lnTo>
                  <a:lnTo>
                    <a:pt x="971" y="163268"/>
                  </a:lnTo>
                  <a:lnTo>
                    <a:pt x="1641" y="168614"/>
                  </a:lnTo>
                  <a:lnTo>
                    <a:pt x="2483" y="173936"/>
                  </a:lnTo>
                  <a:lnTo>
                    <a:pt x="3495" y="179228"/>
                  </a:lnTo>
                  <a:lnTo>
                    <a:pt x="4678" y="184485"/>
                  </a:lnTo>
                  <a:lnTo>
                    <a:pt x="6030" y="189701"/>
                  </a:lnTo>
                  <a:lnTo>
                    <a:pt x="7549" y="194871"/>
                  </a:lnTo>
                  <a:lnTo>
                    <a:pt x="9234" y="199989"/>
                  </a:lnTo>
                  <a:lnTo>
                    <a:pt x="11083" y="205050"/>
                  </a:lnTo>
                  <a:lnTo>
                    <a:pt x="13094" y="210049"/>
                  </a:lnTo>
                  <a:lnTo>
                    <a:pt x="15265" y="214980"/>
                  </a:lnTo>
                  <a:lnTo>
                    <a:pt x="17594" y="219839"/>
                  </a:lnTo>
                  <a:lnTo>
                    <a:pt x="20079" y="224621"/>
                  </a:lnTo>
                  <a:lnTo>
                    <a:pt x="22716" y="229320"/>
                  </a:lnTo>
                  <a:lnTo>
                    <a:pt x="25503" y="233931"/>
                  </a:lnTo>
                  <a:lnTo>
                    <a:pt x="28438" y="238450"/>
                  </a:lnTo>
                  <a:lnTo>
                    <a:pt x="31516" y="242872"/>
                  </a:lnTo>
                  <a:lnTo>
                    <a:pt x="34736" y="247193"/>
                  </a:lnTo>
                  <a:lnTo>
                    <a:pt x="38093" y="251408"/>
                  </a:lnTo>
                  <a:lnTo>
                    <a:pt x="41584" y="255512"/>
                  </a:lnTo>
                  <a:lnTo>
                    <a:pt x="45205" y="259502"/>
                  </a:lnTo>
                  <a:lnTo>
                    <a:pt x="48954" y="263372"/>
                  </a:lnTo>
                  <a:lnTo>
                    <a:pt x="52825" y="267121"/>
                  </a:lnTo>
                  <a:lnTo>
                    <a:pt x="56815" y="270742"/>
                  </a:lnTo>
                  <a:lnTo>
                    <a:pt x="60919" y="274233"/>
                  </a:lnTo>
                  <a:lnTo>
                    <a:pt x="65134" y="277590"/>
                  </a:lnTo>
                  <a:lnTo>
                    <a:pt x="69455" y="280809"/>
                  </a:lnTo>
                  <a:lnTo>
                    <a:pt x="73877" y="283887"/>
                  </a:lnTo>
                  <a:lnTo>
                    <a:pt x="78397" y="286821"/>
                  </a:lnTo>
                  <a:lnTo>
                    <a:pt x="83008" y="289608"/>
                  </a:lnTo>
                  <a:lnTo>
                    <a:pt x="87707" y="292245"/>
                  </a:lnTo>
                  <a:lnTo>
                    <a:pt x="92489" y="294729"/>
                  </a:lnTo>
                  <a:lnTo>
                    <a:pt x="97348" y="297058"/>
                  </a:lnTo>
                  <a:lnTo>
                    <a:pt x="102279" y="299229"/>
                  </a:lnTo>
                  <a:lnTo>
                    <a:pt x="107278" y="301240"/>
                  </a:lnTo>
                  <a:lnTo>
                    <a:pt x="112339" y="303088"/>
                  </a:lnTo>
                  <a:lnTo>
                    <a:pt x="167155" y="145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673656" y="4213821"/>
              <a:ext cx="221977" cy="334315"/>
            </a:xfrm>
            <a:custGeom>
              <a:avLst/>
              <a:pathLst>
                <a:path w="221977" h="334315">
                  <a:moveTo>
                    <a:pt x="0" y="325092"/>
                  </a:moveTo>
                  <a:lnTo>
                    <a:pt x="5062" y="326759"/>
                  </a:lnTo>
                  <a:lnTo>
                    <a:pt x="10176" y="328264"/>
                  </a:lnTo>
                  <a:lnTo>
                    <a:pt x="15334" y="329605"/>
                  </a:lnTo>
                  <a:lnTo>
                    <a:pt x="20533" y="330781"/>
                  </a:lnTo>
                  <a:lnTo>
                    <a:pt x="25767" y="331791"/>
                  </a:lnTo>
                  <a:lnTo>
                    <a:pt x="31030" y="332634"/>
                  </a:lnTo>
                  <a:lnTo>
                    <a:pt x="36318" y="333308"/>
                  </a:lnTo>
                  <a:lnTo>
                    <a:pt x="41624" y="333813"/>
                  </a:lnTo>
                  <a:lnTo>
                    <a:pt x="46943" y="334149"/>
                  </a:lnTo>
                  <a:lnTo>
                    <a:pt x="52271" y="334315"/>
                  </a:lnTo>
                  <a:lnTo>
                    <a:pt x="57601" y="334311"/>
                  </a:lnTo>
                  <a:lnTo>
                    <a:pt x="62929" y="334137"/>
                  </a:lnTo>
                  <a:lnTo>
                    <a:pt x="68248" y="333794"/>
                  </a:lnTo>
                  <a:lnTo>
                    <a:pt x="73553" y="333281"/>
                  </a:lnTo>
                  <a:lnTo>
                    <a:pt x="78840" y="332599"/>
                  </a:lnTo>
                  <a:lnTo>
                    <a:pt x="84102" y="331749"/>
                  </a:lnTo>
                  <a:lnTo>
                    <a:pt x="89334" y="330732"/>
                  </a:lnTo>
                  <a:lnTo>
                    <a:pt x="94531" y="329548"/>
                  </a:lnTo>
                  <a:lnTo>
                    <a:pt x="99688" y="328199"/>
                  </a:lnTo>
                  <a:lnTo>
                    <a:pt x="104799" y="326687"/>
                  </a:lnTo>
                  <a:lnTo>
                    <a:pt x="109860" y="325012"/>
                  </a:lnTo>
                  <a:lnTo>
                    <a:pt x="114864" y="323177"/>
                  </a:lnTo>
                  <a:lnTo>
                    <a:pt x="119807" y="321183"/>
                  </a:lnTo>
                  <a:lnTo>
                    <a:pt x="124685" y="319033"/>
                  </a:lnTo>
                  <a:lnTo>
                    <a:pt x="129491" y="316728"/>
                  </a:lnTo>
                  <a:lnTo>
                    <a:pt x="134221" y="314271"/>
                  </a:lnTo>
                  <a:lnTo>
                    <a:pt x="138871" y="311665"/>
                  </a:lnTo>
                  <a:lnTo>
                    <a:pt x="143435" y="308912"/>
                  </a:lnTo>
                  <a:lnTo>
                    <a:pt x="147909" y="306014"/>
                  </a:lnTo>
                  <a:lnTo>
                    <a:pt x="152288" y="302976"/>
                  </a:lnTo>
                  <a:lnTo>
                    <a:pt x="156568" y="299799"/>
                  </a:lnTo>
                  <a:lnTo>
                    <a:pt x="160745" y="296488"/>
                  </a:lnTo>
                  <a:lnTo>
                    <a:pt x="164814" y="293045"/>
                  </a:lnTo>
                  <a:lnTo>
                    <a:pt x="168771" y="289474"/>
                  </a:lnTo>
                  <a:lnTo>
                    <a:pt x="172613" y="285778"/>
                  </a:lnTo>
                  <a:lnTo>
                    <a:pt x="176334" y="281963"/>
                  </a:lnTo>
                  <a:lnTo>
                    <a:pt x="179933" y="278030"/>
                  </a:lnTo>
                  <a:lnTo>
                    <a:pt x="183403" y="273985"/>
                  </a:lnTo>
                  <a:lnTo>
                    <a:pt x="186744" y="269831"/>
                  </a:lnTo>
                  <a:lnTo>
                    <a:pt x="189950" y="265573"/>
                  </a:lnTo>
                  <a:lnTo>
                    <a:pt x="193018" y="261214"/>
                  </a:lnTo>
                  <a:lnTo>
                    <a:pt x="195946" y="256760"/>
                  </a:lnTo>
                  <a:lnTo>
                    <a:pt x="198731" y="252215"/>
                  </a:lnTo>
                  <a:lnTo>
                    <a:pt x="201369" y="247584"/>
                  </a:lnTo>
                  <a:lnTo>
                    <a:pt x="203859" y="242871"/>
                  </a:lnTo>
                  <a:lnTo>
                    <a:pt x="206196" y="238080"/>
                  </a:lnTo>
                  <a:lnTo>
                    <a:pt x="208380" y="233218"/>
                  </a:lnTo>
                  <a:lnTo>
                    <a:pt x="210408" y="228289"/>
                  </a:lnTo>
                  <a:lnTo>
                    <a:pt x="212278" y="223297"/>
                  </a:lnTo>
                  <a:lnTo>
                    <a:pt x="213987" y="218248"/>
                  </a:lnTo>
                  <a:lnTo>
                    <a:pt x="215535" y="213148"/>
                  </a:lnTo>
                  <a:lnTo>
                    <a:pt x="216919" y="208000"/>
                  </a:lnTo>
                  <a:lnTo>
                    <a:pt x="218138" y="202811"/>
                  </a:lnTo>
                  <a:lnTo>
                    <a:pt x="219192" y="197586"/>
                  </a:lnTo>
                  <a:lnTo>
                    <a:pt x="220078" y="192330"/>
                  </a:lnTo>
                  <a:lnTo>
                    <a:pt x="220796" y="187049"/>
                  </a:lnTo>
                  <a:lnTo>
                    <a:pt x="221346" y="181747"/>
                  </a:lnTo>
                  <a:lnTo>
                    <a:pt x="221726" y="176430"/>
                  </a:lnTo>
                  <a:lnTo>
                    <a:pt x="221936" y="171104"/>
                  </a:lnTo>
                  <a:lnTo>
                    <a:pt x="221977" y="165774"/>
                  </a:lnTo>
                  <a:lnTo>
                    <a:pt x="221848" y="160445"/>
                  </a:lnTo>
                  <a:lnTo>
                    <a:pt x="221548" y="155123"/>
                  </a:lnTo>
                  <a:lnTo>
                    <a:pt x="221080" y="149814"/>
                  </a:lnTo>
                  <a:lnTo>
                    <a:pt x="220442" y="144522"/>
                  </a:lnTo>
                  <a:lnTo>
                    <a:pt x="219636" y="139253"/>
                  </a:lnTo>
                  <a:lnTo>
                    <a:pt x="218662" y="134012"/>
                  </a:lnTo>
                  <a:lnTo>
                    <a:pt x="217522" y="128806"/>
                  </a:lnTo>
                  <a:lnTo>
                    <a:pt x="216216" y="123638"/>
                  </a:lnTo>
                  <a:lnTo>
                    <a:pt x="214746" y="118514"/>
                  </a:lnTo>
                  <a:lnTo>
                    <a:pt x="213114" y="113440"/>
                  </a:lnTo>
                  <a:lnTo>
                    <a:pt x="211320" y="108420"/>
                  </a:lnTo>
                  <a:lnTo>
                    <a:pt x="209368" y="103461"/>
                  </a:lnTo>
                  <a:lnTo>
                    <a:pt x="207258" y="98566"/>
                  </a:lnTo>
                  <a:lnTo>
                    <a:pt x="204994" y="93740"/>
                  </a:lnTo>
                  <a:lnTo>
                    <a:pt x="202576" y="88990"/>
                  </a:lnTo>
                  <a:lnTo>
                    <a:pt x="200009" y="84319"/>
                  </a:lnTo>
                  <a:lnTo>
                    <a:pt x="197294" y="79732"/>
                  </a:lnTo>
                  <a:lnTo>
                    <a:pt x="194434" y="75234"/>
                  </a:lnTo>
                  <a:lnTo>
                    <a:pt x="191432" y="70829"/>
                  </a:lnTo>
                  <a:lnTo>
                    <a:pt x="188291" y="66523"/>
                  </a:lnTo>
                  <a:lnTo>
                    <a:pt x="185014" y="62319"/>
                  </a:lnTo>
                  <a:lnTo>
                    <a:pt x="181605" y="58221"/>
                  </a:lnTo>
                  <a:lnTo>
                    <a:pt x="178068" y="54234"/>
                  </a:lnTo>
                  <a:lnTo>
                    <a:pt x="174404" y="50362"/>
                  </a:lnTo>
                  <a:lnTo>
                    <a:pt x="170620" y="46609"/>
                  </a:lnTo>
                  <a:lnTo>
                    <a:pt x="166717" y="42978"/>
                  </a:lnTo>
                  <a:lnTo>
                    <a:pt x="162701" y="39473"/>
                  </a:lnTo>
                  <a:lnTo>
                    <a:pt x="158575" y="36099"/>
                  </a:lnTo>
                  <a:lnTo>
                    <a:pt x="154344" y="32857"/>
                  </a:lnTo>
                  <a:lnTo>
                    <a:pt x="150011" y="29753"/>
                  </a:lnTo>
                  <a:lnTo>
                    <a:pt x="145582" y="26787"/>
                  </a:lnTo>
                  <a:lnTo>
                    <a:pt x="141060" y="23965"/>
                  </a:lnTo>
                  <a:lnTo>
                    <a:pt x="136451" y="21288"/>
                  </a:lnTo>
                  <a:lnTo>
                    <a:pt x="131758" y="18760"/>
                  </a:lnTo>
                  <a:lnTo>
                    <a:pt x="126988" y="16382"/>
                  </a:lnTo>
                  <a:lnTo>
                    <a:pt x="122144" y="14158"/>
                  </a:lnTo>
                  <a:lnTo>
                    <a:pt x="117231" y="12089"/>
                  </a:lnTo>
                  <a:lnTo>
                    <a:pt x="112256" y="10178"/>
                  </a:lnTo>
                  <a:lnTo>
                    <a:pt x="107221" y="8426"/>
                  </a:lnTo>
                  <a:lnTo>
                    <a:pt x="102134" y="6836"/>
                  </a:lnTo>
                  <a:lnTo>
                    <a:pt x="96998" y="5409"/>
                  </a:lnTo>
                  <a:lnTo>
                    <a:pt x="91820" y="4147"/>
                  </a:lnTo>
                  <a:lnTo>
                    <a:pt x="86603" y="3050"/>
                  </a:lnTo>
                  <a:lnTo>
                    <a:pt x="81355" y="2120"/>
                  </a:lnTo>
                  <a:lnTo>
                    <a:pt x="76079" y="1357"/>
                  </a:lnTo>
                  <a:lnTo>
                    <a:pt x="70782" y="764"/>
                  </a:lnTo>
                  <a:lnTo>
                    <a:pt x="65469" y="339"/>
                  </a:lnTo>
                  <a:lnTo>
                    <a:pt x="60145" y="84"/>
                  </a:lnTo>
                  <a:lnTo>
                    <a:pt x="54815" y="0"/>
                  </a:lnTo>
                  <a:lnTo>
                    <a:pt x="5481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52069" y="3707720"/>
              <a:ext cx="166941" cy="167167"/>
            </a:xfrm>
            <a:custGeom>
              <a:avLst/>
              <a:pathLst>
                <a:path w="166941" h="167167">
                  <a:moveTo>
                    <a:pt x="166941" y="0"/>
                  </a:moveTo>
                  <a:lnTo>
                    <a:pt x="161540" y="87"/>
                  </a:lnTo>
                  <a:lnTo>
                    <a:pt x="156145" y="349"/>
                  </a:lnTo>
                  <a:lnTo>
                    <a:pt x="150760" y="784"/>
                  </a:lnTo>
                  <a:lnTo>
                    <a:pt x="145393" y="1394"/>
                  </a:lnTo>
                  <a:lnTo>
                    <a:pt x="140048" y="2177"/>
                  </a:lnTo>
                  <a:lnTo>
                    <a:pt x="134731" y="3132"/>
                  </a:lnTo>
                  <a:lnTo>
                    <a:pt x="129448" y="4258"/>
                  </a:lnTo>
                  <a:lnTo>
                    <a:pt x="124204" y="5555"/>
                  </a:lnTo>
                  <a:lnTo>
                    <a:pt x="119005" y="7020"/>
                  </a:lnTo>
                  <a:lnTo>
                    <a:pt x="113856" y="8652"/>
                  </a:lnTo>
                  <a:lnTo>
                    <a:pt x="108762" y="10450"/>
                  </a:lnTo>
                  <a:lnTo>
                    <a:pt x="103729" y="12412"/>
                  </a:lnTo>
                  <a:lnTo>
                    <a:pt x="98762" y="14535"/>
                  </a:lnTo>
                  <a:lnTo>
                    <a:pt x="93866" y="16817"/>
                  </a:lnTo>
                  <a:lnTo>
                    <a:pt x="89046" y="19257"/>
                  </a:lnTo>
                  <a:lnTo>
                    <a:pt x="84308" y="21851"/>
                  </a:lnTo>
                  <a:lnTo>
                    <a:pt x="79656" y="24597"/>
                  </a:lnTo>
                  <a:lnTo>
                    <a:pt x="75095" y="27491"/>
                  </a:lnTo>
                  <a:lnTo>
                    <a:pt x="70630" y="30532"/>
                  </a:lnTo>
                  <a:lnTo>
                    <a:pt x="66266" y="33715"/>
                  </a:lnTo>
                  <a:lnTo>
                    <a:pt x="62007" y="37037"/>
                  </a:lnTo>
                  <a:lnTo>
                    <a:pt x="57857" y="40496"/>
                  </a:lnTo>
                  <a:lnTo>
                    <a:pt x="53821" y="44086"/>
                  </a:lnTo>
                  <a:lnTo>
                    <a:pt x="49904" y="47805"/>
                  </a:lnTo>
                  <a:lnTo>
                    <a:pt x="46108" y="51649"/>
                  </a:lnTo>
                  <a:lnTo>
                    <a:pt x="42439" y="55613"/>
                  </a:lnTo>
                  <a:lnTo>
                    <a:pt x="38900" y="59694"/>
                  </a:lnTo>
                  <a:lnTo>
                    <a:pt x="35494" y="63887"/>
                  </a:lnTo>
                  <a:lnTo>
                    <a:pt x="32226" y="68188"/>
                  </a:lnTo>
                  <a:lnTo>
                    <a:pt x="29098" y="72593"/>
                  </a:lnTo>
                  <a:lnTo>
                    <a:pt x="26115" y="77096"/>
                  </a:lnTo>
                  <a:lnTo>
                    <a:pt x="23278" y="81693"/>
                  </a:lnTo>
                  <a:lnTo>
                    <a:pt x="20591" y="86379"/>
                  </a:lnTo>
                  <a:lnTo>
                    <a:pt x="18058" y="91150"/>
                  </a:lnTo>
                  <a:lnTo>
                    <a:pt x="15679" y="96000"/>
                  </a:lnTo>
                  <a:lnTo>
                    <a:pt x="13459" y="100924"/>
                  </a:lnTo>
                  <a:lnTo>
                    <a:pt x="11399" y="105918"/>
                  </a:lnTo>
                  <a:lnTo>
                    <a:pt x="9501" y="110975"/>
                  </a:lnTo>
                  <a:lnTo>
                    <a:pt x="7768" y="116091"/>
                  </a:lnTo>
                  <a:lnTo>
                    <a:pt x="6200" y="121261"/>
                  </a:lnTo>
                  <a:lnTo>
                    <a:pt x="4801" y="126478"/>
                  </a:lnTo>
                  <a:lnTo>
                    <a:pt x="3571" y="131738"/>
                  </a:lnTo>
                  <a:lnTo>
                    <a:pt x="2512" y="137035"/>
                  </a:lnTo>
                  <a:lnTo>
                    <a:pt x="1624" y="142364"/>
                  </a:lnTo>
                  <a:lnTo>
                    <a:pt x="909" y="147718"/>
                  </a:lnTo>
                  <a:lnTo>
                    <a:pt x="367" y="153093"/>
                  </a:lnTo>
                  <a:lnTo>
                    <a:pt x="0" y="158482"/>
                  </a:lnTo>
                  <a:lnTo>
                    <a:pt x="16694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51854" y="3707728"/>
              <a:ext cx="334318" cy="334324"/>
            </a:xfrm>
            <a:custGeom>
              <a:avLst/>
              <a:pathLst>
                <a:path w="334318" h="334324">
                  <a:moveTo>
                    <a:pt x="214" y="158475"/>
                  </a:moveTo>
                  <a:lnTo>
                    <a:pt x="23" y="163770"/>
                  </a:lnTo>
                  <a:lnTo>
                    <a:pt x="0" y="169069"/>
                  </a:lnTo>
                  <a:lnTo>
                    <a:pt x="144" y="174366"/>
                  </a:lnTo>
                  <a:lnTo>
                    <a:pt x="456" y="179656"/>
                  </a:lnTo>
                  <a:lnTo>
                    <a:pt x="936" y="184933"/>
                  </a:lnTo>
                  <a:lnTo>
                    <a:pt x="1583" y="190193"/>
                  </a:lnTo>
                  <a:lnTo>
                    <a:pt x="2396" y="195429"/>
                  </a:lnTo>
                  <a:lnTo>
                    <a:pt x="3375" y="200637"/>
                  </a:lnTo>
                  <a:lnTo>
                    <a:pt x="4518" y="205811"/>
                  </a:lnTo>
                  <a:lnTo>
                    <a:pt x="5825" y="210947"/>
                  </a:lnTo>
                  <a:lnTo>
                    <a:pt x="7294" y="216038"/>
                  </a:lnTo>
                  <a:lnTo>
                    <a:pt x="8924" y="221080"/>
                  </a:lnTo>
                  <a:lnTo>
                    <a:pt x="10712" y="226068"/>
                  </a:lnTo>
                  <a:lnTo>
                    <a:pt x="12658" y="230997"/>
                  </a:lnTo>
                  <a:lnTo>
                    <a:pt x="14759" y="235862"/>
                  </a:lnTo>
                  <a:lnTo>
                    <a:pt x="17013" y="240658"/>
                  </a:lnTo>
                  <a:lnTo>
                    <a:pt x="19418" y="245379"/>
                  </a:lnTo>
                  <a:lnTo>
                    <a:pt x="21971" y="250023"/>
                  </a:lnTo>
                  <a:lnTo>
                    <a:pt x="24670" y="254583"/>
                  </a:lnTo>
                  <a:lnTo>
                    <a:pt x="27513" y="259055"/>
                  </a:lnTo>
                  <a:lnTo>
                    <a:pt x="30496" y="263435"/>
                  </a:lnTo>
                  <a:lnTo>
                    <a:pt x="33616" y="267718"/>
                  </a:lnTo>
                  <a:lnTo>
                    <a:pt x="36870" y="271900"/>
                  </a:lnTo>
                  <a:lnTo>
                    <a:pt x="40255" y="275977"/>
                  </a:lnTo>
                  <a:lnTo>
                    <a:pt x="43768" y="279944"/>
                  </a:lnTo>
                  <a:lnTo>
                    <a:pt x="47405" y="283798"/>
                  </a:lnTo>
                  <a:lnTo>
                    <a:pt x="51162" y="287535"/>
                  </a:lnTo>
                  <a:lnTo>
                    <a:pt x="55035" y="291151"/>
                  </a:lnTo>
                  <a:lnTo>
                    <a:pt x="59021" y="294642"/>
                  </a:lnTo>
                  <a:lnTo>
                    <a:pt x="63116" y="298006"/>
                  </a:lnTo>
                  <a:lnTo>
                    <a:pt x="67316" y="301238"/>
                  </a:lnTo>
                  <a:lnTo>
                    <a:pt x="71616" y="304335"/>
                  </a:lnTo>
                  <a:lnTo>
                    <a:pt x="76011" y="307294"/>
                  </a:lnTo>
                  <a:lnTo>
                    <a:pt x="80499" y="310112"/>
                  </a:lnTo>
                  <a:lnTo>
                    <a:pt x="85073" y="312787"/>
                  </a:lnTo>
                  <a:lnTo>
                    <a:pt x="89730" y="315316"/>
                  </a:lnTo>
                  <a:lnTo>
                    <a:pt x="94465" y="317695"/>
                  </a:lnTo>
                  <a:lnTo>
                    <a:pt x="99272" y="319923"/>
                  </a:lnTo>
                  <a:lnTo>
                    <a:pt x="104148" y="321998"/>
                  </a:lnTo>
                  <a:lnTo>
                    <a:pt x="109088" y="323918"/>
                  </a:lnTo>
                  <a:lnTo>
                    <a:pt x="114085" y="325679"/>
                  </a:lnTo>
                  <a:lnTo>
                    <a:pt x="119136" y="327282"/>
                  </a:lnTo>
                  <a:lnTo>
                    <a:pt x="124235" y="328723"/>
                  </a:lnTo>
                  <a:lnTo>
                    <a:pt x="129378" y="330002"/>
                  </a:lnTo>
                  <a:lnTo>
                    <a:pt x="134558" y="331118"/>
                  </a:lnTo>
                  <a:lnTo>
                    <a:pt x="139771" y="332069"/>
                  </a:lnTo>
                  <a:lnTo>
                    <a:pt x="145012" y="332854"/>
                  </a:lnTo>
                  <a:lnTo>
                    <a:pt x="150274" y="333473"/>
                  </a:lnTo>
                  <a:lnTo>
                    <a:pt x="155554" y="333924"/>
                  </a:lnTo>
                  <a:lnTo>
                    <a:pt x="160846" y="334208"/>
                  </a:lnTo>
                  <a:lnTo>
                    <a:pt x="166143" y="334324"/>
                  </a:lnTo>
                  <a:lnTo>
                    <a:pt x="171442" y="334272"/>
                  </a:lnTo>
                  <a:lnTo>
                    <a:pt x="176737" y="334052"/>
                  </a:lnTo>
                  <a:lnTo>
                    <a:pt x="182021" y="333665"/>
                  </a:lnTo>
                  <a:lnTo>
                    <a:pt x="187291" y="333110"/>
                  </a:lnTo>
                  <a:lnTo>
                    <a:pt x="192541" y="332388"/>
                  </a:lnTo>
                  <a:lnTo>
                    <a:pt x="197765" y="331501"/>
                  </a:lnTo>
                  <a:lnTo>
                    <a:pt x="202959" y="330448"/>
                  </a:lnTo>
                  <a:lnTo>
                    <a:pt x="208116" y="329231"/>
                  </a:lnTo>
                  <a:lnTo>
                    <a:pt x="213232" y="327852"/>
                  </a:lnTo>
                  <a:lnTo>
                    <a:pt x="218302" y="326311"/>
                  </a:lnTo>
                  <a:lnTo>
                    <a:pt x="223321" y="324610"/>
                  </a:lnTo>
                  <a:lnTo>
                    <a:pt x="228283" y="322750"/>
                  </a:lnTo>
                  <a:lnTo>
                    <a:pt x="233184" y="320735"/>
                  </a:lnTo>
                  <a:lnTo>
                    <a:pt x="238018" y="318565"/>
                  </a:lnTo>
                  <a:lnTo>
                    <a:pt x="242781" y="316243"/>
                  </a:lnTo>
                  <a:lnTo>
                    <a:pt x="247469" y="313771"/>
                  </a:lnTo>
                  <a:lnTo>
                    <a:pt x="252075" y="311152"/>
                  </a:lnTo>
                  <a:lnTo>
                    <a:pt x="256596" y="308388"/>
                  </a:lnTo>
                  <a:lnTo>
                    <a:pt x="261028" y="305482"/>
                  </a:lnTo>
                  <a:lnTo>
                    <a:pt x="265364" y="302437"/>
                  </a:lnTo>
                  <a:lnTo>
                    <a:pt x="269603" y="299257"/>
                  </a:lnTo>
                  <a:lnTo>
                    <a:pt x="273738" y="295943"/>
                  </a:lnTo>
                  <a:lnTo>
                    <a:pt x="277766" y="292500"/>
                  </a:lnTo>
                  <a:lnTo>
                    <a:pt x="281683" y="288932"/>
                  </a:lnTo>
                  <a:lnTo>
                    <a:pt x="285485" y="285241"/>
                  </a:lnTo>
                  <a:lnTo>
                    <a:pt x="289169" y="281431"/>
                  </a:lnTo>
                  <a:lnTo>
                    <a:pt x="292729" y="277506"/>
                  </a:lnTo>
                  <a:lnTo>
                    <a:pt x="296163" y="273471"/>
                  </a:lnTo>
                  <a:lnTo>
                    <a:pt x="299468" y="269328"/>
                  </a:lnTo>
                  <a:lnTo>
                    <a:pt x="302640" y="265083"/>
                  </a:lnTo>
                  <a:lnTo>
                    <a:pt x="305676" y="260740"/>
                  </a:lnTo>
                  <a:lnTo>
                    <a:pt x="308572" y="256303"/>
                  </a:lnTo>
                  <a:lnTo>
                    <a:pt x="311326" y="251776"/>
                  </a:lnTo>
                  <a:lnTo>
                    <a:pt x="313936" y="247164"/>
                  </a:lnTo>
                  <a:lnTo>
                    <a:pt x="316398" y="242471"/>
                  </a:lnTo>
                  <a:lnTo>
                    <a:pt x="318710" y="237703"/>
                  </a:lnTo>
                  <a:lnTo>
                    <a:pt x="320870" y="232864"/>
                  </a:lnTo>
                  <a:lnTo>
                    <a:pt x="322875" y="227959"/>
                  </a:lnTo>
                  <a:lnTo>
                    <a:pt x="324724" y="222993"/>
                  </a:lnTo>
                  <a:lnTo>
                    <a:pt x="326414" y="217971"/>
                  </a:lnTo>
                  <a:lnTo>
                    <a:pt x="327945" y="212898"/>
                  </a:lnTo>
                  <a:lnTo>
                    <a:pt x="329313" y="207779"/>
                  </a:lnTo>
                  <a:lnTo>
                    <a:pt x="330519" y="202619"/>
                  </a:lnTo>
                  <a:lnTo>
                    <a:pt x="331561" y="197423"/>
                  </a:lnTo>
                  <a:lnTo>
                    <a:pt x="332438" y="192197"/>
                  </a:lnTo>
                  <a:lnTo>
                    <a:pt x="333148" y="186946"/>
                  </a:lnTo>
                  <a:lnTo>
                    <a:pt x="333692" y="181675"/>
                  </a:lnTo>
                  <a:lnTo>
                    <a:pt x="334068" y="176389"/>
                  </a:lnTo>
                  <a:lnTo>
                    <a:pt x="334277" y="171094"/>
                  </a:lnTo>
                  <a:lnTo>
                    <a:pt x="334318" y="165795"/>
                  </a:lnTo>
                  <a:lnTo>
                    <a:pt x="334191" y="160498"/>
                  </a:lnTo>
                  <a:lnTo>
                    <a:pt x="333896" y="155207"/>
                  </a:lnTo>
                  <a:lnTo>
                    <a:pt x="333433" y="149928"/>
                  </a:lnTo>
                  <a:lnTo>
                    <a:pt x="332803" y="144667"/>
                  </a:lnTo>
                  <a:lnTo>
                    <a:pt x="332007" y="139428"/>
                  </a:lnTo>
                  <a:lnTo>
                    <a:pt x="331045" y="134217"/>
                  </a:lnTo>
                  <a:lnTo>
                    <a:pt x="329919" y="129039"/>
                  </a:lnTo>
                  <a:lnTo>
                    <a:pt x="328629" y="123899"/>
                  </a:lnTo>
                  <a:lnTo>
                    <a:pt x="327177" y="118803"/>
                  </a:lnTo>
                  <a:lnTo>
                    <a:pt x="325564" y="113756"/>
                  </a:lnTo>
                  <a:lnTo>
                    <a:pt x="323791" y="108762"/>
                  </a:lnTo>
                  <a:lnTo>
                    <a:pt x="321862" y="103827"/>
                  </a:lnTo>
                  <a:lnTo>
                    <a:pt x="319777" y="98955"/>
                  </a:lnTo>
                  <a:lnTo>
                    <a:pt x="317538" y="94152"/>
                  </a:lnTo>
                  <a:lnTo>
                    <a:pt x="315149" y="89422"/>
                  </a:lnTo>
                  <a:lnTo>
                    <a:pt x="312610" y="84771"/>
                  </a:lnTo>
                  <a:lnTo>
                    <a:pt x="309926" y="80202"/>
                  </a:lnTo>
                  <a:lnTo>
                    <a:pt x="307098" y="75720"/>
                  </a:lnTo>
                  <a:lnTo>
                    <a:pt x="304130" y="71331"/>
                  </a:lnTo>
                  <a:lnTo>
                    <a:pt x="301024" y="67038"/>
                  </a:lnTo>
                  <a:lnTo>
                    <a:pt x="297783" y="62845"/>
                  </a:lnTo>
                  <a:lnTo>
                    <a:pt x="294411" y="58757"/>
                  </a:lnTo>
                  <a:lnTo>
                    <a:pt x="290911" y="54778"/>
                  </a:lnTo>
                  <a:lnTo>
                    <a:pt x="287287" y="50912"/>
                  </a:lnTo>
                  <a:lnTo>
                    <a:pt x="283542" y="47163"/>
                  </a:lnTo>
                  <a:lnTo>
                    <a:pt x="279681" y="43535"/>
                  </a:lnTo>
                  <a:lnTo>
                    <a:pt x="275706" y="40030"/>
                  </a:lnTo>
                  <a:lnTo>
                    <a:pt x="271622" y="36654"/>
                  </a:lnTo>
                  <a:lnTo>
                    <a:pt x="267433" y="33408"/>
                  </a:lnTo>
                  <a:lnTo>
                    <a:pt x="263143" y="30297"/>
                  </a:lnTo>
                  <a:lnTo>
                    <a:pt x="258757" y="27324"/>
                  </a:lnTo>
                  <a:lnTo>
                    <a:pt x="254279" y="24491"/>
                  </a:lnTo>
                  <a:lnTo>
                    <a:pt x="249714" y="21801"/>
                  </a:lnTo>
                  <a:lnTo>
                    <a:pt x="245065" y="19257"/>
                  </a:lnTo>
                  <a:lnTo>
                    <a:pt x="240338" y="16862"/>
                  </a:lnTo>
                  <a:lnTo>
                    <a:pt x="235538" y="14618"/>
                  </a:lnTo>
                  <a:lnTo>
                    <a:pt x="230668" y="12527"/>
                  </a:lnTo>
                  <a:lnTo>
                    <a:pt x="225735" y="10592"/>
                  </a:lnTo>
                  <a:lnTo>
                    <a:pt x="220744" y="8814"/>
                  </a:lnTo>
                  <a:lnTo>
                    <a:pt x="215698" y="7195"/>
                  </a:lnTo>
                  <a:lnTo>
                    <a:pt x="210603" y="5737"/>
                  </a:lnTo>
                  <a:lnTo>
                    <a:pt x="205465" y="4441"/>
                  </a:lnTo>
                  <a:lnTo>
                    <a:pt x="200289" y="3309"/>
                  </a:lnTo>
                  <a:lnTo>
                    <a:pt x="195079" y="2341"/>
                  </a:lnTo>
                  <a:lnTo>
                    <a:pt x="189841" y="1539"/>
                  </a:lnTo>
                  <a:lnTo>
                    <a:pt x="184580" y="903"/>
                  </a:lnTo>
                  <a:lnTo>
                    <a:pt x="179302" y="434"/>
                  </a:lnTo>
                  <a:lnTo>
                    <a:pt x="174011" y="133"/>
                  </a:lnTo>
                  <a:lnTo>
                    <a:pt x="168714" y="0"/>
                  </a:lnTo>
                  <a:lnTo>
                    <a:pt x="167156" y="167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919011" y="3707720"/>
              <a:ext cx="1557" cy="167167"/>
            </a:xfrm>
            <a:custGeom>
              <a:avLst/>
              <a:pathLst>
                <a:path w="1557" h="167167">
                  <a:moveTo>
                    <a:pt x="1557" y="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tx77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5" name="tx79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2025-06-05T21:53:34Z</dcterms:modified>
  <cp:category/>
</cp:coreProperties>
</file>