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8477" y="24600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7641" y="3170392"/>
              <a:ext cx="36138" cy="167167"/>
            </a:xfrm>
            <a:custGeom>
              <a:avLst/>
              <a:pathLst>
                <a:path w="36138" h="167167">
                  <a:moveTo>
                    <a:pt x="36138" y="0"/>
                  </a:moveTo>
                  <a:lnTo>
                    <a:pt x="28855" y="158"/>
                  </a:lnTo>
                  <a:lnTo>
                    <a:pt x="21586" y="634"/>
                  </a:lnTo>
                  <a:lnTo>
                    <a:pt x="14344" y="1426"/>
                  </a:lnTo>
                  <a:lnTo>
                    <a:pt x="7144" y="2533"/>
                  </a:lnTo>
                  <a:lnTo>
                    <a:pt x="0" y="3952"/>
                  </a:lnTo>
                  <a:lnTo>
                    <a:pt x="3613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47641" y="3174345"/>
              <a:ext cx="36138" cy="163214"/>
            </a:xfrm>
            <a:custGeom>
              <a:avLst/>
              <a:pathLst>
                <a:path w="36138" h="163214">
                  <a:moveTo>
                    <a:pt x="0" y="0"/>
                  </a:moveTo>
                  <a:lnTo>
                    <a:pt x="36138" y="1632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816620" y="3170838"/>
              <a:ext cx="334320" cy="333885"/>
            </a:xfrm>
            <a:custGeom>
              <a:avLst/>
              <a:pathLst>
                <a:path w="334320" h="333885">
                  <a:moveTo>
                    <a:pt x="131020" y="3507"/>
                  </a:moveTo>
                  <a:lnTo>
                    <a:pt x="125864" y="4734"/>
                  </a:lnTo>
                  <a:lnTo>
                    <a:pt x="120750" y="6125"/>
                  </a:lnTo>
                  <a:lnTo>
                    <a:pt x="115682" y="7676"/>
                  </a:lnTo>
                  <a:lnTo>
                    <a:pt x="110667" y="9388"/>
                  </a:lnTo>
                  <a:lnTo>
                    <a:pt x="105708" y="11258"/>
                  </a:lnTo>
                  <a:lnTo>
                    <a:pt x="100810" y="13284"/>
                  </a:lnTo>
                  <a:lnTo>
                    <a:pt x="95980" y="15464"/>
                  </a:lnTo>
                  <a:lnTo>
                    <a:pt x="91221" y="17797"/>
                  </a:lnTo>
                  <a:lnTo>
                    <a:pt x="86538" y="20279"/>
                  </a:lnTo>
                  <a:lnTo>
                    <a:pt x="81936" y="22908"/>
                  </a:lnTo>
                  <a:lnTo>
                    <a:pt x="77420" y="25682"/>
                  </a:lnTo>
                  <a:lnTo>
                    <a:pt x="72995" y="28597"/>
                  </a:lnTo>
                  <a:lnTo>
                    <a:pt x="68663" y="31652"/>
                  </a:lnTo>
                  <a:lnTo>
                    <a:pt x="64431" y="34842"/>
                  </a:lnTo>
                  <a:lnTo>
                    <a:pt x="60302" y="38164"/>
                  </a:lnTo>
                  <a:lnTo>
                    <a:pt x="56281" y="41616"/>
                  </a:lnTo>
                  <a:lnTo>
                    <a:pt x="52371" y="45194"/>
                  </a:lnTo>
                  <a:lnTo>
                    <a:pt x="48576" y="48894"/>
                  </a:lnTo>
                  <a:lnTo>
                    <a:pt x="44901" y="52712"/>
                  </a:lnTo>
                  <a:lnTo>
                    <a:pt x="41348" y="56645"/>
                  </a:lnTo>
                  <a:lnTo>
                    <a:pt x="37922" y="60688"/>
                  </a:lnTo>
                  <a:lnTo>
                    <a:pt x="34626" y="64838"/>
                  </a:lnTo>
                  <a:lnTo>
                    <a:pt x="31462" y="69091"/>
                  </a:lnTo>
                  <a:lnTo>
                    <a:pt x="28436" y="73441"/>
                  </a:lnTo>
                  <a:lnTo>
                    <a:pt x="25549" y="77886"/>
                  </a:lnTo>
                  <a:lnTo>
                    <a:pt x="22804" y="82419"/>
                  </a:lnTo>
                  <a:lnTo>
                    <a:pt x="20204" y="87038"/>
                  </a:lnTo>
                  <a:lnTo>
                    <a:pt x="17752" y="91736"/>
                  </a:lnTo>
                  <a:lnTo>
                    <a:pt x="15450" y="96510"/>
                  </a:lnTo>
                  <a:lnTo>
                    <a:pt x="13300" y="101354"/>
                  </a:lnTo>
                  <a:lnTo>
                    <a:pt x="11306" y="106264"/>
                  </a:lnTo>
                  <a:lnTo>
                    <a:pt x="9468" y="111235"/>
                  </a:lnTo>
                  <a:lnTo>
                    <a:pt x="7788" y="116262"/>
                  </a:lnTo>
                  <a:lnTo>
                    <a:pt x="6268" y="121339"/>
                  </a:lnTo>
                  <a:lnTo>
                    <a:pt x="4911" y="126462"/>
                  </a:lnTo>
                  <a:lnTo>
                    <a:pt x="3716" y="131625"/>
                  </a:lnTo>
                  <a:lnTo>
                    <a:pt x="2686" y="136824"/>
                  </a:lnTo>
                  <a:lnTo>
                    <a:pt x="1821" y="142053"/>
                  </a:lnTo>
                  <a:lnTo>
                    <a:pt x="1122" y="147306"/>
                  </a:lnTo>
                  <a:lnTo>
                    <a:pt x="590" y="152579"/>
                  </a:lnTo>
                  <a:lnTo>
                    <a:pt x="225" y="157867"/>
                  </a:lnTo>
                  <a:lnTo>
                    <a:pt x="28" y="163163"/>
                  </a:lnTo>
                  <a:lnTo>
                    <a:pt x="0" y="168463"/>
                  </a:lnTo>
                  <a:lnTo>
                    <a:pt x="139" y="173761"/>
                  </a:lnTo>
                  <a:lnTo>
                    <a:pt x="446" y="179051"/>
                  </a:lnTo>
                  <a:lnTo>
                    <a:pt x="920" y="184330"/>
                  </a:lnTo>
                  <a:lnTo>
                    <a:pt x="1562" y="189591"/>
                  </a:lnTo>
                  <a:lnTo>
                    <a:pt x="2370" y="194829"/>
                  </a:lnTo>
                  <a:lnTo>
                    <a:pt x="3344" y="200038"/>
                  </a:lnTo>
                  <a:lnTo>
                    <a:pt x="4483" y="205214"/>
                  </a:lnTo>
                  <a:lnTo>
                    <a:pt x="5785" y="210352"/>
                  </a:lnTo>
                  <a:lnTo>
                    <a:pt x="7249" y="215445"/>
                  </a:lnTo>
                  <a:lnTo>
                    <a:pt x="8874" y="220490"/>
                  </a:lnTo>
                  <a:lnTo>
                    <a:pt x="10658" y="225480"/>
                  </a:lnTo>
                  <a:lnTo>
                    <a:pt x="12599" y="230412"/>
                  </a:lnTo>
                  <a:lnTo>
                    <a:pt x="14696" y="235279"/>
                  </a:lnTo>
                  <a:lnTo>
                    <a:pt x="16946" y="240078"/>
                  </a:lnTo>
                  <a:lnTo>
                    <a:pt x="19346" y="244803"/>
                  </a:lnTo>
                  <a:lnTo>
                    <a:pt x="21896" y="249449"/>
                  </a:lnTo>
                  <a:lnTo>
                    <a:pt x="24591" y="254012"/>
                  </a:lnTo>
                  <a:lnTo>
                    <a:pt x="27430" y="258488"/>
                  </a:lnTo>
                  <a:lnTo>
                    <a:pt x="30409" y="262871"/>
                  </a:lnTo>
                  <a:lnTo>
                    <a:pt x="33526" y="267157"/>
                  </a:lnTo>
                  <a:lnTo>
                    <a:pt x="36777" y="271343"/>
                  </a:lnTo>
                  <a:lnTo>
                    <a:pt x="40159" y="275423"/>
                  </a:lnTo>
                  <a:lnTo>
                    <a:pt x="43668" y="279395"/>
                  </a:lnTo>
                  <a:lnTo>
                    <a:pt x="47302" y="283253"/>
                  </a:lnTo>
                  <a:lnTo>
                    <a:pt x="51056" y="286993"/>
                  </a:lnTo>
                  <a:lnTo>
                    <a:pt x="54927" y="290613"/>
                  </a:lnTo>
                  <a:lnTo>
                    <a:pt x="58911" y="294109"/>
                  </a:lnTo>
                  <a:lnTo>
                    <a:pt x="63004" y="297476"/>
                  </a:lnTo>
                  <a:lnTo>
                    <a:pt x="67201" y="300712"/>
                  </a:lnTo>
                  <a:lnTo>
                    <a:pt x="71499" y="303813"/>
                  </a:lnTo>
                  <a:lnTo>
                    <a:pt x="75892" y="306777"/>
                  </a:lnTo>
                  <a:lnTo>
                    <a:pt x="80378" y="309599"/>
                  </a:lnTo>
                  <a:lnTo>
                    <a:pt x="84951" y="312279"/>
                  </a:lnTo>
                  <a:lnTo>
                    <a:pt x="89606" y="314811"/>
                  </a:lnTo>
                  <a:lnTo>
                    <a:pt x="94340" y="317195"/>
                  </a:lnTo>
                  <a:lnTo>
                    <a:pt x="99146" y="319428"/>
                  </a:lnTo>
                  <a:lnTo>
                    <a:pt x="104021" y="321507"/>
                  </a:lnTo>
                  <a:lnTo>
                    <a:pt x="108960" y="323431"/>
                  </a:lnTo>
                  <a:lnTo>
                    <a:pt x="113956" y="325197"/>
                  </a:lnTo>
                  <a:lnTo>
                    <a:pt x="119007" y="326804"/>
                  </a:lnTo>
                  <a:lnTo>
                    <a:pt x="124106" y="328250"/>
                  </a:lnTo>
                  <a:lnTo>
                    <a:pt x="129248" y="329533"/>
                  </a:lnTo>
                  <a:lnTo>
                    <a:pt x="134428" y="330653"/>
                  </a:lnTo>
                  <a:lnTo>
                    <a:pt x="139641" y="331608"/>
                  </a:lnTo>
                  <a:lnTo>
                    <a:pt x="144881" y="332398"/>
                  </a:lnTo>
                  <a:lnTo>
                    <a:pt x="150145" y="333021"/>
                  </a:lnTo>
                  <a:lnTo>
                    <a:pt x="155425" y="333476"/>
                  </a:lnTo>
                  <a:lnTo>
                    <a:pt x="160717" y="333764"/>
                  </a:lnTo>
                  <a:lnTo>
                    <a:pt x="166015" y="333885"/>
                  </a:lnTo>
                  <a:lnTo>
                    <a:pt x="171315" y="333837"/>
                  </a:lnTo>
                  <a:lnTo>
                    <a:pt x="176610" y="333621"/>
                  </a:lnTo>
                  <a:lnTo>
                    <a:pt x="181896" y="333238"/>
                  </a:lnTo>
                  <a:lnTo>
                    <a:pt x="187167" y="332687"/>
                  </a:lnTo>
                  <a:lnTo>
                    <a:pt x="192418" y="331969"/>
                  </a:lnTo>
                  <a:lnTo>
                    <a:pt x="197644" y="331085"/>
                  </a:lnTo>
                  <a:lnTo>
                    <a:pt x="202839" y="330036"/>
                  </a:lnTo>
                  <a:lnTo>
                    <a:pt x="207998" y="328823"/>
                  </a:lnTo>
                  <a:lnTo>
                    <a:pt x="213116" y="327447"/>
                  </a:lnTo>
                  <a:lnTo>
                    <a:pt x="218188" y="325909"/>
                  </a:lnTo>
                  <a:lnTo>
                    <a:pt x="223208" y="324212"/>
                  </a:lnTo>
                  <a:lnTo>
                    <a:pt x="228173" y="322356"/>
                  </a:lnTo>
                  <a:lnTo>
                    <a:pt x="233076" y="320343"/>
                  </a:lnTo>
                  <a:lnTo>
                    <a:pt x="237912" y="318177"/>
                  </a:lnTo>
                  <a:lnTo>
                    <a:pt x="242678" y="315858"/>
                  </a:lnTo>
                  <a:lnTo>
                    <a:pt x="247367" y="313389"/>
                  </a:lnTo>
                  <a:lnTo>
                    <a:pt x="251976" y="310772"/>
                  </a:lnTo>
                  <a:lnTo>
                    <a:pt x="256500" y="308011"/>
                  </a:lnTo>
                  <a:lnTo>
                    <a:pt x="260934" y="305108"/>
                  </a:lnTo>
                  <a:lnTo>
                    <a:pt x="265274" y="302066"/>
                  </a:lnTo>
                  <a:lnTo>
                    <a:pt x="269515" y="298888"/>
                  </a:lnTo>
                  <a:lnTo>
                    <a:pt x="273653" y="295577"/>
                  </a:lnTo>
                  <a:lnTo>
                    <a:pt x="277684" y="292136"/>
                  </a:lnTo>
                  <a:lnTo>
                    <a:pt x="281604" y="288569"/>
                  </a:lnTo>
                  <a:lnTo>
                    <a:pt x="285409" y="284880"/>
                  </a:lnTo>
                  <a:lnTo>
                    <a:pt x="289095" y="281072"/>
                  </a:lnTo>
                  <a:lnTo>
                    <a:pt x="292659" y="277149"/>
                  </a:lnTo>
                  <a:lnTo>
                    <a:pt x="296097" y="273116"/>
                  </a:lnTo>
                  <a:lnTo>
                    <a:pt x="299404" y="268975"/>
                  </a:lnTo>
                  <a:lnTo>
                    <a:pt x="302579" y="264731"/>
                  </a:lnTo>
                  <a:lnTo>
                    <a:pt x="305618" y="260389"/>
                  </a:lnTo>
                  <a:lnTo>
                    <a:pt x="308518" y="255953"/>
                  </a:lnTo>
                  <a:lnTo>
                    <a:pt x="311275" y="251427"/>
                  </a:lnTo>
                  <a:lnTo>
                    <a:pt x="313888" y="246816"/>
                  </a:lnTo>
                  <a:lnTo>
                    <a:pt x="316353" y="242124"/>
                  </a:lnTo>
                  <a:lnTo>
                    <a:pt x="318669" y="237357"/>
                  </a:lnTo>
                  <a:lnTo>
                    <a:pt x="320832" y="232519"/>
                  </a:lnTo>
                  <a:lnTo>
                    <a:pt x="322840" y="227614"/>
                  </a:lnTo>
                  <a:lnTo>
                    <a:pt x="324692" y="222649"/>
                  </a:lnTo>
                  <a:lnTo>
                    <a:pt x="326386" y="217627"/>
                  </a:lnTo>
                  <a:lnTo>
                    <a:pt x="327920" y="212554"/>
                  </a:lnTo>
                  <a:lnTo>
                    <a:pt x="329292" y="207435"/>
                  </a:lnTo>
                  <a:lnTo>
                    <a:pt x="330501" y="202275"/>
                  </a:lnTo>
                  <a:lnTo>
                    <a:pt x="331546" y="197079"/>
                  </a:lnTo>
                  <a:lnTo>
                    <a:pt x="332425" y="191852"/>
                  </a:lnTo>
                  <a:lnTo>
                    <a:pt x="333139" y="186601"/>
                  </a:lnTo>
                  <a:lnTo>
                    <a:pt x="333686" y="181329"/>
                  </a:lnTo>
                  <a:lnTo>
                    <a:pt x="334065" y="176043"/>
                  </a:lnTo>
                  <a:lnTo>
                    <a:pt x="334277" y="170748"/>
                  </a:lnTo>
                  <a:lnTo>
                    <a:pt x="334320" y="165448"/>
                  </a:lnTo>
                  <a:lnTo>
                    <a:pt x="334196" y="160150"/>
                  </a:lnTo>
                  <a:lnTo>
                    <a:pt x="333904" y="154858"/>
                  </a:lnTo>
                  <a:lnTo>
                    <a:pt x="333444" y="149578"/>
                  </a:lnTo>
                  <a:lnTo>
                    <a:pt x="332817" y="144315"/>
                  </a:lnTo>
                  <a:lnTo>
                    <a:pt x="332023" y="139075"/>
                  </a:lnTo>
                  <a:lnTo>
                    <a:pt x="331064" y="133863"/>
                  </a:lnTo>
                  <a:lnTo>
                    <a:pt x="329940" y="128684"/>
                  </a:lnTo>
                  <a:lnTo>
                    <a:pt x="328653" y="123543"/>
                  </a:lnTo>
                  <a:lnTo>
                    <a:pt x="327203" y="118445"/>
                  </a:lnTo>
                  <a:lnTo>
                    <a:pt x="325592" y="113396"/>
                  </a:lnTo>
                  <a:lnTo>
                    <a:pt x="323822" y="108400"/>
                  </a:lnTo>
                  <a:lnTo>
                    <a:pt x="321895" y="103464"/>
                  </a:lnTo>
                  <a:lnTo>
                    <a:pt x="319812" y="98590"/>
                  </a:lnTo>
                  <a:lnTo>
                    <a:pt x="317575" y="93785"/>
                  </a:lnTo>
                  <a:lnTo>
                    <a:pt x="315187" y="89054"/>
                  </a:lnTo>
                  <a:lnTo>
                    <a:pt x="312651" y="84400"/>
                  </a:lnTo>
                  <a:lnTo>
                    <a:pt x="309968" y="79830"/>
                  </a:lnTo>
                  <a:lnTo>
                    <a:pt x="307142" y="75346"/>
                  </a:lnTo>
                  <a:lnTo>
                    <a:pt x="304175" y="70955"/>
                  </a:lnTo>
                  <a:lnTo>
                    <a:pt x="301071" y="66660"/>
                  </a:lnTo>
                  <a:lnTo>
                    <a:pt x="297831" y="62465"/>
                  </a:lnTo>
                  <a:lnTo>
                    <a:pt x="294461" y="58375"/>
                  </a:lnTo>
                  <a:lnTo>
                    <a:pt x="290962" y="54394"/>
                  </a:lnTo>
                  <a:lnTo>
                    <a:pt x="287339" y="50526"/>
                  </a:lnTo>
                  <a:lnTo>
                    <a:pt x="283596" y="46775"/>
                  </a:lnTo>
                  <a:lnTo>
                    <a:pt x="279735" y="43144"/>
                  </a:lnTo>
                  <a:lnTo>
                    <a:pt x="275761" y="39637"/>
                  </a:lnTo>
                  <a:lnTo>
                    <a:pt x="271678" y="36258"/>
                  </a:lnTo>
                  <a:lnTo>
                    <a:pt x="267490" y="33011"/>
                  </a:lnTo>
                  <a:lnTo>
                    <a:pt x="263201" y="29897"/>
                  </a:lnTo>
                  <a:lnTo>
                    <a:pt x="258815" y="26922"/>
                  </a:lnTo>
                  <a:lnTo>
                    <a:pt x="254337" y="24086"/>
                  </a:lnTo>
                  <a:lnTo>
                    <a:pt x="249772" y="21395"/>
                  </a:lnTo>
                  <a:lnTo>
                    <a:pt x="245124" y="18849"/>
                  </a:lnTo>
                  <a:lnTo>
                    <a:pt x="240397" y="16452"/>
                  </a:lnTo>
                  <a:lnTo>
                    <a:pt x="235597" y="14205"/>
                  </a:lnTo>
                  <a:lnTo>
                    <a:pt x="230728" y="12113"/>
                  </a:lnTo>
                  <a:lnTo>
                    <a:pt x="225795" y="10175"/>
                  </a:lnTo>
                  <a:lnTo>
                    <a:pt x="220803" y="8395"/>
                  </a:lnTo>
                  <a:lnTo>
                    <a:pt x="215757" y="6774"/>
                  </a:lnTo>
                  <a:lnTo>
                    <a:pt x="210662" y="5314"/>
                  </a:lnTo>
                  <a:lnTo>
                    <a:pt x="205524" y="4016"/>
                  </a:lnTo>
                  <a:lnTo>
                    <a:pt x="200347" y="2881"/>
                  </a:lnTo>
                  <a:lnTo>
                    <a:pt x="195137" y="1912"/>
                  </a:lnTo>
                  <a:lnTo>
                    <a:pt x="189898" y="1108"/>
                  </a:lnTo>
                  <a:lnTo>
                    <a:pt x="184637" y="470"/>
                  </a:lnTo>
                  <a:lnTo>
                    <a:pt x="179358" y="0"/>
                  </a:lnTo>
                  <a:lnTo>
                    <a:pt x="167158" y="1667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83779" y="3170392"/>
              <a:ext cx="12200" cy="167167"/>
            </a:xfrm>
            <a:custGeom>
              <a:avLst/>
              <a:pathLst>
                <a:path w="12200" h="167167">
                  <a:moveTo>
                    <a:pt x="12200" y="44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6581" y="2633064"/>
              <a:ext cx="162430" cy="167167"/>
            </a:xfrm>
            <a:custGeom>
              <a:avLst/>
              <a:pathLst>
                <a:path w="162430" h="167167">
                  <a:moveTo>
                    <a:pt x="162430" y="0"/>
                  </a:moveTo>
                  <a:lnTo>
                    <a:pt x="156999" y="88"/>
                  </a:lnTo>
                  <a:lnTo>
                    <a:pt x="151574" y="352"/>
                  </a:lnTo>
                  <a:lnTo>
                    <a:pt x="146161" y="793"/>
                  </a:lnTo>
                  <a:lnTo>
                    <a:pt x="140764" y="1409"/>
                  </a:lnTo>
                  <a:lnTo>
                    <a:pt x="135391" y="2201"/>
                  </a:lnTo>
                  <a:lnTo>
                    <a:pt x="130046" y="3166"/>
                  </a:lnTo>
                  <a:lnTo>
                    <a:pt x="124736" y="4305"/>
                  </a:lnTo>
                  <a:lnTo>
                    <a:pt x="119465" y="5615"/>
                  </a:lnTo>
                  <a:lnTo>
                    <a:pt x="114239" y="7096"/>
                  </a:lnTo>
                  <a:lnTo>
                    <a:pt x="109065" y="8746"/>
                  </a:lnTo>
                  <a:lnTo>
                    <a:pt x="103946" y="10563"/>
                  </a:lnTo>
                  <a:lnTo>
                    <a:pt x="98890" y="12546"/>
                  </a:lnTo>
                  <a:lnTo>
                    <a:pt x="93900" y="14692"/>
                  </a:lnTo>
                  <a:lnTo>
                    <a:pt x="88983" y="16998"/>
                  </a:lnTo>
                  <a:lnTo>
                    <a:pt x="84144" y="19464"/>
                  </a:lnTo>
                  <a:lnTo>
                    <a:pt x="79387" y="22085"/>
                  </a:lnTo>
                  <a:lnTo>
                    <a:pt x="74717" y="24859"/>
                  </a:lnTo>
                  <a:lnTo>
                    <a:pt x="70141" y="27784"/>
                  </a:lnTo>
                  <a:lnTo>
                    <a:pt x="65661" y="30855"/>
                  </a:lnTo>
                  <a:lnTo>
                    <a:pt x="61284" y="34071"/>
                  </a:lnTo>
                  <a:lnTo>
                    <a:pt x="57014" y="37427"/>
                  </a:lnTo>
                  <a:lnTo>
                    <a:pt x="52855" y="40920"/>
                  </a:lnTo>
                  <a:lnTo>
                    <a:pt x="48811" y="44546"/>
                  </a:lnTo>
                  <a:lnTo>
                    <a:pt x="44888" y="48302"/>
                  </a:lnTo>
                  <a:lnTo>
                    <a:pt x="41088" y="52183"/>
                  </a:lnTo>
                  <a:lnTo>
                    <a:pt x="37417" y="56186"/>
                  </a:lnTo>
                  <a:lnTo>
                    <a:pt x="33878" y="60305"/>
                  </a:lnTo>
                  <a:lnTo>
                    <a:pt x="30474" y="64538"/>
                  </a:lnTo>
                  <a:lnTo>
                    <a:pt x="27210" y="68879"/>
                  </a:lnTo>
                  <a:lnTo>
                    <a:pt x="24088" y="73323"/>
                  </a:lnTo>
                  <a:lnTo>
                    <a:pt x="21113" y="77867"/>
                  </a:lnTo>
                  <a:lnTo>
                    <a:pt x="18286" y="82505"/>
                  </a:lnTo>
                  <a:lnTo>
                    <a:pt x="15612" y="87232"/>
                  </a:lnTo>
                  <a:lnTo>
                    <a:pt x="13093" y="92044"/>
                  </a:lnTo>
                  <a:lnTo>
                    <a:pt x="10731" y="96935"/>
                  </a:lnTo>
                  <a:lnTo>
                    <a:pt x="8530" y="101900"/>
                  </a:lnTo>
                  <a:lnTo>
                    <a:pt x="6491" y="106934"/>
                  </a:lnTo>
                  <a:lnTo>
                    <a:pt x="4616" y="112032"/>
                  </a:lnTo>
                  <a:lnTo>
                    <a:pt x="2908" y="117188"/>
                  </a:lnTo>
                  <a:lnTo>
                    <a:pt x="1369" y="122396"/>
                  </a:lnTo>
                  <a:lnTo>
                    <a:pt x="0" y="127652"/>
                  </a:lnTo>
                  <a:lnTo>
                    <a:pt x="16243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6581" y="2760716"/>
              <a:ext cx="162430" cy="39514"/>
            </a:xfrm>
            <a:custGeom>
              <a:avLst/>
              <a:pathLst>
                <a:path w="162430" h="39514">
                  <a:moveTo>
                    <a:pt x="0" y="0"/>
                  </a:moveTo>
                  <a:lnTo>
                    <a:pt x="162430" y="395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1863" y="2692246"/>
              <a:ext cx="334315" cy="275146"/>
            </a:xfrm>
            <a:custGeom>
              <a:avLst/>
              <a:pathLst>
                <a:path w="334315" h="275146">
                  <a:moveTo>
                    <a:pt x="4717" y="68470"/>
                  </a:moveTo>
                  <a:lnTo>
                    <a:pt x="3540" y="73670"/>
                  </a:lnTo>
                  <a:lnTo>
                    <a:pt x="2529" y="78904"/>
                  </a:lnTo>
                  <a:lnTo>
                    <a:pt x="1685" y="84169"/>
                  </a:lnTo>
                  <a:lnTo>
                    <a:pt x="1010" y="89457"/>
                  </a:lnTo>
                  <a:lnTo>
                    <a:pt x="503" y="94765"/>
                  </a:lnTo>
                  <a:lnTo>
                    <a:pt x="166" y="100086"/>
                  </a:lnTo>
                  <a:lnTo>
                    <a:pt x="0" y="105415"/>
                  </a:lnTo>
                  <a:lnTo>
                    <a:pt x="3" y="110746"/>
                  </a:lnTo>
                  <a:lnTo>
                    <a:pt x="176" y="116075"/>
                  </a:lnTo>
                  <a:lnTo>
                    <a:pt x="519" y="121395"/>
                  </a:lnTo>
                  <a:lnTo>
                    <a:pt x="1031" y="126702"/>
                  </a:lnTo>
                  <a:lnTo>
                    <a:pt x="1712" y="131990"/>
                  </a:lnTo>
                  <a:lnTo>
                    <a:pt x="2562" y="137253"/>
                  </a:lnTo>
                  <a:lnTo>
                    <a:pt x="3579" y="142487"/>
                  </a:lnTo>
                  <a:lnTo>
                    <a:pt x="4762" y="147686"/>
                  </a:lnTo>
                  <a:lnTo>
                    <a:pt x="6111" y="152844"/>
                  </a:lnTo>
                  <a:lnTo>
                    <a:pt x="7624" y="157956"/>
                  </a:lnTo>
                  <a:lnTo>
                    <a:pt x="9298" y="163018"/>
                  </a:lnTo>
                  <a:lnTo>
                    <a:pt x="11133" y="168024"/>
                  </a:lnTo>
                  <a:lnTo>
                    <a:pt x="13127" y="172968"/>
                  </a:lnTo>
                  <a:lnTo>
                    <a:pt x="15278" y="177847"/>
                  </a:lnTo>
                  <a:lnTo>
                    <a:pt x="17583" y="182654"/>
                  </a:lnTo>
                  <a:lnTo>
                    <a:pt x="20040" y="187386"/>
                  </a:lnTo>
                  <a:lnTo>
                    <a:pt x="22647" y="192037"/>
                  </a:lnTo>
                  <a:lnTo>
                    <a:pt x="25401" y="196602"/>
                  </a:lnTo>
                  <a:lnTo>
                    <a:pt x="28299" y="201077"/>
                  </a:lnTo>
                  <a:lnTo>
                    <a:pt x="31338" y="205457"/>
                  </a:lnTo>
                  <a:lnTo>
                    <a:pt x="34516" y="209739"/>
                  </a:lnTo>
                  <a:lnTo>
                    <a:pt x="37828" y="213916"/>
                  </a:lnTo>
                  <a:lnTo>
                    <a:pt x="41272" y="217986"/>
                  </a:lnTo>
                  <a:lnTo>
                    <a:pt x="44844" y="221945"/>
                  </a:lnTo>
                  <a:lnTo>
                    <a:pt x="48540" y="225787"/>
                  </a:lnTo>
                  <a:lnTo>
                    <a:pt x="52357" y="229509"/>
                  </a:lnTo>
                  <a:lnTo>
                    <a:pt x="56291" y="233108"/>
                  </a:lnTo>
                  <a:lnTo>
                    <a:pt x="60337" y="236579"/>
                  </a:lnTo>
                  <a:lnTo>
                    <a:pt x="64492" y="239920"/>
                  </a:lnTo>
                  <a:lnTo>
                    <a:pt x="68752" y="243127"/>
                  </a:lnTo>
                  <a:lnTo>
                    <a:pt x="73112" y="246196"/>
                  </a:lnTo>
                  <a:lnTo>
                    <a:pt x="77567" y="249124"/>
                  </a:lnTo>
                  <a:lnTo>
                    <a:pt x="82113" y="251909"/>
                  </a:lnTo>
                  <a:lnTo>
                    <a:pt x="86746" y="254547"/>
                  </a:lnTo>
                  <a:lnTo>
                    <a:pt x="91461" y="257037"/>
                  </a:lnTo>
                  <a:lnTo>
                    <a:pt x="96253" y="259374"/>
                  </a:lnTo>
                  <a:lnTo>
                    <a:pt x="101116" y="261558"/>
                  </a:lnTo>
                  <a:lnTo>
                    <a:pt x="106047" y="263586"/>
                  </a:lnTo>
                  <a:lnTo>
                    <a:pt x="111040" y="265455"/>
                  </a:lnTo>
                  <a:lnTo>
                    <a:pt x="116090" y="267164"/>
                  </a:lnTo>
                  <a:lnTo>
                    <a:pt x="121193" y="268711"/>
                  </a:lnTo>
                  <a:lnTo>
                    <a:pt x="126341" y="270095"/>
                  </a:lnTo>
                  <a:lnTo>
                    <a:pt x="131532" y="271314"/>
                  </a:lnTo>
                  <a:lnTo>
                    <a:pt x="136758" y="272367"/>
                  </a:lnTo>
                  <a:lnTo>
                    <a:pt x="142016" y="273252"/>
                  </a:lnTo>
                  <a:lnTo>
                    <a:pt x="147299" y="273970"/>
                  </a:lnTo>
                  <a:lnTo>
                    <a:pt x="152602" y="274518"/>
                  </a:lnTo>
                  <a:lnTo>
                    <a:pt x="157920" y="274897"/>
                  </a:lnTo>
                  <a:lnTo>
                    <a:pt x="163248" y="275107"/>
                  </a:lnTo>
                  <a:lnTo>
                    <a:pt x="168579" y="275146"/>
                  </a:lnTo>
                  <a:lnTo>
                    <a:pt x="173909" y="275015"/>
                  </a:lnTo>
                  <a:lnTo>
                    <a:pt x="179232" y="274715"/>
                  </a:lnTo>
                  <a:lnTo>
                    <a:pt x="184543" y="274245"/>
                  </a:lnTo>
                  <a:lnTo>
                    <a:pt x="189836" y="273605"/>
                  </a:lnTo>
                  <a:lnTo>
                    <a:pt x="195106" y="272797"/>
                  </a:lnTo>
                  <a:lnTo>
                    <a:pt x="200347" y="271822"/>
                  </a:lnTo>
                  <a:lnTo>
                    <a:pt x="205555" y="270680"/>
                  </a:lnTo>
                  <a:lnTo>
                    <a:pt x="210724" y="269372"/>
                  </a:lnTo>
                  <a:lnTo>
                    <a:pt x="215848" y="267901"/>
                  </a:lnTo>
                  <a:lnTo>
                    <a:pt x="220923" y="266266"/>
                  </a:lnTo>
                  <a:lnTo>
                    <a:pt x="225943" y="264471"/>
                  </a:lnTo>
                  <a:lnTo>
                    <a:pt x="230903" y="262516"/>
                  </a:lnTo>
                  <a:lnTo>
                    <a:pt x="235799" y="260405"/>
                  </a:lnTo>
                  <a:lnTo>
                    <a:pt x="240625" y="258138"/>
                  </a:lnTo>
                  <a:lnTo>
                    <a:pt x="245376" y="255718"/>
                  </a:lnTo>
                  <a:lnTo>
                    <a:pt x="250047" y="253149"/>
                  </a:lnTo>
                  <a:lnTo>
                    <a:pt x="254634" y="250431"/>
                  </a:lnTo>
                  <a:lnTo>
                    <a:pt x="259132" y="247569"/>
                  </a:lnTo>
                  <a:lnTo>
                    <a:pt x="263536" y="244565"/>
                  </a:lnTo>
                  <a:lnTo>
                    <a:pt x="267843" y="241421"/>
                  </a:lnTo>
                  <a:lnTo>
                    <a:pt x="272047" y="238142"/>
                  </a:lnTo>
                  <a:lnTo>
                    <a:pt x="276144" y="234731"/>
                  </a:lnTo>
                  <a:lnTo>
                    <a:pt x="280130" y="231191"/>
                  </a:lnTo>
                  <a:lnTo>
                    <a:pt x="284002" y="227525"/>
                  </a:lnTo>
                  <a:lnTo>
                    <a:pt x="287755" y="223738"/>
                  </a:lnTo>
                  <a:lnTo>
                    <a:pt x="291385" y="219833"/>
                  </a:lnTo>
                  <a:lnTo>
                    <a:pt x="294888" y="215814"/>
                  </a:lnTo>
                  <a:lnTo>
                    <a:pt x="298262" y="211686"/>
                  </a:lnTo>
                  <a:lnTo>
                    <a:pt x="301502" y="207452"/>
                  </a:lnTo>
                  <a:lnTo>
                    <a:pt x="304606" y="203117"/>
                  </a:lnTo>
                  <a:lnTo>
                    <a:pt x="307569" y="198685"/>
                  </a:lnTo>
                  <a:lnTo>
                    <a:pt x="310390" y="194161"/>
                  </a:lnTo>
                  <a:lnTo>
                    <a:pt x="313066" y="189549"/>
                  </a:lnTo>
                  <a:lnTo>
                    <a:pt x="315592" y="184854"/>
                  </a:lnTo>
                  <a:lnTo>
                    <a:pt x="317968" y="180081"/>
                  </a:lnTo>
                  <a:lnTo>
                    <a:pt x="320191" y="175235"/>
                  </a:lnTo>
                  <a:lnTo>
                    <a:pt x="322257" y="170321"/>
                  </a:lnTo>
                  <a:lnTo>
                    <a:pt x="324166" y="165342"/>
                  </a:lnTo>
                  <a:lnTo>
                    <a:pt x="325916" y="160306"/>
                  </a:lnTo>
                  <a:lnTo>
                    <a:pt x="327503" y="155216"/>
                  </a:lnTo>
                  <a:lnTo>
                    <a:pt x="328928" y="150079"/>
                  </a:lnTo>
                  <a:lnTo>
                    <a:pt x="330188" y="144898"/>
                  </a:lnTo>
                  <a:lnTo>
                    <a:pt x="331282" y="139680"/>
                  </a:lnTo>
                  <a:lnTo>
                    <a:pt x="332210" y="134430"/>
                  </a:lnTo>
                  <a:lnTo>
                    <a:pt x="332969" y="129153"/>
                  </a:lnTo>
                  <a:lnTo>
                    <a:pt x="333560" y="123854"/>
                  </a:lnTo>
                  <a:lnTo>
                    <a:pt x="333981" y="118539"/>
                  </a:lnTo>
                  <a:lnTo>
                    <a:pt x="334233" y="113214"/>
                  </a:lnTo>
                  <a:lnTo>
                    <a:pt x="334315" y="107883"/>
                  </a:lnTo>
                  <a:lnTo>
                    <a:pt x="334226" y="102552"/>
                  </a:lnTo>
                  <a:lnTo>
                    <a:pt x="333968" y="97227"/>
                  </a:lnTo>
                  <a:lnTo>
                    <a:pt x="333540" y="91912"/>
                  </a:lnTo>
                  <a:lnTo>
                    <a:pt x="332943" y="86614"/>
                  </a:lnTo>
                  <a:lnTo>
                    <a:pt x="332177" y="81338"/>
                  </a:lnTo>
                  <a:lnTo>
                    <a:pt x="331244" y="76089"/>
                  </a:lnTo>
                  <a:lnTo>
                    <a:pt x="330143" y="70872"/>
                  </a:lnTo>
                  <a:lnTo>
                    <a:pt x="328877" y="65693"/>
                  </a:lnTo>
                  <a:lnTo>
                    <a:pt x="327446" y="60557"/>
                  </a:lnTo>
                  <a:lnTo>
                    <a:pt x="325852" y="55470"/>
                  </a:lnTo>
                  <a:lnTo>
                    <a:pt x="324096" y="50435"/>
                  </a:lnTo>
                  <a:lnTo>
                    <a:pt x="322181" y="45460"/>
                  </a:lnTo>
                  <a:lnTo>
                    <a:pt x="320109" y="40548"/>
                  </a:lnTo>
                  <a:lnTo>
                    <a:pt x="317880" y="35704"/>
                  </a:lnTo>
                  <a:lnTo>
                    <a:pt x="315499" y="30934"/>
                  </a:lnTo>
                  <a:lnTo>
                    <a:pt x="312966" y="26242"/>
                  </a:lnTo>
                  <a:lnTo>
                    <a:pt x="310285" y="21634"/>
                  </a:lnTo>
                  <a:lnTo>
                    <a:pt x="307459" y="17113"/>
                  </a:lnTo>
                  <a:lnTo>
                    <a:pt x="304490" y="12685"/>
                  </a:lnTo>
                  <a:lnTo>
                    <a:pt x="301381" y="8354"/>
                  </a:lnTo>
                  <a:lnTo>
                    <a:pt x="298135" y="4124"/>
                  </a:lnTo>
                  <a:lnTo>
                    <a:pt x="294757" y="0"/>
                  </a:lnTo>
                  <a:lnTo>
                    <a:pt x="167147" y="1079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919011" y="2633064"/>
              <a:ext cx="127609" cy="167167"/>
            </a:xfrm>
            <a:custGeom>
              <a:avLst/>
              <a:pathLst>
                <a:path w="127609" h="167167">
                  <a:moveTo>
                    <a:pt x="127609" y="59182"/>
                  </a:moveTo>
                  <a:lnTo>
                    <a:pt x="123931" y="54980"/>
                  </a:lnTo>
                  <a:lnTo>
                    <a:pt x="120115" y="50904"/>
                  </a:lnTo>
                  <a:lnTo>
                    <a:pt x="116165" y="46957"/>
                  </a:lnTo>
                  <a:lnTo>
                    <a:pt x="112086" y="43144"/>
                  </a:lnTo>
                  <a:lnTo>
                    <a:pt x="107881" y="39470"/>
                  </a:lnTo>
                  <a:lnTo>
                    <a:pt x="103556" y="35938"/>
                  </a:lnTo>
                  <a:lnTo>
                    <a:pt x="99116" y="32553"/>
                  </a:lnTo>
                  <a:lnTo>
                    <a:pt x="94565" y="29318"/>
                  </a:lnTo>
                  <a:lnTo>
                    <a:pt x="89908" y="26236"/>
                  </a:lnTo>
                  <a:lnTo>
                    <a:pt x="85151" y="23312"/>
                  </a:lnTo>
                  <a:lnTo>
                    <a:pt x="80299" y="20549"/>
                  </a:lnTo>
                  <a:lnTo>
                    <a:pt x="75358" y="17949"/>
                  </a:lnTo>
                  <a:lnTo>
                    <a:pt x="70332" y="15515"/>
                  </a:lnTo>
                  <a:lnTo>
                    <a:pt x="65228" y="13251"/>
                  </a:lnTo>
                  <a:lnTo>
                    <a:pt x="60051" y="11158"/>
                  </a:lnTo>
                  <a:lnTo>
                    <a:pt x="54807" y="9240"/>
                  </a:lnTo>
                  <a:lnTo>
                    <a:pt x="49502" y="7497"/>
                  </a:lnTo>
                  <a:lnTo>
                    <a:pt x="44142" y="5933"/>
                  </a:lnTo>
                  <a:lnTo>
                    <a:pt x="38733" y="4549"/>
                  </a:lnTo>
                  <a:lnTo>
                    <a:pt x="33280" y="3346"/>
                  </a:lnTo>
                  <a:lnTo>
                    <a:pt x="27790" y="2326"/>
                  </a:lnTo>
                  <a:lnTo>
                    <a:pt x="22269" y="1490"/>
                  </a:lnTo>
                  <a:lnTo>
                    <a:pt x="16724" y="838"/>
                  </a:lnTo>
                  <a:lnTo>
                    <a:pt x="11159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62723" y="2126963"/>
              <a:ext cx="65748" cy="167167"/>
            </a:xfrm>
            <a:custGeom>
              <a:avLst/>
              <a:pathLst>
                <a:path w="65748" h="167167">
                  <a:moveTo>
                    <a:pt x="65748" y="0"/>
                  </a:moveTo>
                  <a:lnTo>
                    <a:pt x="59606" y="112"/>
                  </a:lnTo>
                  <a:lnTo>
                    <a:pt x="53473" y="451"/>
                  </a:lnTo>
                  <a:lnTo>
                    <a:pt x="47356" y="1014"/>
                  </a:lnTo>
                  <a:lnTo>
                    <a:pt x="41264" y="1802"/>
                  </a:lnTo>
                  <a:lnTo>
                    <a:pt x="35205" y="2813"/>
                  </a:lnTo>
                  <a:lnTo>
                    <a:pt x="29188" y="4046"/>
                  </a:lnTo>
                  <a:lnTo>
                    <a:pt x="23219" y="5500"/>
                  </a:lnTo>
                  <a:lnTo>
                    <a:pt x="17308" y="7171"/>
                  </a:lnTo>
                  <a:lnTo>
                    <a:pt x="11463" y="9059"/>
                  </a:lnTo>
                  <a:lnTo>
                    <a:pt x="5691" y="11160"/>
                  </a:lnTo>
                  <a:lnTo>
                    <a:pt x="0" y="13472"/>
                  </a:lnTo>
                  <a:lnTo>
                    <a:pt x="6574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62723" y="2140436"/>
              <a:ext cx="65748" cy="153694"/>
            </a:xfrm>
            <a:custGeom>
              <a:avLst/>
              <a:pathLst>
                <a:path w="65748" h="153694">
                  <a:moveTo>
                    <a:pt x="0" y="0"/>
                  </a:moveTo>
                  <a:lnTo>
                    <a:pt x="65748" y="1536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561319" y="2140436"/>
              <a:ext cx="249493" cy="320860"/>
            </a:xfrm>
            <a:custGeom>
              <a:avLst/>
              <a:pathLst>
                <a:path w="249493" h="320860">
                  <a:moveTo>
                    <a:pt x="101404" y="0"/>
                  </a:moveTo>
                  <a:lnTo>
                    <a:pt x="96537" y="2174"/>
                  </a:lnTo>
                  <a:lnTo>
                    <a:pt x="91743" y="4502"/>
                  </a:lnTo>
                  <a:lnTo>
                    <a:pt x="87025" y="6982"/>
                  </a:lnTo>
                  <a:lnTo>
                    <a:pt x="82388" y="9611"/>
                  </a:lnTo>
                  <a:lnTo>
                    <a:pt x="77838" y="12387"/>
                  </a:lnTo>
                  <a:lnTo>
                    <a:pt x="73378" y="15306"/>
                  </a:lnTo>
                  <a:lnTo>
                    <a:pt x="69014" y="18366"/>
                  </a:lnTo>
                  <a:lnTo>
                    <a:pt x="64749" y="21563"/>
                  </a:lnTo>
                  <a:lnTo>
                    <a:pt x="60589" y="24895"/>
                  </a:lnTo>
                  <a:lnTo>
                    <a:pt x="56537" y="28358"/>
                  </a:lnTo>
                  <a:lnTo>
                    <a:pt x="52597" y="31948"/>
                  </a:lnTo>
                  <a:lnTo>
                    <a:pt x="48774" y="35662"/>
                  </a:lnTo>
                  <a:lnTo>
                    <a:pt x="45071" y="39496"/>
                  </a:lnTo>
                  <a:lnTo>
                    <a:pt x="41493" y="43447"/>
                  </a:lnTo>
                  <a:lnTo>
                    <a:pt x="38042" y="47509"/>
                  </a:lnTo>
                  <a:lnTo>
                    <a:pt x="34722" y="51679"/>
                  </a:lnTo>
                  <a:lnTo>
                    <a:pt x="31537" y="55953"/>
                  </a:lnTo>
                  <a:lnTo>
                    <a:pt x="28490" y="60326"/>
                  </a:lnTo>
                  <a:lnTo>
                    <a:pt x="25584" y="64794"/>
                  </a:lnTo>
                  <a:lnTo>
                    <a:pt x="22821" y="69353"/>
                  </a:lnTo>
                  <a:lnTo>
                    <a:pt x="20206" y="73997"/>
                  </a:lnTo>
                  <a:lnTo>
                    <a:pt x="17740" y="78722"/>
                  </a:lnTo>
                  <a:lnTo>
                    <a:pt x="15425" y="83524"/>
                  </a:lnTo>
                  <a:lnTo>
                    <a:pt x="13265" y="88397"/>
                  </a:lnTo>
                  <a:lnTo>
                    <a:pt x="11262" y="93336"/>
                  </a:lnTo>
                  <a:lnTo>
                    <a:pt x="9417" y="98336"/>
                  </a:lnTo>
                  <a:lnTo>
                    <a:pt x="7732" y="103393"/>
                  </a:lnTo>
                  <a:lnTo>
                    <a:pt x="6210" y="108501"/>
                  </a:lnTo>
                  <a:lnTo>
                    <a:pt x="4851" y="113655"/>
                  </a:lnTo>
                  <a:lnTo>
                    <a:pt x="3657" y="118850"/>
                  </a:lnTo>
                  <a:lnTo>
                    <a:pt x="2629" y="124080"/>
                  </a:lnTo>
                  <a:lnTo>
                    <a:pt x="1768" y="129340"/>
                  </a:lnTo>
                  <a:lnTo>
                    <a:pt x="1076" y="134625"/>
                  </a:lnTo>
                  <a:lnTo>
                    <a:pt x="553" y="139929"/>
                  </a:lnTo>
                  <a:lnTo>
                    <a:pt x="198" y="145248"/>
                  </a:lnTo>
                  <a:lnTo>
                    <a:pt x="14" y="150575"/>
                  </a:lnTo>
                  <a:lnTo>
                    <a:pt x="0" y="155905"/>
                  </a:lnTo>
                  <a:lnTo>
                    <a:pt x="155" y="161233"/>
                  </a:lnTo>
                  <a:lnTo>
                    <a:pt x="480" y="166553"/>
                  </a:lnTo>
                  <a:lnTo>
                    <a:pt x="975" y="171860"/>
                  </a:lnTo>
                  <a:lnTo>
                    <a:pt x="1638" y="177149"/>
                  </a:lnTo>
                  <a:lnTo>
                    <a:pt x="2470" y="182413"/>
                  </a:lnTo>
                  <a:lnTo>
                    <a:pt x="3470" y="187649"/>
                  </a:lnTo>
                  <a:lnTo>
                    <a:pt x="4635" y="192850"/>
                  </a:lnTo>
                  <a:lnTo>
                    <a:pt x="5966" y="198011"/>
                  </a:lnTo>
                  <a:lnTo>
                    <a:pt x="7461" y="203128"/>
                  </a:lnTo>
                  <a:lnTo>
                    <a:pt x="9118" y="208194"/>
                  </a:lnTo>
                  <a:lnTo>
                    <a:pt x="10936" y="213204"/>
                  </a:lnTo>
                  <a:lnTo>
                    <a:pt x="12913" y="218154"/>
                  </a:lnTo>
                  <a:lnTo>
                    <a:pt x="15046" y="223039"/>
                  </a:lnTo>
                  <a:lnTo>
                    <a:pt x="17334" y="227853"/>
                  </a:lnTo>
                  <a:lnTo>
                    <a:pt x="19775" y="232591"/>
                  </a:lnTo>
                  <a:lnTo>
                    <a:pt x="22365" y="237250"/>
                  </a:lnTo>
                  <a:lnTo>
                    <a:pt x="25102" y="241823"/>
                  </a:lnTo>
                  <a:lnTo>
                    <a:pt x="27984" y="246307"/>
                  </a:lnTo>
                  <a:lnTo>
                    <a:pt x="31007" y="250697"/>
                  </a:lnTo>
                  <a:lnTo>
                    <a:pt x="34169" y="254988"/>
                  </a:lnTo>
                  <a:lnTo>
                    <a:pt x="37466" y="259176"/>
                  </a:lnTo>
                  <a:lnTo>
                    <a:pt x="40895" y="263257"/>
                  </a:lnTo>
                  <a:lnTo>
                    <a:pt x="44452" y="267227"/>
                  </a:lnTo>
                  <a:lnTo>
                    <a:pt x="48134" y="271081"/>
                  </a:lnTo>
                  <a:lnTo>
                    <a:pt x="51937" y="274815"/>
                  </a:lnTo>
                  <a:lnTo>
                    <a:pt x="55857" y="278427"/>
                  </a:lnTo>
                  <a:lnTo>
                    <a:pt x="59890" y="281912"/>
                  </a:lnTo>
                  <a:lnTo>
                    <a:pt x="64032" y="285266"/>
                  </a:lnTo>
                  <a:lnTo>
                    <a:pt x="68279" y="288487"/>
                  </a:lnTo>
                  <a:lnTo>
                    <a:pt x="72627" y="291571"/>
                  </a:lnTo>
                  <a:lnTo>
                    <a:pt x="77070" y="294514"/>
                  </a:lnTo>
                  <a:lnTo>
                    <a:pt x="81606" y="297314"/>
                  </a:lnTo>
                  <a:lnTo>
                    <a:pt x="86228" y="299969"/>
                  </a:lnTo>
                  <a:lnTo>
                    <a:pt x="90932" y="302474"/>
                  </a:lnTo>
                  <a:lnTo>
                    <a:pt x="95714" y="304829"/>
                  </a:lnTo>
                  <a:lnTo>
                    <a:pt x="100569" y="307029"/>
                  </a:lnTo>
                  <a:lnTo>
                    <a:pt x="105491" y="309074"/>
                  </a:lnTo>
                  <a:lnTo>
                    <a:pt x="110476" y="310961"/>
                  </a:lnTo>
                  <a:lnTo>
                    <a:pt x="115519" y="312688"/>
                  </a:lnTo>
                  <a:lnTo>
                    <a:pt x="120614" y="314253"/>
                  </a:lnTo>
                  <a:lnTo>
                    <a:pt x="125756" y="315655"/>
                  </a:lnTo>
                  <a:lnTo>
                    <a:pt x="130941" y="316893"/>
                  </a:lnTo>
                  <a:lnTo>
                    <a:pt x="136162" y="317964"/>
                  </a:lnTo>
                  <a:lnTo>
                    <a:pt x="141415" y="318869"/>
                  </a:lnTo>
                  <a:lnTo>
                    <a:pt x="146694" y="319605"/>
                  </a:lnTo>
                  <a:lnTo>
                    <a:pt x="151994" y="320173"/>
                  </a:lnTo>
                  <a:lnTo>
                    <a:pt x="157309" y="320572"/>
                  </a:lnTo>
                  <a:lnTo>
                    <a:pt x="162634" y="320801"/>
                  </a:lnTo>
                  <a:lnTo>
                    <a:pt x="167964" y="320860"/>
                  </a:lnTo>
                  <a:lnTo>
                    <a:pt x="173293" y="320749"/>
                  </a:lnTo>
                  <a:lnTo>
                    <a:pt x="178616" y="320468"/>
                  </a:lnTo>
                  <a:lnTo>
                    <a:pt x="183927" y="320018"/>
                  </a:lnTo>
                  <a:lnTo>
                    <a:pt x="189221" y="319399"/>
                  </a:lnTo>
                  <a:lnTo>
                    <a:pt x="194492" y="318611"/>
                  </a:lnTo>
                  <a:lnTo>
                    <a:pt x="199736" y="317655"/>
                  </a:lnTo>
                  <a:lnTo>
                    <a:pt x="204947" y="316533"/>
                  </a:lnTo>
                  <a:lnTo>
                    <a:pt x="210119" y="315246"/>
                  </a:lnTo>
                  <a:lnTo>
                    <a:pt x="215248" y="313794"/>
                  </a:lnTo>
                  <a:lnTo>
                    <a:pt x="220327" y="312179"/>
                  </a:lnTo>
                  <a:lnTo>
                    <a:pt x="225353" y="310403"/>
                  </a:lnTo>
                  <a:lnTo>
                    <a:pt x="230319" y="308468"/>
                  </a:lnTo>
                  <a:lnTo>
                    <a:pt x="235221" y="306375"/>
                  </a:lnTo>
                  <a:lnTo>
                    <a:pt x="240054" y="304128"/>
                  </a:lnTo>
                  <a:lnTo>
                    <a:pt x="244813" y="301727"/>
                  </a:lnTo>
                  <a:lnTo>
                    <a:pt x="249493" y="299176"/>
                  </a:lnTo>
                  <a:lnTo>
                    <a:pt x="167152" y="1536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728472" y="2126963"/>
              <a:ext cx="167167" cy="312649"/>
            </a:xfrm>
            <a:custGeom>
              <a:avLst/>
              <a:pathLst>
                <a:path w="167167" h="312649">
                  <a:moveTo>
                    <a:pt x="82340" y="312649"/>
                  </a:moveTo>
                  <a:lnTo>
                    <a:pt x="86957" y="309937"/>
                  </a:lnTo>
                  <a:lnTo>
                    <a:pt x="91485" y="307079"/>
                  </a:lnTo>
                  <a:lnTo>
                    <a:pt x="95919" y="304077"/>
                  </a:lnTo>
                  <a:lnTo>
                    <a:pt x="100254" y="300935"/>
                  </a:lnTo>
                  <a:lnTo>
                    <a:pt x="104487" y="297656"/>
                  </a:lnTo>
                  <a:lnTo>
                    <a:pt x="108612" y="294243"/>
                  </a:lnTo>
                  <a:lnTo>
                    <a:pt x="112626" y="290699"/>
                  </a:lnTo>
                  <a:lnTo>
                    <a:pt x="116525" y="287029"/>
                  </a:lnTo>
                  <a:lnTo>
                    <a:pt x="120304" y="283235"/>
                  </a:lnTo>
                  <a:lnTo>
                    <a:pt x="123959" y="279323"/>
                  </a:lnTo>
                  <a:lnTo>
                    <a:pt x="127487" y="275296"/>
                  </a:lnTo>
                  <a:lnTo>
                    <a:pt x="130885" y="271157"/>
                  </a:lnTo>
                  <a:lnTo>
                    <a:pt x="134148" y="266912"/>
                  </a:lnTo>
                  <a:lnTo>
                    <a:pt x="137274" y="262565"/>
                  </a:lnTo>
                  <a:lnTo>
                    <a:pt x="140258" y="258120"/>
                  </a:lnTo>
                  <a:lnTo>
                    <a:pt x="143099" y="253581"/>
                  </a:lnTo>
                  <a:lnTo>
                    <a:pt x="145793" y="248954"/>
                  </a:lnTo>
                  <a:lnTo>
                    <a:pt x="148338" y="244243"/>
                  </a:lnTo>
                  <a:lnTo>
                    <a:pt x="150730" y="239452"/>
                  </a:lnTo>
                  <a:lnTo>
                    <a:pt x="152968" y="234588"/>
                  </a:lnTo>
                  <a:lnTo>
                    <a:pt x="155049" y="229655"/>
                  </a:lnTo>
                  <a:lnTo>
                    <a:pt x="156970" y="224657"/>
                  </a:lnTo>
                  <a:lnTo>
                    <a:pt x="158731" y="219600"/>
                  </a:lnTo>
                  <a:lnTo>
                    <a:pt x="160329" y="214490"/>
                  </a:lnTo>
                  <a:lnTo>
                    <a:pt x="161762" y="209331"/>
                  </a:lnTo>
                  <a:lnTo>
                    <a:pt x="163029" y="204129"/>
                  </a:lnTo>
                  <a:lnTo>
                    <a:pt x="164130" y="198889"/>
                  </a:lnTo>
                  <a:lnTo>
                    <a:pt x="165061" y="193616"/>
                  </a:lnTo>
                  <a:lnTo>
                    <a:pt x="165824" y="188316"/>
                  </a:lnTo>
                  <a:lnTo>
                    <a:pt x="166416" y="182995"/>
                  </a:lnTo>
                  <a:lnTo>
                    <a:pt x="166837" y="177657"/>
                  </a:lnTo>
                  <a:lnTo>
                    <a:pt x="167088" y="172309"/>
                  </a:lnTo>
                  <a:lnTo>
                    <a:pt x="167167" y="166955"/>
                  </a:lnTo>
                  <a:lnTo>
                    <a:pt x="167074" y="161601"/>
                  </a:lnTo>
                  <a:lnTo>
                    <a:pt x="166810" y="156254"/>
                  </a:lnTo>
                  <a:lnTo>
                    <a:pt x="166375" y="150917"/>
                  </a:lnTo>
                  <a:lnTo>
                    <a:pt x="165769" y="145597"/>
                  </a:lnTo>
                  <a:lnTo>
                    <a:pt x="164994" y="140299"/>
                  </a:lnTo>
                  <a:lnTo>
                    <a:pt x="164049" y="135029"/>
                  </a:lnTo>
                  <a:lnTo>
                    <a:pt x="162935" y="129792"/>
                  </a:lnTo>
                  <a:lnTo>
                    <a:pt x="161655" y="124593"/>
                  </a:lnTo>
                  <a:lnTo>
                    <a:pt x="160208" y="119437"/>
                  </a:lnTo>
                  <a:lnTo>
                    <a:pt x="158597" y="114331"/>
                  </a:lnTo>
                  <a:lnTo>
                    <a:pt x="156824" y="109279"/>
                  </a:lnTo>
                  <a:lnTo>
                    <a:pt x="154890" y="104286"/>
                  </a:lnTo>
                  <a:lnTo>
                    <a:pt x="152796" y="99358"/>
                  </a:lnTo>
                  <a:lnTo>
                    <a:pt x="150546" y="94499"/>
                  </a:lnTo>
                  <a:lnTo>
                    <a:pt x="148142" y="89715"/>
                  </a:lnTo>
                  <a:lnTo>
                    <a:pt x="145585" y="85011"/>
                  </a:lnTo>
                  <a:lnTo>
                    <a:pt x="142880" y="80390"/>
                  </a:lnTo>
                  <a:lnTo>
                    <a:pt x="140027" y="75859"/>
                  </a:lnTo>
                  <a:lnTo>
                    <a:pt x="137031" y="71421"/>
                  </a:lnTo>
                  <a:lnTo>
                    <a:pt x="133895" y="67082"/>
                  </a:lnTo>
                  <a:lnTo>
                    <a:pt x="130621" y="62845"/>
                  </a:lnTo>
                  <a:lnTo>
                    <a:pt x="127213" y="58715"/>
                  </a:lnTo>
                  <a:lnTo>
                    <a:pt x="123674" y="54697"/>
                  </a:lnTo>
                  <a:lnTo>
                    <a:pt x="120009" y="50794"/>
                  </a:lnTo>
                  <a:lnTo>
                    <a:pt x="116220" y="47010"/>
                  </a:lnTo>
                  <a:lnTo>
                    <a:pt x="112313" y="43350"/>
                  </a:lnTo>
                  <a:lnTo>
                    <a:pt x="108290" y="39816"/>
                  </a:lnTo>
                  <a:lnTo>
                    <a:pt x="104156" y="36414"/>
                  </a:lnTo>
                  <a:lnTo>
                    <a:pt x="99915" y="33145"/>
                  </a:lnTo>
                  <a:lnTo>
                    <a:pt x="95571" y="30014"/>
                  </a:lnTo>
                  <a:lnTo>
                    <a:pt x="91130" y="27023"/>
                  </a:lnTo>
                  <a:lnTo>
                    <a:pt x="86595" y="24177"/>
                  </a:lnTo>
                  <a:lnTo>
                    <a:pt x="81971" y="21477"/>
                  </a:lnTo>
                  <a:lnTo>
                    <a:pt x="77263" y="18926"/>
                  </a:lnTo>
                  <a:lnTo>
                    <a:pt x="72476" y="16528"/>
                  </a:lnTo>
                  <a:lnTo>
                    <a:pt x="67615" y="14284"/>
                  </a:lnTo>
                  <a:lnTo>
                    <a:pt x="62684" y="12197"/>
                  </a:lnTo>
                  <a:lnTo>
                    <a:pt x="57689" y="10269"/>
                  </a:lnTo>
                  <a:lnTo>
                    <a:pt x="52634" y="8502"/>
                  </a:lnTo>
                  <a:lnTo>
                    <a:pt x="47526" y="6898"/>
                  </a:lnTo>
                  <a:lnTo>
                    <a:pt x="42369" y="5458"/>
                  </a:lnTo>
                  <a:lnTo>
                    <a:pt x="37168" y="4184"/>
                  </a:lnTo>
                  <a:lnTo>
                    <a:pt x="31930" y="3077"/>
                  </a:lnTo>
                  <a:lnTo>
                    <a:pt x="26658" y="2139"/>
                  </a:lnTo>
                  <a:lnTo>
                    <a:pt x="21359" y="1370"/>
                  </a:lnTo>
                  <a:lnTo>
                    <a:pt x="16039" y="771"/>
                  </a:lnTo>
                  <a:lnTo>
                    <a:pt x="10701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1429" y="1681503"/>
              <a:ext cx="51805" cy="167167"/>
            </a:xfrm>
            <a:custGeom>
              <a:avLst/>
              <a:pathLst>
                <a:path w="51805" h="167167">
                  <a:moveTo>
                    <a:pt x="51805" y="0"/>
                  </a:moveTo>
                  <a:lnTo>
                    <a:pt x="45953" y="102"/>
                  </a:lnTo>
                  <a:lnTo>
                    <a:pt x="40109" y="409"/>
                  </a:lnTo>
                  <a:lnTo>
                    <a:pt x="34279" y="921"/>
                  </a:lnTo>
                  <a:lnTo>
                    <a:pt x="28471" y="1636"/>
                  </a:lnTo>
                  <a:lnTo>
                    <a:pt x="22691" y="2554"/>
                  </a:lnTo>
                  <a:lnTo>
                    <a:pt x="16947" y="3674"/>
                  </a:lnTo>
                  <a:lnTo>
                    <a:pt x="11246" y="4994"/>
                  </a:lnTo>
                  <a:lnTo>
                    <a:pt x="5594" y="6513"/>
                  </a:lnTo>
                  <a:lnTo>
                    <a:pt x="0" y="8229"/>
                  </a:lnTo>
                  <a:lnTo>
                    <a:pt x="5180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1429" y="1689733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256085" y="1689733"/>
              <a:ext cx="334299" cy="326105"/>
            </a:xfrm>
            <a:custGeom>
              <a:avLst/>
              <a:pathLst>
                <a:path w="334299" h="326105">
                  <a:moveTo>
                    <a:pt x="115344" y="0"/>
                  </a:moveTo>
                  <a:lnTo>
                    <a:pt x="110323" y="1725"/>
                  </a:lnTo>
                  <a:lnTo>
                    <a:pt x="105360" y="3608"/>
                  </a:lnTo>
                  <a:lnTo>
                    <a:pt x="100459" y="5649"/>
                  </a:lnTo>
                  <a:lnTo>
                    <a:pt x="95625" y="7844"/>
                  </a:lnTo>
                  <a:lnTo>
                    <a:pt x="90863" y="10191"/>
                  </a:lnTo>
                  <a:lnTo>
                    <a:pt x="86178" y="12688"/>
                  </a:lnTo>
                  <a:lnTo>
                    <a:pt x="81575" y="15333"/>
                  </a:lnTo>
                  <a:lnTo>
                    <a:pt x="77058" y="18123"/>
                  </a:lnTo>
                  <a:lnTo>
                    <a:pt x="72633" y="21055"/>
                  </a:lnTo>
                  <a:lnTo>
                    <a:pt x="68302" y="24125"/>
                  </a:lnTo>
                  <a:lnTo>
                    <a:pt x="64071" y="27332"/>
                  </a:lnTo>
                  <a:lnTo>
                    <a:pt x="59944" y="30672"/>
                  </a:lnTo>
                  <a:lnTo>
                    <a:pt x="55925" y="34140"/>
                  </a:lnTo>
                  <a:lnTo>
                    <a:pt x="52019" y="37735"/>
                  </a:lnTo>
                  <a:lnTo>
                    <a:pt x="48228" y="41452"/>
                  </a:lnTo>
                  <a:lnTo>
                    <a:pt x="44557" y="45287"/>
                  </a:lnTo>
                  <a:lnTo>
                    <a:pt x="41010" y="49237"/>
                  </a:lnTo>
                  <a:lnTo>
                    <a:pt x="37591" y="53298"/>
                  </a:lnTo>
                  <a:lnTo>
                    <a:pt x="34302" y="57465"/>
                  </a:lnTo>
                  <a:lnTo>
                    <a:pt x="31147" y="61735"/>
                  </a:lnTo>
                  <a:lnTo>
                    <a:pt x="28129" y="66102"/>
                  </a:lnTo>
                  <a:lnTo>
                    <a:pt x="25251" y="70564"/>
                  </a:lnTo>
                  <a:lnTo>
                    <a:pt x="22516" y="75114"/>
                  </a:lnTo>
                  <a:lnTo>
                    <a:pt x="19927" y="79749"/>
                  </a:lnTo>
                  <a:lnTo>
                    <a:pt x="17487" y="84464"/>
                  </a:lnTo>
                  <a:lnTo>
                    <a:pt x="15198" y="89254"/>
                  </a:lnTo>
                  <a:lnTo>
                    <a:pt x="13062" y="94114"/>
                  </a:lnTo>
                  <a:lnTo>
                    <a:pt x="11081" y="99039"/>
                  </a:lnTo>
                  <a:lnTo>
                    <a:pt x="9258" y="104025"/>
                  </a:lnTo>
                  <a:lnTo>
                    <a:pt x="7594" y="109066"/>
                  </a:lnTo>
                  <a:lnTo>
                    <a:pt x="6091" y="114158"/>
                  </a:lnTo>
                  <a:lnTo>
                    <a:pt x="4750" y="119295"/>
                  </a:lnTo>
                  <a:lnTo>
                    <a:pt x="3573" y="124471"/>
                  </a:lnTo>
                  <a:lnTo>
                    <a:pt x="2561" y="129683"/>
                  </a:lnTo>
                  <a:lnTo>
                    <a:pt x="1715" y="134924"/>
                  </a:lnTo>
                  <a:lnTo>
                    <a:pt x="1036" y="140189"/>
                  </a:lnTo>
                  <a:lnTo>
                    <a:pt x="525" y="145473"/>
                  </a:lnTo>
                  <a:lnTo>
                    <a:pt x="181" y="150771"/>
                  </a:lnTo>
                  <a:lnTo>
                    <a:pt x="6" y="156077"/>
                  </a:lnTo>
                  <a:lnTo>
                    <a:pt x="0" y="161386"/>
                  </a:lnTo>
                  <a:lnTo>
                    <a:pt x="162" y="166692"/>
                  </a:lnTo>
                  <a:lnTo>
                    <a:pt x="492" y="171991"/>
                  </a:lnTo>
                  <a:lnTo>
                    <a:pt x="991" y="177276"/>
                  </a:lnTo>
                  <a:lnTo>
                    <a:pt x="1657" y="182543"/>
                  </a:lnTo>
                  <a:lnTo>
                    <a:pt x="2490" y="187786"/>
                  </a:lnTo>
                  <a:lnTo>
                    <a:pt x="3489" y="193000"/>
                  </a:lnTo>
                  <a:lnTo>
                    <a:pt x="4653" y="198180"/>
                  </a:lnTo>
                  <a:lnTo>
                    <a:pt x="5981" y="203320"/>
                  </a:lnTo>
                  <a:lnTo>
                    <a:pt x="7472" y="208415"/>
                  </a:lnTo>
                  <a:lnTo>
                    <a:pt x="9123" y="213460"/>
                  </a:lnTo>
                  <a:lnTo>
                    <a:pt x="10934" y="218451"/>
                  </a:lnTo>
                  <a:lnTo>
                    <a:pt x="12903" y="223381"/>
                  </a:lnTo>
                  <a:lnTo>
                    <a:pt x="15027" y="228247"/>
                  </a:lnTo>
                  <a:lnTo>
                    <a:pt x="17304" y="233042"/>
                  </a:lnTo>
                  <a:lnTo>
                    <a:pt x="19733" y="237763"/>
                  </a:lnTo>
                  <a:lnTo>
                    <a:pt x="22310" y="242404"/>
                  </a:lnTo>
                  <a:lnTo>
                    <a:pt x="25034" y="246961"/>
                  </a:lnTo>
                  <a:lnTo>
                    <a:pt x="27900" y="251429"/>
                  </a:lnTo>
                  <a:lnTo>
                    <a:pt x="30908" y="255804"/>
                  </a:lnTo>
                  <a:lnTo>
                    <a:pt x="34052" y="260082"/>
                  </a:lnTo>
                  <a:lnTo>
                    <a:pt x="37331" y="264257"/>
                  </a:lnTo>
                  <a:lnTo>
                    <a:pt x="40741" y="268326"/>
                  </a:lnTo>
                  <a:lnTo>
                    <a:pt x="44278" y="272285"/>
                  </a:lnTo>
                  <a:lnTo>
                    <a:pt x="47939" y="276129"/>
                  </a:lnTo>
                  <a:lnTo>
                    <a:pt x="51721" y="279855"/>
                  </a:lnTo>
                  <a:lnTo>
                    <a:pt x="55618" y="283460"/>
                  </a:lnTo>
                  <a:lnTo>
                    <a:pt x="59629" y="286938"/>
                  </a:lnTo>
                  <a:lnTo>
                    <a:pt x="63747" y="290288"/>
                  </a:lnTo>
                  <a:lnTo>
                    <a:pt x="67970" y="293505"/>
                  </a:lnTo>
                  <a:lnTo>
                    <a:pt x="72293" y="296587"/>
                  </a:lnTo>
                  <a:lnTo>
                    <a:pt x="76712" y="299529"/>
                  </a:lnTo>
                  <a:lnTo>
                    <a:pt x="81222" y="302330"/>
                  </a:lnTo>
                  <a:lnTo>
                    <a:pt x="85819" y="304986"/>
                  </a:lnTo>
                  <a:lnTo>
                    <a:pt x="90497" y="307495"/>
                  </a:lnTo>
                  <a:lnTo>
                    <a:pt x="95253" y="309854"/>
                  </a:lnTo>
                  <a:lnTo>
                    <a:pt x="100081" y="312061"/>
                  </a:lnTo>
                  <a:lnTo>
                    <a:pt x="104978" y="314113"/>
                  </a:lnTo>
                  <a:lnTo>
                    <a:pt x="109936" y="316009"/>
                  </a:lnTo>
                  <a:lnTo>
                    <a:pt x="114953" y="317747"/>
                  </a:lnTo>
                  <a:lnTo>
                    <a:pt x="120022" y="319324"/>
                  </a:lnTo>
                  <a:lnTo>
                    <a:pt x="125138" y="320740"/>
                  </a:lnTo>
                  <a:lnTo>
                    <a:pt x="130297" y="321992"/>
                  </a:lnTo>
                  <a:lnTo>
                    <a:pt x="135494" y="323080"/>
                  </a:lnTo>
                  <a:lnTo>
                    <a:pt x="140722" y="324002"/>
                  </a:lnTo>
                  <a:lnTo>
                    <a:pt x="145976" y="324758"/>
                  </a:lnTo>
                  <a:lnTo>
                    <a:pt x="151253" y="325347"/>
                  </a:lnTo>
                  <a:lnTo>
                    <a:pt x="156545" y="325768"/>
                  </a:lnTo>
                  <a:lnTo>
                    <a:pt x="161847" y="326021"/>
                  </a:lnTo>
                  <a:lnTo>
                    <a:pt x="167156" y="326105"/>
                  </a:lnTo>
                  <a:lnTo>
                    <a:pt x="172464" y="326020"/>
                  </a:lnTo>
                  <a:lnTo>
                    <a:pt x="177767" y="325767"/>
                  </a:lnTo>
                  <a:lnTo>
                    <a:pt x="183059" y="325346"/>
                  </a:lnTo>
                  <a:lnTo>
                    <a:pt x="188335" y="324757"/>
                  </a:lnTo>
                  <a:lnTo>
                    <a:pt x="193589" y="324000"/>
                  </a:lnTo>
                  <a:lnTo>
                    <a:pt x="198817" y="323078"/>
                  </a:lnTo>
                  <a:lnTo>
                    <a:pt x="204014" y="321989"/>
                  </a:lnTo>
                  <a:lnTo>
                    <a:pt x="209172" y="320736"/>
                  </a:lnTo>
                  <a:lnTo>
                    <a:pt x="214289" y="319320"/>
                  </a:lnTo>
                  <a:lnTo>
                    <a:pt x="219358" y="317743"/>
                  </a:lnTo>
                  <a:lnTo>
                    <a:pt x="224374" y="316005"/>
                  </a:lnTo>
                  <a:lnTo>
                    <a:pt x="229333" y="314108"/>
                  </a:lnTo>
                  <a:lnTo>
                    <a:pt x="234229" y="312056"/>
                  </a:lnTo>
                  <a:lnTo>
                    <a:pt x="239057" y="309848"/>
                  </a:lnTo>
                  <a:lnTo>
                    <a:pt x="243813" y="307489"/>
                  </a:lnTo>
                  <a:lnTo>
                    <a:pt x="248491" y="304980"/>
                  </a:lnTo>
                  <a:lnTo>
                    <a:pt x="253087" y="302323"/>
                  </a:lnTo>
                  <a:lnTo>
                    <a:pt x="257597" y="299522"/>
                  </a:lnTo>
                  <a:lnTo>
                    <a:pt x="262016" y="296579"/>
                  </a:lnTo>
                  <a:lnTo>
                    <a:pt x="266338" y="293497"/>
                  </a:lnTo>
                  <a:lnTo>
                    <a:pt x="270561" y="290280"/>
                  </a:lnTo>
                  <a:lnTo>
                    <a:pt x="274680" y="286930"/>
                  </a:lnTo>
                  <a:lnTo>
                    <a:pt x="278690" y="283451"/>
                  </a:lnTo>
                  <a:lnTo>
                    <a:pt x="282587" y="279846"/>
                  </a:lnTo>
                  <a:lnTo>
                    <a:pt x="286368" y="276120"/>
                  </a:lnTo>
                  <a:lnTo>
                    <a:pt x="290029" y="272275"/>
                  </a:lnTo>
                  <a:lnTo>
                    <a:pt x="293566" y="268316"/>
                  </a:lnTo>
                  <a:lnTo>
                    <a:pt x="296975" y="264247"/>
                  </a:lnTo>
                  <a:lnTo>
                    <a:pt x="300254" y="260071"/>
                  </a:lnTo>
                  <a:lnTo>
                    <a:pt x="303398" y="255793"/>
                  </a:lnTo>
                  <a:lnTo>
                    <a:pt x="306405" y="251418"/>
                  </a:lnTo>
                  <a:lnTo>
                    <a:pt x="309271" y="246950"/>
                  </a:lnTo>
                  <a:lnTo>
                    <a:pt x="311994" y="242392"/>
                  </a:lnTo>
                  <a:lnTo>
                    <a:pt x="314571" y="237751"/>
                  </a:lnTo>
                  <a:lnTo>
                    <a:pt x="317000" y="233030"/>
                  </a:lnTo>
                  <a:lnTo>
                    <a:pt x="319277" y="228234"/>
                  </a:lnTo>
                  <a:lnTo>
                    <a:pt x="321400" y="223369"/>
                  </a:lnTo>
                  <a:lnTo>
                    <a:pt x="323369" y="218438"/>
                  </a:lnTo>
                  <a:lnTo>
                    <a:pt x="325179" y="213448"/>
                  </a:lnTo>
                  <a:lnTo>
                    <a:pt x="326830" y="208402"/>
                  </a:lnTo>
                  <a:lnTo>
                    <a:pt x="328321" y="203307"/>
                  </a:lnTo>
                  <a:lnTo>
                    <a:pt x="329648" y="198167"/>
                  </a:lnTo>
                  <a:lnTo>
                    <a:pt x="330812" y="192987"/>
                  </a:lnTo>
                  <a:lnTo>
                    <a:pt x="331811" y="187773"/>
                  </a:lnTo>
                  <a:lnTo>
                    <a:pt x="332643" y="182530"/>
                  </a:lnTo>
                  <a:lnTo>
                    <a:pt x="333309" y="177263"/>
                  </a:lnTo>
                  <a:lnTo>
                    <a:pt x="333807" y="171977"/>
                  </a:lnTo>
                  <a:lnTo>
                    <a:pt x="334137" y="166679"/>
                  </a:lnTo>
                  <a:lnTo>
                    <a:pt x="334299" y="161373"/>
                  </a:lnTo>
                  <a:lnTo>
                    <a:pt x="334292" y="156064"/>
                  </a:lnTo>
                  <a:lnTo>
                    <a:pt x="334116" y="150758"/>
                  </a:lnTo>
                  <a:lnTo>
                    <a:pt x="333772" y="145460"/>
                  </a:lnTo>
                  <a:lnTo>
                    <a:pt x="333260" y="140176"/>
                  </a:lnTo>
                  <a:lnTo>
                    <a:pt x="332581" y="134911"/>
                  </a:lnTo>
                  <a:lnTo>
                    <a:pt x="331734" y="129670"/>
                  </a:lnTo>
                  <a:lnTo>
                    <a:pt x="330722" y="124458"/>
                  </a:lnTo>
                  <a:lnTo>
                    <a:pt x="329545" y="119282"/>
                  </a:lnTo>
                  <a:lnTo>
                    <a:pt x="328204" y="114145"/>
                  </a:lnTo>
                  <a:lnTo>
                    <a:pt x="326700" y="109054"/>
                  </a:lnTo>
                  <a:lnTo>
                    <a:pt x="325036" y="104013"/>
                  </a:lnTo>
                  <a:lnTo>
                    <a:pt x="323212" y="99027"/>
                  </a:lnTo>
                  <a:lnTo>
                    <a:pt x="321231" y="94101"/>
                  </a:lnTo>
                  <a:lnTo>
                    <a:pt x="319095" y="89241"/>
                  </a:lnTo>
                  <a:lnTo>
                    <a:pt x="316805" y="84452"/>
                  </a:lnTo>
                  <a:lnTo>
                    <a:pt x="314364" y="79737"/>
                  </a:lnTo>
                  <a:lnTo>
                    <a:pt x="311775" y="75103"/>
                  </a:lnTo>
                  <a:lnTo>
                    <a:pt x="309040" y="70552"/>
                  </a:lnTo>
                  <a:lnTo>
                    <a:pt x="306162" y="66091"/>
                  </a:lnTo>
                  <a:lnTo>
                    <a:pt x="303144" y="61724"/>
                  </a:lnTo>
                  <a:lnTo>
                    <a:pt x="299988" y="57455"/>
                  </a:lnTo>
                  <a:lnTo>
                    <a:pt x="296699" y="53288"/>
                  </a:lnTo>
                  <a:lnTo>
                    <a:pt x="293279" y="49227"/>
                  </a:lnTo>
                  <a:lnTo>
                    <a:pt x="289732" y="45278"/>
                  </a:lnTo>
                  <a:lnTo>
                    <a:pt x="286061" y="41443"/>
                  </a:lnTo>
                  <a:lnTo>
                    <a:pt x="282270" y="37726"/>
                  </a:lnTo>
                  <a:lnTo>
                    <a:pt x="278363" y="34132"/>
                  </a:lnTo>
                  <a:lnTo>
                    <a:pt x="274344" y="30663"/>
                  </a:lnTo>
                  <a:lnTo>
                    <a:pt x="270217" y="27324"/>
                  </a:lnTo>
                  <a:lnTo>
                    <a:pt x="265985" y="24118"/>
                  </a:lnTo>
                  <a:lnTo>
                    <a:pt x="261655" y="21047"/>
                  </a:lnTo>
                  <a:lnTo>
                    <a:pt x="257228" y="18116"/>
                  </a:lnTo>
                  <a:lnTo>
                    <a:pt x="252711" y="15326"/>
                  </a:lnTo>
                  <a:lnTo>
                    <a:pt x="167149" y="1589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23235" y="1681503"/>
              <a:ext cx="85562" cy="167167"/>
            </a:xfrm>
            <a:custGeom>
              <a:avLst/>
              <a:pathLst>
                <a:path w="85562" h="167167">
                  <a:moveTo>
                    <a:pt x="85562" y="23556"/>
                  </a:moveTo>
                  <a:lnTo>
                    <a:pt x="80692" y="20764"/>
                  </a:lnTo>
                  <a:lnTo>
                    <a:pt x="75731" y="18138"/>
                  </a:lnTo>
                  <a:lnTo>
                    <a:pt x="70684" y="15679"/>
                  </a:lnTo>
                  <a:lnTo>
                    <a:pt x="65558" y="13391"/>
                  </a:lnTo>
                  <a:lnTo>
                    <a:pt x="60358" y="11276"/>
                  </a:lnTo>
                  <a:lnTo>
                    <a:pt x="55089" y="9338"/>
                  </a:lnTo>
                  <a:lnTo>
                    <a:pt x="49759" y="7577"/>
                  </a:lnTo>
                  <a:lnTo>
                    <a:pt x="44372" y="5996"/>
                  </a:lnTo>
                  <a:lnTo>
                    <a:pt x="38936" y="4597"/>
                  </a:lnTo>
                  <a:lnTo>
                    <a:pt x="33455" y="3382"/>
                  </a:lnTo>
                  <a:lnTo>
                    <a:pt x="27937" y="2351"/>
                  </a:lnTo>
                  <a:lnTo>
                    <a:pt x="22388" y="1505"/>
                  </a:lnTo>
                  <a:lnTo>
                    <a:pt x="16813" y="847"/>
                  </a:lnTo>
                  <a:lnTo>
                    <a:pt x="11219" y="376"/>
                  </a:lnTo>
                  <a:lnTo>
                    <a:pt x="561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853879" y="1322571"/>
              <a:ext cx="334326" cy="334321"/>
            </a:xfrm>
            <a:custGeom>
              <a:avLst/>
              <a:pathLst>
                <a:path w="334326" h="334321">
                  <a:moveTo>
                    <a:pt x="167160" y="0"/>
                  </a:moveTo>
                  <a:lnTo>
                    <a:pt x="161877" y="83"/>
                  </a:lnTo>
                  <a:lnTo>
                    <a:pt x="156600" y="333"/>
                  </a:lnTo>
                  <a:lnTo>
                    <a:pt x="151334" y="750"/>
                  </a:lnTo>
                  <a:lnTo>
                    <a:pt x="146083" y="1333"/>
                  </a:lnTo>
                  <a:lnTo>
                    <a:pt x="140854" y="2082"/>
                  </a:lnTo>
                  <a:lnTo>
                    <a:pt x="135650" y="2996"/>
                  </a:lnTo>
                  <a:lnTo>
                    <a:pt x="130478" y="4074"/>
                  </a:lnTo>
                  <a:lnTo>
                    <a:pt x="125343" y="5314"/>
                  </a:lnTo>
                  <a:lnTo>
                    <a:pt x="120250" y="6716"/>
                  </a:lnTo>
                  <a:lnTo>
                    <a:pt x="115203" y="8279"/>
                  </a:lnTo>
                  <a:lnTo>
                    <a:pt x="110208" y="10000"/>
                  </a:lnTo>
                  <a:lnTo>
                    <a:pt x="105271" y="11878"/>
                  </a:lnTo>
                  <a:lnTo>
                    <a:pt x="100395" y="13911"/>
                  </a:lnTo>
                  <a:lnTo>
                    <a:pt x="95585" y="16097"/>
                  </a:lnTo>
                  <a:lnTo>
                    <a:pt x="90847" y="18434"/>
                  </a:lnTo>
                  <a:lnTo>
                    <a:pt x="86186" y="20920"/>
                  </a:lnTo>
                  <a:lnTo>
                    <a:pt x="81605" y="23552"/>
                  </a:lnTo>
                  <a:lnTo>
                    <a:pt x="77110" y="26327"/>
                  </a:lnTo>
                  <a:lnTo>
                    <a:pt x="72704" y="29243"/>
                  </a:lnTo>
                  <a:lnTo>
                    <a:pt x="68393" y="32296"/>
                  </a:lnTo>
                  <a:lnTo>
                    <a:pt x="64181" y="35484"/>
                  </a:lnTo>
                  <a:lnTo>
                    <a:pt x="60071" y="38804"/>
                  </a:lnTo>
                  <a:lnTo>
                    <a:pt x="56068" y="42252"/>
                  </a:lnTo>
                  <a:lnTo>
                    <a:pt x="52177" y="45825"/>
                  </a:lnTo>
                  <a:lnTo>
                    <a:pt x="48400" y="49519"/>
                  </a:lnTo>
                  <a:lnTo>
                    <a:pt x="44742" y="53330"/>
                  </a:lnTo>
                  <a:lnTo>
                    <a:pt x="41206" y="57255"/>
                  </a:lnTo>
                  <a:lnTo>
                    <a:pt x="37796" y="61290"/>
                  </a:lnTo>
                  <a:lnTo>
                    <a:pt x="34515" y="65431"/>
                  </a:lnTo>
                  <a:lnTo>
                    <a:pt x="31366" y="69673"/>
                  </a:lnTo>
                  <a:lnTo>
                    <a:pt x="28353" y="74012"/>
                  </a:lnTo>
                  <a:lnTo>
                    <a:pt x="25479" y="78445"/>
                  </a:lnTo>
                  <a:lnTo>
                    <a:pt x="22746" y="82966"/>
                  </a:lnTo>
                  <a:lnTo>
                    <a:pt x="20158" y="87572"/>
                  </a:lnTo>
                  <a:lnTo>
                    <a:pt x="17716" y="92256"/>
                  </a:lnTo>
                  <a:lnTo>
                    <a:pt x="15424" y="97016"/>
                  </a:lnTo>
                  <a:lnTo>
                    <a:pt x="13283" y="101846"/>
                  </a:lnTo>
                  <a:lnTo>
                    <a:pt x="11295" y="106741"/>
                  </a:lnTo>
                  <a:lnTo>
                    <a:pt x="9464" y="111696"/>
                  </a:lnTo>
                  <a:lnTo>
                    <a:pt x="7790" y="116707"/>
                  </a:lnTo>
                  <a:lnTo>
                    <a:pt x="6275" y="121768"/>
                  </a:lnTo>
                  <a:lnTo>
                    <a:pt x="4921" y="126874"/>
                  </a:lnTo>
                  <a:lnTo>
                    <a:pt x="3729" y="132021"/>
                  </a:lnTo>
                  <a:lnTo>
                    <a:pt x="2700" y="137203"/>
                  </a:lnTo>
                  <a:lnTo>
                    <a:pt x="1835" y="142414"/>
                  </a:lnTo>
                  <a:lnTo>
                    <a:pt x="1135" y="147651"/>
                  </a:lnTo>
                  <a:lnTo>
                    <a:pt x="601" y="152907"/>
                  </a:lnTo>
                  <a:lnTo>
                    <a:pt x="234" y="158177"/>
                  </a:lnTo>
                  <a:lnTo>
                    <a:pt x="33" y="163456"/>
                  </a:lnTo>
                  <a:lnTo>
                    <a:pt x="0" y="168739"/>
                  </a:lnTo>
                  <a:lnTo>
                    <a:pt x="133" y="174020"/>
                  </a:lnTo>
                  <a:lnTo>
                    <a:pt x="433" y="179294"/>
                  </a:lnTo>
                  <a:lnTo>
                    <a:pt x="899" y="184557"/>
                  </a:lnTo>
                  <a:lnTo>
                    <a:pt x="1532" y="189802"/>
                  </a:lnTo>
                  <a:lnTo>
                    <a:pt x="2330" y="195024"/>
                  </a:lnTo>
                  <a:lnTo>
                    <a:pt x="3292" y="200218"/>
                  </a:lnTo>
                  <a:lnTo>
                    <a:pt x="4418" y="205380"/>
                  </a:lnTo>
                  <a:lnTo>
                    <a:pt x="5707" y="210503"/>
                  </a:lnTo>
                  <a:lnTo>
                    <a:pt x="7157" y="215583"/>
                  </a:lnTo>
                  <a:lnTo>
                    <a:pt x="8767" y="220615"/>
                  </a:lnTo>
                  <a:lnTo>
                    <a:pt x="10535" y="225593"/>
                  </a:lnTo>
                  <a:lnTo>
                    <a:pt x="12459" y="230513"/>
                  </a:lnTo>
                  <a:lnTo>
                    <a:pt x="14538" y="235370"/>
                  </a:lnTo>
                  <a:lnTo>
                    <a:pt x="16769" y="240158"/>
                  </a:lnTo>
                  <a:lnTo>
                    <a:pt x="19151" y="244874"/>
                  </a:lnTo>
                  <a:lnTo>
                    <a:pt x="21680" y="249512"/>
                  </a:lnTo>
                  <a:lnTo>
                    <a:pt x="24355" y="254068"/>
                  </a:lnTo>
                  <a:lnTo>
                    <a:pt x="27172" y="258537"/>
                  </a:lnTo>
                  <a:lnTo>
                    <a:pt x="30129" y="262915"/>
                  </a:lnTo>
                  <a:lnTo>
                    <a:pt x="33223" y="267197"/>
                  </a:lnTo>
                  <a:lnTo>
                    <a:pt x="36451" y="271379"/>
                  </a:lnTo>
                  <a:lnTo>
                    <a:pt x="39809" y="275458"/>
                  </a:lnTo>
                  <a:lnTo>
                    <a:pt x="43295" y="279428"/>
                  </a:lnTo>
                  <a:lnTo>
                    <a:pt x="46904" y="283285"/>
                  </a:lnTo>
                  <a:lnTo>
                    <a:pt x="50633" y="287027"/>
                  </a:lnTo>
                  <a:lnTo>
                    <a:pt x="54479" y="290650"/>
                  </a:lnTo>
                  <a:lnTo>
                    <a:pt x="58437" y="294149"/>
                  </a:lnTo>
                  <a:lnTo>
                    <a:pt x="62504" y="297521"/>
                  </a:lnTo>
                  <a:lnTo>
                    <a:pt x="66675" y="300763"/>
                  </a:lnTo>
                  <a:lnTo>
                    <a:pt x="70946" y="303871"/>
                  </a:lnTo>
                  <a:lnTo>
                    <a:pt x="75314" y="306843"/>
                  </a:lnTo>
                  <a:lnTo>
                    <a:pt x="79774" y="309675"/>
                  </a:lnTo>
                  <a:lnTo>
                    <a:pt x="84320" y="312366"/>
                  </a:lnTo>
                  <a:lnTo>
                    <a:pt x="88950" y="314911"/>
                  </a:lnTo>
                  <a:lnTo>
                    <a:pt x="93657" y="317308"/>
                  </a:lnTo>
                  <a:lnTo>
                    <a:pt x="98438" y="319556"/>
                  </a:lnTo>
                  <a:lnTo>
                    <a:pt x="103288" y="321651"/>
                  </a:lnTo>
                  <a:lnTo>
                    <a:pt x="108201" y="323592"/>
                  </a:lnTo>
                  <a:lnTo>
                    <a:pt x="113174" y="325377"/>
                  </a:lnTo>
                  <a:lnTo>
                    <a:pt x="118200" y="327004"/>
                  </a:lnTo>
                  <a:lnTo>
                    <a:pt x="123275" y="328471"/>
                  </a:lnTo>
                  <a:lnTo>
                    <a:pt x="128394" y="329777"/>
                  </a:lnTo>
                  <a:lnTo>
                    <a:pt x="133552" y="330921"/>
                  </a:lnTo>
                  <a:lnTo>
                    <a:pt x="138743" y="331901"/>
                  </a:lnTo>
                  <a:lnTo>
                    <a:pt x="143962" y="332717"/>
                  </a:lnTo>
                  <a:lnTo>
                    <a:pt x="149205" y="333367"/>
                  </a:lnTo>
                  <a:lnTo>
                    <a:pt x="154466" y="333852"/>
                  </a:lnTo>
                  <a:lnTo>
                    <a:pt x="159739" y="334170"/>
                  </a:lnTo>
                  <a:lnTo>
                    <a:pt x="165020" y="334321"/>
                  </a:lnTo>
                  <a:lnTo>
                    <a:pt x="170303" y="334305"/>
                  </a:lnTo>
                  <a:lnTo>
                    <a:pt x="175583" y="334122"/>
                  </a:lnTo>
                  <a:lnTo>
                    <a:pt x="180854" y="333773"/>
                  </a:lnTo>
                  <a:lnTo>
                    <a:pt x="186112" y="333257"/>
                  </a:lnTo>
                  <a:lnTo>
                    <a:pt x="191350" y="332575"/>
                  </a:lnTo>
                  <a:lnTo>
                    <a:pt x="196565" y="331728"/>
                  </a:lnTo>
                  <a:lnTo>
                    <a:pt x="201750" y="330716"/>
                  </a:lnTo>
                  <a:lnTo>
                    <a:pt x="206901" y="329542"/>
                  </a:lnTo>
                  <a:lnTo>
                    <a:pt x="212012" y="328205"/>
                  </a:lnTo>
                  <a:lnTo>
                    <a:pt x="217078" y="326707"/>
                  </a:lnTo>
                  <a:lnTo>
                    <a:pt x="222094" y="325050"/>
                  </a:lnTo>
                  <a:lnTo>
                    <a:pt x="227056" y="323235"/>
                  </a:lnTo>
                  <a:lnTo>
                    <a:pt x="231957" y="321265"/>
                  </a:lnTo>
                  <a:lnTo>
                    <a:pt x="236794" y="319140"/>
                  </a:lnTo>
                  <a:lnTo>
                    <a:pt x="241562" y="316864"/>
                  </a:lnTo>
                  <a:lnTo>
                    <a:pt x="246255" y="314438"/>
                  </a:lnTo>
                  <a:lnTo>
                    <a:pt x="250869" y="311866"/>
                  </a:lnTo>
                  <a:lnTo>
                    <a:pt x="255399" y="309148"/>
                  </a:lnTo>
                  <a:lnTo>
                    <a:pt x="259842" y="306289"/>
                  </a:lnTo>
                  <a:lnTo>
                    <a:pt x="264192" y="303291"/>
                  </a:lnTo>
                  <a:lnTo>
                    <a:pt x="268445" y="300157"/>
                  </a:lnTo>
                  <a:lnTo>
                    <a:pt x="272596" y="296890"/>
                  </a:lnTo>
                  <a:lnTo>
                    <a:pt x="276643" y="293493"/>
                  </a:lnTo>
                  <a:lnTo>
                    <a:pt x="280580" y="289971"/>
                  </a:lnTo>
                  <a:lnTo>
                    <a:pt x="284404" y="286326"/>
                  </a:lnTo>
                  <a:lnTo>
                    <a:pt x="288110" y="282561"/>
                  </a:lnTo>
                  <a:lnTo>
                    <a:pt x="291696" y="278682"/>
                  </a:lnTo>
                  <a:lnTo>
                    <a:pt x="295158" y="274691"/>
                  </a:lnTo>
                  <a:lnTo>
                    <a:pt x="298491" y="270593"/>
                  </a:lnTo>
                  <a:lnTo>
                    <a:pt x="301694" y="266391"/>
                  </a:lnTo>
                  <a:lnTo>
                    <a:pt x="304762" y="262090"/>
                  </a:lnTo>
                  <a:lnTo>
                    <a:pt x="307693" y="257695"/>
                  </a:lnTo>
                  <a:lnTo>
                    <a:pt x="310483" y="253209"/>
                  </a:lnTo>
                  <a:lnTo>
                    <a:pt x="313131" y="248637"/>
                  </a:lnTo>
                  <a:lnTo>
                    <a:pt x="315632" y="243984"/>
                  </a:lnTo>
                  <a:lnTo>
                    <a:pt x="317985" y="239254"/>
                  </a:lnTo>
                  <a:lnTo>
                    <a:pt x="320188" y="234452"/>
                  </a:lnTo>
                  <a:lnTo>
                    <a:pt x="322237" y="229583"/>
                  </a:lnTo>
                  <a:lnTo>
                    <a:pt x="324132" y="224652"/>
                  </a:lnTo>
                  <a:lnTo>
                    <a:pt x="325870" y="219663"/>
                  </a:lnTo>
                  <a:lnTo>
                    <a:pt x="327450" y="214622"/>
                  </a:lnTo>
                  <a:lnTo>
                    <a:pt x="328869" y="209533"/>
                  </a:lnTo>
                  <a:lnTo>
                    <a:pt x="330127" y="204402"/>
                  </a:lnTo>
                  <a:lnTo>
                    <a:pt x="331223" y="199234"/>
                  </a:lnTo>
                  <a:lnTo>
                    <a:pt x="332154" y="194034"/>
                  </a:lnTo>
                  <a:lnTo>
                    <a:pt x="332920" y="188807"/>
                  </a:lnTo>
                  <a:lnTo>
                    <a:pt x="333521" y="183558"/>
                  </a:lnTo>
                  <a:lnTo>
                    <a:pt x="333956" y="178293"/>
                  </a:lnTo>
                  <a:lnTo>
                    <a:pt x="334225" y="173017"/>
                  </a:lnTo>
                  <a:lnTo>
                    <a:pt x="334326" y="167735"/>
                  </a:lnTo>
                  <a:lnTo>
                    <a:pt x="334261" y="162452"/>
                  </a:lnTo>
                  <a:lnTo>
                    <a:pt x="334028" y="157175"/>
                  </a:lnTo>
                  <a:lnTo>
                    <a:pt x="333629" y="151907"/>
                  </a:lnTo>
                  <a:lnTo>
                    <a:pt x="333064" y="146654"/>
                  </a:lnTo>
                  <a:lnTo>
                    <a:pt x="332333" y="141422"/>
                  </a:lnTo>
                  <a:lnTo>
                    <a:pt x="331437" y="136216"/>
                  </a:lnTo>
                  <a:lnTo>
                    <a:pt x="330377" y="131040"/>
                  </a:lnTo>
                  <a:lnTo>
                    <a:pt x="329154" y="125901"/>
                  </a:lnTo>
                  <a:lnTo>
                    <a:pt x="327769" y="120803"/>
                  </a:lnTo>
                  <a:lnTo>
                    <a:pt x="326223" y="115751"/>
                  </a:lnTo>
                  <a:lnTo>
                    <a:pt x="324519" y="110750"/>
                  </a:lnTo>
                  <a:lnTo>
                    <a:pt x="322658" y="105806"/>
                  </a:lnTo>
                  <a:lnTo>
                    <a:pt x="320641" y="100923"/>
                  </a:lnTo>
                  <a:lnTo>
                    <a:pt x="318472" y="96106"/>
                  </a:lnTo>
                  <a:lnTo>
                    <a:pt x="316151" y="91361"/>
                  </a:lnTo>
                  <a:lnTo>
                    <a:pt x="313681" y="86690"/>
                  </a:lnTo>
                  <a:lnTo>
                    <a:pt x="311065" y="82101"/>
                  </a:lnTo>
                  <a:lnTo>
                    <a:pt x="308305" y="77596"/>
                  </a:lnTo>
                  <a:lnTo>
                    <a:pt x="305404" y="73181"/>
                  </a:lnTo>
                  <a:lnTo>
                    <a:pt x="302365" y="68859"/>
                  </a:lnTo>
                  <a:lnTo>
                    <a:pt x="299191" y="64636"/>
                  </a:lnTo>
                  <a:lnTo>
                    <a:pt x="295886" y="60515"/>
                  </a:lnTo>
                  <a:lnTo>
                    <a:pt x="292451" y="56501"/>
                  </a:lnTo>
                  <a:lnTo>
                    <a:pt x="288892" y="52597"/>
                  </a:lnTo>
                  <a:lnTo>
                    <a:pt x="285211" y="48808"/>
                  </a:lnTo>
                  <a:lnTo>
                    <a:pt x="281412" y="45137"/>
                  </a:lnTo>
                  <a:lnTo>
                    <a:pt x="277499" y="41587"/>
                  </a:lnTo>
                  <a:lnTo>
                    <a:pt x="273475" y="38163"/>
                  </a:lnTo>
                  <a:lnTo>
                    <a:pt x="269346" y="34868"/>
                  </a:lnTo>
                  <a:lnTo>
                    <a:pt x="265114" y="31706"/>
                  </a:lnTo>
                  <a:lnTo>
                    <a:pt x="260785" y="28678"/>
                  </a:lnTo>
                  <a:lnTo>
                    <a:pt x="256362" y="25789"/>
                  </a:lnTo>
                  <a:lnTo>
                    <a:pt x="251850" y="23041"/>
                  </a:lnTo>
                  <a:lnTo>
                    <a:pt x="247254" y="20436"/>
                  </a:lnTo>
                  <a:lnTo>
                    <a:pt x="242577" y="17979"/>
                  </a:lnTo>
                  <a:lnTo>
                    <a:pt x="237826" y="15670"/>
                  </a:lnTo>
                  <a:lnTo>
                    <a:pt x="233003" y="13513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6085"/>
              <a:ext cx="65843" cy="153654"/>
            </a:xfrm>
            <a:custGeom>
              <a:avLst/>
              <a:pathLst>
                <a:path w="65843" h="153654">
                  <a:moveTo>
                    <a:pt x="65843" y="0"/>
                  </a:moveTo>
                  <a:lnTo>
                    <a:pt x="0" y="1536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35882"/>
              <a:ext cx="65843" cy="153857"/>
            </a:xfrm>
            <a:custGeom>
              <a:avLst/>
              <a:pathLst>
                <a:path w="65843" h="153857">
                  <a:moveTo>
                    <a:pt x="65843" y="203"/>
                  </a:moveTo>
                  <a:lnTo>
                    <a:pt x="65367" y="0"/>
                  </a:lnTo>
                  <a:lnTo>
                    <a:pt x="0" y="1538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571"/>
              <a:ext cx="65367" cy="167167"/>
            </a:xfrm>
            <a:custGeom>
              <a:avLst/>
              <a:pathLst>
                <a:path w="65367" h="167167">
                  <a:moveTo>
                    <a:pt x="65367" y="13310"/>
                  </a:moveTo>
                  <a:lnTo>
                    <a:pt x="59706" y="11026"/>
                  </a:lnTo>
                  <a:lnTo>
                    <a:pt x="53964" y="8950"/>
                  </a:lnTo>
                  <a:lnTo>
                    <a:pt x="48151" y="7085"/>
                  </a:lnTo>
                  <a:lnTo>
                    <a:pt x="42274" y="5433"/>
                  </a:lnTo>
                  <a:lnTo>
                    <a:pt x="36340" y="3997"/>
                  </a:lnTo>
                  <a:lnTo>
                    <a:pt x="30357" y="2779"/>
                  </a:lnTo>
                  <a:lnTo>
                    <a:pt x="24335" y="1780"/>
                  </a:lnTo>
                  <a:lnTo>
                    <a:pt x="18279" y="1002"/>
                  </a:lnTo>
                  <a:lnTo>
                    <a:pt x="12200" y="445"/>
                  </a:lnTo>
                  <a:lnTo>
                    <a:pt x="6104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378100" y="1071028"/>
              <a:ext cx="334325" cy="334325"/>
            </a:xfrm>
            <a:custGeom>
              <a:avLst/>
              <a:pathLst>
                <a:path w="334325" h="334325">
                  <a:moveTo>
                    <a:pt x="167157" y="0"/>
                  </a:moveTo>
                  <a:lnTo>
                    <a:pt x="161871" y="83"/>
                  </a:lnTo>
                  <a:lnTo>
                    <a:pt x="156590" y="334"/>
                  </a:lnTo>
                  <a:lnTo>
                    <a:pt x="151319" y="751"/>
                  </a:lnTo>
                  <a:lnTo>
                    <a:pt x="146065" y="1336"/>
                  </a:lnTo>
                  <a:lnTo>
                    <a:pt x="140831" y="2086"/>
                  </a:lnTo>
                  <a:lnTo>
                    <a:pt x="135624" y="3001"/>
                  </a:lnTo>
                  <a:lnTo>
                    <a:pt x="130448" y="4080"/>
                  </a:lnTo>
                  <a:lnTo>
                    <a:pt x="125309" y="5322"/>
                  </a:lnTo>
                  <a:lnTo>
                    <a:pt x="120212" y="6727"/>
                  </a:lnTo>
                  <a:lnTo>
                    <a:pt x="115162" y="8292"/>
                  </a:lnTo>
                  <a:lnTo>
                    <a:pt x="110164" y="10015"/>
                  </a:lnTo>
                  <a:lnTo>
                    <a:pt x="105222" y="11896"/>
                  </a:lnTo>
                  <a:lnTo>
                    <a:pt x="100343" y="13932"/>
                  </a:lnTo>
                  <a:lnTo>
                    <a:pt x="95531" y="16122"/>
                  </a:lnTo>
                  <a:lnTo>
                    <a:pt x="90790" y="18463"/>
                  </a:lnTo>
                  <a:lnTo>
                    <a:pt x="86126" y="20952"/>
                  </a:lnTo>
                  <a:lnTo>
                    <a:pt x="81542" y="23588"/>
                  </a:lnTo>
                  <a:lnTo>
                    <a:pt x="77045" y="26367"/>
                  </a:lnTo>
                  <a:lnTo>
                    <a:pt x="72637" y="29287"/>
                  </a:lnTo>
                  <a:lnTo>
                    <a:pt x="68324" y="32345"/>
                  </a:lnTo>
                  <a:lnTo>
                    <a:pt x="64110" y="35538"/>
                  </a:lnTo>
                  <a:lnTo>
                    <a:pt x="59999" y="38862"/>
                  </a:lnTo>
                  <a:lnTo>
                    <a:pt x="55995" y="42315"/>
                  </a:lnTo>
                  <a:lnTo>
                    <a:pt x="52103" y="45893"/>
                  </a:lnTo>
                  <a:lnTo>
                    <a:pt x="48325" y="49592"/>
                  </a:lnTo>
                  <a:lnTo>
                    <a:pt x="44666" y="53409"/>
                  </a:lnTo>
                  <a:lnTo>
                    <a:pt x="41130" y="57339"/>
                  </a:lnTo>
                  <a:lnTo>
                    <a:pt x="37720" y="61380"/>
                  </a:lnTo>
                  <a:lnTo>
                    <a:pt x="34440" y="65526"/>
                  </a:lnTo>
                  <a:lnTo>
                    <a:pt x="31292" y="69774"/>
                  </a:lnTo>
                  <a:lnTo>
                    <a:pt x="28280" y="74119"/>
                  </a:lnTo>
                  <a:lnTo>
                    <a:pt x="25407" y="78557"/>
                  </a:lnTo>
                  <a:lnTo>
                    <a:pt x="22675" y="83084"/>
                  </a:lnTo>
                  <a:lnTo>
                    <a:pt x="20089" y="87695"/>
                  </a:lnTo>
                  <a:lnTo>
                    <a:pt x="17649" y="92386"/>
                  </a:lnTo>
                  <a:lnTo>
                    <a:pt x="15359" y="97151"/>
                  </a:lnTo>
                  <a:lnTo>
                    <a:pt x="13221" y="101987"/>
                  </a:lnTo>
                  <a:lnTo>
                    <a:pt x="11237" y="106887"/>
                  </a:lnTo>
                  <a:lnTo>
                    <a:pt x="9408" y="111848"/>
                  </a:lnTo>
                  <a:lnTo>
                    <a:pt x="7738" y="116864"/>
                  </a:lnTo>
                  <a:lnTo>
                    <a:pt x="6227" y="121931"/>
                  </a:lnTo>
                  <a:lnTo>
                    <a:pt x="4877" y="127043"/>
                  </a:lnTo>
                  <a:lnTo>
                    <a:pt x="3689" y="132195"/>
                  </a:lnTo>
                  <a:lnTo>
                    <a:pt x="2665" y="137382"/>
                  </a:lnTo>
                  <a:lnTo>
                    <a:pt x="1805" y="142598"/>
                  </a:lnTo>
                  <a:lnTo>
                    <a:pt x="1111" y="147840"/>
                  </a:lnTo>
                  <a:lnTo>
                    <a:pt x="583" y="153100"/>
                  </a:lnTo>
                  <a:lnTo>
                    <a:pt x="221" y="158375"/>
                  </a:lnTo>
                  <a:lnTo>
                    <a:pt x="27" y="163659"/>
                  </a:lnTo>
                  <a:lnTo>
                    <a:pt x="0" y="168946"/>
                  </a:lnTo>
                  <a:lnTo>
                    <a:pt x="139" y="174231"/>
                  </a:lnTo>
                  <a:lnTo>
                    <a:pt x="446" y="179509"/>
                  </a:lnTo>
                  <a:lnTo>
                    <a:pt x="920" y="184775"/>
                  </a:lnTo>
                  <a:lnTo>
                    <a:pt x="1560" y="190023"/>
                  </a:lnTo>
                  <a:lnTo>
                    <a:pt x="2366" y="195248"/>
                  </a:lnTo>
                  <a:lnTo>
                    <a:pt x="3336" y="200445"/>
                  </a:lnTo>
                  <a:lnTo>
                    <a:pt x="4470" y="205609"/>
                  </a:lnTo>
                  <a:lnTo>
                    <a:pt x="5767" y="210735"/>
                  </a:lnTo>
                  <a:lnTo>
                    <a:pt x="7226" y="215817"/>
                  </a:lnTo>
                  <a:lnTo>
                    <a:pt x="8844" y="220850"/>
                  </a:lnTo>
                  <a:lnTo>
                    <a:pt x="10621" y="225830"/>
                  </a:lnTo>
                  <a:lnTo>
                    <a:pt x="12555" y="230751"/>
                  </a:lnTo>
                  <a:lnTo>
                    <a:pt x="14643" y="235608"/>
                  </a:lnTo>
                  <a:lnTo>
                    <a:pt x="16883" y="240397"/>
                  </a:lnTo>
                  <a:lnTo>
                    <a:pt x="19274" y="245112"/>
                  </a:lnTo>
                  <a:lnTo>
                    <a:pt x="21813" y="249750"/>
                  </a:lnTo>
                  <a:lnTo>
                    <a:pt x="24497" y="254305"/>
                  </a:lnTo>
                  <a:lnTo>
                    <a:pt x="27324" y="258773"/>
                  </a:lnTo>
                  <a:lnTo>
                    <a:pt x="30291" y="263149"/>
                  </a:lnTo>
                  <a:lnTo>
                    <a:pt x="33395" y="267429"/>
                  </a:lnTo>
                  <a:lnTo>
                    <a:pt x="36632" y="271609"/>
                  </a:lnTo>
                  <a:lnTo>
                    <a:pt x="40000" y="275684"/>
                  </a:lnTo>
                  <a:lnTo>
                    <a:pt x="43496" y="279651"/>
                  </a:lnTo>
                  <a:lnTo>
                    <a:pt x="47115" y="283506"/>
                  </a:lnTo>
                  <a:lnTo>
                    <a:pt x="50854" y="287244"/>
                  </a:lnTo>
                  <a:lnTo>
                    <a:pt x="54709" y="290861"/>
                  </a:lnTo>
                  <a:lnTo>
                    <a:pt x="58677" y="294356"/>
                  </a:lnTo>
                  <a:lnTo>
                    <a:pt x="62753" y="297722"/>
                  </a:lnTo>
                  <a:lnTo>
                    <a:pt x="66934" y="300959"/>
                  </a:lnTo>
                  <a:lnTo>
                    <a:pt x="71215" y="304061"/>
                  </a:lnTo>
                  <a:lnTo>
                    <a:pt x="75592" y="307027"/>
                  </a:lnTo>
                  <a:lnTo>
                    <a:pt x="80061" y="309852"/>
                  </a:lnTo>
                  <a:lnTo>
                    <a:pt x="84617" y="312535"/>
                  </a:lnTo>
                  <a:lnTo>
                    <a:pt x="89255" y="315073"/>
                  </a:lnTo>
                  <a:lnTo>
                    <a:pt x="93971" y="317462"/>
                  </a:lnTo>
                  <a:lnTo>
                    <a:pt x="98761" y="319702"/>
                  </a:lnTo>
                  <a:lnTo>
                    <a:pt x="103619" y="321788"/>
                  </a:lnTo>
                  <a:lnTo>
                    <a:pt x="108540" y="323720"/>
                  </a:lnTo>
                  <a:lnTo>
                    <a:pt x="113520" y="325496"/>
                  </a:lnTo>
                  <a:lnTo>
                    <a:pt x="118554" y="327113"/>
                  </a:lnTo>
                  <a:lnTo>
                    <a:pt x="123636" y="328570"/>
                  </a:lnTo>
                  <a:lnTo>
                    <a:pt x="128762" y="329865"/>
                  </a:lnTo>
                  <a:lnTo>
                    <a:pt x="133926" y="330998"/>
                  </a:lnTo>
                  <a:lnTo>
                    <a:pt x="139124" y="331967"/>
                  </a:lnTo>
                  <a:lnTo>
                    <a:pt x="144350" y="332771"/>
                  </a:lnTo>
                  <a:lnTo>
                    <a:pt x="149598" y="333410"/>
                  </a:lnTo>
                  <a:lnTo>
                    <a:pt x="154864" y="333882"/>
                  </a:lnTo>
                  <a:lnTo>
                    <a:pt x="160142" y="334187"/>
                  </a:lnTo>
                  <a:lnTo>
                    <a:pt x="165427" y="334325"/>
                  </a:lnTo>
                  <a:lnTo>
                    <a:pt x="170714" y="334297"/>
                  </a:lnTo>
                  <a:lnTo>
                    <a:pt x="175998" y="334100"/>
                  </a:lnTo>
                  <a:lnTo>
                    <a:pt x="181272" y="333737"/>
                  </a:lnTo>
                  <a:lnTo>
                    <a:pt x="186533" y="333208"/>
                  </a:lnTo>
                  <a:lnTo>
                    <a:pt x="191774" y="332512"/>
                  </a:lnTo>
                  <a:lnTo>
                    <a:pt x="196990" y="331651"/>
                  </a:lnTo>
                  <a:lnTo>
                    <a:pt x="202177" y="330625"/>
                  </a:lnTo>
                  <a:lnTo>
                    <a:pt x="207329" y="329436"/>
                  </a:lnTo>
                  <a:lnTo>
                    <a:pt x="212440" y="328084"/>
                  </a:lnTo>
                  <a:lnTo>
                    <a:pt x="217506" y="326572"/>
                  </a:lnTo>
                  <a:lnTo>
                    <a:pt x="222522" y="324900"/>
                  </a:lnTo>
                  <a:lnTo>
                    <a:pt x="227482" y="323070"/>
                  </a:lnTo>
                  <a:lnTo>
                    <a:pt x="232382" y="321085"/>
                  </a:lnTo>
                  <a:lnTo>
                    <a:pt x="237217" y="318945"/>
                  </a:lnTo>
                  <a:lnTo>
                    <a:pt x="241982" y="316654"/>
                  </a:lnTo>
                  <a:lnTo>
                    <a:pt x="246672" y="314213"/>
                  </a:lnTo>
                  <a:lnTo>
                    <a:pt x="251282" y="311625"/>
                  </a:lnTo>
                  <a:lnTo>
                    <a:pt x="255808" y="308892"/>
                  </a:lnTo>
                  <a:lnTo>
                    <a:pt x="260246" y="306018"/>
                  </a:lnTo>
                  <a:lnTo>
                    <a:pt x="264590" y="303004"/>
                  </a:lnTo>
                  <a:lnTo>
                    <a:pt x="268837" y="299855"/>
                  </a:lnTo>
                  <a:lnTo>
                    <a:pt x="272982" y="296574"/>
                  </a:lnTo>
                  <a:lnTo>
                    <a:pt x="277022" y="293162"/>
                  </a:lnTo>
                  <a:lnTo>
                    <a:pt x="280951" y="289625"/>
                  </a:lnTo>
                  <a:lnTo>
                    <a:pt x="284767" y="285965"/>
                  </a:lnTo>
                  <a:lnTo>
                    <a:pt x="288465" y="282187"/>
                  </a:lnTo>
                  <a:lnTo>
                    <a:pt x="292041" y="278293"/>
                  </a:lnTo>
                  <a:lnTo>
                    <a:pt x="295493" y="274288"/>
                  </a:lnTo>
                  <a:lnTo>
                    <a:pt x="298816" y="270176"/>
                  </a:lnTo>
                  <a:lnTo>
                    <a:pt x="302008" y="265961"/>
                  </a:lnTo>
                  <a:lnTo>
                    <a:pt x="305065" y="261647"/>
                  </a:lnTo>
                  <a:lnTo>
                    <a:pt x="307984" y="257239"/>
                  </a:lnTo>
                  <a:lnTo>
                    <a:pt x="310762" y="252740"/>
                  </a:lnTo>
                  <a:lnTo>
                    <a:pt x="313396" y="248156"/>
                  </a:lnTo>
                  <a:lnTo>
                    <a:pt x="315884" y="243491"/>
                  </a:lnTo>
                  <a:lnTo>
                    <a:pt x="318223" y="238750"/>
                  </a:lnTo>
                  <a:lnTo>
                    <a:pt x="320411" y="233937"/>
                  </a:lnTo>
                  <a:lnTo>
                    <a:pt x="322446" y="229057"/>
                  </a:lnTo>
                  <a:lnTo>
                    <a:pt x="324326" y="224115"/>
                  </a:lnTo>
                  <a:lnTo>
                    <a:pt x="326048" y="219117"/>
                  </a:lnTo>
                  <a:lnTo>
                    <a:pt x="327611" y="214066"/>
                  </a:lnTo>
                  <a:lnTo>
                    <a:pt x="329014" y="208968"/>
                  </a:lnTo>
                  <a:lnTo>
                    <a:pt x="330255" y="203829"/>
                  </a:lnTo>
                  <a:lnTo>
                    <a:pt x="331333" y="198653"/>
                  </a:lnTo>
                  <a:lnTo>
                    <a:pt x="332247" y="193445"/>
                  </a:lnTo>
                  <a:lnTo>
                    <a:pt x="332995" y="188212"/>
                  </a:lnTo>
                  <a:lnTo>
                    <a:pt x="333578" y="182957"/>
                  </a:lnTo>
                  <a:lnTo>
                    <a:pt x="333994" y="177686"/>
                  </a:lnTo>
                  <a:lnTo>
                    <a:pt x="334243" y="172405"/>
                  </a:lnTo>
                  <a:lnTo>
                    <a:pt x="334325" y="167118"/>
                  </a:lnTo>
                  <a:lnTo>
                    <a:pt x="334240" y="161832"/>
                  </a:lnTo>
                  <a:lnTo>
                    <a:pt x="333987" y="156551"/>
                  </a:lnTo>
                  <a:lnTo>
                    <a:pt x="333568" y="151281"/>
                  </a:lnTo>
                  <a:lnTo>
                    <a:pt x="332983" y="146026"/>
                  </a:lnTo>
                  <a:lnTo>
                    <a:pt x="332231" y="140793"/>
                  </a:lnTo>
                  <a:lnTo>
                    <a:pt x="331315" y="135586"/>
                  </a:lnTo>
                  <a:lnTo>
                    <a:pt x="330234" y="130410"/>
                  </a:lnTo>
                  <a:lnTo>
                    <a:pt x="328990" y="125272"/>
                  </a:lnTo>
                  <a:lnTo>
                    <a:pt x="327584" y="120175"/>
                  </a:lnTo>
                  <a:lnTo>
                    <a:pt x="326018" y="115125"/>
                  </a:lnTo>
                  <a:lnTo>
                    <a:pt x="324293" y="11012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81156"/>
              <a:ext cx="157135" cy="57039"/>
            </a:xfrm>
            <a:custGeom>
              <a:avLst/>
              <a:pathLst>
                <a:path w="157135" h="57039">
                  <a:moveTo>
                    <a:pt x="157135" y="0"/>
                  </a:moveTo>
                  <a:lnTo>
                    <a:pt x="0" y="570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180088"/>
              <a:ext cx="157135" cy="58108"/>
            </a:xfrm>
            <a:custGeom>
              <a:avLst/>
              <a:pathLst>
                <a:path w="157135" h="58108">
                  <a:moveTo>
                    <a:pt x="157135" y="1068"/>
                  </a:moveTo>
                  <a:lnTo>
                    <a:pt x="156743" y="0"/>
                  </a:lnTo>
                  <a:lnTo>
                    <a:pt x="0" y="58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071028"/>
              <a:ext cx="156743" cy="167167"/>
            </a:xfrm>
            <a:custGeom>
              <a:avLst/>
              <a:pathLst>
                <a:path w="156743" h="167167">
                  <a:moveTo>
                    <a:pt x="156743" y="109059"/>
                  </a:moveTo>
                  <a:lnTo>
                    <a:pt x="154749" y="103941"/>
                  </a:lnTo>
                  <a:lnTo>
                    <a:pt x="152588" y="98891"/>
                  </a:lnTo>
                  <a:lnTo>
                    <a:pt x="150263" y="93915"/>
                  </a:lnTo>
                  <a:lnTo>
                    <a:pt x="147775" y="89018"/>
                  </a:lnTo>
                  <a:lnTo>
                    <a:pt x="145128" y="84205"/>
                  </a:lnTo>
                  <a:lnTo>
                    <a:pt x="142324" y="79482"/>
                  </a:lnTo>
                  <a:lnTo>
                    <a:pt x="139366" y="74853"/>
                  </a:lnTo>
                  <a:lnTo>
                    <a:pt x="136258" y="70324"/>
                  </a:lnTo>
                  <a:lnTo>
                    <a:pt x="133003" y="65900"/>
                  </a:lnTo>
                  <a:lnTo>
                    <a:pt x="129605" y="61585"/>
                  </a:lnTo>
                  <a:lnTo>
                    <a:pt x="126066" y="57384"/>
                  </a:lnTo>
                  <a:lnTo>
                    <a:pt x="122391" y="53302"/>
                  </a:lnTo>
                  <a:lnTo>
                    <a:pt x="118584" y="49343"/>
                  </a:lnTo>
                  <a:lnTo>
                    <a:pt x="114649" y="45510"/>
                  </a:lnTo>
                  <a:lnTo>
                    <a:pt x="110591" y="41809"/>
                  </a:lnTo>
                  <a:lnTo>
                    <a:pt x="106413" y="38244"/>
                  </a:lnTo>
                  <a:lnTo>
                    <a:pt x="102120" y="34817"/>
                  </a:lnTo>
                  <a:lnTo>
                    <a:pt x="97716" y="31534"/>
                  </a:lnTo>
                  <a:lnTo>
                    <a:pt x="93208" y="28397"/>
                  </a:lnTo>
                  <a:lnTo>
                    <a:pt x="88598" y="25409"/>
                  </a:lnTo>
                  <a:lnTo>
                    <a:pt x="83893" y="22575"/>
                  </a:lnTo>
                  <a:lnTo>
                    <a:pt x="79098" y="19897"/>
                  </a:lnTo>
                  <a:lnTo>
                    <a:pt x="74217" y="17378"/>
                  </a:lnTo>
                  <a:lnTo>
                    <a:pt x="69256" y="15021"/>
                  </a:lnTo>
                  <a:lnTo>
                    <a:pt x="64220" y="12827"/>
                  </a:lnTo>
                  <a:lnTo>
                    <a:pt x="59115" y="10801"/>
                  </a:lnTo>
                  <a:lnTo>
                    <a:pt x="53946" y="8943"/>
                  </a:lnTo>
                  <a:lnTo>
                    <a:pt x="48719" y="7256"/>
                  </a:lnTo>
                  <a:lnTo>
                    <a:pt x="43439" y="5742"/>
                  </a:lnTo>
                  <a:lnTo>
                    <a:pt x="38112" y="4402"/>
                  </a:lnTo>
                  <a:lnTo>
                    <a:pt x="32744" y="3238"/>
                  </a:lnTo>
                  <a:lnTo>
                    <a:pt x="27341" y="2251"/>
                  </a:lnTo>
                  <a:lnTo>
                    <a:pt x="21908" y="1441"/>
                  </a:lnTo>
                  <a:lnTo>
                    <a:pt x="16452" y="811"/>
                  </a:lnTo>
                  <a:lnTo>
                    <a:pt x="10977" y="360"/>
                  </a:lnTo>
                  <a:lnTo>
                    <a:pt x="549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45195" y="941493"/>
              <a:ext cx="78348" cy="167167"/>
            </a:xfrm>
            <a:custGeom>
              <a:avLst/>
              <a:pathLst>
                <a:path w="78348" h="167167">
                  <a:moveTo>
                    <a:pt x="78348" y="0"/>
                  </a:moveTo>
                  <a:lnTo>
                    <a:pt x="72524" y="101"/>
                  </a:lnTo>
                  <a:lnTo>
                    <a:pt x="66708" y="405"/>
                  </a:lnTo>
                  <a:lnTo>
                    <a:pt x="60906" y="912"/>
                  </a:lnTo>
                  <a:lnTo>
                    <a:pt x="55125" y="1620"/>
                  </a:lnTo>
                  <a:lnTo>
                    <a:pt x="49372" y="2530"/>
                  </a:lnTo>
                  <a:lnTo>
                    <a:pt x="43654" y="3639"/>
                  </a:lnTo>
                  <a:lnTo>
                    <a:pt x="37979" y="4947"/>
                  </a:lnTo>
                  <a:lnTo>
                    <a:pt x="32352" y="6452"/>
                  </a:lnTo>
                  <a:lnTo>
                    <a:pt x="26782" y="8152"/>
                  </a:lnTo>
                  <a:lnTo>
                    <a:pt x="21274" y="10044"/>
                  </a:lnTo>
                  <a:lnTo>
                    <a:pt x="15835" y="12128"/>
                  </a:lnTo>
                  <a:lnTo>
                    <a:pt x="10472" y="14400"/>
                  </a:lnTo>
                  <a:lnTo>
                    <a:pt x="5191" y="16857"/>
                  </a:lnTo>
                  <a:lnTo>
                    <a:pt x="0" y="19497"/>
                  </a:lnTo>
                  <a:lnTo>
                    <a:pt x="783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45195" y="960990"/>
              <a:ext cx="78348" cy="147670"/>
            </a:xfrm>
            <a:custGeom>
              <a:avLst/>
              <a:pathLst>
                <a:path w="78348" h="147670">
                  <a:moveTo>
                    <a:pt x="0" y="0"/>
                  </a:moveTo>
                  <a:lnTo>
                    <a:pt x="78348" y="1476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856376" y="960990"/>
              <a:ext cx="334332" cy="314820"/>
            </a:xfrm>
            <a:custGeom>
              <a:avLst/>
              <a:pathLst>
                <a:path w="334332" h="314820">
                  <a:moveTo>
                    <a:pt x="88818" y="0"/>
                  </a:moveTo>
                  <a:lnTo>
                    <a:pt x="84163" y="2565"/>
                  </a:lnTo>
                  <a:lnTo>
                    <a:pt x="79591" y="5278"/>
                  </a:lnTo>
                  <a:lnTo>
                    <a:pt x="75108" y="8134"/>
                  </a:lnTo>
                  <a:lnTo>
                    <a:pt x="70718" y="11132"/>
                  </a:lnTo>
                  <a:lnTo>
                    <a:pt x="66426" y="14267"/>
                  </a:lnTo>
                  <a:lnTo>
                    <a:pt x="62235" y="17538"/>
                  </a:lnTo>
                  <a:lnTo>
                    <a:pt x="58151" y="20940"/>
                  </a:lnTo>
                  <a:lnTo>
                    <a:pt x="54176" y="24470"/>
                  </a:lnTo>
                  <a:lnTo>
                    <a:pt x="50316" y="28125"/>
                  </a:lnTo>
                  <a:lnTo>
                    <a:pt x="46575" y="31901"/>
                  </a:lnTo>
                  <a:lnTo>
                    <a:pt x="42955" y="35793"/>
                  </a:lnTo>
                  <a:lnTo>
                    <a:pt x="39460" y="39799"/>
                  </a:lnTo>
                  <a:lnTo>
                    <a:pt x="36095" y="43914"/>
                  </a:lnTo>
                  <a:lnTo>
                    <a:pt x="32863" y="48134"/>
                  </a:lnTo>
                  <a:lnTo>
                    <a:pt x="29766" y="52455"/>
                  </a:lnTo>
                  <a:lnTo>
                    <a:pt x="26808" y="56871"/>
                  </a:lnTo>
                  <a:lnTo>
                    <a:pt x="23992" y="61380"/>
                  </a:lnTo>
                  <a:lnTo>
                    <a:pt x="21321" y="65976"/>
                  </a:lnTo>
                  <a:lnTo>
                    <a:pt x="18797" y="70654"/>
                  </a:lnTo>
                  <a:lnTo>
                    <a:pt x="16423" y="75411"/>
                  </a:lnTo>
                  <a:lnTo>
                    <a:pt x="14202" y="80240"/>
                  </a:lnTo>
                  <a:lnTo>
                    <a:pt x="12135" y="85138"/>
                  </a:lnTo>
                  <a:lnTo>
                    <a:pt x="10226" y="90098"/>
                  </a:lnTo>
                  <a:lnTo>
                    <a:pt x="8474" y="95117"/>
                  </a:lnTo>
                  <a:lnTo>
                    <a:pt x="6884" y="100190"/>
                  </a:lnTo>
                  <a:lnTo>
                    <a:pt x="5455" y="105310"/>
                  </a:lnTo>
                  <a:lnTo>
                    <a:pt x="4190" y="110473"/>
                  </a:lnTo>
                  <a:lnTo>
                    <a:pt x="3090" y="115673"/>
                  </a:lnTo>
                  <a:lnTo>
                    <a:pt x="2156" y="120906"/>
                  </a:lnTo>
                  <a:lnTo>
                    <a:pt x="1388" y="126166"/>
                  </a:lnTo>
                  <a:lnTo>
                    <a:pt x="788" y="131448"/>
                  </a:lnTo>
                  <a:lnTo>
                    <a:pt x="356" y="136746"/>
                  </a:lnTo>
                  <a:lnTo>
                    <a:pt x="94" y="142056"/>
                  </a:lnTo>
                  <a:lnTo>
                    <a:pt x="0" y="147371"/>
                  </a:lnTo>
                  <a:lnTo>
                    <a:pt x="75" y="152686"/>
                  </a:lnTo>
                  <a:lnTo>
                    <a:pt x="318" y="157996"/>
                  </a:lnTo>
                  <a:lnTo>
                    <a:pt x="731" y="163296"/>
                  </a:lnTo>
                  <a:lnTo>
                    <a:pt x="1312" y="168580"/>
                  </a:lnTo>
                  <a:lnTo>
                    <a:pt x="2061" y="173842"/>
                  </a:lnTo>
                  <a:lnTo>
                    <a:pt x="2976" y="179079"/>
                  </a:lnTo>
                  <a:lnTo>
                    <a:pt x="4058" y="184283"/>
                  </a:lnTo>
                  <a:lnTo>
                    <a:pt x="5305" y="189451"/>
                  </a:lnTo>
                  <a:lnTo>
                    <a:pt x="6715" y="194576"/>
                  </a:lnTo>
                  <a:lnTo>
                    <a:pt x="8287" y="199654"/>
                  </a:lnTo>
                  <a:lnTo>
                    <a:pt x="10021" y="204679"/>
                  </a:lnTo>
                  <a:lnTo>
                    <a:pt x="11913" y="209647"/>
                  </a:lnTo>
                  <a:lnTo>
                    <a:pt x="13962" y="214552"/>
                  </a:lnTo>
                  <a:lnTo>
                    <a:pt x="16166" y="219389"/>
                  </a:lnTo>
                  <a:lnTo>
                    <a:pt x="18522" y="224154"/>
                  </a:lnTo>
                  <a:lnTo>
                    <a:pt x="21029" y="228841"/>
                  </a:lnTo>
                  <a:lnTo>
                    <a:pt x="23684" y="233447"/>
                  </a:lnTo>
                  <a:lnTo>
                    <a:pt x="26484" y="237965"/>
                  </a:lnTo>
                  <a:lnTo>
                    <a:pt x="29426" y="242393"/>
                  </a:lnTo>
                  <a:lnTo>
                    <a:pt x="32507" y="246724"/>
                  </a:lnTo>
                  <a:lnTo>
                    <a:pt x="35725" y="250956"/>
                  </a:lnTo>
                  <a:lnTo>
                    <a:pt x="39075" y="255082"/>
                  </a:lnTo>
                  <a:lnTo>
                    <a:pt x="42555" y="259101"/>
                  </a:lnTo>
                  <a:lnTo>
                    <a:pt x="46161" y="263006"/>
                  </a:lnTo>
                  <a:lnTo>
                    <a:pt x="49889" y="266796"/>
                  </a:lnTo>
                  <a:lnTo>
                    <a:pt x="53736" y="270464"/>
                  </a:lnTo>
                  <a:lnTo>
                    <a:pt x="57698" y="274009"/>
                  </a:lnTo>
                  <a:lnTo>
                    <a:pt x="61770" y="277425"/>
                  </a:lnTo>
                  <a:lnTo>
                    <a:pt x="65949" y="280711"/>
                  </a:lnTo>
                  <a:lnTo>
                    <a:pt x="70230" y="283862"/>
                  </a:lnTo>
                  <a:lnTo>
                    <a:pt x="74609" y="286875"/>
                  </a:lnTo>
                  <a:lnTo>
                    <a:pt x="79082" y="289747"/>
                  </a:lnTo>
                  <a:lnTo>
                    <a:pt x="83644" y="292476"/>
                  </a:lnTo>
                  <a:lnTo>
                    <a:pt x="88290" y="295059"/>
                  </a:lnTo>
                  <a:lnTo>
                    <a:pt x="93016" y="297492"/>
                  </a:lnTo>
                  <a:lnTo>
                    <a:pt x="97817" y="299774"/>
                  </a:lnTo>
                  <a:lnTo>
                    <a:pt x="102689" y="301902"/>
                  </a:lnTo>
                  <a:lnTo>
                    <a:pt x="107625" y="303874"/>
                  </a:lnTo>
                  <a:lnTo>
                    <a:pt x="112622" y="305688"/>
                  </a:lnTo>
                  <a:lnTo>
                    <a:pt x="117673" y="307342"/>
                  </a:lnTo>
                  <a:lnTo>
                    <a:pt x="122775" y="308835"/>
                  </a:lnTo>
                  <a:lnTo>
                    <a:pt x="127922" y="310165"/>
                  </a:lnTo>
                  <a:lnTo>
                    <a:pt x="133108" y="311331"/>
                  </a:lnTo>
                  <a:lnTo>
                    <a:pt x="138329" y="312331"/>
                  </a:lnTo>
                  <a:lnTo>
                    <a:pt x="143579" y="313165"/>
                  </a:lnTo>
                  <a:lnTo>
                    <a:pt x="148853" y="313831"/>
                  </a:lnTo>
                  <a:lnTo>
                    <a:pt x="154145" y="314329"/>
                  </a:lnTo>
                  <a:lnTo>
                    <a:pt x="159451" y="314659"/>
                  </a:lnTo>
                  <a:lnTo>
                    <a:pt x="164764" y="314820"/>
                  </a:lnTo>
                  <a:lnTo>
                    <a:pt x="170080" y="314812"/>
                  </a:lnTo>
                  <a:lnTo>
                    <a:pt x="175393" y="314635"/>
                  </a:lnTo>
                  <a:lnTo>
                    <a:pt x="180697" y="314289"/>
                  </a:lnTo>
                  <a:lnTo>
                    <a:pt x="185988" y="313774"/>
                  </a:lnTo>
                  <a:lnTo>
                    <a:pt x="191260" y="313092"/>
                  </a:lnTo>
                  <a:lnTo>
                    <a:pt x="196507" y="312242"/>
                  </a:lnTo>
                  <a:lnTo>
                    <a:pt x="201725" y="311226"/>
                  </a:lnTo>
                  <a:lnTo>
                    <a:pt x="206908" y="310045"/>
                  </a:lnTo>
                  <a:lnTo>
                    <a:pt x="212050" y="308699"/>
                  </a:lnTo>
                  <a:lnTo>
                    <a:pt x="217147" y="307191"/>
                  </a:lnTo>
                  <a:lnTo>
                    <a:pt x="222194" y="305521"/>
                  </a:lnTo>
                  <a:lnTo>
                    <a:pt x="227185" y="303691"/>
                  </a:lnTo>
                  <a:lnTo>
                    <a:pt x="232115" y="301704"/>
                  </a:lnTo>
                  <a:lnTo>
                    <a:pt x="236980" y="299561"/>
                  </a:lnTo>
                  <a:lnTo>
                    <a:pt x="241774" y="297265"/>
                  </a:lnTo>
                  <a:lnTo>
                    <a:pt x="246493" y="294817"/>
                  </a:lnTo>
                  <a:lnTo>
                    <a:pt x="251131" y="292220"/>
                  </a:lnTo>
                  <a:lnTo>
                    <a:pt x="255685" y="289478"/>
                  </a:lnTo>
                  <a:lnTo>
                    <a:pt x="260149" y="286592"/>
                  </a:lnTo>
                  <a:lnTo>
                    <a:pt x="264519" y="283565"/>
                  </a:lnTo>
                  <a:lnTo>
                    <a:pt x="268790" y="280401"/>
                  </a:lnTo>
                  <a:lnTo>
                    <a:pt x="272959" y="277103"/>
                  </a:lnTo>
                  <a:lnTo>
                    <a:pt x="277021" y="273674"/>
                  </a:lnTo>
                  <a:lnTo>
                    <a:pt x="280972" y="270117"/>
                  </a:lnTo>
                  <a:lnTo>
                    <a:pt x="284807" y="266437"/>
                  </a:lnTo>
                  <a:lnTo>
                    <a:pt x="288524" y="262636"/>
                  </a:lnTo>
                  <a:lnTo>
                    <a:pt x="292118" y="258720"/>
                  </a:lnTo>
                  <a:lnTo>
                    <a:pt x="295586" y="254691"/>
                  </a:lnTo>
                  <a:lnTo>
                    <a:pt x="298924" y="250554"/>
                  </a:lnTo>
                  <a:lnTo>
                    <a:pt x="302128" y="246312"/>
                  </a:lnTo>
                  <a:lnTo>
                    <a:pt x="305196" y="241971"/>
                  </a:lnTo>
                  <a:lnTo>
                    <a:pt x="308125" y="237535"/>
                  </a:lnTo>
                  <a:lnTo>
                    <a:pt x="310911" y="233008"/>
                  </a:lnTo>
                  <a:lnTo>
                    <a:pt x="313551" y="228394"/>
                  </a:lnTo>
                  <a:lnTo>
                    <a:pt x="316044" y="223699"/>
                  </a:lnTo>
                  <a:lnTo>
                    <a:pt x="318386" y="218927"/>
                  </a:lnTo>
                  <a:lnTo>
                    <a:pt x="320575" y="214083"/>
                  </a:lnTo>
                  <a:lnTo>
                    <a:pt x="322609" y="209172"/>
                  </a:lnTo>
                  <a:lnTo>
                    <a:pt x="324486" y="204199"/>
                  </a:lnTo>
                  <a:lnTo>
                    <a:pt x="326204" y="199168"/>
                  </a:lnTo>
                  <a:lnTo>
                    <a:pt x="327761" y="194086"/>
                  </a:lnTo>
                  <a:lnTo>
                    <a:pt x="329156" y="188956"/>
                  </a:lnTo>
                  <a:lnTo>
                    <a:pt x="330386" y="183785"/>
                  </a:lnTo>
                  <a:lnTo>
                    <a:pt x="331452" y="178577"/>
                  </a:lnTo>
                  <a:lnTo>
                    <a:pt x="332352" y="173338"/>
                  </a:lnTo>
                  <a:lnTo>
                    <a:pt x="333084" y="168073"/>
                  </a:lnTo>
                  <a:lnTo>
                    <a:pt x="333649" y="162787"/>
                  </a:lnTo>
                  <a:lnTo>
                    <a:pt x="334046" y="157486"/>
                  </a:lnTo>
                  <a:lnTo>
                    <a:pt x="334273" y="152175"/>
                  </a:lnTo>
                  <a:lnTo>
                    <a:pt x="334332" y="146860"/>
                  </a:lnTo>
                  <a:lnTo>
                    <a:pt x="334222" y="141545"/>
                  </a:lnTo>
                  <a:lnTo>
                    <a:pt x="333943" y="136237"/>
                  </a:lnTo>
                  <a:lnTo>
                    <a:pt x="333495" y="130940"/>
                  </a:lnTo>
                  <a:lnTo>
                    <a:pt x="332879" y="125660"/>
                  </a:lnTo>
                  <a:lnTo>
                    <a:pt x="332095" y="120403"/>
                  </a:lnTo>
                  <a:lnTo>
                    <a:pt x="331145" y="115172"/>
                  </a:lnTo>
                  <a:lnTo>
                    <a:pt x="330029" y="109975"/>
                  </a:lnTo>
                  <a:lnTo>
                    <a:pt x="328748" y="104816"/>
                  </a:lnTo>
                  <a:lnTo>
                    <a:pt x="327304" y="99700"/>
                  </a:lnTo>
                  <a:lnTo>
                    <a:pt x="325698" y="94633"/>
                  </a:lnTo>
                  <a:lnTo>
                    <a:pt x="323931" y="89619"/>
                  </a:lnTo>
                  <a:lnTo>
                    <a:pt x="322006" y="84664"/>
                  </a:lnTo>
                  <a:lnTo>
                    <a:pt x="319925" y="79773"/>
                  </a:lnTo>
                  <a:lnTo>
                    <a:pt x="317689" y="74951"/>
                  </a:lnTo>
                  <a:lnTo>
                    <a:pt x="315300" y="70201"/>
                  </a:lnTo>
                  <a:lnTo>
                    <a:pt x="312762" y="65531"/>
                  </a:lnTo>
                  <a:lnTo>
                    <a:pt x="310077" y="60943"/>
                  </a:lnTo>
                  <a:lnTo>
                    <a:pt x="307248" y="56443"/>
                  </a:lnTo>
                  <a:lnTo>
                    <a:pt x="167167" y="1476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023544" y="941493"/>
              <a:ext cx="140080" cy="167167"/>
            </a:xfrm>
            <a:custGeom>
              <a:avLst/>
              <a:pathLst>
                <a:path w="140080" h="167167">
                  <a:moveTo>
                    <a:pt x="140080" y="75940"/>
                  </a:moveTo>
                  <a:lnTo>
                    <a:pt x="136983" y="71352"/>
                  </a:lnTo>
                  <a:lnTo>
                    <a:pt x="133735" y="66869"/>
                  </a:lnTo>
                  <a:lnTo>
                    <a:pt x="130341" y="62495"/>
                  </a:lnTo>
                  <a:lnTo>
                    <a:pt x="126803" y="58237"/>
                  </a:lnTo>
                  <a:lnTo>
                    <a:pt x="123127" y="54098"/>
                  </a:lnTo>
                  <a:lnTo>
                    <a:pt x="119315" y="50083"/>
                  </a:lnTo>
                  <a:lnTo>
                    <a:pt x="115373" y="46196"/>
                  </a:lnTo>
                  <a:lnTo>
                    <a:pt x="111304" y="42442"/>
                  </a:lnTo>
                  <a:lnTo>
                    <a:pt x="107113" y="38825"/>
                  </a:lnTo>
                  <a:lnTo>
                    <a:pt x="102805" y="35349"/>
                  </a:lnTo>
                  <a:lnTo>
                    <a:pt x="98384" y="32017"/>
                  </a:lnTo>
                  <a:lnTo>
                    <a:pt x="93855" y="28833"/>
                  </a:lnTo>
                  <a:lnTo>
                    <a:pt x="89223" y="25801"/>
                  </a:lnTo>
                  <a:lnTo>
                    <a:pt x="84493" y="22925"/>
                  </a:lnTo>
                  <a:lnTo>
                    <a:pt x="79670" y="20206"/>
                  </a:lnTo>
                  <a:lnTo>
                    <a:pt x="74760" y="17648"/>
                  </a:lnTo>
                  <a:lnTo>
                    <a:pt x="69768" y="15255"/>
                  </a:lnTo>
                  <a:lnTo>
                    <a:pt x="64700" y="13028"/>
                  </a:lnTo>
                  <a:lnTo>
                    <a:pt x="59561" y="10970"/>
                  </a:lnTo>
                  <a:lnTo>
                    <a:pt x="54356" y="9084"/>
                  </a:lnTo>
                  <a:lnTo>
                    <a:pt x="49092" y="7370"/>
                  </a:lnTo>
                  <a:lnTo>
                    <a:pt x="43774" y="5833"/>
                  </a:lnTo>
                  <a:lnTo>
                    <a:pt x="38407" y="4472"/>
                  </a:lnTo>
                  <a:lnTo>
                    <a:pt x="32999" y="3289"/>
                  </a:lnTo>
                  <a:lnTo>
                    <a:pt x="27555" y="2286"/>
                  </a:lnTo>
                  <a:lnTo>
                    <a:pt x="22080" y="1464"/>
                  </a:lnTo>
                  <a:lnTo>
                    <a:pt x="16581" y="824"/>
                  </a:lnTo>
                  <a:lnTo>
                    <a:pt x="11064" y="366"/>
                  </a:lnTo>
                  <a:lnTo>
                    <a:pt x="5535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88292" y="941493"/>
              <a:ext cx="97923" cy="167167"/>
            </a:xfrm>
            <a:custGeom>
              <a:avLst/>
              <a:pathLst>
                <a:path w="97923" h="167167">
                  <a:moveTo>
                    <a:pt x="97923" y="0"/>
                  </a:moveTo>
                  <a:lnTo>
                    <a:pt x="92112" y="101"/>
                  </a:lnTo>
                  <a:lnTo>
                    <a:pt x="86308" y="404"/>
                  </a:lnTo>
                  <a:lnTo>
                    <a:pt x="80518" y="908"/>
                  </a:lnTo>
                  <a:lnTo>
                    <a:pt x="74749" y="1614"/>
                  </a:lnTo>
                  <a:lnTo>
                    <a:pt x="69008" y="2519"/>
                  </a:lnTo>
                  <a:lnTo>
                    <a:pt x="63302" y="3624"/>
                  </a:lnTo>
                  <a:lnTo>
                    <a:pt x="57638" y="4926"/>
                  </a:lnTo>
                  <a:lnTo>
                    <a:pt x="52022" y="6425"/>
                  </a:lnTo>
                  <a:lnTo>
                    <a:pt x="46462" y="8117"/>
                  </a:lnTo>
                  <a:lnTo>
                    <a:pt x="40964" y="10002"/>
                  </a:lnTo>
                  <a:lnTo>
                    <a:pt x="35535" y="12077"/>
                  </a:lnTo>
                  <a:lnTo>
                    <a:pt x="30182" y="14340"/>
                  </a:lnTo>
                  <a:lnTo>
                    <a:pt x="24910" y="16787"/>
                  </a:lnTo>
                  <a:lnTo>
                    <a:pt x="19727" y="19416"/>
                  </a:lnTo>
                  <a:lnTo>
                    <a:pt x="14638" y="22224"/>
                  </a:lnTo>
                  <a:lnTo>
                    <a:pt x="9650" y="25206"/>
                  </a:lnTo>
                  <a:lnTo>
                    <a:pt x="4768" y="28361"/>
                  </a:lnTo>
                  <a:lnTo>
                    <a:pt x="0" y="31683"/>
                  </a:lnTo>
                  <a:lnTo>
                    <a:pt x="979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88292" y="973176"/>
              <a:ext cx="97923" cy="135484"/>
            </a:xfrm>
            <a:custGeom>
              <a:avLst/>
              <a:pathLst>
                <a:path w="97923" h="135484">
                  <a:moveTo>
                    <a:pt x="0" y="0"/>
                  </a:moveTo>
                  <a:lnTo>
                    <a:pt x="97923" y="1354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19048" y="973176"/>
              <a:ext cx="167167" cy="260415"/>
            </a:xfrm>
            <a:custGeom>
              <a:avLst/>
              <a:pathLst>
                <a:path w="167167" h="260415">
                  <a:moveTo>
                    <a:pt x="69243" y="0"/>
                  </a:moveTo>
                  <a:lnTo>
                    <a:pt x="64889" y="3256"/>
                  </a:lnTo>
                  <a:lnTo>
                    <a:pt x="60643" y="6652"/>
                  </a:lnTo>
                  <a:lnTo>
                    <a:pt x="56509" y="10184"/>
                  </a:lnTo>
                  <a:lnTo>
                    <a:pt x="52493" y="13849"/>
                  </a:lnTo>
                  <a:lnTo>
                    <a:pt x="48598" y="17643"/>
                  </a:lnTo>
                  <a:lnTo>
                    <a:pt x="44828" y="21562"/>
                  </a:lnTo>
                  <a:lnTo>
                    <a:pt x="41188" y="25601"/>
                  </a:lnTo>
                  <a:lnTo>
                    <a:pt x="37681" y="29756"/>
                  </a:lnTo>
                  <a:lnTo>
                    <a:pt x="34311" y="34023"/>
                  </a:lnTo>
                  <a:lnTo>
                    <a:pt x="31082" y="38397"/>
                  </a:lnTo>
                  <a:lnTo>
                    <a:pt x="27996" y="42874"/>
                  </a:lnTo>
                  <a:lnTo>
                    <a:pt x="25058" y="47449"/>
                  </a:lnTo>
                  <a:lnTo>
                    <a:pt x="22270" y="52117"/>
                  </a:lnTo>
                  <a:lnTo>
                    <a:pt x="19636" y="56874"/>
                  </a:lnTo>
                  <a:lnTo>
                    <a:pt x="17157" y="61713"/>
                  </a:lnTo>
                  <a:lnTo>
                    <a:pt x="14837" y="66631"/>
                  </a:lnTo>
                  <a:lnTo>
                    <a:pt x="12679" y="71621"/>
                  </a:lnTo>
                  <a:lnTo>
                    <a:pt x="10684" y="76679"/>
                  </a:lnTo>
                  <a:lnTo>
                    <a:pt x="8854" y="81799"/>
                  </a:lnTo>
                  <a:lnTo>
                    <a:pt x="7192" y="86976"/>
                  </a:lnTo>
                  <a:lnTo>
                    <a:pt x="5699" y="92205"/>
                  </a:lnTo>
                  <a:lnTo>
                    <a:pt x="4377" y="97479"/>
                  </a:lnTo>
                  <a:lnTo>
                    <a:pt x="3227" y="102793"/>
                  </a:lnTo>
                  <a:lnTo>
                    <a:pt x="2250" y="108142"/>
                  </a:lnTo>
                  <a:lnTo>
                    <a:pt x="1448" y="113520"/>
                  </a:lnTo>
                  <a:lnTo>
                    <a:pt x="822" y="118921"/>
                  </a:lnTo>
                  <a:lnTo>
                    <a:pt x="371" y="124339"/>
                  </a:lnTo>
                  <a:lnTo>
                    <a:pt x="97" y="129770"/>
                  </a:lnTo>
                  <a:lnTo>
                    <a:pt x="0" y="135206"/>
                  </a:lnTo>
                  <a:lnTo>
                    <a:pt x="79" y="140643"/>
                  </a:lnTo>
                  <a:lnTo>
                    <a:pt x="335" y="146074"/>
                  </a:lnTo>
                  <a:lnTo>
                    <a:pt x="768" y="151494"/>
                  </a:lnTo>
                  <a:lnTo>
                    <a:pt x="1376" y="156897"/>
                  </a:lnTo>
                  <a:lnTo>
                    <a:pt x="2161" y="162278"/>
                  </a:lnTo>
                  <a:lnTo>
                    <a:pt x="3119" y="167630"/>
                  </a:lnTo>
                  <a:lnTo>
                    <a:pt x="4251" y="172948"/>
                  </a:lnTo>
                  <a:lnTo>
                    <a:pt x="5556" y="178226"/>
                  </a:lnTo>
                  <a:lnTo>
                    <a:pt x="7032" y="183460"/>
                  </a:lnTo>
                  <a:lnTo>
                    <a:pt x="8677" y="188642"/>
                  </a:lnTo>
                  <a:lnTo>
                    <a:pt x="10489" y="193768"/>
                  </a:lnTo>
                  <a:lnTo>
                    <a:pt x="12468" y="198833"/>
                  </a:lnTo>
                  <a:lnTo>
                    <a:pt x="14610" y="203830"/>
                  </a:lnTo>
                  <a:lnTo>
                    <a:pt x="16913" y="208756"/>
                  </a:lnTo>
                  <a:lnTo>
                    <a:pt x="19375" y="213603"/>
                  </a:lnTo>
                  <a:lnTo>
                    <a:pt x="21994" y="218369"/>
                  </a:lnTo>
                  <a:lnTo>
                    <a:pt x="24767" y="223046"/>
                  </a:lnTo>
                  <a:lnTo>
                    <a:pt x="27690" y="227631"/>
                  </a:lnTo>
                  <a:lnTo>
                    <a:pt x="30760" y="232118"/>
                  </a:lnTo>
                  <a:lnTo>
                    <a:pt x="33975" y="236503"/>
                  </a:lnTo>
                  <a:lnTo>
                    <a:pt x="37331" y="240781"/>
                  </a:lnTo>
                  <a:lnTo>
                    <a:pt x="40824" y="244948"/>
                  </a:lnTo>
                  <a:lnTo>
                    <a:pt x="44451" y="248999"/>
                  </a:lnTo>
                  <a:lnTo>
                    <a:pt x="48207" y="252930"/>
                  </a:lnTo>
                  <a:lnTo>
                    <a:pt x="52090" y="256736"/>
                  </a:lnTo>
                  <a:lnTo>
                    <a:pt x="56094" y="260415"/>
                  </a:lnTo>
                  <a:lnTo>
                    <a:pt x="167167" y="1354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375143" y="941493"/>
              <a:ext cx="278222" cy="334334"/>
            </a:xfrm>
            <a:custGeom>
              <a:avLst/>
              <a:pathLst>
                <a:path w="278222" h="334334">
                  <a:moveTo>
                    <a:pt x="0" y="292098"/>
                  </a:moveTo>
                  <a:lnTo>
                    <a:pt x="4016" y="295557"/>
                  </a:lnTo>
                  <a:lnTo>
                    <a:pt x="8140" y="298886"/>
                  </a:lnTo>
                  <a:lnTo>
                    <a:pt x="12368" y="302083"/>
                  </a:lnTo>
                  <a:lnTo>
                    <a:pt x="16694" y="305144"/>
                  </a:lnTo>
                  <a:lnTo>
                    <a:pt x="21116" y="308067"/>
                  </a:lnTo>
                  <a:lnTo>
                    <a:pt x="25628" y="310848"/>
                  </a:lnTo>
                  <a:lnTo>
                    <a:pt x="30226" y="313485"/>
                  </a:lnTo>
                  <a:lnTo>
                    <a:pt x="34905" y="315974"/>
                  </a:lnTo>
                  <a:lnTo>
                    <a:pt x="39661" y="318314"/>
                  </a:lnTo>
                  <a:lnTo>
                    <a:pt x="44489" y="320502"/>
                  </a:lnTo>
                  <a:lnTo>
                    <a:pt x="49383" y="322536"/>
                  </a:lnTo>
                  <a:lnTo>
                    <a:pt x="54340" y="324413"/>
                  </a:lnTo>
                  <a:lnTo>
                    <a:pt x="59353" y="326133"/>
                  </a:lnTo>
                  <a:lnTo>
                    <a:pt x="64419" y="327692"/>
                  </a:lnTo>
                  <a:lnTo>
                    <a:pt x="69531" y="329091"/>
                  </a:lnTo>
                  <a:lnTo>
                    <a:pt x="74686" y="330326"/>
                  </a:lnTo>
                  <a:lnTo>
                    <a:pt x="79877" y="331398"/>
                  </a:lnTo>
                  <a:lnTo>
                    <a:pt x="85099" y="332304"/>
                  </a:lnTo>
                  <a:lnTo>
                    <a:pt x="90347" y="333045"/>
                  </a:lnTo>
                  <a:lnTo>
                    <a:pt x="95616" y="333618"/>
                  </a:lnTo>
                  <a:lnTo>
                    <a:pt x="100901" y="334025"/>
                  </a:lnTo>
                  <a:lnTo>
                    <a:pt x="106196" y="334263"/>
                  </a:lnTo>
                  <a:lnTo>
                    <a:pt x="111496" y="334334"/>
                  </a:lnTo>
                  <a:lnTo>
                    <a:pt x="116795" y="334236"/>
                  </a:lnTo>
                  <a:lnTo>
                    <a:pt x="122089" y="333971"/>
                  </a:lnTo>
                  <a:lnTo>
                    <a:pt x="127371" y="333538"/>
                  </a:lnTo>
                  <a:lnTo>
                    <a:pt x="132637" y="332938"/>
                  </a:lnTo>
                  <a:lnTo>
                    <a:pt x="137882" y="332171"/>
                  </a:lnTo>
                  <a:lnTo>
                    <a:pt x="143099" y="331238"/>
                  </a:lnTo>
                  <a:lnTo>
                    <a:pt x="148285" y="330140"/>
                  </a:lnTo>
                  <a:lnTo>
                    <a:pt x="153433" y="328878"/>
                  </a:lnTo>
                  <a:lnTo>
                    <a:pt x="158538" y="327454"/>
                  </a:lnTo>
                  <a:lnTo>
                    <a:pt x="163596" y="325869"/>
                  </a:lnTo>
                  <a:lnTo>
                    <a:pt x="168600" y="324124"/>
                  </a:lnTo>
                  <a:lnTo>
                    <a:pt x="173547" y="322221"/>
                  </a:lnTo>
                  <a:lnTo>
                    <a:pt x="178432" y="320163"/>
                  </a:lnTo>
                  <a:lnTo>
                    <a:pt x="183248" y="317950"/>
                  </a:lnTo>
                  <a:lnTo>
                    <a:pt x="187992" y="315586"/>
                  </a:lnTo>
                  <a:lnTo>
                    <a:pt x="192658" y="313073"/>
                  </a:lnTo>
                  <a:lnTo>
                    <a:pt x="197243" y="310413"/>
                  </a:lnTo>
                  <a:lnTo>
                    <a:pt x="201741" y="307610"/>
                  </a:lnTo>
                  <a:lnTo>
                    <a:pt x="206148" y="304665"/>
                  </a:lnTo>
                  <a:lnTo>
                    <a:pt x="210459" y="301581"/>
                  </a:lnTo>
                  <a:lnTo>
                    <a:pt x="214670" y="298363"/>
                  </a:lnTo>
                  <a:lnTo>
                    <a:pt x="218777" y="295013"/>
                  </a:lnTo>
                  <a:lnTo>
                    <a:pt x="222776" y="291534"/>
                  </a:lnTo>
                  <a:lnTo>
                    <a:pt x="226663" y="287930"/>
                  </a:lnTo>
                  <a:lnTo>
                    <a:pt x="230433" y="284205"/>
                  </a:lnTo>
                  <a:lnTo>
                    <a:pt x="234084" y="280362"/>
                  </a:lnTo>
                  <a:lnTo>
                    <a:pt x="237610" y="276406"/>
                  </a:lnTo>
                  <a:lnTo>
                    <a:pt x="241010" y="272339"/>
                  </a:lnTo>
                  <a:lnTo>
                    <a:pt x="244279" y="268167"/>
                  </a:lnTo>
                  <a:lnTo>
                    <a:pt x="247414" y="263893"/>
                  </a:lnTo>
                  <a:lnTo>
                    <a:pt x="250412" y="259522"/>
                  </a:lnTo>
                  <a:lnTo>
                    <a:pt x="253270" y="255058"/>
                  </a:lnTo>
                  <a:lnTo>
                    <a:pt x="255984" y="250506"/>
                  </a:lnTo>
                  <a:lnTo>
                    <a:pt x="258554" y="245870"/>
                  </a:lnTo>
                  <a:lnTo>
                    <a:pt x="260975" y="241155"/>
                  </a:lnTo>
                  <a:lnTo>
                    <a:pt x="263245" y="236366"/>
                  </a:lnTo>
                  <a:lnTo>
                    <a:pt x="265362" y="231507"/>
                  </a:lnTo>
                  <a:lnTo>
                    <a:pt x="267324" y="226583"/>
                  </a:lnTo>
                  <a:lnTo>
                    <a:pt x="269129" y="221600"/>
                  </a:lnTo>
                  <a:lnTo>
                    <a:pt x="270776" y="216561"/>
                  </a:lnTo>
                  <a:lnTo>
                    <a:pt x="272261" y="211474"/>
                  </a:lnTo>
                  <a:lnTo>
                    <a:pt x="273585" y="206341"/>
                  </a:lnTo>
                  <a:lnTo>
                    <a:pt x="274745" y="201170"/>
                  </a:lnTo>
                  <a:lnTo>
                    <a:pt x="275741" y="195964"/>
                  </a:lnTo>
                  <a:lnTo>
                    <a:pt x="276571" y="190729"/>
                  </a:lnTo>
                  <a:lnTo>
                    <a:pt x="277235" y="185470"/>
                  </a:lnTo>
                  <a:lnTo>
                    <a:pt x="277731" y="180193"/>
                  </a:lnTo>
                  <a:lnTo>
                    <a:pt x="278061" y="174903"/>
                  </a:lnTo>
                  <a:lnTo>
                    <a:pt x="278222" y="169605"/>
                  </a:lnTo>
                  <a:lnTo>
                    <a:pt x="278215" y="164305"/>
                  </a:lnTo>
                  <a:lnTo>
                    <a:pt x="278041" y="159008"/>
                  </a:lnTo>
                  <a:lnTo>
                    <a:pt x="277698" y="153719"/>
                  </a:lnTo>
                  <a:lnTo>
                    <a:pt x="277188" y="148443"/>
                  </a:lnTo>
                  <a:lnTo>
                    <a:pt x="276511" y="143186"/>
                  </a:lnTo>
                  <a:lnTo>
                    <a:pt x="275667" y="137953"/>
                  </a:lnTo>
                  <a:lnTo>
                    <a:pt x="274658" y="132750"/>
                  </a:lnTo>
                  <a:lnTo>
                    <a:pt x="273485" y="127581"/>
                  </a:lnTo>
                  <a:lnTo>
                    <a:pt x="272149" y="122452"/>
                  </a:lnTo>
                  <a:lnTo>
                    <a:pt x="270650" y="117368"/>
                  </a:lnTo>
                  <a:lnTo>
                    <a:pt x="268991" y="112334"/>
                  </a:lnTo>
                  <a:lnTo>
                    <a:pt x="267173" y="107355"/>
                  </a:lnTo>
                  <a:lnTo>
                    <a:pt x="265199" y="102437"/>
                  </a:lnTo>
                  <a:lnTo>
                    <a:pt x="263069" y="97583"/>
                  </a:lnTo>
                  <a:lnTo>
                    <a:pt x="260787" y="92799"/>
                  </a:lnTo>
                  <a:lnTo>
                    <a:pt x="258354" y="88090"/>
                  </a:lnTo>
                  <a:lnTo>
                    <a:pt x="255773" y="83461"/>
                  </a:lnTo>
                  <a:lnTo>
                    <a:pt x="253047" y="78916"/>
                  </a:lnTo>
                  <a:lnTo>
                    <a:pt x="250177" y="74459"/>
                  </a:lnTo>
                  <a:lnTo>
                    <a:pt x="247168" y="70096"/>
                  </a:lnTo>
                  <a:lnTo>
                    <a:pt x="244023" y="65830"/>
                  </a:lnTo>
                  <a:lnTo>
                    <a:pt x="240743" y="61666"/>
                  </a:lnTo>
                  <a:lnTo>
                    <a:pt x="237333" y="57608"/>
                  </a:lnTo>
                  <a:lnTo>
                    <a:pt x="233797" y="53661"/>
                  </a:lnTo>
                  <a:lnTo>
                    <a:pt x="230137" y="49827"/>
                  </a:lnTo>
                  <a:lnTo>
                    <a:pt x="226357" y="46111"/>
                  </a:lnTo>
                  <a:lnTo>
                    <a:pt x="222461" y="42517"/>
                  </a:lnTo>
                  <a:lnTo>
                    <a:pt x="218453" y="39049"/>
                  </a:lnTo>
                  <a:lnTo>
                    <a:pt x="214338" y="35709"/>
                  </a:lnTo>
                  <a:lnTo>
                    <a:pt x="210118" y="32501"/>
                  </a:lnTo>
                  <a:lnTo>
                    <a:pt x="205799" y="29429"/>
                  </a:lnTo>
                  <a:lnTo>
                    <a:pt x="201385" y="26495"/>
                  </a:lnTo>
                  <a:lnTo>
                    <a:pt x="196880" y="23703"/>
                  </a:lnTo>
                  <a:lnTo>
                    <a:pt x="192289" y="21055"/>
                  </a:lnTo>
                  <a:lnTo>
                    <a:pt x="187616" y="18553"/>
                  </a:lnTo>
                  <a:lnTo>
                    <a:pt x="182866" y="16201"/>
                  </a:lnTo>
                  <a:lnTo>
                    <a:pt x="178044" y="14001"/>
                  </a:lnTo>
                  <a:lnTo>
                    <a:pt x="173155" y="11955"/>
                  </a:lnTo>
                  <a:lnTo>
                    <a:pt x="168203" y="10065"/>
                  </a:lnTo>
                  <a:lnTo>
                    <a:pt x="163194" y="8333"/>
                  </a:lnTo>
                  <a:lnTo>
                    <a:pt x="158132" y="6760"/>
                  </a:lnTo>
                  <a:lnTo>
                    <a:pt x="153023" y="5349"/>
                  </a:lnTo>
                  <a:lnTo>
                    <a:pt x="147872" y="4100"/>
                  </a:lnTo>
                  <a:lnTo>
                    <a:pt x="142684" y="3016"/>
                  </a:lnTo>
                  <a:lnTo>
                    <a:pt x="137464" y="2096"/>
                  </a:lnTo>
                  <a:lnTo>
                    <a:pt x="132217" y="1342"/>
                  </a:lnTo>
                  <a:lnTo>
                    <a:pt x="126950" y="755"/>
                  </a:lnTo>
                  <a:lnTo>
                    <a:pt x="121666" y="336"/>
                  </a:lnTo>
                  <a:lnTo>
                    <a:pt x="116372" y="84"/>
                  </a:lnTo>
                  <a:lnTo>
                    <a:pt x="111072" y="0"/>
                  </a:lnTo>
                  <a:lnTo>
                    <a:pt x="1110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797339" y="1071028"/>
              <a:ext cx="175023" cy="334315"/>
            </a:xfrm>
            <a:custGeom>
              <a:avLst/>
              <a:pathLst>
                <a:path w="175023" h="334315">
                  <a:moveTo>
                    <a:pt x="167161" y="0"/>
                  </a:moveTo>
                  <a:lnTo>
                    <a:pt x="161832" y="84"/>
                  </a:lnTo>
                  <a:lnTo>
                    <a:pt x="156508" y="339"/>
                  </a:lnTo>
                  <a:lnTo>
                    <a:pt x="151194" y="764"/>
                  </a:lnTo>
                  <a:lnTo>
                    <a:pt x="145897" y="1357"/>
                  </a:lnTo>
                  <a:lnTo>
                    <a:pt x="140622" y="2120"/>
                  </a:lnTo>
                  <a:lnTo>
                    <a:pt x="135374" y="3050"/>
                  </a:lnTo>
                  <a:lnTo>
                    <a:pt x="130158" y="4146"/>
                  </a:lnTo>
                  <a:lnTo>
                    <a:pt x="124979" y="5409"/>
                  </a:lnTo>
                  <a:lnTo>
                    <a:pt x="119844" y="6836"/>
                  </a:lnTo>
                  <a:lnTo>
                    <a:pt x="114756" y="8426"/>
                  </a:lnTo>
                  <a:lnTo>
                    <a:pt x="109722" y="10177"/>
                  </a:lnTo>
                  <a:lnTo>
                    <a:pt x="104746" y="12088"/>
                  </a:lnTo>
                  <a:lnTo>
                    <a:pt x="99834" y="14157"/>
                  </a:lnTo>
                  <a:lnTo>
                    <a:pt x="94990" y="16381"/>
                  </a:lnTo>
                  <a:lnTo>
                    <a:pt x="90219" y="18759"/>
                  </a:lnTo>
                  <a:lnTo>
                    <a:pt x="85527" y="21287"/>
                  </a:lnTo>
                  <a:lnTo>
                    <a:pt x="80918" y="23964"/>
                  </a:lnTo>
                  <a:lnTo>
                    <a:pt x="76396" y="26786"/>
                  </a:lnTo>
                  <a:lnTo>
                    <a:pt x="71967" y="29751"/>
                  </a:lnTo>
                  <a:lnTo>
                    <a:pt x="67634" y="32856"/>
                  </a:lnTo>
                  <a:lnTo>
                    <a:pt x="63403" y="36097"/>
                  </a:lnTo>
                  <a:lnTo>
                    <a:pt x="59277" y="39472"/>
                  </a:lnTo>
                  <a:lnTo>
                    <a:pt x="55261" y="42976"/>
                  </a:lnTo>
                  <a:lnTo>
                    <a:pt x="51358" y="46607"/>
                  </a:lnTo>
                  <a:lnTo>
                    <a:pt x="47574" y="50360"/>
                  </a:lnTo>
                  <a:lnTo>
                    <a:pt x="43911" y="54232"/>
                  </a:lnTo>
                  <a:lnTo>
                    <a:pt x="40373" y="58219"/>
                  </a:lnTo>
                  <a:lnTo>
                    <a:pt x="36964" y="62316"/>
                  </a:lnTo>
                  <a:lnTo>
                    <a:pt x="33687" y="66520"/>
                  </a:lnTo>
                  <a:lnTo>
                    <a:pt x="30546" y="70827"/>
                  </a:lnTo>
                  <a:lnTo>
                    <a:pt x="27545" y="75231"/>
                  </a:lnTo>
                  <a:lnTo>
                    <a:pt x="24684" y="79729"/>
                  </a:lnTo>
                  <a:lnTo>
                    <a:pt x="21969" y="84316"/>
                  </a:lnTo>
                  <a:lnTo>
                    <a:pt x="19402" y="88987"/>
                  </a:lnTo>
                  <a:lnTo>
                    <a:pt x="16984" y="93737"/>
                  </a:lnTo>
                  <a:lnTo>
                    <a:pt x="14720" y="98562"/>
                  </a:lnTo>
                  <a:lnTo>
                    <a:pt x="12610" y="103457"/>
                  </a:lnTo>
                  <a:lnTo>
                    <a:pt x="10657" y="108417"/>
                  </a:lnTo>
                  <a:lnTo>
                    <a:pt x="8864" y="113436"/>
                  </a:lnTo>
                  <a:lnTo>
                    <a:pt x="7231" y="118510"/>
                  </a:lnTo>
                  <a:lnTo>
                    <a:pt x="5762" y="123634"/>
                  </a:lnTo>
                  <a:lnTo>
                    <a:pt x="4456" y="128801"/>
                  </a:lnTo>
                  <a:lnTo>
                    <a:pt x="3315" y="134008"/>
                  </a:lnTo>
                  <a:lnTo>
                    <a:pt x="2341" y="139249"/>
                  </a:lnTo>
                  <a:lnTo>
                    <a:pt x="1535" y="144517"/>
                  </a:lnTo>
                  <a:lnTo>
                    <a:pt x="897" y="149809"/>
                  </a:lnTo>
                  <a:lnTo>
                    <a:pt x="428" y="155119"/>
                  </a:lnTo>
                  <a:lnTo>
                    <a:pt x="129" y="160440"/>
                  </a:lnTo>
                  <a:lnTo>
                    <a:pt x="0" y="165769"/>
                  </a:lnTo>
                  <a:lnTo>
                    <a:pt x="40" y="171099"/>
                  </a:lnTo>
                  <a:lnTo>
                    <a:pt x="250" y="176425"/>
                  </a:lnTo>
                  <a:lnTo>
                    <a:pt x="630" y="181741"/>
                  </a:lnTo>
                  <a:lnTo>
                    <a:pt x="1180" y="187043"/>
                  </a:lnTo>
                  <a:lnTo>
                    <a:pt x="1898" y="192325"/>
                  </a:lnTo>
                  <a:lnTo>
                    <a:pt x="2784" y="197581"/>
                  </a:lnTo>
                  <a:lnTo>
                    <a:pt x="3837" y="202806"/>
                  </a:lnTo>
                  <a:lnTo>
                    <a:pt x="5056" y="207995"/>
                  </a:lnTo>
                  <a:lnTo>
                    <a:pt x="6440" y="213142"/>
                  </a:lnTo>
                  <a:lnTo>
                    <a:pt x="7987" y="218243"/>
                  </a:lnTo>
                  <a:lnTo>
                    <a:pt x="9697" y="223291"/>
                  </a:lnTo>
                  <a:lnTo>
                    <a:pt x="11566" y="228283"/>
                  </a:lnTo>
                  <a:lnTo>
                    <a:pt x="13594" y="233212"/>
                  </a:lnTo>
                  <a:lnTo>
                    <a:pt x="15777" y="238075"/>
                  </a:lnTo>
                  <a:lnTo>
                    <a:pt x="18115" y="242865"/>
                  </a:lnTo>
                  <a:lnTo>
                    <a:pt x="20604" y="247578"/>
                  </a:lnTo>
                  <a:lnTo>
                    <a:pt x="23242" y="252210"/>
                  </a:lnTo>
                  <a:lnTo>
                    <a:pt x="26026" y="256755"/>
                  </a:lnTo>
                  <a:lnTo>
                    <a:pt x="28954" y="261209"/>
                  </a:lnTo>
                  <a:lnTo>
                    <a:pt x="32023" y="265567"/>
                  </a:lnTo>
                  <a:lnTo>
                    <a:pt x="35228" y="269825"/>
                  </a:lnTo>
                  <a:lnTo>
                    <a:pt x="38568" y="273979"/>
                  </a:lnTo>
                  <a:lnTo>
                    <a:pt x="42039" y="278025"/>
                  </a:lnTo>
                  <a:lnTo>
                    <a:pt x="45637" y="281957"/>
                  </a:lnTo>
                  <a:lnTo>
                    <a:pt x="49358" y="285773"/>
                  </a:lnTo>
                  <a:lnTo>
                    <a:pt x="53199" y="289469"/>
                  </a:lnTo>
                  <a:lnTo>
                    <a:pt x="57156" y="293040"/>
                  </a:lnTo>
                  <a:lnTo>
                    <a:pt x="61225" y="296483"/>
                  </a:lnTo>
                  <a:lnTo>
                    <a:pt x="65402" y="299794"/>
                  </a:lnTo>
                  <a:lnTo>
                    <a:pt x="69682" y="302971"/>
                  </a:lnTo>
                  <a:lnTo>
                    <a:pt x="74061" y="306010"/>
                  </a:lnTo>
                  <a:lnTo>
                    <a:pt x="78535" y="308907"/>
                  </a:lnTo>
                  <a:lnTo>
                    <a:pt x="83099" y="311661"/>
                  </a:lnTo>
                  <a:lnTo>
                    <a:pt x="87748" y="314267"/>
                  </a:lnTo>
                  <a:lnTo>
                    <a:pt x="92478" y="316724"/>
                  </a:lnTo>
                  <a:lnTo>
                    <a:pt x="97284" y="319029"/>
                  </a:lnTo>
                  <a:lnTo>
                    <a:pt x="102161" y="321180"/>
                  </a:lnTo>
                  <a:lnTo>
                    <a:pt x="107104" y="323174"/>
                  </a:lnTo>
                  <a:lnTo>
                    <a:pt x="112108" y="325009"/>
                  </a:lnTo>
                  <a:lnTo>
                    <a:pt x="117169" y="326684"/>
                  </a:lnTo>
                  <a:lnTo>
                    <a:pt x="122280" y="328197"/>
                  </a:lnTo>
                  <a:lnTo>
                    <a:pt x="127436" y="329546"/>
                  </a:lnTo>
                  <a:lnTo>
                    <a:pt x="132633" y="330730"/>
                  </a:lnTo>
                  <a:lnTo>
                    <a:pt x="137865" y="331747"/>
                  </a:lnTo>
                  <a:lnTo>
                    <a:pt x="143127" y="332598"/>
                  </a:lnTo>
                  <a:lnTo>
                    <a:pt x="148413" y="333280"/>
                  </a:lnTo>
                  <a:lnTo>
                    <a:pt x="153719" y="333793"/>
                  </a:lnTo>
                  <a:lnTo>
                    <a:pt x="159038" y="334137"/>
                  </a:lnTo>
                  <a:lnTo>
                    <a:pt x="164365" y="334311"/>
                  </a:lnTo>
                  <a:lnTo>
                    <a:pt x="169695" y="334315"/>
                  </a:lnTo>
                  <a:lnTo>
                    <a:pt x="175023" y="33414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64501" y="1238196"/>
              <a:ext cx="7861" cy="166982"/>
            </a:xfrm>
            <a:custGeom>
              <a:avLst/>
              <a:pathLst>
                <a:path w="7861" h="166982">
                  <a:moveTo>
                    <a:pt x="7861" y="1669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64501" y="1073846"/>
              <a:ext cx="167156" cy="331332"/>
            </a:xfrm>
            <a:custGeom>
              <a:avLst/>
              <a:pathLst>
                <a:path w="167156" h="331332">
                  <a:moveTo>
                    <a:pt x="7861" y="331332"/>
                  </a:moveTo>
                  <a:lnTo>
                    <a:pt x="13197" y="330995"/>
                  </a:lnTo>
                  <a:lnTo>
                    <a:pt x="18520" y="330488"/>
                  </a:lnTo>
                  <a:lnTo>
                    <a:pt x="23824" y="329811"/>
                  </a:lnTo>
                  <a:lnTo>
                    <a:pt x="29103" y="328964"/>
                  </a:lnTo>
                  <a:lnTo>
                    <a:pt x="34352" y="327949"/>
                  </a:lnTo>
                  <a:lnTo>
                    <a:pt x="39567" y="326767"/>
                  </a:lnTo>
                  <a:lnTo>
                    <a:pt x="44741" y="325418"/>
                  </a:lnTo>
                  <a:lnTo>
                    <a:pt x="49869" y="323905"/>
                  </a:lnTo>
                  <a:lnTo>
                    <a:pt x="54946" y="322229"/>
                  </a:lnTo>
                  <a:lnTo>
                    <a:pt x="59967" y="320391"/>
                  </a:lnTo>
                  <a:lnTo>
                    <a:pt x="64926" y="318393"/>
                  </a:lnTo>
                  <a:lnTo>
                    <a:pt x="69820" y="316238"/>
                  </a:lnTo>
                  <a:lnTo>
                    <a:pt x="74641" y="313928"/>
                  </a:lnTo>
                  <a:lnTo>
                    <a:pt x="79387" y="311464"/>
                  </a:lnTo>
                  <a:lnTo>
                    <a:pt x="84051" y="308850"/>
                  </a:lnTo>
                  <a:lnTo>
                    <a:pt x="88629" y="306088"/>
                  </a:lnTo>
                  <a:lnTo>
                    <a:pt x="93116" y="303181"/>
                  </a:lnTo>
                  <a:lnTo>
                    <a:pt x="97509" y="300132"/>
                  </a:lnTo>
                  <a:lnTo>
                    <a:pt x="101801" y="296944"/>
                  </a:lnTo>
                  <a:lnTo>
                    <a:pt x="105989" y="293621"/>
                  </a:lnTo>
                  <a:lnTo>
                    <a:pt x="110069" y="290165"/>
                  </a:lnTo>
                  <a:lnTo>
                    <a:pt x="114037" y="286581"/>
                  </a:lnTo>
                  <a:lnTo>
                    <a:pt x="117887" y="282871"/>
                  </a:lnTo>
                  <a:lnTo>
                    <a:pt x="121617" y="279041"/>
                  </a:lnTo>
                  <a:lnTo>
                    <a:pt x="125223" y="275093"/>
                  </a:lnTo>
                  <a:lnTo>
                    <a:pt x="128701" y="271031"/>
                  </a:lnTo>
                  <a:lnTo>
                    <a:pt x="132046" y="266861"/>
                  </a:lnTo>
                  <a:lnTo>
                    <a:pt x="135257" y="262586"/>
                  </a:lnTo>
                  <a:lnTo>
                    <a:pt x="138330" y="258210"/>
                  </a:lnTo>
                  <a:lnTo>
                    <a:pt x="141261" y="253738"/>
                  </a:lnTo>
                  <a:lnTo>
                    <a:pt x="144047" y="249175"/>
                  </a:lnTo>
                  <a:lnTo>
                    <a:pt x="146686" y="244525"/>
                  </a:lnTo>
                  <a:lnTo>
                    <a:pt x="149175" y="239793"/>
                  </a:lnTo>
                  <a:lnTo>
                    <a:pt x="151511" y="234983"/>
                  </a:lnTo>
                  <a:lnTo>
                    <a:pt x="153693" y="230102"/>
                  </a:lnTo>
                  <a:lnTo>
                    <a:pt x="155717" y="225153"/>
                  </a:lnTo>
                  <a:lnTo>
                    <a:pt x="157582" y="220142"/>
                  </a:lnTo>
                  <a:lnTo>
                    <a:pt x="159285" y="215074"/>
                  </a:lnTo>
                  <a:lnTo>
                    <a:pt x="160826" y="209954"/>
                  </a:lnTo>
                  <a:lnTo>
                    <a:pt x="162202" y="204788"/>
                  </a:lnTo>
                  <a:lnTo>
                    <a:pt x="163412" y="199580"/>
                  </a:lnTo>
                  <a:lnTo>
                    <a:pt x="164456" y="194336"/>
                  </a:lnTo>
                  <a:lnTo>
                    <a:pt x="165330" y="189061"/>
                  </a:lnTo>
                  <a:lnTo>
                    <a:pt x="166036" y="183761"/>
                  </a:lnTo>
                  <a:lnTo>
                    <a:pt x="166572" y="178441"/>
                  </a:lnTo>
                  <a:lnTo>
                    <a:pt x="166937" y="173107"/>
                  </a:lnTo>
                  <a:lnTo>
                    <a:pt x="167132" y="167764"/>
                  </a:lnTo>
                  <a:lnTo>
                    <a:pt x="167156" y="162417"/>
                  </a:lnTo>
                  <a:lnTo>
                    <a:pt x="167008" y="157072"/>
                  </a:lnTo>
                  <a:lnTo>
                    <a:pt x="166690" y="151735"/>
                  </a:lnTo>
                  <a:lnTo>
                    <a:pt x="166202" y="146411"/>
                  </a:lnTo>
                  <a:lnTo>
                    <a:pt x="165543" y="141105"/>
                  </a:lnTo>
                  <a:lnTo>
                    <a:pt x="164715" y="135823"/>
                  </a:lnTo>
                  <a:lnTo>
                    <a:pt x="163718" y="130569"/>
                  </a:lnTo>
                  <a:lnTo>
                    <a:pt x="162554" y="125351"/>
                  </a:lnTo>
                  <a:lnTo>
                    <a:pt x="161224" y="120172"/>
                  </a:lnTo>
                  <a:lnTo>
                    <a:pt x="159729" y="115039"/>
                  </a:lnTo>
                  <a:lnTo>
                    <a:pt x="158070" y="109956"/>
                  </a:lnTo>
                  <a:lnTo>
                    <a:pt x="156250" y="104929"/>
                  </a:lnTo>
                  <a:lnTo>
                    <a:pt x="154269" y="99962"/>
                  </a:lnTo>
                  <a:lnTo>
                    <a:pt x="152131" y="95062"/>
                  </a:lnTo>
                  <a:lnTo>
                    <a:pt x="149838" y="90232"/>
                  </a:lnTo>
                  <a:lnTo>
                    <a:pt x="147391" y="85478"/>
                  </a:lnTo>
                  <a:lnTo>
                    <a:pt x="144793" y="80805"/>
                  </a:lnTo>
                  <a:lnTo>
                    <a:pt x="142047" y="76217"/>
                  </a:lnTo>
                  <a:lnTo>
                    <a:pt x="139156" y="71719"/>
                  </a:lnTo>
                  <a:lnTo>
                    <a:pt x="136123" y="67316"/>
                  </a:lnTo>
                  <a:lnTo>
                    <a:pt x="132950" y="63013"/>
                  </a:lnTo>
                  <a:lnTo>
                    <a:pt x="129641" y="58813"/>
                  </a:lnTo>
                  <a:lnTo>
                    <a:pt x="126200" y="54721"/>
                  </a:lnTo>
                  <a:lnTo>
                    <a:pt x="122629" y="50741"/>
                  </a:lnTo>
                  <a:lnTo>
                    <a:pt x="118933" y="46877"/>
                  </a:lnTo>
                  <a:lnTo>
                    <a:pt x="115116" y="43134"/>
                  </a:lnTo>
                  <a:lnTo>
                    <a:pt x="111180" y="39514"/>
                  </a:lnTo>
                  <a:lnTo>
                    <a:pt x="107131" y="36023"/>
                  </a:lnTo>
                  <a:lnTo>
                    <a:pt x="102972" y="32662"/>
                  </a:lnTo>
                  <a:lnTo>
                    <a:pt x="98708" y="29437"/>
                  </a:lnTo>
                  <a:lnTo>
                    <a:pt x="94343" y="26349"/>
                  </a:lnTo>
                  <a:lnTo>
                    <a:pt x="89882" y="23402"/>
                  </a:lnTo>
                  <a:lnTo>
                    <a:pt x="85328" y="20600"/>
                  </a:lnTo>
                  <a:lnTo>
                    <a:pt x="80687" y="17945"/>
                  </a:lnTo>
                  <a:lnTo>
                    <a:pt x="75964" y="15439"/>
                  </a:lnTo>
                  <a:lnTo>
                    <a:pt x="71163" y="13086"/>
                  </a:lnTo>
                  <a:lnTo>
                    <a:pt x="66289" y="10887"/>
                  </a:lnTo>
                  <a:lnTo>
                    <a:pt x="61348" y="8846"/>
                  </a:lnTo>
                  <a:lnTo>
                    <a:pt x="56343" y="6964"/>
                  </a:lnTo>
                  <a:lnTo>
                    <a:pt x="51281" y="5242"/>
                  </a:lnTo>
                  <a:lnTo>
                    <a:pt x="46167" y="3684"/>
                  </a:lnTo>
                  <a:lnTo>
                    <a:pt x="41005" y="2289"/>
                  </a:lnTo>
                  <a:lnTo>
                    <a:pt x="35801" y="1061"/>
                  </a:lnTo>
                  <a:lnTo>
                    <a:pt x="30561" y="0"/>
                  </a:lnTo>
                  <a:lnTo>
                    <a:pt x="0" y="164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64501" y="1071028"/>
              <a:ext cx="30561" cy="167167"/>
            </a:xfrm>
            <a:custGeom>
              <a:avLst/>
              <a:pathLst>
                <a:path w="30561" h="167167">
                  <a:moveTo>
                    <a:pt x="30561" y="2817"/>
                  </a:moveTo>
                  <a:lnTo>
                    <a:pt x="22977" y="1586"/>
                  </a:lnTo>
                  <a:lnTo>
                    <a:pt x="15345" y="705"/>
                  </a:lnTo>
                  <a:lnTo>
                    <a:pt x="7680" y="17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69840" y="1322571"/>
              <a:ext cx="118880" cy="167167"/>
            </a:xfrm>
            <a:custGeom>
              <a:avLst/>
              <a:pathLst>
                <a:path w="118880" h="167167">
                  <a:moveTo>
                    <a:pt x="118880" y="0"/>
                  </a:moveTo>
                  <a:lnTo>
                    <a:pt x="113370" y="90"/>
                  </a:lnTo>
                  <a:lnTo>
                    <a:pt x="107867" y="363"/>
                  </a:lnTo>
                  <a:lnTo>
                    <a:pt x="102375" y="816"/>
                  </a:lnTo>
                  <a:lnTo>
                    <a:pt x="96902" y="1451"/>
                  </a:lnTo>
                  <a:lnTo>
                    <a:pt x="91452" y="2265"/>
                  </a:lnTo>
                  <a:lnTo>
                    <a:pt x="86032" y="3258"/>
                  </a:lnTo>
                  <a:lnTo>
                    <a:pt x="80648" y="4430"/>
                  </a:lnTo>
                  <a:lnTo>
                    <a:pt x="75305" y="5778"/>
                  </a:lnTo>
                  <a:lnTo>
                    <a:pt x="70010" y="7302"/>
                  </a:lnTo>
                  <a:lnTo>
                    <a:pt x="64768" y="9000"/>
                  </a:lnTo>
                  <a:lnTo>
                    <a:pt x="59585" y="10869"/>
                  </a:lnTo>
                  <a:lnTo>
                    <a:pt x="54466" y="12908"/>
                  </a:lnTo>
                  <a:lnTo>
                    <a:pt x="49417" y="15115"/>
                  </a:lnTo>
                  <a:lnTo>
                    <a:pt x="44443" y="17487"/>
                  </a:lnTo>
                  <a:lnTo>
                    <a:pt x="39550" y="20021"/>
                  </a:lnTo>
                  <a:lnTo>
                    <a:pt x="34744" y="22716"/>
                  </a:lnTo>
                  <a:lnTo>
                    <a:pt x="30029" y="25567"/>
                  </a:lnTo>
                  <a:lnTo>
                    <a:pt x="25410" y="28572"/>
                  </a:lnTo>
                  <a:lnTo>
                    <a:pt x="20893" y="31728"/>
                  </a:lnTo>
                  <a:lnTo>
                    <a:pt x="16483" y="35031"/>
                  </a:lnTo>
                  <a:lnTo>
                    <a:pt x="12184" y="38478"/>
                  </a:lnTo>
                  <a:lnTo>
                    <a:pt x="8000" y="42064"/>
                  </a:lnTo>
                  <a:lnTo>
                    <a:pt x="3937" y="45786"/>
                  </a:lnTo>
                  <a:lnTo>
                    <a:pt x="0" y="49640"/>
                  </a:lnTo>
                  <a:lnTo>
                    <a:pt x="11888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69840" y="1372212"/>
              <a:ext cx="118880" cy="117526"/>
            </a:xfrm>
            <a:custGeom>
              <a:avLst/>
              <a:pathLst>
                <a:path w="118880" h="117526">
                  <a:moveTo>
                    <a:pt x="0" y="0"/>
                  </a:moveTo>
                  <a:lnTo>
                    <a:pt x="118880" y="1175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21573" y="1351231"/>
              <a:ext cx="334307" cy="305674"/>
            </a:xfrm>
            <a:custGeom>
              <a:avLst/>
              <a:pathLst>
                <a:path w="334307" h="305674">
                  <a:moveTo>
                    <a:pt x="48267" y="20981"/>
                  </a:moveTo>
                  <a:lnTo>
                    <a:pt x="44590" y="24820"/>
                  </a:lnTo>
                  <a:lnTo>
                    <a:pt x="41037" y="28775"/>
                  </a:lnTo>
                  <a:lnTo>
                    <a:pt x="37611" y="32841"/>
                  </a:lnTo>
                  <a:lnTo>
                    <a:pt x="34317" y="37013"/>
                  </a:lnTo>
                  <a:lnTo>
                    <a:pt x="31157" y="41288"/>
                  </a:lnTo>
                  <a:lnTo>
                    <a:pt x="28134" y="45662"/>
                  </a:lnTo>
                  <a:lnTo>
                    <a:pt x="25252" y="50129"/>
                  </a:lnTo>
                  <a:lnTo>
                    <a:pt x="22513" y="54686"/>
                  </a:lnTo>
                  <a:lnTo>
                    <a:pt x="19921" y="59327"/>
                  </a:lnTo>
                  <a:lnTo>
                    <a:pt x="17478" y="64049"/>
                  </a:lnTo>
                  <a:lnTo>
                    <a:pt x="15186" y="68846"/>
                  </a:lnTo>
                  <a:lnTo>
                    <a:pt x="13047" y="73713"/>
                  </a:lnTo>
                  <a:lnTo>
                    <a:pt x="11065" y="78646"/>
                  </a:lnTo>
                  <a:lnTo>
                    <a:pt x="9240" y="83639"/>
                  </a:lnTo>
                  <a:lnTo>
                    <a:pt x="7576" y="88688"/>
                  </a:lnTo>
                  <a:lnTo>
                    <a:pt x="6072" y="93788"/>
                  </a:lnTo>
                  <a:lnTo>
                    <a:pt x="4732" y="98932"/>
                  </a:lnTo>
                  <a:lnTo>
                    <a:pt x="3555" y="104117"/>
                  </a:lnTo>
                  <a:lnTo>
                    <a:pt x="2544" y="109336"/>
                  </a:lnTo>
                  <a:lnTo>
                    <a:pt x="1700" y="114585"/>
                  </a:lnTo>
                  <a:lnTo>
                    <a:pt x="1023" y="119858"/>
                  </a:lnTo>
                  <a:lnTo>
                    <a:pt x="514" y="125150"/>
                  </a:lnTo>
                  <a:lnTo>
                    <a:pt x="174" y="130455"/>
                  </a:lnTo>
                  <a:lnTo>
                    <a:pt x="2" y="135769"/>
                  </a:lnTo>
                  <a:lnTo>
                    <a:pt x="0" y="141085"/>
                  </a:lnTo>
                  <a:lnTo>
                    <a:pt x="166" y="146399"/>
                  </a:lnTo>
                  <a:lnTo>
                    <a:pt x="501" y="151705"/>
                  </a:lnTo>
                  <a:lnTo>
                    <a:pt x="1005" y="156997"/>
                  </a:lnTo>
                  <a:lnTo>
                    <a:pt x="1677" y="162271"/>
                  </a:lnTo>
                  <a:lnTo>
                    <a:pt x="2517" y="167521"/>
                  </a:lnTo>
                  <a:lnTo>
                    <a:pt x="3522" y="172741"/>
                  </a:lnTo>
                  <a:lnTo>
                    <a:pt x="4694" y="177927"/>
                  </a:lnTo>
                  <a:lnTo>
                    <a:pt x="6029" y="183072"/>
                  </a:lnTo>
                  <a:lnTo>
                    <a:pt x="7528" y="188173"/>
                  </a:lnTo>
                  <a:lnTo>
                    <a:pt x="9188" y="193224"/>
                  </a:lnTo>
                  <a:lnTo>
                    <a:pt x="11008" y="198219"/>
                  </a:lnTo>
                  <a:lnTo>
                    <a:pt x="12986" y="203154"/>
                  </a:lnTo>
                  <a:lnTo>
                    <a:pt x="15119" y="208023"/>
                  </a:lnTo>
                  <a:lnTo>
                    <a:pt x="17407" y="212822"/>
                  </a:lnTo>
                  <a:lnTo>
                    <a:pt x="19845" y="217546"/>
                  </a:lnTo>
                  <a:lnTo>
                    <a:pt x="22433" y="222190"/>
                  </a:lnTo>
                  <a:lnTo>
                    <a:pt x="25167" y="226750"/>
                  </a:lnTo>
                  <a:lnTo>
                    <a:pt x="28045" y="231220"/>
                  </a:lnTo>
                  <a:lnTo>
                    <a:pt x="31064" y="235596"/>
                  </a:lnTo>
                  <a:lnTo>
                    <a:pt x="34220" y="239874"/>
                  </a:lnTo>
                  <a:lnTo>
                    <a:pt x="37510" y="244050"/>
                  </a:lnTo>
                  <a:lnTo>
                    <a:pt x="40932" y="248119"/>
                  </a:lnTo>
                  <a:lnTo>
                    <a:pt x="44481" y="252077"/>
                  </a:lnTo>
                  <a:lnTo>
                    <a:pt x="48155" y="255920"/>
                  </a:lnTo>
                  <a:lnTo>
                    <a:pt x="51948" y="259644"/>
                  </a:lnTo>
                  <a:lnTo>
                    <a:pt x="55858" y="263246"/>
                  </a:lnTo>
                  <a:lnTo>
                    <a:pt x="59881" y="266722"/>
                  </a:lnTo>
                  <a:lnTo>
                    <a:pt x="64013" y="270068"/>
                  </a:lnTo>
                  <a:lnTo>
                    <a:pt x="68248" y="273281"/>
                  </a:lnTo>
                  <a:lnTo>
                    <a:pt x="72584" y="276358"/>
                  </a:lnTo>
                  <a:lnTo>
                    <a:pt x="77015" y="279295"/>
                  </a:lnTo>
                  <a:lnTo>
                    <a:pt x="81537" y="282090"/>
                  </a:lnTo>
                  <a:lnTo>
                    <a:pt x="86146" y="284739"/>
                  </a:lnTo>
                  <a:lnTo>
                    <a:pt x="90837" y="287241"/>
                  </a:lnTo>
                  <a:lnTo>
                    <a:pt x="95605" y="289592"/>
                  </a:lnTo>
                  <a:lnTo>
                    <a:pt x="100446" y="291791"/>
                  </a:lnTo>
                  <a:lnTo>
                    <a:pt x="105354" y="293834"/>
                  </a:lnTo>
                  <a:lnTo>
                    <a:pt x="110324" y="295721"/>
                  </a:lnTo>
                  <a:lnTo>
                    <a:pt x="115352" y="297448"/>
                  </a:lnTo>
                  <a:lnTo>
                    <a:pt x="120432" y="299015"/>
                  </a:lnTo>
                  <a:lnTo>
                    <a:pt x="125560" y="300419"/>
                  </a:lnTo>
                  <a:lnTo>
                    <a:pt x="130729" y="301660"/>
                  </a:lnTo>
                  <a:lnTo>
                    <a:pt x="135936" y="302735"/>
                  </a:lnTo>
                  <a:lnTo>
                    <a:pt x="141174" y="303645"/>
                  </a:lnTo>
                  <a:lnTo>
                    <a:pt x="146438" y="304387"/>
                  </a:lnTo>
                  <a:lnTo>
                    <a:pt x="151723" y="304962"/>
                  </a:lnTo>
                  <a:lnTo>
                    <a:pt x="157024" y="305368"/>
                  </a:lnTo>
                  <a:lnTo>
                    <a:pt x="162335" y="305605"/>
                  </a:lnTo>
                  <a:lnTo>
                    <a:pt x="167651" y="305674"/>
                  </a:lnTo>
                  <a:lnTo>
                    <a:pt x="172966" y="305573"/>
                  </a:lnTo>
                  <a:lnTo>
                    <a:pt x="178276" y="305304"/>
                  </a:lnTo>
                  <a:lnTo>
                    <a:pt x="183574" y="304866"/>
                  </a:lnTo>
                  <a:lnTo>
                    <a:pt x="188856" y="304259"/>
                  </a:lnTo>
                  <a:lnTo>
                    <a:pt x="194115" y="303485"/>
                  </a:lnTo>
                  <a:lnTo>
                    <a:pt x="199348" y="302544"/>
                  </a:lnTo>
                  <a:lnTo>
                    <a:pt x="204548" y="301437"/>
                  </a:lnTo>
                  <a:lnTo>
                    <a:pt x="209710" y="300165"/>
                  </a:lnTo>
                  <a:lnTo>
                    <a:pt x="214829" y="298730"/>
                  </a:lnTo>
                  <a:lnTo>
                    <a:pt x="219899" y="297133"/>
                  </a:lnTo>
                  <a:lnTo>
                    <a:pt x="224917" y="295375"/>
                  </a:lnTo>
                  <a:lnTo>
                    <a:pt x="229876" y="293459"/>
                  </a:lnTo>
                  <a:lnTo>
                    <a:pt x="234771" y="291386"/>
                  </a:lnTo>
                  <a:lnTo>
                    <a:pt x="239598" y="289158"/>
                  </a:lnTo>
                  <a:lnTo>
                    <a:pt x="244352" y="286778"/>
                  </a:lnTo>
                  <a:lnTo>
                    <a:pt x="249028" y="284248"/>
                  </a:lnTo>
                  <a:lnTo>
                    <a:pt x="253621" y="281571"/>
                  </a:lnTo>
                  <a:lnTo>
                    <a:pt x="258126" y="278749"/>
                  </a:lnTo>
                  <a:lnTo>
                    <a:pt x="262540" y="275785"/>
                  </a:lnTo>
                  <a:lnTo>
                    <a:pt x="266857" y="272682"/>
                  </a:lnTo>
                  <a:lnTo>
                    <a:pt x="271073" y="269444"/>
                  </a:lnTo>
                  <a:lnTo>
                    <a:pt x="275184" y="266073"/>
                  </a:lnTo>
                  <a:lnTo>
                    <a:pt x="279186" y="262573"/>
                  </a:lnTo>
                  <a:lnTo>
                    <a:pt x="283074" y="258947"/>
                  </a:lnTo>
                  <a:lnTo>
                    <a:pt x="286845" y="255200"/>
                  </a:lnTo>
                  <a:lnTo>
                    <a:pt x="290495" y="251335"/>
                  </a:lnTo>
                  <a:lnTo>
                    <a:pt x="294021" y="247356"/>
                  </a:lnTo>
                  <a:lnTo>
                    <a:pt x="297418" y="243266"/>
                  </a:lnTo>
                  <a:lnTo>
                    <a:pt x="300683" y="239071"/>
                  </a:lnTo>
                  <a:lnTo>
                    <a:pt x="303813" y="234774"/>
                  </a:lnTo>
                  <a:lnTo>
                    <a:pt x="306805" y="230379"/>
                  </a:lnTo>
                  <a:lnTo>
                    <a:pt x="309656" y="225892"/>
                  </a:lnTo>
                  <a:lnTo>
                    <a:pt x="312363" y="221316"/>
                  </a:lnTo>
                  <a:lnTo>
                    <a:pt x="314923" y="216657"/>
                  </a:lnTo>
                  <a:lnTo>
                    <a:pt x="317333" y="211918"/>
                  </a:lnTo>
                  <a:lnTo>
                    <a:pt x="319591" y="207105"/>
                  </a:lnTo>
                  <a:lnTo>
                    <a:pt x="321696" y="202223"/>
                  </a:lnTo>
                  <a:lnTo>
                    <a:pt x="323643" y="197276"/>
                  </a:lnTo>
                  <a:lnTo>
                    <a:pt x="325433" y="192270"/>
                  </a:lnTo>
                  <a:lnTo>
                    <a:pt x="327063" y="187210"/>
                  </a:lnTo>
                  <a:lnTo>
                    <a:pt x="328530" y="182100"/>
                  </a:lnTo>
                  <a:lnTo>
                    <a:pt x="329835" y="176946"/>
                  </a:lnTo>
                  <a:lnTo>
                    <a:pt x="330975" y="171754"/>
                  </a:lnTo>
                  <a:lnTo>
                    <a:pt x="331949" y="166527"/>
                  </a:lnTo>
                  <a:lnTo>
                    <a:pt x="332757" y="161273"/>
                  </a:lnTo>
                  <a:lnTo>
                    <a:pt x="333397" y="155995"/>
                  </a:lnTo>
                  <a:lnTo>
                    <a:pt x="333869" y="150700"/>
                  </a:lnTo>
                  <a:lnTo>
                    <a:pt x="334173" y="145392"/>
                  </a:lnTo>
                  <a:lnTo>
                    <a:pt x="334307" y="140078"/>
                  </a:lnTo>
                  <a:lnTo>
                    <a:pt x="334273" y="134761"/>
                  </a:lnTo>
                  <a:lnTo>
                    <a:pt x="334069" y="129449"/>
                  </a:lnTo>
                  <a:lnTo>
                    <a:pt x="333696" y="124146"/>
                  </a:lnTo>
                  <a:lnTo>
                    <a:pt x="333156" y="118857"/>
                  </a:lnTo>
                  <a:lnTo>
                    <a:pt x="332447" y="113588"/>
                  </a:lnTo>
                  <a:lnTo>
                    <a:pt x="331571" y="108344"/>
                  </a:lnTo>
                  <a:lnTo>
                    <a:pt x="330528" y="103131"/>
                  </a:lnTo>
                  <a:lnTo>
                    <a:pt x="329321" y="97954"/>
                  </a:lnTo>
                  <a:lnTo>
                    <a:pt x="327949" y="92817"/>
                  </a:lnTo>
                  <a:lnTo>
                    <a:pt x="326415" y="87727"/>
                  </a:lnTo>
                  <a:lnTo>
                    <a:pt x="324720" y="82688"/>
                  </a:lnTo>
                  <a:lnTo>
                    <a:pt x="322865" y="77706"/>
                  </a:lnTo>
                  <a:lnTo>
                    <a:pt x="320853" y="72785"/>
                  </a:lnTo>
                  <a:lnTo>
                    <a:pt x="318686" y="67931"/>
                  </a:lnTo>
                  <a:lnTo>
                    <a:pt x="316365" y="63148"/>
                  </a:lnTo>
                  <a:lnTo>
                    <a:pt x="313893" y="58441"/>
                  </a:lnTo>
                  <a:lnTo>
                    <a:pt x="311273" y="53815"/>
                  </a:lnTo>
                  <a:lnTo>
                    <a:pt x="308507" y="49275"/>
                  </a:lnTo>
                  <a:lnTo>
                    <a:pt x="305598" y="44825"/>
                  </a:lnTo>
                  <a:lnTo>
                    <a:pt x="302549" y="40470"/>
                  </a:lnTo>
                  <a:lnTo>
                    <a:pt x="299363" y="36214"/>
                  </a:lnTo>
                  <a:lnTo>
                    <a:pt x="296043" y="32061"/>
                  </a:lnTo>
                  <a:lnTo>
                    <a:pt x="292593" y="28017"/>
                  </a:lnTo>
                  <a:lnTo>
                    <a:pt x="289017" y="24083"/>
                  </a:lnTo>
                  <a:lnTo>
                    <a:pt x="285316" y="20266"/>
                  </a:lnTo>
                  <a:lnTo>
                    <a:pt x="281497" y="16568"/>
                  </a:lnTo>
                  <a:lnTo>
                    <a:pt x="277561" y="12994"/>
                  </a:lnTo>
                  <a:lnTo>
                    <a:pt x="273515" y="9546"/>
                  </a:lnTo>
                  <a:lnTo>
                    <a:pt x="269360" y="6229"/>
                  </a:lnTo>
                  <a:lnTo>
                    <a:pt x="265102" y="3046"/>
                  </a:lnTo>
                  <a:lnTo>
                    <a:pt x="260745" y="0"/>
                  </a:lnTo>
                  <a:lnTo>
                    <a:pt x="167147" y="1385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488720" y="1322571"/>
              <a:ext cx="93597" cy="167167"/>
            </a:xfrm>
            <a:custGeom>
              <a:avLst/>
              <a:pathLst>
                <a:path w="93597" h="167167">
                  <a:moveTo>
                    <a:pt x="93597" y="28659"/>
                  </a:moveTo>
                  <a:lnTo>
                    <a:pt x="88699" y="25473"/>
                  </a:lnTo>
                  <a:lnTo>
                    <a:pt x="83693" y="22459"/>
                  </a:lnTo>
                  <a:lnTo>
                    <a:pt x="78584" y="19622"/>
                  </a:lnTo>
                  <a:lnTo>
                    <a:pt x="73380" y="16966"/>
                  </a:lnTo>
                  <a:lnTo>
                    <a:pt x="68085" y="14493"/>
                  </a:lnTo>
                  <a:lnTo>
                    <a:pt x="62708" y="12207"/>
                  </a:lnTo>
                  <a:lnTo>
                    <a:pt x="57254" y="10110"/>
                  </a:lnTo>
                  <a:lnTo>
                    <a:pt x="51729" y="8205"/>
                  </a:lnTo>
                  <a:lnTo>
                    <a:pt x="46142" y="6494"/>
                  </a:lnTo>
                  <a:lnTo>
                    <a:pt x="40498" y="4979"/>
                  </a:lnTo>
                  <a:lnTo>
                    <a:pt x="34805" y="3663"/>
                  </a:lnTo>
                  <a:lnTo>
                    <a:pt x="29069" y="2546"/>
                  </a:lnTo>
                  <a:lnTo>
                    <a:pt x="23298" y="1631"/>
                  </a:lnTo>
                  <a:lnTo>
                    <a:pt x="17498" y="918"/>
                  </a:lnTo>
                  <a:lnTo>
                    <a:pt x="11677" y="408"/>
                  </a:lnTo>
                  <a:lnTo>
                    <a:pt x="5842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00873" y="1681503"/>
              <a:ext cx="85651" cy="167167"/>
            </a:xfrm>
            <a:custGeom>
              <a:avLst/>
              <a:pathLst>
                <a:path w="85651" h="167167">
                  <a:moveTo>
                    <a:pt x="85651" y="0"/>
                  </a:moveTo>
                  <a:lnTo>
                    <a:pt x="80031" y="94"/>
                  </a:lnTo>
                  <a:lnTo>
                    <a:pt x="74418" y="377"/>
                  </a:lnTo>
                  <a:lnTo>
                    <a:pt x="68818" y="849"/>
                  </a:lnTo>
                  <a:lnTo>
                    <a:pt x="63237" y="1509"/>
                  </a:lnTo>
                  <a:lnTo>
                    <a:pt x="57681" y="2356"/>
                  </a:lnTo>
                  <a:lnTo>
                    <a:pt x="52157" y="3389"/>
                  </a:lnTo>
                  <a:lnTo>
                    <a:pt x="46670" y="4608"/>
                  </a:lnTo>
                  <a:lnTo>
                    <a:pt x="41228" y="6010"/>
                  </a:lnTo>
                  <a:lnTo>
                    <a:pt x="35836" y="7594"/>
                  </a:lnTo>
                  <a:lnTo>
                    <a:pt x="30500" y="9359"/>
                  </a:lnTo>
                  <a:lnTo>
                    <a:pt x="25226" y="11302"/>
                  </a:lnTo>
                  <a:lnTo>
                    <a:pt x="20021" y="13421"/>
                  </a:lnTo>
                  <a:lnTo>
                    <a:pt x="14890" y="15714"/>
                  </a:lnTo>
                  <a:lnTo>
                    <a:pt x="9839" y="18179"/>
                  </a:lnTo>
                  <a:lnTo>
                    <a:pt x="4874" y="20811"/>
                  </a:lnTo>
                  <a:lnTo>
                    <a:pt x="0" y="23609"/>
                  </a:lnTo>
                  <a:lnTo>
                    <a:pt x="856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00873" y="1705113"/>
              <a:ext cx="85651" cy="143557"/>
            </a:xfrm>
            <a:custGeom>
              <a:avLst/>
              <a:pathLst>
                <a:path w="85651" h="143557">
                  <a:moveTo>
                    <a:pt x="0" y="0"/>
                  </a:moveTo>
                  <a:lnTo>
                    <a:pt x="85651" y="1435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00784" y="1705166"/>
              <a:ext cx="85740" cy="143504"/>
            </a:xfrm>
            <a:custGeom>
              <a:avLst/>
              <a:pathLst>
                <a:path w="85740" h="143504">
                  <a:moveTo>
                    <a:pt x="0" y="0"/>
                  </a:moveTo>
                  <a:lnTo>
                    <a:pt x="85740" y="143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81408" y="23662"/>
                  </a:moveTo>
                  <a:lnTo>
                    <a:pt x="76897" y="26455"/>
                  </a:lnTo>
                  <a:lnTo>
                    <a:pt x="72477" y="29390"/>
                  </a:lnTo>
                  <a:lnTo>
                    <a:pt x="68153" y="32464"/>
                  </a:lnTo>
                  <a:lnTo>
                    <a:pt x="63928" y="35673"/>
                  </a:lnTo>
                  <a:lnTo>
                    <a:pt x="59808" y="39015"/>
                  </a:lnTo>
                  <a:lnTo>
                    <a:pt x="55795" y="42485"/>
                  </a:lnTo>
                  <a:lnTo>
                    <a:pt x="51895" y="46082"/>
                  </a:lnTo>
                  <a:lnTo>
                    <a:pt x="48110" y="49800"/>
                  </a:lnTo>
                  <a:lnTo>
                    <a:pt x="44446" y="53636"/>
                  </a:lnTo>
                  <a:lnTo>
                    <a:pt x="40905" y="57587"/>
                  </a:lnTo>
                  <a:lnTo>
                    <a:pt x="37491" y="61649"/>
                  </a:lnTo>
                  <a:lnTo>
                    <a:pt x="34208" y="65816"/>
                  </a:lnTo>
                  <a:lnTo>
                    <a:pt x="31059" y="70086"/>
                  </a:lnTo>
                  <a:lnTo>
                    <a:pt x="28047" y="74453"/>
                  </a:lnTo>
                  <a:lnTo>
                    <a:pt x="25175" y="78914"/>
                  </a:lnTo>
                  <a:lnTo>
                    <a:pt x="22446" y="83464"/>
                  </a:lnTo>
                  <a:lnTo>
                    <a:pt x="19862" y="88098"/>
                  </a:lnTo>
                  <a:lnTo>
                    <a:pt x="17427" y="92811"/>
                  </a:lnTo>
                  <a:lnTo>
                    <a:pt x="15143" y="97600"/>
                  </a:lnTo>
                  <a:lnTo>
                    <a:pt x="13012" y="102458"/>
                  </a:lnTo>
                  <a:lnTo>
                    <a:pt x="11037" y="107382"/>
                  </a:lnTo>
                  <a:lnTo>
                    <a:pt x="9218" y="112366"/>
                  </a:lnTo>
                  <a:lnTo>
                    <a:pt x="7559" y="117405"/>
                  </a:lnTo>
                  <a:lnTo>
                    <a:pt x="6060" y="122494"/>
                  </a:lnTo>
                  <a:lnTo>
                    <a:pt x="4723" y="127629"/>
                  </a:lnTo>
                  <a:lnTo>
                    <a:pt x="3551" y="132803"/>
                  </a:lnTo>
                  <a:lnTo>
                    <a:pt x="2542" y="138012"/>
                  </a:lnTo>
                  <a:lnTo>
                    <a:pt x="1700" y="143250"/>
                  </a:lnTo>
                  <a:lnTo>
                    <a:pt x="1025" y="148512"/>
                  </a:lnTo>
                  <a:lnTo>
                    <a:pt x="516" y="153793"/>
                  </a:lnTo>
                  <a:lnTo>
                    <a:pt x="176" y="159087"/>
                  </a:lnTo>
                  <a:lnTo>
                    <a:pt x="3" y="164390"/>
                  </a:lnTo>
                  <a:lnTo>
                    <a:pt x="0" y="169695"/>
                  </a:lnTo>
                  <a:lnTo>
                    <a:pt x="164" y="174998"/>
                  </a:lnTo>
                  <a:lnTo>
                    <a:pt x="497" y="180293"/>
                  </a:lnTo>
                  <a:lnTo>
                    <a:pt x="997" y="185575"/>
                  </a:lnTo>
                  <a:lnTo>
                    <a:pt x="1665" y="190838"/>
                  </a:lnTo>
                  <a:lnTo>
                    <a:pt x="2499" y="196077"/>
                  </a:lnTo>
                  <a:lnTo>
                    <a:pt x="3500" y="201288"/>
                  </a:lnTo>
                  <a:lnTo>
                    <a:pt x="4665" y="206463"/>
                  </a:lnTo>
                  <a:lnTo>
                    <a:pt x="5994" y="211600"/>
                  </a:lnTo>
                  <a:lnTo>
                    <a:pt x="7485" y="216691"/>
                  </a:lnTo>
                  <a:lnTo>
                    <a:pt x="9137" y="221733"/>
                  </a:lnTo>
                  <a:lnTo>
                    <a:pt x="10948" y="226720"/>
                  </a:lnTo>
                  <a:lnTo>
                    <a:pt x="12916" y="231646"/>
                  </a:lnTo>
                  <a:lnTo>
                    <a:pt x="15040" y="236508"/>
                  </a:lnTo>
                  <a:lnTo>
                    <a:pt x="17317" y="241300"/>
                  </a:lnTo>
                  <a:lnTo>
                    <a:pt x="19745" y="246017"/>
                  </a:lnTo>
                  <a:lnTo>
                    <a:pt x="22321" y="250655"/>
                  </a:lnTo>
                  <a:lnTo>
                    <a:pt x="25044" y="255209"/>
                  </a:lnTo>
                  <a:lnTo>
                    <a:pt x="27909" y="259674"/>
                  </a:lnTo>
                  <a:lnTo>
                    <a:pt x="30915" y="264046"/>
                  </a:lnTo>
                  <a:lnTo>
                    <a:pt x="34057" y="268320"/>
                  </a:lnTo>
                  <a:lnTo>
                    <a:pt x="37334" y="272492"/>
                  </a:lnTo>
                  <a:lnTo>
                    <a:pt x="40742" y="276559"/>
                  </a:lnTo>
                  <a:lnTo>
                    <a:pt x="44277" y="280515"/>
                  </a:lnTo>
                  <a:lnTo>
                    <a:pt x="47936" y="284357"/>
                  </a:lnTo>
                  <a:lnTo>
                    <a:pt x="51715" y="288081"/>
                  </a:lnTo>
                  <a:lnTo>
                    <a:pt x="55610" y="291683"/>
                  </a:lnTo>
                  <a:lnTo>
                    <a:pt x="59617" y="295159"/>
                  </a:lnTo>
                  <a:lnTo>
                    <a:pt x="63733" y="298507"/>
                  </a:lnTo>
                  <a:lnTo>
                    <a:pt x="67953" y="301723"/>
                  </a:lnTo>
                  <a:lnTo>
                    <a:pt x="72273" y="304803"/>
                  </a:lnTo>
                  <a:lnTo>
                    <a:pt x="76688" y="307744"/>
                  </a:lnTo>
                  <a:lnTo>
                    <a:pt x="81194" y="310544"/>
                  </a:lnTo>
                  <a:lnTo>
                    <a:pt x="85787" y="313199"/>
                  </a:lnTo>
                  <a:lnTo>
                    <a:pt x="90462" y="315708"/>
                  </a:lnTo>
                  <a:lnTo>
                    <a:pt x="95215" y="318066"/>
                  </a:lnTo>
                  <a:lnTo>
                    <a:pt x="100039" y="320273"/>
                  </a:lnTo>
                  <a:lnTo>
                    <a:pt x="104932" y="322325"/>
                  </a:lnTo>
                  <a:lnTo>
                    <a:pt x="109887" y="324221"/>
                  </a:lnTo>
                  <a:lnTo>
                    <a:pt x="114899" y="325959"/>
                  </a:lnTo>
                  <a:lnTo>
                    <a:pt x="119965" y="327537"/>
                  </a:lnTo>
                  <a:lnTo>
                    <a:pt x="125077" y="328954"/>
                  </a:lnTo>
                  <a:lnTo>
                    <a:pt x="130232" y="330207"/>
                  </a:lnTo>
                  <a:lnTo>
                    <a:pt x="135425" y="331297"/>
                  </a:lnTo>
                  <a:lnTo>
                    <a:pt x="140649" y="332221"/>
                  </a:lnTo>
                  <a:lnTo>
                    <a:pt x="145900" y="332979"/>
                  </a:lnTo>
                  <a:lnTo>
                    <a:pt x="151173" y="333569"/>
                  </a:lnTo>
                  <a:lnTo>
                    <a:pt x="156461" y="333992"/>
                  </a:lnTo>
                  <a:lnTo>
                    <a:pt x="161760" y="334248"/>
                  </a:lnTo>
                  <a:lnTo>
                    <a:pt x="167065" y="334334"/>
                  </a:lnTo>
                  <a:lnTo>
                    <a:pt x="172370" y="334253"/>
                  </a:lnTo>
                  <a:lnTo>
                    <a:pt x="177669" y="334003"/>
                  </a:lnTo>
                  <a:lnTo>
                    <a:pt x="182958" y="333585"/>
                  </a:lnTo>
                  <a:lnTo>
                    <a:pt x="188231" y="333000"/>
                  </a:lnTo>
                  <a:lnTo>
                    <a:pt x="193483" y="332247"/>
                  </a:lnTo>
                  <a:lnTo>
                    <a:pt x="198708" y="331328"/>
                  </a:lnTo>
                  <a:lnTo>
                    <a:pt x="203901" y="330244"/>
                  </a:lnTo>
                  <a:lnTo>
                    <a:pt x="209058" y="328996"/>
                  </a:lnTo>
                  <a:lnTo>
                    <a:pt x="214172" y="327584"/>
                  </a:lnTo>
                  <a:lnTo>
                    <a:pt x="219239" y="326011"/>
                  </a:lnTo>
                  <a:lnTo>
                    <a:pt x="224253" y="324278"/>
                  </a:lnTo>
                  <a:lnTo>
                    <a:pt x="229210" y="322387"/>
                  </a:lnTo>
                  <a:lnTo>
                    <a:pt x="234104" y="320339"/>
                  </a:lnTo>
                  <a:lnTo>
                    <a:pt x="238931" y="318137"/>
                  </a:lnTo>
                  <a:lnTo>
                    <a:pt x="243686" y="315784"/>
                  </a:lnTo>
                  <a:lnTo>
                    <a:pt x="248363" y="313280"/>
                  </a:lnTo>
                  <a:lnTo>
                    <a:pt x="252959" y="310629"/>
                  </a:lnTo>
                  <a:lnTo>
                    <a:pt x="257468" y="307834"/>
                  </a:lnTo>
                  <a:lnTo>
                    <a:pt x="261887" y="304897"/>
                  </a:lnTo>
                  <a:lnTo>
                    <a:pt x="266209" y="301821"/>
                  </a:lnTo>
                  <a:lnTo>
                    <a:pt x="270433" y="298610"/>
                  </a:lnTo>
                  <a:lnTo>
                    <a:pt x="274552" y="295266"/>
                  </a:lnTo>
                  <a:lnTo>
                    <a:pt x="278562" y="291793"/>
                  </a:lnTo>
                  <a:lnTo>
                    <a:pt x="282461" y="288195"/>
                  </a:lnTo>
                  <a:lnTo>
                    <a:pt x="286244" y="284475"/>
                  </a:lnTo>
                  <a:lnTo>
                    <a:pt x="289906" y="280637"/>
                  </a:lnTo>
                  <a:lnTo>
                    <a:pt x="293445" y="276684"/>
                  </a:lnTo>
                  <a:lnTo>
                    <a:pt x="296857" y="272621"/>
                  </a:lnTo>
                  <a:lnTo>
                    <a:pt x="300138" y="268452"/>
                  </a:lnTo>
                  <a:lnTo>
                    <a:pt x="303285" y="264181"/>
                  </a:lnTo>
                  <a:lnTo>
                    <a:pt x="306295" y="259812"/>
                  </a:lnTo>
                  <a:lnTo>
                    <a:pt x="309165" y="255350"/>
                  </a:lnTo>
                  <a:lnTo>
                    <a:pt x="311891" y="250799"/>
                  </a:lnTo>
                  <a:lnTo>
                    <a:pt x="314472" y="246163"/>
                  </a:lnTo>
                  <a:lnTo>
                    <a:pt x="316905" y="241448"/>
                  </a:lnTo>
                  <a:lnTo>
                    <a:pt x="319187" y="236659"/>
                  </a:lnTo>
                  <a:lnTo>
                    <a:pt x="321315" y="231799"/>
                  </a:lnTo>
                  <a:lnTo>
                    <a:pt x="323289" y="226874"/>
                  </a:lnTo>
                  <a:lnTo>
                    <a:pt x="325105" y="221890"/>
                  </a:lnTo>
                  <a:lnTo>
                    <a:pt x="326762" y="216850"/>
                  </a:lnTo>
                  <a:lnTo>
                    <a:pt x="328258" y="211759"/>
                  </a:lnTo>
                  <a:lnTo>
                    <a:pt x="329592" y="206625"/>
                  </a:lnTo>
                  <a:lnTo>
                    <a:pt x="330762" y="201450"/>
                  </a:lnTo>
                  <a:lnTo>
                    <a:pt x="331768" y="196241"/>
                  </a:lnTo>
                  <a:lnTo>
                    <a:pt x="332607" y="191002"/>
                  </a:lnTo>
                  <a:lnTo>
                    <a:pt x="333280" y="185740"/>
                  </a:lnTo>
                  <a:lnTo>
                    <a:pt x="333786" y="180458"/>
                  </a:lnTo>
                  <a:lnTo>
                    <a:pt x="334124" y="175164"/>
                  </a:lnTo>
                  <a:lnTo>
                    <a:pt x="334294" y="169861"/>
                  </a:lnTo>
                  <a:lnTo>
                    <a:pt x="334295" y="164556"/>
                  </a:lnTo>
                  <a:lnTo>
                    <a:pt x="334128" y="159253"/>
                  </a:lnTo>
                  <a:lnTo>
                    <a:pt x="333793" y="153958"/>
                  </a:lnTo>
                  <a:lnTo>
                    <a:pt x="333290" y="148677"/>
                  </a:lnTo>
                  <a:lnTo>
                    <a:pt x="332619" y="143414"/>
                  </a:lnTo>
                  <a:lnTo>
                    <a:pt x="331782" y="138175"/>
                  </a:lnTo>
                  <a:lnTo>
                    <a:pt x="330779" y="132965"/>
                  </a:lnTo>
                  <a:lnTo>
                    <a:pt x="329611" y="127790"/>
                  </a:lnTo>
                  <a:lnTo>
                    <a:pt x="328280" y="122654"/>
                  </a:lnTo>
                  <a:lnTo>
                    <a:pt x="326786" y="117564"/>
                  </a:lnTo>
                  <a:lnTo>
                    <a:pt x="325132" y="112523"/>
                  </a:lnTo>
                  <a:lnTo>
                    <a:pt x="323318" y="107537"/>
                  </a:lnTo>
                  <a:lnTo>
                    <a:pt x="321347" y="102611"/>
                  </a:lnTo>
                  <a:lnTo>
                    <a:pt x="319221" y="97750"/>
                  </a:lnTo>
                  <a:lnTo>
                    <a:pt x="316942" y="92960"/>
                  </a:lnTo>
                  <a:lnTo>
                    <a:pt x="314512" y="88244"/>
                  </a:lnTo>
                  <a:lnTo>
                    <a:pt x="311933" y="83607"/>
                  </a:lnTo>
                  <a:lnTo>
                    <a:pt x="309208" y="79055"/>
                  </a:lnTo>
                  <a:lnTo>
                    <a:pt x="306341" y="74591"/>
                  </a:lnTo>
                  <a:lnTo>
                    <a:pt x="303333" y="70221"/>
                  </a:lnTo>
                  <a:lnTo>
                    <a:pt x="300188" y="65948"/>
                  </a:lnTo>
                  <a:lnTo>
                    <a:pt x="296909" y="61777"/>
                  </a:lnTo>
                  <a:lnTo>
                    <a:pt x="293499" y="57713"/>
                  </a:lnTo>
                  <a:lnTo>
                    <a:pt x="289962" y="53758"/>
                  </a:lnTo>
                  <a:lnTo>
                    <a:pt x="286302" y="49918"/>
                  </a:lnTo>
                  <a:lnTo>
                    <a:pt x="282521" y="46196"/>
                  </a:lnTo>
                  <a:lnTo>
                    <a:pt x="278624" y="42596"/>
                  </a:lnTo>
                  <a:lnTo>
                    <a:pt x="274615" y="39121"/>
                  </a:lnTo>
                  <a:lnTo>
                    <a:pt x="270498" y="35775"/>
                  </a:lnTo>
                  <a:lnTo>
                    <a:pt x="266276" y="32562"/>
                  </a:lnTo>
                  <a:lnTo>
                    <a:pt x="261955" y="29484"/>
                  </a:lnTo>
                  <a:lnTo>
                    <a:pt x="257538" y="26545"/>
                  </a:lnTo>
                  <a:lnTo>
                    <a:pt x="253030" y="23747"/>
                  </a:lnTo>
                  <a:lnTo>
                    <a:pt x="248436" y="21094"/>
                  </a:lnTo>
                  <a:lnTo>
                    <a:pt x="243760" y="18588"/>
                  </a:lnTo>
                  <a:lnTo>
                    <a:pt x="239006" y="16232"/>
                  </a:lnTo>
                  <a:lnTo>
                    <a:pt x="234180" y="14028"/>
                  </a:lnTo>
                  <a:lnTo>
                    <a:pt x="229287" y="11978"/>
                  </a:lnTo>
                  <a:lnTo>
                    <a:pt x="224331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8" y="5359"/>
                  </a:lnTo>
                  <a:lnTo>
                    <a:pt x="203982" y="4108"/>
                  </a:lnTo>
                  <a:lnTo>
                    <a:pt x="198789" y="3021"/>
                  </a:lnTo>
                  <a:lnTo>
                    <a:pt x="193565" y="2100"/>
                  </a:lnTo>
                  <a:lnTo>
                    <a:pt x="188313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81113" y="2126963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81113" y="2160302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14127" y="2129025"/>
              <a:ext cx="334314" cy="332270"/>
            </a:xfrm>
            <a:custGeom>
              <a:avLst/>
              <a:pathLst>
                <a:path w="334314" h="332270">
                  <a:moveTo>
                    <a:pt x="66986" y="31276"/>
                  </a:moveTo>
                  <a:lnTo>
                    <a:pt x="62795" y="34518"/>
                  </a:lnTo>
                  <a:lnTo>
                    <a:pt x="58709" y="37891"/>
                  </a:lnTo>
                  <a:lnTo>
                    <a:pt x="54732" y="41392"/>
                  </a:lnTo>
                  <a:lnTo>
                    <a:pt x="50868" y="45017"/>
                  </a:lnTo>
                  <a:lnTo>
                    <a:pt x="47121" y="48762"/>
                  </a:lnTo>
                  <a:lnTo>
                    <a:pt x="43494" y="52625"/>
                  </a:lnTo>
                  <a:lnTo>
                    <a:pt x="39992" y="56600"/>
                  </a:lnTo>
                  <a:lnTo>
                    <a:pt x="36617" y="60685"/>
                  </a:lnTo>
                  <a:lnTo>
                    <a:pt x="33374" y="64874"/>
                  </a:lnTo>
                  <a:lnTo>
                    <a:pt x="30264" y="69165"/>
                  </a:lnTo>
                  <a:lnTo>
                    <a:pt x="27293" y="73551"/>
                  </a:lnTo>
                  <a:lnTo>
                    <a:pt x="24462" y="78030"/>
                  </a:lnTo>
                  <a:lnTo>
                    <a:pt x="21774" y="82595"/>
                  </a:lnTo>
                  <a:lnTo>
                    <a:pt x="19232" y="87244"/>
                  </a:lnTo>
                  <a:lnTo>
                    <a:pt x="16839" y="91971"/>
                  </a:lnTo>
                  <a:lnTo>
                    <a:pt x="14597" y="96772"/>
                  </a:lnTo>
                  <a:lnTo>
                    <a:pt x="12508" y="101641"/>
                  </a:lnTo>
                  <a:lnTo>
                    <a:pt x="10574" y="106574"/>
                  </a:lnTo>
                  <a:lnTo>
                    <a:pt x="8798" y="111566"/>
                  </a:lnTo>
                  <a:lnTo>
                    <a:pt x="7181" y="116611"/>
                  </a:lnTo>
                  <a:lnTo>
                    <a:pt x="5725" y="121705"/>
                  </a:lnTo>
                  <a:lnTo>
                    <a:pt x="4430" y="126843"/>
                  </a:lnTo>
                  <a:lnTo>
                    <a:pt x="3299" y="132019"/>
                  </a:lnTo>
                  <a:lnTo>
                    <a:pt x="2333" y="137229"/>
                  </a:lnTo>
                  <a:lnTo>
                    <a:pt x="1533" y="142466"/>
                  </a:lnTo>
                  <a:lnTo>
                    <a:pt x="898" y="147726"/>
                  </a:lnTo>
                  <a:lnTo>
                    <a:pt x="431" y="153004"/>
                  </a:lnTo>
                  <a:lnTo>
                    <a:pt x="131" y="158294"/>
                  </a:lnTo>
                  <a:lnTo>
                    <a:pt x="0" y="163591"/>
                  </a:lnTo>
                  <a:lnTo>
                    <a:pt x="35" y="168889"/>
                  </a:lnTo>
                  <a:lnTo>
                    <a:pt x="239" y="174183"/>
                  </a:lnTo>
                  <a:lnTo>
                    <a:pt x="611" y="179468"/>
                  </a:lnTo>
                  <a:lnTo>
                    <a:pt x="1150" y="184739"/>
                  </a:lnTo>
                  <a:lnTo>
                    <a:pt x="1855" y="189990"/>
                  </a:lnTo>
                  <a:lnTo>
                    <a:pt x="2727" y="195216"/>
                  </a:lnTo>
                  <a:lnTo>
                    <a:pt x="3764" y="200412"/>
                  </a:lnTo>
                  <a:lnTo>
                    <a:pt x="4965" y="205573"/>
                  </a:lnTo>
                  <a:lnTo>
                    <a:pt x="6329" y="210692"/>
                  </a:lnTo>
                  <a:lnTo>
                    <a:pt x="7854" y="215766"/>
                  </a:lnTo>
                  <a:lnTo>
                    <a:pt x="9540" y="220789"/>
                  </a:lnTo>
                  <a:lnTo>
                    <a:pt x="11384" y="225757"/>
                  </a:lnTo>
                  <a:lnTo>
                    <a:pt x="13384" y="230663"/>
                  </a:lnTo>
                  <a:lnTo>
                    <a:pt x="15539" y="235503"/>
                  </a:lnTo>
                  <a:lnTo>
                    <a:pt x="17846" y="240273"/>
                  </a:lnTo>
                  <a:lnTo>
                    <a:pt x="20303" y="244967"/>
                  </a:lnTo>
                  <a:lnTo>
                    <a:pt x="22908" y="249581"/>
                  </a:lnTo>
                  <a:lnTo>
                    <a:pt x="25657" y="254110"/>
                  </a:lnTo>
                  <a:lnTo>
                    <a:pt x="28549" y="258549"/>
                  </a:lnTo>
                  <a:lnTo>
                    <a:pt x="31580" y="262895"/>
                  </a:lnTo>
                  <a:lnTo>
                    <a:pt x="34747" y="267143"/>
                  </a:lnTo>
                  <a:lnTo>
                    <a:pt x="38047" y="271288"/>
                  </a:lnTo>
                  <a:lnTo>
                    <a:pt x="41477" y="275326"/>
                  </a:lnTo>
                  <a:lnTo>
                    <a:pt x="45033" y="279254"/>
                  </a:lnTo>
                  <a:lnTo>
                    <a:pt x="48712" y="283066"/>
                  </a:lnTo>
                  <a:lnTo>
                    <a:pt x="52510" y="286761"/>
                  </a:lnTo>
                  <a:lnTo>
                    <a:pt x="56423" y="290333"/>
                  </a:lnTo>
                  <a:lnTo>
                    <a:pt x="60447" y="293780"/>
                  </a:lnTo>
                  <a:lnTo>
                    <a:pt x="64578" y="297097"/>
                  </a:lnTo>
                  <a:lnTo>
                    <a:pt x="68813" y="300281"/>
                  </a:lnTo>
                  <a:lnTo>
                    <a:pt x="73146" y="303330"/>
                  </a:lnTo>
                  <a:lnTo>
                    <a:pt x="77573" y="306240"/>
                  </a:lnTo>
                  <a:lnTo>
                    <a:pt x="82091" y="309008"/>
                  </a:lnTo>
                  <a:lnTo>
                    <a:pt x="86694" y="311632"/>
                  </a:lnTo>
                  <a:lnTo>
                    <a:pt x="91378" y="314108"/>
                  </a:lnTo>
                  <a:lnTo>
                    <a:pt x="96138" y="316435"/>
                  </a:lnTo>
                  <a:lnTo>
                    <a:pt x="100970" y="318610"/>
                  </a:lnTo>
                  <a:lnTo>
                    <a:pt x="105868" y="320630"/>
                  </a:lnTo>
                  <a:lnTo>
                    <a:pt x="110827" y="322495"/>
                  </a:lnTo>
                  <a:lnTo>
                    <a:pt x="115843" y="324201"/>
                  </a:lnTo>
                  <a:lnTo>
                    <a:pt x="120911" y="325747"/>
                  </a:lnTo>
                  <a:lnTo>
                    <a:pt x="126025" y="327132"/>
                  </a:lnTo>
                  <a:lnTo>
                    <a:pt x="131180" y="328354"/>
                  </a:lnTo>
                  <a:lnTo>
                    <a:pt x="136372" y="329413"/>
                  </a:lnTo>
                  <a:lnTo>
                    <a:pt x="141594" y="330306"/>
                  </a:lnTo>
                  <a:lnTo>
                    <a:pt x="146842" y="331033"/>
                  </a:lnTo>
                  <a:lnTo>
                    <a:pt x="152111" y="331593"/>
                  </a:lnTo>
                  <a:lnTo>
                    <a:pt x="157395" y="331987"/>
                  </a:lnTo>
                  <a:lnTo>
                    <a:pt x="162688" y="332212"/>
                  </a:lnTo>
                  <a:lnTo>
                    <a:pt x="167986" y="332270"/>
                  </a:lnTo>
                  <a:lnTo>
                    <a:pt x="173283" y="332160"/>
                  </a:lnTo>
                  <a:lnTo>
                    <a:pt x="178574" y="331882"/>
                  </a:lnTo>
                  <a:lnTo>
                    <a:pt x="183854" y="331437"/>
                  </a:lnTo>
                  <a:lnTo>
                    <a:pt x="189117" y="330824"/>
                  </a:lnTo>
                  <a:lnTo>
                    <a:pt x="194357" y="330045"/>
                  </a:lnTo>
                  <a:lnTo>
                    <a:pt x="199571" y="329100"/>
                  </a:lnTo>
                  <a:lnTo>
                    <a:pt x="204752" y="327991"/>
                  </a:lnTo>
                  <a:lnTo>
                    <a:pt x="209895" y="326718"/>
                  </a:lnTo>
                  <a:lnTo>
                    <a:pt x="214995" y="325282"/>
                  </a:lnTo>
                  <a:lnTo>
                    <a:pt x="220047" y="323686"/>
                  </a:lnTo>
                  <a:lnTo>
                    <a:pt x="225046" y="321930"/>
                  </a:lnTo>
                  <a:lnTo>
                    <a:pt x="229987" y="320017"/>
                  </a:lnTo>
                  <a:lnTo>
                    <a:pt x="234864" y="317948"/>
                  </a:lnTo>
                  <a:lnTo>
                    <a:pt x="239674" y="315726"/>
                  </a:lnTo>
                  <a:lnTo>
                    <a:pt x="244411" y="313352"/>
                  </a:lnTo>
                  <a:lnTo>
                    <a:pt x="249070" y="310829"/>
                  </a:lnTo>
                  <a:lnTo>
                    <a:pt x="253647" y="308161"/>
                  </a:lnTo>
                  <a:lnTo>
                    <a:pt x="258137" y="305348"/>
                  </a:lnTo>
                  <a:lnTo>
                    <a:pt x="262536" y="302394"/>
                  </a:lnTo>
                  <a:lnTo>
                    <a:pt x="266839" y="299303"/>
                  </a:lnTo>
                  <a:lnTo>
                    <a:pt x="271042" y="296077"/>
                  </a:lnTo>
                  <a:lnTo>
                    <a:pt x="275140" y="292719"/>
                  </a:lnTo>
                  <a:lnTo>
                    <a:pt x="279130" y="289233"/>
                  </a:lnTo>
                  <a:lnTo>
                    <a:pt x="283007" y="285622"/>
                  </a:lnTo>
                  <a:lnTo>
                    <a:pt x="286768" y="281890"/>
                  </a:lnTo>
                  <a:lnTo>
                    <a:pt x="290409" y="278041"/>
                  </a:lnTo>
                  <a:lnTo>
                    <a:pt x="293926" y="274078"/>
                  </a:lnTo>
                  <a:lnTo>
                    <a:pt x="297316" y="270006"/>
                  </a:lnTo>
                  <a:lnTo>
                    <a:pt x="300575" y="265829"/>
                  </a:lnTo>
                  <a:lnTo>
                    <a:pt x="303700" y="261550"/>
                  </a:lnTo>
                  <a:lnTo>
                    <a:pt x="306688" y="257175"/>
                  </a:lnTo>
                  <a:lnTo>
                    <a:pt x="309536" y="252707"/>
                  </a:lnTo>
                  <a:lnTo>
                    <a:pt x="312240" y="248151"/>
                  </a:lnTo>
                  <a:lnTo>
                    <a:pt x="314799" y="243512"/>
                  </a:lnTo>
                  <a:lnTo>
                    <a:pt x="317210" y="238793"/>
                  </a:lnTo>
                  <a:lnTo>
                    <a:pt x="319470" y="234001"/>
                  </a:lnTo>
                  <a:lnTo>
                    <a:pt x="321577" y="229140"/>
                  </a:lnTo>
                  <a:lnTo>
                    <a:pt x="323528" y="224214"/>
                  </a:lnTo>
                  <a:lnTo>
                    <a:pt x="325323" y="219229"/>
                  </a:lnTo>
                  <a:lnTo>
                    <a:pt x="326959" y="214189"/>
                  </a:lnTo>
                  <a:lnTo>
                    <a:pt x="328434" y="209101"/>
                  </a:lnTo>
                  <a:lnTo>
                    <a:pt x="329747" y="203968"/>
                  </a:lnTo>
                  <a:lnTo>
                    <a:pt x="330897" y="198796"/>
                  </a:lnTo>
                  <a:lnTo>
                    <a:pt x="331883" y="193590"/>
                  </a:lnTo>
                  <a:lnTo>
                    <a:pt x="332703" y="188355"/>
                  </a:lnTo>
                  <a:lnTo>
                    <a:pt x="333356" y="183098"/>
                  </a:lnTo>
                  <a:lnTo>
                    <a:pt x="333843" y="177822"/>
                  </a:lnTo>
                  <a:lnTo>
                    <a:pt x="334162" y="172533"/>
                  </a:lnTo>
                  <a:lnTo>
                    <a:pt x="334314" y="167237"/>
                  </a:lnTo>
                  <a:lnTo>
                    <a:pt x="334298" y="161939"/>
                  </a:lnTo>
                  <a:lnTo>
                    <a:pt x="334113" y="156644"/>
                  </a:lnTo>
                  <a:lnTo>
                    <a:pt x="333761" y="151357"/>
                  </a:lnTo>
                  <a:lnTo>
                    <a:pt x="333242" y="146084"/>
                  </a:lnTo>
                  <a:lnTo>
                    <a:pt x="332556" y="140830"/>
                  </a:lnTo>
                  <a:lnTo>
                    <a:pt x="331703" y="135601"/>
                  </a:lnTo>
                  <a:lnTo>
                    <a:pt x="330686" y="130401"/>
                  </a:lnTo>
                  <a:lnTo>
                    <a:pt x="329504" y="125237"/>
                  </a:lnTo>
                  <a:lnTo>
                    <a:pt x="328159" y="120112"/>
                  </a:lnTo>
                  <a:lnTo>
                    <a:pt x="326652" y="115032"/>
                  </a:lnTo>
                  <a:lnTo>
                    <a:pt x="324985" y="110003"/>
                  </a:lnTo>
                  <a:lnTo>
                    <a:pt x="323160" y="105029"/>
                  </a:lnTo>
                  <a:lnTo>
                    <a:pt x="321178" y="100116"/>
                  </a:lnTo>
                  <a:lnTo>
                    <a:pt x="319041" y="95267"/>
                  </a:lnTo>
                  <a:lnTo>
                    <a:pt x="316751" y="90489"/>
                  </a:lnTo>
                  <a:lnTo>
                    <a:pt x="314311" y="85786"/>
                  </a:lnTo>
                  <a:lnTo>
                    <a:pt x="311724" y="81163"/>
                  </a:lnTo>
                  <a:lnTo>
                    <a:pt x="308991" y="76624"/>
                  </a:lnTo>
                  <a:lnTo>
                    <a:pt x="306116" y="72173"/>
                  </a:lnTo>
                  <a:lnTo>
                    <a:pt x="303101" y="67816"/>
                  </a:lnTo>
                  <a:lnTo>
                    <a:pt x="299950" y="63557"/>
                  </a:lnTo>
                  <a:lnTo>
                    <a:pt x="296665" y="59400"/>
                  </a:lnTo>
                  <a:lnTo>
                    <a:pt x="293250" y="55349"/>
                  </a:lnTo>
                  <a:lnTo>
                    <a:pt x="289708" y="51408"/>
                  </a:lnTo>
                  <a:lnTo>
                    <a:pt x="286044" y="47582"/>
                  </a:lnTo>
                  <a:lnTo>
                    <a:pt x="282259" y="43873"/>
                  </a:lnTo>
                  <a:lnTo>
                    <a:pt x="278360" y="40287"/>
                  </a:lnTo>
                  <a:lnTo>
                    <a:pt x="274348" y="36825"/>
                  </a:lnTo>
                  <a:lnTo>
                    <a:pt x="270229" y="33493"/>
                  </a:lnTo>
                  <a:lnTo>
                    <a:pt x="266007" y="30293"/>
                  </a:lnTo>
                  <a:lnTo>
                    <a:pt x="261685" y="27228"/>
                  </a:lnTo>
                  <a:lnTo>
                    <a:pt x="257268" y="24302"/>
                  </a:lnTo>
                  <a:lnTo>
                    <a:pt x="252760" y="21517"/>
                  </a:lnTo>
                  <a:lnTo>
                    <a:pt x="248167" y="18876"/>
                  </a:lnTo>
                  <a:lnTo>
                    <a:pt x="243492" y="16382"/>
                  </a:lnTo>
                  <a:lnTo>
                    <a:pt x="238741" y="14038"/>
                  </a:lnTo>
                  <a:lnTo>
                    <a:pt x="233917" y="11846"/>
                  </a:lnTo>
                  <a:lnTo>
                    <a:pt x="229027" y="9807"/>
                  </a:lnTo>
                  <a:lnTo>
                    <a:pt x="224075" y="7924"/>
                  </a:lnTo>
                  <a:lnTo>
                    <a:pt x="219065" y="6200"/>
                  </a:lnTo>
                  <a:lnTo>
                    <a:pt x="214003" y="4635"/>
                  </a:lnTo>
                  <a:lnTo>
                    <a:pt x="208894" y="3231"/>
                  </a:lnTo>
                  <a:lnTo>
                    <a:pt x="203743" y="1989"/>
                  </a:lnTo>
                  <a:lnTo>
                    <a:pt x="198556" y="912"/>
                  </a:lnTo>
                  <a:lnTo>
                    <a:pt x="193336" y="0"/>
                  </a:lnTo>
                  <a:lnTo>
                    <a:pt x="167160" y="165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2126963"/>
              <a:ext cx="26176" cy="167167"/>
            </a:xfrm>
            <a:custGeom>
              <a:avLst/>
              <a:pathLst>
                <a:path w="26176" h="167167">
                  <a:moveTo>
                    <a:pt x="26176" y="2062"/>
                  </a:moveTo>
                  <a:lnTo>
                    <a:pt x="19667" y="1161"/>
                  </a:lnTo>
                  <a:lnTo>
                    <a:pt x="13128" y="516"/>
                  </a:lnTo>
                  <a:lnTo>
                    <a:pt x="6569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423597" y="2633064"/>
              <a:ext cx="334309" cy="334333"/>
            </a:xfrm>
            <a:custGeom>
              <a:avLst/>
              <a:pathLst>
                <a:path w="334309" h="334333">
                  <a:moveTo>
                    <a:pt x="167150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8" y="2095"/>
                  </a:lnTo>
                  <a:lnTo>
                    <a:pt x="135550" y="3014"/>
                  </a:lnTo>
                  <a:lnTo>
                    <a:pt x="130363" y="4097"/>
                  </a:lnTo>
                  <a:lnTo>
                    <a:pt x="125214" y="5345"/>
                  </a:lnTo>
                  <a:lnTo>
                    <a:pt x="120106" y="6756"/>
                  </a:lnTo>
                  <a:lnTo>
                    <a:pt x="115046" y="8327"/>
                  </a:lnTo>
                  <a:lnTo>
                    <a:pt x="110039" y="10058"/>
                  </a:lnTo>
                  <a:lnTo>
                    <a:pt x="105088" y="11947"/>
                  </a:lnTo>
                  <a:lnTo>
                    <a:pt x="100200" y="13992"/>
                  </a:lnTo>
                  <a:lnTo>
                    <a:pt x="95379" y="16191"/>
                  </a:lnTo>
                  <a:lnTo>
                    <a:pt x="90631" y="18541"/>
                  </a:lnTo>
                  <a:lnTo>
                    <a:pt x="85959" y="21041"/>
                  </a:lnTo>
                  <a:lnTo>
                    <a:pt x="81369" y="23687"/>
                  </a:lnTo>
                  <a:lnTo>
                    <a:pt x="76865" y="26478"/>
                  </a:lnTo>
                  <a:lnTo>
                    <a:pt x="72452" y="29410"/>
                  </a:lnTo>
                  <a:lnTo>
                    <a:pt x="68133" y="32480"/>
                  </a:lnTo>
                  <a:lnTo>
                    <a:pt x="63915" y="35686"/>
                  </a:lnTo>
                  <a:lnTo>
                    <a:pt x="59800" y="39023"/>
                  </a:lnTo>
                  <a:lnTo>
                    <a:pt x="55792" y="42490"/>
                  </a:lnTo>
                  <a:lnTo>
                    <a:pt x="51897" y="46082"/>
                  </a:lnTo>
                  <a:lnTo>
                    <a:pt x="48118" y="49795"/>
                  </a:lnTo>
                  <a:lnTo>
                    <a:pt x="44458" y="53626"/>
                  </a:lnTo>
                  <a:lnTo>
                    <a:pt x="40921" y="57572"/>
                  </a:lnTo>
                  <a:lnTo>
                    <a:pt x="37511" y="61627"/>
                  </a:lnTo>
                  <a:lnTo>
                    <a:pt x="34232" y="65789"/>
                  </a:lnTo>
                  <a:lnTo>
                    <a:pt x="31086" y="70052"/>
                  </a:lnTo>
                  <a:lnTo>
                    <a:pt x="28076" y="74413"/>
                  </a:lnTo>
                  <a:lnTo>
                    <a:pt x="25207" y="78867"/>
                  </a:lnTo>
                  <a:lnTo>
                    <a:pt x="22479" y="83410"/>
                  </a:lnTo>
                  <a:lnTo>
                    <a:pt x="19898" y="88037"/>
                  </a:lnTo>
                  <a:lnTo>
                    <a:pt x="17464" y="92743"/>
                  </a:lnTo>
                  <a:lnTo>
                    <a:pt x="15181" y="97524"/>
                  </a:lnTo>
                  <a:lnTo>
                    <a:pt x="13050" y="102375"/>
                  </a:lnTo>
                  <a:lnTo>
                    <a:pt x="11074" y="107292"/>
                  </a:lnTo>
                  <a:lnTo>
                    <a:pt x="9255" y="112268"/>
                  </a:lnTo>
                  <a:lnTo>
                    <a:pt x="7594" y="117300"/>
                  </a:lnTo>
                  <a:lnTo>
                    <a:pt x="6094" y="122381"/>
                  </a:lnTo>
                  <a:lnTo>
                    <a:pt x="4756" y="127508"/>
                  </a:lnTo>
                  <a:lnTo>
                    <a:pt x="3580" y="132674"/>
                  </a:lnTo>
                  <a:lnTo>
                    <a:pt x="2569" y="137876"/>
                  </a:lnTo>
                  <a:lnTo>
                    <a:pt x="1724" y="143106"/>
                  </a:lnTo>
                  <a:lnTo>
                    <a:pt x="1044" y="148361"/>
                  </a:lnTo>
                  <a:lnTo>
                    <a:pt x="532" y="153634"/>
                  </a:lnTo>
                  <a:lnTo>
                    <a:pt x="186" y="158922"/>
                  </a:lnTo>
                  <a:lnTo>
                    <a:pt x="9" y="164217"/>
                  </a:lnTo>
                  <a:lnTo>
                    <a:pt x="0" y="169516"/>
                  </a:lnTo>
                  <a:lnTo>
                    <a:pt x="158" y="174812"/>
                  </a:lnTo>
                  <a:lnTo>
                    <a:pt x="484" y="180100"/>
                  </a:lnTo>
                  <a:lnTo>
                    <a:pt x="978" y="185376"/>
                  </a:lnTo>
                  <a:lnTo>
                    <a:pt x="1638" y="190633"/>
                  </a:lnTo>
                  <a:lnTo>
                    <a:pt x="2465" y="195866"/>
                  </a:lnTo>
                  <a:lnTo>
                    <a:pt x="3457" y="201071"/>
                  </a:lnTo>
                  <a:lnTo>
                    <a:pt x="4614" y="206242"/>
                  </a:lnTo>
                  <a:lnTo>
                    <a:pt x="5934" y="211373"/>
                  </a:lnTo>
                  <a:lnTo>
                    <a:pt x="7416" y="216460"/>
                  </a:lnTo>
                  <a:lnTo>
                    <a:pt x="9058" y="221498"/>
                  </a:lnTo>
                  <a:lnTo>
                    <a:pt x="10860" y="226481"/>
                  </a:lnTo>
                  <a:lnTo>
                    <a:pt x="12818" y="231404"/>
                  </a:lnTo>
                  <a:lnTo>
                    <a:pt x="14931" y="236263"/>
                  </a:lnTo>
                  <a:lnTo>
                    <a:pt x="17197" y="241052"/>
                  </a:lnTo>
                  <a:lnTo>
                    <a:pt x="19614" y="245767"/>
                  </a:lnTo>
                  <a:lnTo>
                    <a:pt x="22179" y="250403"/>
                  </a:lnTo>
                  <a:lnTo>
                    <a:pt x="24890" y="254956"/>
                  </a:lnTo>
                  <a:lnTo>
                    <a:pt x="27744" y="259420"/>
                  </a:lnTo>
                  <a:lnTo>
                    <a:pt x="30737" y="263792"/>
                  </a:lnTo>
                  <a:lnTo>
                    <a:pt x="33868" y="268067"/>
                  </a:lnTo>
                  <a:lnTo>
                    <a:pt x="37133" y="272240"/>
                  </a:lnTo>
                  <a:lnTo>
                    <a:pt x="40528" y="276308"/>
                  </a:lnTo>
                  <a:lnTo>
                    <a:pt x="44050" y="280266"/>
                  </a:lnTo>
                  <a:lnTo>
                    <a:pt x="47696" y="284110"/>
                  </a:lnTo>
                  <a:lnTo>
                    <a:pt x="51463" y="287837"/>
                  </a:lnTo>
                  <a:lnTo>
                    <a:pt x="55345" y="291443"/>
                  </a:lnTo>
                  <a:lnTo>
                    <a:pt x="59340" y="294924"/>
                  </a:lnTo>
                  <a:lnTo>
                    <a:pt x="63442" y="298276"/>
                  </a:lnTo>
                  <a:lnTo>
                    <a:pt x="67650" y="301497"/>
                  </a:lnTo>
                  <a:lnTo>
                    <a:pt x="71957" y="304583"/>
                  </a:lnTo>
                  <a:lnTo>
                    <a:pt x="76360" y="307531"/>
                  </a:lnTo>
                  <a:lnTo>
                    <a:pt x="80853" y="310337"/>
                  </a:lnTo>
                  <a:lnTo>
                    <a:pt x="85434" y="313000"/>
                  </a:lnTo>
                  <a:lnTo>
                    <a:pt x="90097" y="315517"/>
                  </a:lnTo>
                  <a:lnTo>
                    <a:pt x="94837" y="317884"/>
                  </a:lnTo>
                  <a:lnTo>
                    <a:pt x="99650" y="320100"/>
                  </a:lnTo>
                  <a:lnTo>
                    <a:pt x="104530" y="322163"/>
                  </a:lnTo>
                  <a:lnTo>
                    <a:pt x="109474" y="324069"/>
                  </a:lnTo>
                  <a:lnTo>
                    <a:pt x="114475" y="325818"/>
                  </a:lnTo>
                  <a:lnTo>
                    <a:pt x="119530" y="327408"/>
                  </a:lnTo>
                  <a:lnTo>
                    <a:pt x="124632" y="328837"/>
                  </a:lnTo>
                  <a:lnTo>
                    <a:pt x="129777" y="330103"/>
                  </a:lnTo>
                  <a:lnTo>
                    <a:pt x="134959" y="331206"/>
                  </a:lnTo>
                  <a:lnTo>
                    <a:pt x="140174" y="332143"/>
                  </a:lnTo>
                  <a:lnTo>
                    <a:pt x="145416" y="332915"/>
                  </a:lnTo>
                  <a:lnTo>
                    <a:pt x="150680" y="333521"/>
                  </a:lnTo>
                  <a:lnTo>
                    <a:pt x="155960" y="333959"/>
                  </a:lnTo>
                  <a:lnTo>
                    <a:pt x="161252" y="334230"/>
                  </a:lnTo>
                  <a:lnTo>
                    <a:pt x="166549" y="334333"/>
                  </a:lnTo>
                  <a:lnTo>
                    <a:pt x="171847" y="334268"/>
                  </a:lnTo>
                  <a:lnTo>
                    <a:pt x="177141" y="334036"/>
                  </a:lnTo>
                  <a:lnTo>
                    <a:pt x="182424" y="333635"/>
                  </a:lnTo>
                  <a:lnTo>
                    <a:pt x="187692" y="333068"/>
                  </a:lnTo>
                  <a:lnTo>
                    <a:pt x="192939" y="332333"/>
                  </a:lnTo>
                  <a:lnTo>
                    <a:pt x="198161" y="331433"/>
                  </a:lnTo>
                  <a:lnTo>
                    <a:pt x="203351" y="330368"/>
                  </a:lnTo>
                  <a:lnTo>
                    <a:pt x="208505" y="329138"/>
                  </a:lnTo>
                  <a:lnTo>
                    <a:pt x="213617" y="327746"/>
                  </a:lnTo>
                  <a:lnTo>
                    <a:pt x="218683" y="326193"/>
                  </a:lnTo>
                  <a:lnTo>
                    <a:pt x="223697" y="324480"/>
                  </a:lnTo>
                  <a:lnTo>
                    <a:pt x="228654" y="322609"/>
                  </a:lnTo>
                  <a:lnTo>
                    <a:pt x="233549" y="320582"/>
                  </a:lnTo>
                  <a:lnTo>
                    <a:pt x="238378" y="318400"/>
                  </a:lnTo>
                  <a:lnTo>
                    <a:pt x="243135" y="316067"/>
                  </a:lnTo>
                  <a:lnTo>
                    <a:pt x="247816" y="313584"/>
                  </a:lnTo>
                  <a:lnTo>
                    <a:pt x="252415" y="310954"/>
                  </a:lnTo>
                  <a:lnTo>
                    <a:pt x="256930" y="308180"/>
                  </a:lnTo>
                  <a:lnTo>
                    <a:pt x="261353" y="305264"/>
                  </a:lnTo>
                  <a:lnTo>
                    <a:pt x="265683" y="302209"/>
                  </a:lnTo>
                  <a:lnTo>
                    <a:pt x="269913" y="299019"/>
                  </a:lnTo>
                  <a:lnTo>
                    <a:pt x="274040" y="295696"/>
                  </a:lnTo>
                  <a:lnTo>
                    <a:pt x="278059" y="292244"/>
                  </a:lnTo>
                  <a:lnTo>
                    <a:pt x="281967" y="288666"/>
                  </a:lnTo>
                  <a:lnTo>
                    <a:pt x="285760" y="284966"/>
                  </a:lnTo>
                  <a:lnTo>
                    <a:pt x="289434" y="281148"/>
                  </a:lnTo>
                  <a:lnTo>
                    <a:pt x="292985" y="277215"/>
                  </a:lnTo>
                  <a:lnTo>
                    <a:pt x="296409" y="273172"/>
                  </a:lnTo>
                  <a:lnTo>
                    <a:pt x="299704" y="269023"/>
                  </a:lnTo>
                  <a:lnTo>
                    <a:pt x="302865" y="264771"/>
                  </a:lnTo>
                  <a:lnTo>
                    <a:pt x="305890" y="260421"/>
                  </a:lnTo>
                  <a:lnTo>
                    <a:pt x="308776" y="255977"/>
                  </a:lnTo>
                  <a:lnTo>
                    <a:pt x="311519" y="251444"/>
                  </a:lnTo>
                  <a:lnTo>
                    <a:pt x="314118" y="246826"/>
                  </a:lnTo>
                  <a:lnTo>
                    <a:pt x="316568" y="242129"/>
                  </a:lnTo>
                  <a:lnTo>
                    <a:pt x="318869" y="237356"/>
                  </a:lnTo>
                  <a:lnTo>
                    <a:pt x="321017" y="232512"/>
                  </a:lnTo>
                  <a:lnTo>
                    <a:pt x="323011" y="227603"/>
                  </a:lnTo>
                  <a:lnTo>
                    <a:pt x="324848" y="222633"/>
                  </a:lnTo>
                  <a:lnTo>
                    <a:pt x="326526" y="217608"/>
                  </a:lnTo>
                  <a:lnTo>
                    <a:pt x="328045" y="212531"/>
                  </a:lnTo>
                  <a:lnTo>
                    <a:pt x="329402" y="207410"/>
                  </a:lnTo>
                  <a:lnTo>
                    <a:pt x="330596" y="202247"/>
                  </a:lnTo>
                  <a:lnTo>
                    <a:pt x="331625" y="197050"/>
                  </a:lnTo>
                  <a:lnTo>
                    <a:pt x="332490" y="191823"/>
                  </a:lnTo>
                  <a:lnTo>
                    <a:pt x="333188" y="186570"/>
                  </a:lnTo>
                  <a:lnTo>
                    <a:pt x="333720" y="181299"/>
                  </a:lnTo>
                  <a:lnTo>
                    <a:pt x="334084" y="176013"/>
                  </a:lnTo>
                  <a:lnTo>
                    <a:pt x="334280" y="170718"/>
                  </a:lnTo>
                  <a:lnTo>
                    <a:pt x="334309" y="165419"/>
                  </a:lnTo>
                  <a:lnTo>
                    <a:pt x="334169" y="160123"/>
                  </a:lnTo>
                  <a:lnTo>
                    <a:pt x="333862" y="154833"/>
                  </a:lnTo>
                  <a:lnTo>
                    <a:pt x="333388" y="14955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82620"/>
              <a:ext cx="166237" cy="17610"/>
            </a:xfrm>
            <a:custGeom>
              <a:avLst/>
              <a:pathLst>
                <a:path w="166237" h="17610">
                  <a:moveTo>
                    <a:pt x="166237" y="0"/>
                  </a:moveTo>
                  <a:lnTo>
                    <a:pt x="0" y="17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45933"/>
              <a:ext cx="166237" cy="154298"/>
            </a:xfrm>
            <a:custGeom>
              <a:avLst/>
              <a:pathLst>
                <a:path w="166237" h="154298">
                  <a:moveTo>
                    <a:pt x="166237" y="136687"/>
                  </a:moveTo>
                  <a:lnTo>
                    <a:pt x="165578" y="131306"/>
                  </a:lnTo>
                  <a:lnTo>
                    <a:pt x="164746" y="125948"/>
                  </a:lnTo>
                  <a:lnTo>
                    <a:pt x="163740" y="120621"/>
                  </a:lnTo>
                  <a:lnTo>
                    <a:pt x="162561" y="115329"/>
                  </a:lnTo>
                  <a:lnTo>
                    <a:pt x="161212" y="110078"/>
                  </a:lnTo>
                  <a:lnTo>
                    <a:pt x="159693" y="104873"/>
                  </a:lnTo>
                  <a:lnTo>
                    <a:pt x="158007" y="99721"/>
                  </a:lnTo>
                  <a:lnTo>
                    <a:pt x="156154" y="94626"/>
                  </a:lnTo>
                  <a:lnTo>
                    <a:pt x="154137" y="89593"/>
                  </a:lnTo>
                  <a:lnTo>
                    <a:pt x="151957" y="84629"/>
                  </a:lnTo>
                  <a:lnTo>
                    <a:pt x="149618" y="79738"/>
                  </a:lnTo>
                  <a:lnTo>
                    <a:pt x="147122" y="74925"/>
                  </a:lnTo>
                  <a:lnTo>
                    <a:pt x="144470" y="70196"/>
                  </a:lnTo>
                  <a:lnTo>
                    <a:pt x="141667" y="65556"/>
                  </a:lnTo>
                  <a:lnTo>
                    <a:pt x="138715" y="61008"/>
                  </a:lnTo>
                  <a:lnTo>
                    <a:pt x="135617" y="56559"/>
                  </a:lnTo>
                  <a:lnTo>
                    <a:pt x="132376" y="52213"/>
                  </a:lnTo>
                  <a:lnTo>
                    <a:pt x="128996" y="47974"/>
                  </a:lnTo>
                  <a:lnTo>
                    <a:pt x="125480" y="43847"/>
                  </a:lnTo>
                  <a:lnTo>
                    <a:pt x="121832" y="39836"/>
                  </a:lnTo>
                  <a:lnTo>
                    <a:pt x="118057" y="35945"/>
                  </a:lnTo>
                  <a:lnTo>
                    <a:pt x="114157" y="32179"/>
                  </a:lnTo>
                  <a:lnTo>
                    <a:pt x="110136" y="28541"/>
                  </a:lnTo>
                  <a:lnTo>
                    <a:pt x="106001" y="25036"/>
                  </a:lnTo>
                  <a:lnTo>
                    <a:pt x="101753" y="21666"/>
                  </a:lnTo>
                  <a:lnTo>
                    <a:pt x="97399" y="18437"/>
                  </a:lnTo>
                  <a:lnTo>
                    <a:pt x="92942" y="15350"/>
                  </a:lnTo>
                  <a:lnTo>
                    <a:pt x="88387" y="12409"/>
                  </a:lnTo>
                  <a:lnTo>
                    <a:pt x="83739" y="9617"/>
                  </a:lnTo>
                  <a:lnTo>
                    <a:pt x="79004" y="6978"/>
                  </a:lnTo>
                  <a:lnTo>
                    <a:pt x="74185" y="4493"/>
                  </a:lnTo>
                  <a:lnTo>
                    <a:pt x="69288" y="2166"/>
                  </a:lnTo>
                  <a:lnTo>
                    <a:pt x="64318" y="0"/>
                  </a:lnTo>
                  <a:lnTo>
                    <a:pt x="0" y="154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633064"/>
              <a:ext cx="64318" cy="167167"/>
            </a:xfrm>
            <a:custGeom>
              <a:avLst/>
              <a:pathLst>
                <a:path w="64318" h="167167">
                  <a:moveTo>
                    <a:pt x="64318" y="12868"/>
                  </a:moveTo>
                  <a:lnTo>
                    <a:pt x="58738" y="10659"/>
                  </a:lnTo>
                  <a:lnTo>
                    <a:pt x="53082" y="8651"/>
                  </a:lnTo>
                  <a:lnTo>
                    <a:pt x="47358" y="6848"/>
                  </a:lnTo>
                  <a:lnTo>
                    <a:pt x="41572" y="5251"/>
                  </a:lnTo>
                  <a:lnTo>
                    <a:pt x="35733" y="3863"/>
                  </a:lnTo>
                  <a:lnTo>
                    <a:pt x="29848" y="2686"/>
                  </a:lnTo>
                  <a:lnTo>
                    <a:pt x="23925" y="1720"/>
                  </a:lnTo>
                  <a:lnTo>
                    <a:pt x="17971" y="968"/>
                  </a:lnTo>
                  <a:lnTo>
                    <a:pt x="11993" y="430"/>
                  </a:lnTo>
                  <a:lnTo>
                    <a:pt x="600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358830" y="3170392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8" y="1347"/>
                  </a:lnTo>
                  <a:lnTo>
                    <a:pt x="140712" y="2103"/>
                  </a:lnTo>
                  <a:lnTo>
                    <a:pt x="135484" y="3026"/>
                  </a:lnTo>
                  <a:lnTo>
                    <a:pt x="130287" y="4115"/>
                  </a:lnTo>
                  <a:lnTo>
                    <a:pt x="125127" y="5367"/>
                  </a:lnTo>
                  <a:lnTo>
                    <a:pt x="120010" y="6784"/>
                  </a:lnTo>
                  <a:lnTo>
                    <a:pt x="114940" y="8362"/>
                  </a:lnTo>
                  <a:lnTo>
                    <a:pt x="109924" y="10100"/>
                  </a:lnTo>
                  <a:lnTo>
                    <a:pt x="104964" y="11996"/>
                  </a:lnTo>
                  <a:lnTo>
                    <a:pt x="100068" y="14049"/>
                  </a:lnTo>
                  <a:lnTo>
                    <a:pt x="95239" y="16257"/>
                  </a:lnTo>
                  <a:lnTo>
                    <a:pt x="90483" y="18617"/>
                  </a:lnTo>
                  <a:lnTo>
                    <a:pt x="85804" y="21127"/>
                  </a:lnTo>
                  <a:lnTo>
                    <a:pt x="81207" y="23784"/>
                  </a:lnTo>
                  <a:lnTo>
                    <a:pt x="76697" y="26585"/>
                  </a:lnTo>
                  <a:lnTo>
                    <a:pt x="72278" y="29529"/>
                  </a:lnTo>
                  <a:lnTo>
                    <a:pt x="67955" y="32611"/>
                  </a:lnTo>
                  <a:lnTo>
                    <a:pt x="63731" y="35829"/>
                  </a:lnTo>
                  <a:lnTo>
                    <a:pt x="59613" y="39180"/>
                  </a:lnTo>
                  <a:lnTo>
                    <a:pt x="55602" y="42659"/>
                  </a:lnTo>
                  <a:lnTo>
                    <a:pt x="51704" y="46265"/>
                  </a:lnTo>
                  <a:lnTo>
                    <a:pt x="47923" y="49992"/>
                  </a:lnTo>
                  <a:lnTo>
                    <a:pt x="44262" y="53837"/>
                  </a:lnTo>
                  <a:lnTo>
                    <a:pt x="40725" y="57797"/>
                  </a:lnTo>
                  <a:lnTo>
                    <a:pt x="37315" y="61867"/>
                  </a:lnTo>
                  <a:lnTo>
                    <a:pt x="34037" y="66044"/>
                  </a:lnTo>
                  <a:lnTo>
                    <a:pt x="30892" y="70322"/>
                  </a:lnTo>
                  <a:lnTo>
                    <a:pt x="27886" y="74698"/>
                  </a:lnTo>
                  <a:lnTo>
                    <a:pt x="25019" y="79167"/>
                  </a:lnTo>
                  <a:lnTo>
                    <a:pt x="22296" y="83726"/>
                  </a:lnTo>
                  <a:lnTo>
                    <a:pt x="19719" y="88368"/>
                  </a:lnTo>
                  <a:lnTo>
                    <a:pt x="17291" y="93090"/>
                  </a:lnTo>
                  <a:lnTo>
                    <a:pt x="15014" y="97886"/>
                  </a:lnTo>
                  <a:lnTo>
                    <a:pt x="12891" y="102753"/>
                  </a:lnTo>
                  <a:lnTo>
                    <a:pt x="10923" y="107684"/>
                  </a:lnTo>
                  <a:lnTo>
                    <a:pt x="9113" y="112675"/>
                  </a:lnTo>
                  <a:lnTo>
                    <a:pt x="7462" y="117722"/>
                  </a:lnTo>
                  <a:lnTo>
                    <a:pt x="5972" y="122818"/>
                  </a:lnTo>
                  <a:lnTo>
                    <a:pt x="4645" y="127959"/>
                  </a:lnTo>
                  <a:lnTo>
                    <a:pt x="3482" y="133139"/>
                  </a:lnTo>
                  <a:lnTo>
                    <a:pt x="2484" y="138354"/>
                  </a:lnTo>
                  <a:lnTo>
                    <a:pt x="1652" y="143598"/>
                  </a:lnTo>
                  <a:lnTo>
                    <a:pt x="987" y="148866"/>
                  </a:lnTo>
                  <a:lnTo>
                    <a:pt x="490" y="154152"/>
                  </a:lnTo>
                  <a:lnTo>
                    <a:pt x="160" y="159451"/>
                  </a:lnTo>
                  <a:lnTo>
                    <a:pt x="0" y="164759"/>
                  </a:lnTo>
                  <a:lnTo>
                    <a:pt x="7" y="170068"/>
                  </a:lnTo>
                  <a:lnTo>
                    <a:pt x="184" y="175375"/>
                  </a:lnTo>
                  <a:lnTo>
                    <a:pt x="529" y="180673"/>
                  </a:lnTo>
                  <a:lnTo>
                    <a:pt x="1042" y="185958"/>
                  </a:lnTo>
                  <a:lnTo>
                    <a:pt x="1722" y="191223"/>
                  </a:lnTo>
                  <a:lnTo>
                    <a:pt x="2570" y="196465"/>
                  </a:lnTo>
                  <a:lnTo>
                    <a:pt x="3583" y="201677"/>
                  </a:lnTo>
                  <a:lnTo>
                    <a:pt x="4761" y="206854"/>
                  </a:lnTo>
                  <a:lnTo>
                    <a:pt x="6104" y="211991"/>
                  </a:lnTo>
                  <a:lnTo>
                    <a:pt x="7608" y="217083"/>
                  </a:lnTo>
                  <a:lnTo>
                    <a:pt x="9274" y="222124"/>
                  </a:lnTo>
                  <a:lnTo>
                    <a:pt x="11099" y="227110"/>
                  </a:lnTo>
                  <a:lnTo>
                    <a:pt x="13081" y="232036"/>
                  </a:lnTo>
                  <a:lnTo>
                    <a:pt x="15219" y="236896"/>
                  </a:lnTo>
                  <a:lnTo>
                    <a:pt x="17510" y="241686"/>
                  </a:lnTo>
                  <a:lnTo>
                    <a:pt x="19952" y="246400"/>
                  </a:lnTo>
                  <a:lnTo>
                    <a:pt x="22543" y="251035"/>
                  </a:lnTo>
                  <a:lnTo>
                    <a:pt x="25279" y="255585"/>
                  </a:lnTo>
                  <a:lnTo>
                    <a:pt x="28159" y="260046"/>
                  </a:lnTo>
                  <a:lnTo>
                    <a:pt x="31179" y="264413"/>
                  </a:lnTo>
                  <a:lnTo>
                    <a:pt x="34335" y="268682"/>
                  </a:lnTo>
                  <a:lnTo>
                    <a:pt x="37626" y="272849"/>
                  </a:lnTo>
                  <a:lnTo>
                    <a:pt x="41048" y="276909"/>
                  </a:lnTo>
                  <a:lnTo>
                    <a:pt x="44597" y="280858"/>
                  </a:lnTo>
                  <a:lnTo>
                    <a:pt x="48269" y="284693"/>
                  </a:lnTo>
                  <a:lnTo>
                    <a:pt x="52061" y="288409"/>
                  </a:lnTo>
                  <a:lnTo>
                    <a:pt x="55970" y="292003"/>
                  </a:lnTo>
                  <a:lnTo>
                    <a:pt x="59990" y="295471"/>
                  </a:lnTo>
                  <a:lnTo>
                    <a:pt x="64119" y="298809"/>
                  </a:lnTo>
                  <a:lnTo>
                    <a:pt x="68352" y="302015"/>
                  </a:lnTo>
                  <a:lnTo>
                    <a:pt x="72684" y="305084"/>
                  </a:lnTo>
                  <a:lnTo>
                    <a:pt x="77112" y="308015"/>
                  </a:lnTo>
                  <a:lnTo>
                    <a:pt x="81630" y="310803"/>
                  </a:lnTo>
                  <a:lnTo>
                    <a:pt x="86235" y="313447"/>
                  </a:lnTo>
                  <a:lnTo>
                    <a:pt x="90921" y="315942"/>
                  </a:lnTo>
                  <a:lnTo>
                    <a:pt x="95684" y="318288"/>
                  </a:lnTo>
                  <a:lnTo>
                    <a:pt x="100520" y="320482"/>
                  </a:lnTo>
                  <a:lnTo>
                    <a:pt x="105422" y="322520"/>
                  </a:lnTo>
                  <a:lnTo>
                    <a:pt x="110387" y="324402"/>
                  </a:lnTo>
                  <a:lnTo>
                    <a:pt x="115409" y="326126"/>
                  </a:lnTo>
                  <a:lnTo>
                    <a:pt x="120483" y="327689"/>
                  </a:lnTo>
                  <a:lnTo>
                    <a:pt x="125604" y="329090"/>
                  </a:lnTo>
                  <a:lnTo>
                    <a:pt x="130768" y="330327"/>
                  </a:lnTo>
                  <a:lnTo>
                    <a:pt x="135968" y="331400"/>
                  </a:lnTo>
                  <a:lnTo>
                    <a:pt x="141199" y="332308"/>
                  </a:lnTo>
                  <a:lnTo>
                    <a:pt x="146457" y="333049"/>
                  </a:lnTo>
                  <a:lnTo>
                    <a:pt x="151735" y="333622"/>
                  </a:lnTo>
                  <a:lnTo>
                    <a:pt x="157029" y="334028"/>
                  </a:lnTo>
                  <a:lnTo>
                    <a:pt x="162333" y="334265"/>
                  </a:lnTo>
                  <a:lnTo>
                    <a:pt x="167642" y="334334"/>
                  </a:lnTo>
                  <a:lnTo>
                    <a:pt x="172951" y="334234"/>
                  </a:lnTo>
                  <a:lnTo>
                    <a:pt x="178254" y="333965"/>
                  </a:lnTo>
                  <a:lnTo>
                    <a:pt x="183545" y="333528"/>
                  </a:lnTo>
                  <a:lnTo>
                    <a:pt x="188820" y="332924"/>
                  </a:lnTo>
                  <a:lnTo>
                    <a:pt x="194073" y="332152"/>
                  </a:lnTo>
                  <a:lnTo>
                    <a:pt x="199299" y="331214"/>
                  </a:lnTo>
                  <a:lnTo>
                    <a:pt x="204493" y="330110"/>
                  </a:lnTo>
                  <a:lnTo>
                    <a:pt x="209649" y="328842"/>
                  </a:lnTo>
                  <a:lnTo>
                    <a:pt x="214762" y="327411"/>
                  </a:lnTo>
                  <a:lnTo>
                    <a:pt x="219827" y="325818"/>
                  </a:lnTo>
                  <a:lnTo>
                    <a:pt x="224839" y="324065"/>
                  </a:lnTo>
                  <a:lnTo>
                    <a:pt x="229792" y="322154"/>
                  </a:lnTo>
                  <a:lnTo>
                    <a:pt x="234683" y="320086"/>
                  </a:lnTo>
                  <a:lnTo>
                    <a:pt x="239505" y="317864"/>
                  </a:lnTo>
                  <a:lnTo>
                    <a:pt x="244254" y="315490"/>
                  </a:lnTo>
                  <a:lnTo>
                    <a:pt x="248926" y="312967"/>
                  </a:lnTo>
                  <a:lnTo>
                    <a:pt x="253515" y="310296"/>
                  </a:lnTo>
                  <a:lnTo>
                    <a:pt x="258017" y="307481"/>
                  </a:lnTo>
                  <a:lnTo>
                    <a:pt x="262427" y="304525"/>
                  </a:lnTo>
                  <a:lnTo>
                    <a:pt x="266741" y="301430"/>
                  </a:lnTo>
                  <a:lnTo>
                    <a:pt x="270955" y="298199"/>
                  </a:lnTo>
                  <a:lnTo>
                    <a:pt x="275064" y="294837"/>
                  </a:lnTo>
                  <a:lnTo>
                    <a:pt x="279064" y="291345"/>
                  </a:lnTo>
                  <a:lnTo>
                    <a:pt x="282951" y="287728"/>
                  </a:lnTo>
                  <a:lnTo>
                    <a:pt x="286721" y="283990"/>
                  </a:lnTo>
                  <a:lnTo>
                    <a:pt x="290371" y="280134"/>
                  </a:lnTo>
                  <a:lnTo>
                    <a:pt x="293896" y="276164"/>
                  </a:lnTo>
                  <a:lnTo>
                    <a:pt x="297294" y="272083"/>
                  </a:lnTo>
                  <a:lnTo>
                    <a:pt x="300560" y="267897"/>
                  </a:lnTo>
                  <a:lnTo>
                    <a:pt x="303692" y="263610"/>
                  </a:lnTo>
                  <a:lnTo>
                    <a:pt x="306686" y="259225"/>
                  </a:lnTo>
                  <a:lnTo>
                    <a:pt x="309539" y="254747"/>
                  </a:lnTo>
                  <a:lnTo>
                    <a:pt x="312248" y="250181"/>
                  </a:lnTo>
                  <a:lnTo>
                    <a:pt x="314811" y="245531"/>
                  </a:lnTo>
                  <a:lnTo>
                    <a:pt x="317226" y="240802"/>
                  </a:lnTo>
                  <a:lnTo>
                    <a:pt x="319488" y="235999"/>
                  </a:lnTo>
                  <a:lnTo>
                    <a:pt x="321598" y="231126"/>
                  </a:lnTo>
                  <a:lnTo>
                    <a:pt x="323551" y="226189"/>
                  </a:lnTo>
                  <a:lnTo>
                    <a:pt x="325346" y="221192"/>
                  </a:lnTo>
                  <a:lnTo>
                    <a:pt x="326982" y="216141"/>
                  </a:lnTo>
                  <a:lnTo>
                    <a:pt x="328457" y="211041"/>
                  </a:lnTo>
                  <a:lnTo>
                    <a:pt x="329769" y="205896"/>
                  </a:lnTo>
                  <a:lnTo>
                    <a:pt x="330917" y="200712"/>
                  </a:lnTo>
                  <a:lnTo>
                    <a:pt x="331900" y="195494"/>
                  </a:lnTo>
                  <a:lnTo>
                    <a:pt x="332716" y="190248"/>
                  </a:lnTo>
                  <a:lnTo>
                    <a:pt x="333365" y="184978"/>
                  </a:lnTo>
                  <a:lnTo>
                    <a:pt x="333847" y="179690"/>
                  </a:lnTo>
                  <a:lnTo>
                    <a:pt x="334161" y="174390"/>
                  </a:lnTo>
                  <a:lnTo>
                    <a:pt x="334306" y="169082"/>
                  </a:lnTo>
                  <a:lnTo>
                    <a:pt x="334283" y="163773"/>
                  </a:lnTo>
                  <a:lnTo>
                    <a:pt x="334090" y="158467"/>
                  </a:lnTo>
                  <a:lnTo>
                    <a:pt x="333730" y="153170"/>
                  </a:lnTo>
                  <a:lnTo>
                    <a:pt x="333201" y="147887"/>
                  </a:lnTo>
                  <a:lnTo>
                    <a:pt x="332505" y="142623"/>
                  </a:lnTo>
                  <a:lnTo>
                    <a:pt x="331643" y="137384"/>
                  </a:lnTo>
                  <a:lnTo>
                    <a:pt x="330614" y="132175"/>
                  </a:lnTo>
                  <a:lnTo>
                    <a:pt x="329420" y="127001"/>
                  </a:lnTo>
                  <a:lnTo>
                    <a:pt x="328063" y="121868"/>
                  </a:lnTo>
                  <a:lnTo>
                    <a:pt x="326543" y="116781"/>
                  </a:lnTo>
                  <a:lnTo>
                    <a:pt x="324862" y="111744"/>
                  </a:lnTo>
                  <a:lnTo>
                    <a:pt x="323023" y="106764"/>
                  </a:lnTo>
                  <a:lnTo>
                    <a:pt x="321026" y="101844"/>
                  </a:lnTo>
                  <a:lnTo>
                    <a:pt x="318874" y="96990"/>
                  </a:lnTo>
                  <a:lnTo>
                    <a:pt x="316568" y="92207"/>
                  </a:lnTo>
                  <a:lnTo>
                    <a:pt x="314113" y="87500"/>
                  </a:lnTo>
                  <a:lnTo>
                    <a:pt x="311508" y="82873"/>
                  </a:lnTo>
                  <a:lnTo>
                    <a:pt x="308759" y="78331"/>
                  </a:lnTo>
                  <a:lnTo>
                    <a:pt x="305866" y="73879"/>
                  </a:lnTo>
                  <a:lnTo>
                    <a:pt x="302833" y="69520"/>
                  </a:lnTo>
                  <a:lnTo>
                    <a:pt x="299664" y="65260"/>
                  </a:lnTo>
                  <a:lnTo>
                    <a:pt x="296361" y="61104"/>
                  </a:lnTo>
                  <a:lnTo>
                    <a:pt x="292927" y="57054"/>
                  </a:lnTo>
                  <a:lnTo>
                    <a:pt x="289367" y="53115"/>
                  </a:lnTo>
                  <a:lnTo>
                    <a:pt x="285683" y="49291"/>
                  </a:lnTo>
                  <a:lnTo>
                    <a:pt x="281880" y="45586"/>
                  </a:lnTo>
                  <a:lnTo>
                    <a:pt x="277961" y="42004"/>
                  </a:lnTo>
                  <a:lnTo>
                    <a:pt x="273930" y="38548"/>
                  </a:lnTo>
                  <a:lnTo>
                    <a:pt x="269792" y="3522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205614"/>
              <a:ext cx="102641" cy="131945"/>
            </a:xfrm>
            <a:custGeom>
              <a:avLst/>
              <a:pathLst>
                <a:path w="102641" h="131945">
                  <a:moveTo>
                    <a:pt x="102641" y="0"/>
                  </a:moveTo>
                  <a:lnTo>
                    <a:pt x="0" y="1319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97790"/>
              <a:ext cx="102641" cy="139769"/>
            </a:xfrm>
            <a:custGeom>
              <a:avLst/>
              <a:pathLst>
                <a:path w="102641" h="139769">
                  <a:moveTo>
                    <a:pt x="102641" y="7824"/>
                  </a:moveTo>
                  <a:lnTo>
                    <a:pt x="91703" y="0"/>
                  </a:lnTo>
                  <a:lnTo>
                    <a:pt x="0" y="1397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70392"/>
              <a:ext cx="91703" cy="167167"/>
            </a:xfrm>
            <a:custGeom>
              <a:avLst/>
              <a:pathLst>
                <a:path w="91703" h="167167">
                  <a:moveTo>
                    <a:pt x="91703" y="27397"/>
                  </a:moveTo>
                  <a:lnTo>
                    <a:pt x="86876" y="24347"/>
                  </a:lnTo>
                  <a:lnTo>
                    <a:pt x="81948" y="21464"/>
                  </a:lnTo>
                  <a:lnTo>
                    <a:pt x="76925" y="18750"/>
                  </a:lnTo>
                  <a:lnTo>
                    <a:pt x="71811" y="16210"/>
                  </a:lnTo>
                  <a:lnTo>
                    <a:pt x="66614" y="13846"/>
                  </a:lnTo>
                  <a:lnTo>
                    <a:pt x="61340" y="11660"/>
                  </a:lnTo>
                  <a:lnTo>
                    <a:pt x="55994" y="9656"/>
                  </a:lnTo>
                  <a:lnTo>
                    <a:pt x="50582" y="7836"/>
                  </a:lnTo>
                  <a:lnTo>
                    <a:pt x="45111" y="6202"/>
                  </a:lnTo>
                  <a:lnTo>
                    <a:pt x="39588" y="4755"/>
                  </a:lnTo>
                  <a:lnTo>
                    <a:pt x="34019" y="3498"/>
                  </a:lnTo>
                  <a:lnTo>
                    <a:pt x="28410" y="2431"/>
                  </a:lnTo>
                  <a:lnTo>
                    <a:pt x="22768" y="1557"/>
                  </a:lnTo>
                  <a:lnTo>
                    <a:pt x="17099" y="876"/>
                  </a:lnTo>
                  <a:lnTo>
                    <a:pt x="11410" y="389"/>
                  </a:lnTo>
                  <a:lnTo>
                    <a:pt x="570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423599" y="3707720"/>
              <a:ext cx="334302" cy="334334"/>
            </a:xfrm>
            <a:custGeom>
              <a:avLst/>
              <a:pathLst>
                <a:path w="334302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8" y="755"/>
                  </a:lnTo>
                  <a:lnTo>
                    <a:pt x="146000" y="1343"/>
                  </a:lnTo>
                  <a:lnTo>
                    <a:pt x="140752" y="2097"/>
                  </a:lnTo>
                  <a:lnTo>
                    <a:pt x="135531" y="3017"/>
                  </a:lnTo>
                  <a:lnTo>
                    <a:pt x="130343" y="4102"/>
                  </a:lnTo>
                  <a:lnTo>
                    <a:pt x="125191" y="5351"/>
                  </a:lnTo>
                  <a:lnTo>
                    <a:pt x="120081" y="6762"/>
                  </a:lnTo>
                  <a:lnTo>
                    <a:pt x="115018" y="8336"/>
                  </a:lnTo>
                  <a:lnTo>
                    <a:pt x="110008" y="10068"/>
                  </a:lnTo>
                  <a:lnTo>
                    <a:pt x="105056" y="11959"/>
                  </a:lnTo>
                  <a:lnTo>
                    <a:pt x="100166" y="14006"/>
                  </a:lnTo>
                  <a:lnTo>
                    <a:pt x="95343" y="16207"/>
                  </a:lnTo>
                  <a:lnTo>
                    <a:pt x="90592" y="18560"/>
                  </a:lnTo>
                  <a:lnTo>
                    <a:pt x="85919" y="21062"/>
                  </a:lnTo>
                  <a:lnTo>
                    <a:pt x="81327" y="23711"/>
                  </a:lnTo>
                  <a:lnTo>
                    <a:pt x="76821" y="26504"/>
                  </a:lnTo>
                  <a:lnTo>
                    <a:pt x="72407" y="29439"/>
                  </a:lnTo>
                  <a:lnTo>
                    <a:pt x="68087" y="32512"/>
                  </a:lnTo>
                  <a:lnTo>
                    <a:pt x="63868" y="35721"/>
                  </a:lnTo>
                  <a:lnTo>
                    <a:pt x="59752" y="39062"/>
                  </a:lnTo>
                  <a:lnTo>
                    <a:pt x="55744" y="42532"/>
                  </a:lnTo>
                  <a:lnTo>
                    <a:pt x="51848" y="46127"/>
                  </a:lnTo>
                  <a:lnTo>
                    <a:pt x="48068" y="49844"/>
                  </a:lnTo>
                  <a:lnTo>
                    <a:pt x="44408" y="53679"/>
                  </a:lnTo>
                  <a:lnTo>
                    <a:pt x="40871" y="57627"/>
                  </a:lnTo>
                  <a:lnTo>
                    <a:pt x="37461" y="61687"/>
                  </a:lnTo>
                  <a:lnTo>
                    <a:pt x="34182" y="65852"/>
                  </a:lnTo>
                  <a:lnTo>
                    <a:pt x="31036" y="70119"/>
                  </a:lnTo>
                  <a:lnTo>
                    <a:pt x="28027" y="74483"/>
                  </a:lnTo>
                  <a:lnTo>
                    <a:pt x="25158" y="78941"/>
                  </a:lnTo>
                  <a:lnTo>
                    <a:pt x="22432" y="83488"/>
                  </a:lnTo>
                  <a:lnTo>
                    <a:pt x="19852" y="88119"/>
                  </a:lnTo>
                  <a:lnTo>
                    <a:pt x="17419" y="92829"/>
                  </a:lnTo>
                  <a:lnTo>
                    <a:pt x="15138" y="97614"/>
                  </a:lnTo>
                  <a:lnTo>
                    <a:pt x="13009" y="102469"/>
                  </a:lnTo>
                  <a:lnTo>
                    <a:pt x="11035" y="107389"/>
                  </a:lnTo>
                  <a:lnTo>
                    <a:pt x="9218" y="112369"/>
                  </a:lnTo>
                  <a:lnTo>
                    <a:pt x="7560" y="117404"/>
                  </a:lnTo>
                  <a:lnTo>
                    <a:pt x="6062" y="122489"/>
                  </a:lnTo>
                  <a:lnTo>
                    <a:pt x="4726" y="127619"/>
                  </a:lnTo>
                  <a:lnTo>
                    <a:pt x="3554" y="132789"/>
                  </a:lnTo>
                  <a:lnTo>
                    <a:pt x="2546" y="137994"/>
                  </a:lnTo>
                  <a:lnTo>
                    <a:pt x="1704" y="143228"/>
                  </a:lnTo>
                  <a:lnTo>
                    <a:pt x="1028" y="148486"/>
                  </a:lnTo>
                  <a:lnTo>
                    <a:pt x="519" y="153763"/>
                  </a:lnTo>
                  <a:lnTo>
                    <a:pt x="178" y="159053"/>
                  </a:lnTo>
                  <a:lnTo>
                    <a:pt x="5" y="164351"/>
                  </a:lnTo>
                  <a:lnTo>
                    <a:pt x="0" y="169652"/>
                  </a:lnTo>
                  <a:lnTo>
                    <a:pt x="162" y="174951"/>
                  </a:lnTo>
                  <a:lnTo>
                    <a:pt x="493" y="180242"/>
                  </a:lnTo>
                  <a:lnTo>
                    <a:pt x="992" y="185520"/>
                  </a:lnTo>
                  <a:lnTo>
                    <a:pt x="1657" y="190779"/>
                  </a:lnTo>
                  <a:lnTo>
                    <a:pt x="2489" y="196014"/>
                  </a:lnTo>
                  <a:lnTo>
                    <a:pt x="3486" y="201221"/>
                  </a:lnTo>
                  <a:lnTo>
                    <a:pt x="4648" y="206393"/>
                  </a:lnTo>
                  <a:lnTo>
                    <a:pt x="5974" y="211526"/>
                  </a:lnTo>
                  <a:lnTo>
                    <a:pt x="7462" y="216614"/>
                  </a:lnTo>
                  <a:lnTo>
                    <a:pt x="9110" y="221653"/>
                  </a:lnTo>
                  <a:lnTo>
                    <a:pt x="10917" y="226636"/>
                  </a:lnTo>
                  <a:lnTo>
                    <a:pt x="12881" y="231560"/>
                  </a:lnTo>
                  <a:lnTo>
                    <a:pt x="15000" y="236419"/>
                  </a:lnTo>
                  <a:lnTo>
                    <a:pt x="17273" y="241209"/>
                  </a:lnTo>
                  <a:lnTo>
                    <a:pt x="19696" y="245924"/>
                  </a:lnTo>
                  <a:lnTo>
                    <a:pt x="22267" y="250560"/>
                  </a:lnTo>
                  <a:lnTo>
                    <a:pt x="24984" y="255112"/>
                  </a:lnTo>
                  <a:lnTo>
                    <a:pt x="27844" y="259575"/>
                  </a:lnTo>
                  <a:lnTo>
                    <a:pt x="30844" y="263946"/>
                  </a:lnTo>
                  <a:lnTo>
                    <a:pt x="33982" y="268219"/>
                  </a:lnTo>
                  <a:lnTo>
                    <a:pt x="37253" y="272391"/>
                  </a:lnTo>
                  <a:lnTo>
                    <a:pt x="40654" y="276457"/>
                  </a:lnTo>
                  <a:lnTo>
                    <a:pt x="44183" y="280412"/>
                  </a:lnTo>
                  <a:lnTo>
                    <a:pt x="47836" y="284255"/>
                  </a:lnTo>
                  <a:lnTo>
                    <a:pt x="51609" y="287979"/>
                  </a:lnTo>
                  <a:lnTo>
                    <a:pt x="55497" y="291582"/>
                  </a:lnTo>
                  <a:lnTo>
                    <a:pt x="59499" y="295059"/>
                  </a:lnTo>
                  <a:lnTo>
                    <a:pt x="63608" y="298408"/>
                  </a:lnTo>
                  <a:lnTo>
                    <a:pt x="67821" y="301625"/>
                  </a:lnTo>
                  <a:lnTo>
                    <a:pt x="72135" y="304707"/>
                  </a:lnTo>
                  <a:lnTo>
                    <a:pt x="76544" y="307651"/>
                  </a:lnTo>
                  <a:lnTo>
                    <a:pt x="81044" y="310453"/>
                  </a:lnTo>
                  <a:lnTo>
                    <a:pt x="85630" y="313111"/>
                  </a:lnTo>
                  <a:lnTo>
                    <a:pt x="90299" y="315623"/>
                  </a:lnTo>
                  <a:lnTo>
                    <a:pt x="95045" y="317985"/>
                  </a:lnTo>
                  <a:lnTo>
                    <a:pt x="99863" y="320195"/>
                  </a:lnTo>
                  <a:lnTo>
                    <a:pt x="104749" y="322252"/>
                  </a:lnTo>
                  <a:lnTo>
                    <a:pt x="109698" y="324152"/>
                  </a:lnTo>
                  <a:lnTo>
                    <a:pt x="114704" y="325895"/>
                  </a:lnTo>
                  <a:lnTo>
                    <a:pt x="119764" y="327478"/>
                  </a:lnTo>
                  <a:lnTo>
                    <a:pt x="124871" y="328900"/>
                  </a:lnTo>
                  <a:lnTo>
                    <a:pt x="130020" y="330159"/>
                  </a:lnTo>
                  <a:lnTo>
                    <a:pt x="135207" y="331254"/>
                  </a:lnTo>
                  <a:lnTo>
                    <a:pt x="140426" y="332185"/>
                  </a:lnTo>
                  <a:lnTo>
                    <a:pt x="145672" y="332949"/>
                  </a:lnTo>
                  <a:lnTo>
                    <a:pt x="150939" y="333547"/>
                  </a:lnTo>
                  <a:lnTo>
                    <a:pt x="156223" y="333977"/>
                  </a:lnTo>
                  <a:lnTo>
                    <a:pt x="161518" y="334240"/>
                  </a:lnTo>
                  <a:lnTo>
                    <a:pt x="166818" y="334334"/>
                  </a:lnTo>
                  <a:lnTo>
                    <a:pt x="172119" y="334260"/>
                  </a:lnTo>
                  <a:lnTo>
                    <a:pt x="177414" y="334019"/>
                  </a:lnTo>
                  <a:lnTo>
                    <a:pt x="182700" y="333609"/>
                  </a:lnTo>
                  <a:lnTo>
                    <a:pt x="187969" y="333033"/>
                  </a:lnTo>
                  <a:lnTo>
                    <a:pt x="193218" y="332289"/>
                  </a:lnTo>
                  <a:lnTo>
                    <a:pt x="198441" y="331379"/>
                  </a:lnTo>
                  <a:lnTo>
                    <a:pt x="203632" y="330305"/>
                  </a:lnTo>
                  <a:lnTo>
                    <a:pt x="208786" y="329066"/>
                  </a:lnTo>
                  <a:lnTo>
                    <a:pt x="213899" y="327664"/>
                  </a:lnTo>
                  <a:lnTo>
                    <a:pt x="218964" y="326101"/>
                  </a:lnTo>
                  <a:lnTo>
                    <a:pt x="223978" y="324378"/>
                  </a:lnTo>
                  <a:lnTo>
                    <a:pt x="228934" y="322497"/>
                  </a:lnTo>
                  <a:lnTo>
                    <a:pt x="233828" y="320460"/>
                  </a:lnTo>
                  <a:lnTo>
                    <a:pt x="238655" y="318269"/>
                  </a:lnTo>
                  <a:lnTo>
                    <a:pt x="243411" y="315925"/>
                  </a:lnTo>
                  <a:lnTo>
                    <a:pt x="248089" y="313432"/>
                  </a:lnTo>
                  <a:lnTo>
                    <a:pt x="252686" y="310792"/>
                  </a:lnTo>
                  <a:lnTo>
                    <a:pt x="257197" y="308008"/>
                  </a:lnTo>
                  <a:lnTo>
                    <a:pt x="261618" y="305082"/>
                  </a:lnTo>
                  <a:lnTo>
                    <a:pt x="265943" y="302017"/>
                  </a:lnTo>
                  <a:lnTo>
                    <a:pt x="270169" y="298817"/>
                  </a:lnTo>
                  <a:lnTo>
                    <a:pt x="274292" y="295484"/>
                  </a:lnTo>
                  <a:lnTo>
                    <a:pt x="278307" y="292022"/>
                  </a:lnTo>
                  <a:lnTo>
                    <a:pt x="282210" y="288435"/>
                  </a:lnTo>
                  <a:lnTo>
                    <a:pt x="285997" y="284725"/>
                  </a:lnTo>
                  <a:lnTo>
                    <a:pt x="289665" y="280898"/>
                  </a:lnTo>
                  <a:lnTo>
                    <a:pt x="293209" y="276956"/>
                  </a:lnTo>
                  <a:lnTo>
                    <a:pt x="296627" y="272904"/>
                  </a:lnTo>
                  <a:lnTo>
                    <a:pt x="299915" y="268745"/>
                  </a:lnTo>
                  <a:lnTo>
                    <a:pt x="303069" y="264484"/>
                  </a:lnTo>
                  <a:lnTo>
                    <a:pt x="306086" y="260125"/>
                  </a:lnTo>
                  <a:lnTo>
                    <a:pt x="308964" y="255673"/>
                  </a:lnTo>
                  <a:lnTo>
                    <a:pt x="311699" y="251132"/>
                  </a:lnTo>
                  <a:lnTo>
                    <a:pt x="314289" y="246506"/>
                  </a:lnTo>
                  <a:lnTo>
                    <a:pt x="316730" y="241801"/>
                  </a:lnTo>
                  <a:lnTo>
                    <a:pt x="319022" y="237020"/>
                  </a:lnTo>
                  <a:lnTo>
                    <a:pt x="321160" y="232170"/>
                  </a:lnTo>
                  <a:lnTo>
                    <a:pt x="323144" y="227254"/>
                  </a:lnTo>
                  <a:lnTo>
                    <a:pt x="324971" y="222277"/>
                  </a:lnTo>
                  <a:lnTo>
                    <a:pt x="326639" y="217245"/>
                  </a:lnTo>
                  <a:lnTo>
                    <a:pt x="328146" y="212163"/>
                  </a:lnTo>
                  <a:lnTo>
                    <a:pt x="329492" y="207035"/>
                  </a:lnTo>
                  <a:lnTo>
                    <a:pt x="330675" y="201868"/>
                  </a:lnTo>
                  <a:lnTo>
                    <a:pt x="331693" y="196665"/>
                  </a:lnTo>
                  <a:lnTo>
                    <a:pt x="332545" y="191433"/>
                  </a:lnTo>
                  <a:lnTo>
                    <a:pt x="333232" y="186176"/>
                  </a:lnTo>
                  <a:lnTo>
                    <a:pt x="333751" y="180901"/>
                  </a:lnTo>
                  <a:lnTo>
                    <a:pt x="334102" y="175611"/>
                  </a:lnTo>
                  <a:lnTo>
                    <a:pt x="334286" y="170313"/>
                  </a:lnTo>
                  <a:lnTo>
                    <a:pt x="334302" y="165012"/>
                  </a:lnTo>
                  <a:lnTo>
                    <a:pt x="334150" y="159713"/>
                  </a:lnTo>
                  <a:lnTo>
                    <a:pt x="333829" y="154421"/>
                  </a:lnTo>
                  <a:lnTo>
                    <a:pt x="333341" y="149143"/>
                  </a:lnTo>
                  <a:lnTo>
                    <a:pt x="332686" y="143882"/>
                  </a:lnTo>
                  <a:lnTo>
                    <a:pt x="331865" y="138645"/>
                  </a:lnTo>
                  <a:lnTo>
                    <a:pt x="330878" y="133437"/>
                  </a:lnTo>
                  <a:lnTo>
                    <a:pt x="329726" y="128262"/>
                  </a:lnTo>
                  <a:lnTo>
                    <a:pt x="328410" y="123127"/>
                  </a:lnTo>
                  <a:lnTo>
                    <a:pt x="326933" y="118035"/>
                  </a:lnTo>
                  <a:lnTo>
                    <a:pt x="325295" y="112994"/>
                  </a:lnTo>
                  <a:lnTo>
                    <a:pt x="323497" y="108006"/>
                  </a:lnTo>
                  <a:lnTo>
                    <a:pt x="321543" y="103079"/>
                  </a:lnTo>
                  <a:lnTo>
                    <a:pt x="319433" y="98215"/>
                  </a:lnTo>
                  <a:lnTo>
                    <a:pt x="317170" y="93421"/>
                  </a:lnTo>
                  <a:lnTo>
                    <a:pt x="314757" y="88702"/>
                  </a:lnTo>
                  <a:lnTo>
                    <a:pt x="312194" y="84061"/>
                  </a:lnTo>
                  <a:lnTo>
                    <a:pt x="309486" y="79503"/>
                  </a:lnTo>
                  <a:lnTo>
                    <a:pt x="306635" y="75034"/>
                  </a:lnTo>
                  <a:lnTo>
                    <a:pt x="303644" y="70658"/>
                  </a:lnTo>
                  <a:lnTo>
                    <a:pt x="300515" y="66378"/>
                  </a:lnTo>
                  <a:lnTo>
                    <a:pt x="297252" y="62200"/>
                  </a:lnTo>
                  <a:lnTo>
                    <a:pt x="293858" y="58128"/>
                  </a:lnTo>
                  <a:lnTo>
                    <a:pt x="290337" y="54165"/>
                  </a:lnTo>
                  <a:lnTo>
                    <a:pt x="286692" y="50315"/>
                  </a:lnTo>
                  <a:lnTo>
                    <a:pt x="282927" y="46584"/>
                  </a:lnTo>
                  <a:lnTo>
                    <a:pt x="279045" y="42973"/>
                  </a:lnTo>
                  <a:lnTo>
                    <a:pt x="275051" y="39488"/>
                  </a:lnTo>
                  <a:lnTo>
                    <a:pt x="270948" y="36131"/>
                  </a:lnTo>
                  <a:lnTo>
                    <a:pt x="266741" y="32905"/>
                  </a:lnTo>
                  <a:lnTo>
                    <a:pt x="262434" y="29815"/>
                  </a:lnTo>
                  <a:lnTo>
                    <a:pt x="258031" y="26863"/>
                  </a:lnTo>
                  <a:lnTo>
                    <a:pt x="253536" y="24051"/>
                  </a:lnTo>
                  <a:lnTo>
                    <a:pt x="248955" y="21384"/>
                  </a:lnTo>
                  <a:lnTo>
                    <a:pt x="244292" y="18864"/>
                  </a:lnTo>
                  <a:lnTo>
                    <a:pt x="239550" y="16492"/>
                  </a:lnTo>
                  <a:lnTo>
                    <a:pt x="234736" y="14272"/>
                  </a:lnTo>
                  <a:lnTo>
                    <a:pt x="229854" y="12206"/>
                  </a:lnTo>
                  <a:lnTo>
                    <a:pt x="224909" y="10296"/>
                  </a:lnTo>
                  <a:lnTo>
                    <a:pt x="219906" y="8543"/>
                  </a:lnTo>
                  <a:lnTo>
                    <a:pt x="214850" y="6950"/>
                  </a:lnTo>
                  <a:lnTo>
                    <a:pt x="209746" y="5518"/>
                  </a:lnTo>
                  <a:lnTo>
                    <a:pt x="204599" y="424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11969"/>
              <a:ext cx="37450" cy="162918"/>
            </a:xfrm>
            <a:custGeom>
              <a:avLst/>
              <a:pathLst>
                <a:path w="37450" h="162918">
                  <a:moveTo>
                    <a:pt x="37450" y="0"/>
                  </a:moveTo>
                  <a:lnTo>
                    <a:pt x="0" y="1629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11651"/>
              <a:ext cx="37450" cy="163236"/>
            </a:xfrm>
            <a:custGeom>
              <a:avLst/>
              <a:pathLst>
                <a:path w="37450" h="163236">
                  <a:moveTo>
                    <a:pt x="37450" y="318"/>
                  </a:moveTo>
                  <a:lnTo>
                    <a:pt x="36037" y="0"/>
                  </a:lnTo>
                  <a:lnTo>
                    <a:pt x="0" y="1632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20"/>
              <a:ext cx="36037" cy="167167"/>
            </a:xfrm>
            <a:custGeom>
              <a:avLst/>
              <a:pathLst>
                <a:path w="36037" h="167167">
                  <a:moveTo>
                    <a:pt x="36037" y="3930"/>
                  </a:moveTo>
                  <a:lnTo>
                    <a:pt x="28911" y="2519"/>
                  </a:lnTo>
                  <a:lnTo>
                    <a:pt x="21731" y="1418"/>
                  </a:lnTo>
                  <a:lnTo>
                    <a:pt x="14510" y="630"/>
                  </a:lnTo>
                  <a:lnTo>
                    <a:pt x="7262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14127" y="4213821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1" y="333"/>
                  </a:lnTo>
                  <a:lnTo>
                    <a:pt x="151334" y="750"/>
                  </a:lnTo>
                  <a:lnTo>
                    <a:pt x="146084" y="1333"/>
                  </a:lnTo>
                  <a:lnTo>
                    <a:pt x="140855" y="2082"/>
                  </a:lnTo>
                  <a:lnTo>
                    <a:pt x="135651" y="2996"/>
                  </a:lnTo>
                  <a:lnTo>
                    <a:pt x="130480" y="4073"/>
                  </a:lnTo>
                  <a:lnTo>
                    <a:pt x="125345" y="5314"/>
                  </a:lnTo>
                  <a:lnTo>
                    <a:pt x="120251" y="6716"/>
                  </a:lnTo>
                  <a:lnTo>
                    <a:pt x="115205" y="8278"/>
                  </a:lnTo>
                  <a:lnTo>
                    <a:pt x="110210" y="9999"/>
                  </a:lnTo>
                  <a:lnTo>
                    <a:pt x="105273" y="11877"/>
                  </a:lnTo>
                  <a:lnTo>
                    <a:pt x="100397" y="13910"/>
                  </a:lnTo>
                  <a:lnTo>
                    <a:pt x="95587" y="16096"/>
                  </a:lnTo>
                  <a:lnTo>
                    <a:pt x="90850" y="18433"/>
                  </a:lnTo>
                  <a:lnTo>
                    <a:pt x="86188" y="20919"/>
                  </a:lnTo>
                  <a:lnTo>
                    <a:pt x="81607" y="23550"/>
                  </a:lnTo>
                  <a:lnTo>
                    <a:pt x="77112" y="26325"/>
                  </a:lnTo>
                  <a:lnTo>
                    <a:pt x="72707" y="29241"/>
                  </a:lnTo>
                  <a:lnTo>
                    <a:pt x="68396" y="32294"/>
                  </a:lnTo>
                  <a:lnTo>
                    <a:pt x="64184" y="35482"/>
                  </a:lnTo>
                  <a:lnTo>
                    <a:pt x="60074" y="38802"/>
                  </a:lnTo>
                  <a:lnTo>
                    <a:pt x="56072" y="42249"/>
                  </a:lnTo>
                  <a:lnTo>
                    <a:pt x="52180" y="45822"/>
                  </a:lnTo>
                  <a:lnTo>
                    <a:pt x="48403" y="49516"/>
                  </a:lnTo>
                  <a:lnTo>
                    <a:pt x="44745" y="53327"/>
                  </a:lnTo>
                  <a:lnTo>
                    <a:pt x="41209" y="57252"/>
                  </a:lnTo>
                  <a:lnTo>
                    <a:pt x="37799" y="61286"/>
                  </a:lnTo>
                  <a:lnTo>
                    <a:pt x="34518" y="65427"/>
                  </a:lnTo>
                  <a:lnTo>
                    <a:pt x="31369" y="69669"/>
                  </a:lnTo>
                  <a:lnTo>
                    <a:pt x="28356" y="74008"/>
                  </a:lnTo>
                  <a:lnTo>
                    <a:pt x="25482" y="78440"/>
                  </a:lnTo>
                  <a:lnTo>
                    <a:pt x="22749" y="82961"/>
                  </a:lnTo>
                  <a:lnTo>
                    <a:pt x="20161" y="87566"/>
                  </a:lnTo>
                  <a:lnTo>
                    <a:pt x="17719" y="92251"/>
                  </a:lnTo>
                  <a:lnTo>
                    <a:pt x="15426" y="97010"/>
                  </a:lnTo>
                  <a:lnTo>
                    <a:pt x="13285" y="101840"/>
                  </a:lnTo>
                  <a:lnTo>
                    <a:pt x="11298" y="106735"/>
                  </a:lnTo>
                  <a:lnTo>
                    <a:pt x="9466" y="111690"/>
                  </a:lnTo>
                  <a:lnTo>
                    <a:pt x="7792" y="116700"/>
                  </a:lnTo>
                  <a:lnTo>
                    <a:pt x="6277" y="121761"/>
                  </a:lnTo>
                  <a:lnTo>
                    <a:pt x="4923" y="126867"/>
                  </a:lnTo>
                  <a:lnTo>
                    <a:pt x="3730" y="132013"/>
                  </a:lnTo>
                  <a:lnTo>
                    <a:pt x="2701" y="137195"/>
                  </a:lnTo>
                  <a:lnTo>
                    <a:pt x="1836" y="142406"/>
                  </a:lnTo>
                  <a:lnTo>
                    <a:pt x="1136" y="147643"/>
                  </a:lnTo>
                  <a:lnTo>
                    <a:pt x="602" y="152898"/>
                  </a:lnTo>
                  <a:lnTo>
                    <a:pt x="235" y="158168"/>
                  </a:lnTo>
                  <a:lnTo>
                    <a:pt x="34" y="163447"/>
                  </a:lnTo>
                  <a:lnTo>
                    <a:pt x="0" y="168730"/>
                  </a:lnTo>
                  <a:lnTo>
                    <a:pt x="132" y="174011"/>
                  </a:lnTo>
                  <a:lnTo>
                    <a:pt x="432" y="179285"/>
                  </a:lnTo>
                  <a:lnTo>
                    <a:pt x="898" y="184547"/>
                  </a:lnTo>
                  <a:lnTo>
                    <a:pt x="1530" y="189792"/>
                  </a:lnTo>
                  <a:lnTo>
                    <a:pt x="2328" y="195014"/>
                  </a:lnTo>
                  <a:lnTo>
                    <a:pt x="3290" y="200209"/>
                  </a:lnTo>
                  <a:lnTo>
                    <a:pt x="4416" y="205370"/>
                  </a:lnTo>
                  <a:lnTo>
                    <a:pt x="5704" y="210493"/>
                  </a:lnTo>
                  <a:lnTo>
                    <a:pt x="7154" y="215573"/>
                  </a:lnTo>
                  <a:lnTo>
                    <a:pt x="8764" y="220605"/>
                  </a:lnTo>
                  <a:lnTo>
                    <a:pt x="10531" y="225583"/>
                  </a:lnTo>
                  <a:lnTo>
                    <a:pt x="12455" y="230503"/>
                  </a:lnTo>
                  <a:lnTo>
                    <a:pt x="14534" y="235360"/>
                  </a:lnTo>
                  <a:lnTo>
                    <a:pt x="16765" y="240148"/>
                  </a:lnTo>
                  <a:lnTo>
                    <a:pt x="19146" y="244864"/>
                  </a:lnTo>
                  <a:lnTo>
                    <a:pt x="21675" y="249502"/>
                  </a:lnTo>
                  <a:lnTo>
                    <a:pt x="24349" y="254058"/>
                  </a:lnTo>
                  <a:lnTo>
                    <a:pt x="27166" y="258527"/>
                  </a:lnTo>
                  <a:lnTo>
                    <a:pt x="30123" y="262905"/>
                  </a:lnTo>
                  <a:lnTo>
                    <a:pt x="33216" y="267187"/>
                  </a:lnTo>
                  <a:lnTo>
                    <a:pt x="36443" y="271370"/>
                  </a:lnTo>
                  <a:lnTo>
                    <a:pt x="39801" y="275448"/>
                  </a:lnTo>
                  <a:lnTo>
                    <a:pt x="43286" y="279418"/>
                  </a:lnTo>
                  <a:lnTo>
                    <a:pt x="46895" y="283276"/>
                  </a:lnTo>
                  <a:lnTo>
                    <a:pt x="50624" y="287018"/>
                  </a:lnTo>
                  <a:lnTo>
                    <a:pt x="54469" y="290641"/>
                  </a:lnTo>
                  <a:lnTo>
                    <a:pt x="58427" y="294140"/>
                  </a:lnTo>
                  <a:lnTo>
                    <a:pt x="62493" y="297512"/>
                  </a:lnTo>
                  <a:lnTo>
                    <a:pt x="66664" y="300754"/>
                  </a:lnTo>
                  <a:lnTo>
                    <a:pt x="70935" y="303863"/>
                  </a:lnTo>
                  <a:lnTo>
                    <a:pt x="75303" y="306835"/>
                  </a:lnTo>
                  <a:lnTo>
                    <a:pt x="79762" y="309668"/>
                  </a:lnTo>
                  <a:lnTo>
                    <a:pt x="84308" y="312358"/>
                  </a:lnTo>
                  <a:lnTo>
                    <a:pt x="88937" y="314904"/>
                  </a:lnTo>
                  <a:lnTo>
                    <a:pt x="93644" y="317302"/>
                  </a:lnTo>
                  <a:lnTo>
                    <a:pt x="98425" y="319550"/>
                  </a:lnTo>
                  <a:lnTo>
                    <a:pt x="103274" y="321645"/>
                  </a:lnTo>
                  <a:lnTo>
                    <a:pt x="108187" y="323587"/>
                  </a:lnTo>
                  <a:lnTo>
                    <a:pt x="113159" y="325372"/>
                  </a:lnTo>
                  <a:lnTo>
                    <a:pt x="118185" y="326999"/>
                  </a:lnTo>
                  <a:lnTo>
                    <a:pt x="123260" y="328467"/>
                  </a:lnTo>
                  <a:lnTo>
                    <a:pt x="128378" y="329774"/>
                  </a:lnTo>
                  <a:lnTo>
                    <a:pt x="133536" y="330918"/>
                  </a:lnTo>
                  <a:lnTo>
                    <a:pt x="138727" y="331899"/>
                  </a:lnTo>
                  <a:lnTo>
                    <a:pt x="143946" y="332715"/>
                  </a:lnTo>
                  <a:lnTo>
                    <a:pt x="149189" y="333366"/>
                  </a:lnTo>
                  <a:lnTo>
                    <a:pt x="154449" y="333850"/>
                  </a:lnTo>
                  <a:lnTo>
                    <a:pt x="159722" y="334169"/>
                  </a:lnTo>
                  <a:lnTo>
                    <a:pt x="165003" y="334320"/>
                  </a:lnTo>
                  <a:lnTo>
                    <a:pt x="170285" y="334305"/>
                  </a:lnTo>
                  <a:lnTo>
                    <a:pt x="175565" y="334123"/>
                  </a:lnTo>
                  <a:lnTo>
                    <a:pt x="180836" y="333774"/>
                  </a:lnTo>
                  <a:lnTo>
                    <a:pt x="186094" y="333259"/>
                  </a:lnTo>
                  <a:lnTo>
                    <a:pt x="191333" y="332577"/>
                  </a:lnTo>
                  <a:lnTo>
                    <a:pt x="196547" y="331731"/>
                  </a:lnTo>
                  <a:lnTo>
                    <a:pt x="201732" y="330720"/>
                  </a:lnTo>
                  <a:lnTo>
                    <a:pt x="206883" y="329546"/>
                  </a:lnTo>
                  <a:lnTo>
                    <a:pt x="211994" y="328210"/>
                  </a:lnTo>
                  <a:lnTo>
                    <a:pt x="217060" y="326713"/>
                  </a:lnTo>
                  <a:lnTo>
                    <a:pt x="222076" y="325056"/>
                  </a:lnTo>
                  <a:lnTo>
                    <a:pt x="227038" y="323242"/>
                  </a:lnTo>
                  <a:lnTo>
                    <a:pt x="231940" y="321272"/>
                  </a:lnTo>
                  <a:lnTo>
                    <a:pt x="236777" y="319149"/>
                  </a:lnTo>
                  <a:lnTo>
                    <a:pt x="241544" y="316873"/>
                  </a:lnTo>
                  <a:lnTo>
                    <a:pt x="246237" y="314448"/>
                  </a:lnTo>
                  <a:lnTo>
                    <a:pt x="250852" y="311876"/>
                  </a:lnTo>
                  <a:lnTo>
                    <a:pt x="255382" y="309159"/>
                  </a:lnTo>
                  <a:lnTo>
                    <a:pt x="259825" y="306300"/>
                  </a:lnTo>
                  <a:lnTo>
                    <a:pt x="264175" y="303303"/>
                  </a:lnTo>
                  <a:lnTo>
                    <a:pt x="268428" y="300169"/>
                  </a:lnTo>
                  <a:lnTo>
                    <a:pt x="272580" y="296903"/>
                  </a:lnTo>
                  <a:lnTo>
                    <a:pt x="276627" y="293507"/>
                  </a:lnTo>
                  <a:lnTo>
                    <a:pt x="280564" y="289985"/>
                  </a:lnTo>
                  <a:lnTo>
                    <a:pt x="284388" y="286341"/>
                  </a:lnTo>
                  <a:lnTo>
                    <a:pt x="288095" y="282577"/>
                  </a:lnTo>
                  <a:lnTo>
                    <a:pt x="291682" y="278698"/>
                  </a:lnTo>
                  <a:lnTo>
                    <a:pt x="295144" y="274708"/>
                  </a:lnTo>
                  <a:lnTo>
                    <a:pt x="298478" y="270610"/>
                  </a:lnTo>
                  <a:lnTo>
                    <a:pt x="301681" y="266409"/>
                  </a:lnTo>
                  <a:lnTo>
                    <a:pt x="304749" y="262109"/>
                  </a:lnTo>
                  <a:lnTo>
                    <a:pt x="307681" y="257714"/>
                  </a:lnTo>
                  <a:lnTo>
                    <a:pt x="310472" y="253229"/>
                  </a:lnTo>
                  <a:lnTo>
                    <a:pt x="313119" y="248658"/>
                  </a:lnTo>
                  <a:lnTo>
                    <a:pt x="315621" y="244005"/>
                  </a:lnTo>
                  <a:lnTo>
                    <a:pt x="317975" y="239275"/>
                  </a:lnTo>
                  <a:lnTo>
                    <a:pt x="320178" y="234474"/>
                  </a:lnTo>
                  <a:lnTo>
                    <a:pt x="322229" y="229605"/>
                  </a:lnTo>
                  <a:lnTo>
                    <a:pt x="324124" y="224674"/>
                  </a:lnTo>
                  <a:lnTo>
                    <a:pt x="325863" y="219686"/>
                  </a:lnTo>
                  <a:lnTo>
                    <a:pt x="327443" y="214645"/>
                  </a:lnTo>
                  <a:lnTo>
                    <a:pt x="328863" y="209557"/>
                  </a:lnTo>
                  <a:lnTo>
                    <a:pt x="330122" y="204426"/>
                  </a:lnTo>
                  <a:lnTo>
                    <a:pt x="331218" y="199258"/>
                  </a:lnTo>
                  <a:lnTo>
                    <a:pt x="332150" y="194058"/>
                  </a:lnTo>
                  <a:lnTo>
                    <a:pt x="332917" y="188832"/>
                  </a:lnTo>
                  <a:lnTo>
                    <a:pt x="333519" y="183583"/>
                  </a:lnTo>
                  <a:lnTo>
                    <a:pt x="333955" y="178319"/>
                  </a:lnTo>
                  <a:lnTo>
                    <a:pt x="334224" y="173043"/>
                  </a:lnTo>
                  <a:lnTo>
                    <a:pt x="334326" y="167761"/>
                  </a:lnTo>
                  <a:lnTo>
                    <a:pt x="334261" y="162479"/>
                  </a:lnTo>
                  <a:lnTo>
                    <a:pt x="334030" y="157201"/>
                  </a:lnTo>
                  <a:lnTo>
                    <a:pt x="333632" y="151933"/>
                  </a:lnTo>
                  <a:lnTo>
                    <a:pt x="333067" y="146681"/>
                  </a:lnTo>
                  <a:lnTo>
                    <a:pt x="332337" y="141449"/>
                  </a:lnTo>
                  <a:lnTo>
                    <a:pt x="331442" y="136242"/>
                  </a:lnTo>
                  <a:lnTo>
                    <a:pt x="330383" y="131067"/>
                  </a:lnTo>
                  <a:lnTo>
                    <a:pt x="329160" y="125927"/>
                  </a:lnTo>
                  <a:lnTo>
                    <a:pt x="327776" y="120829"/>
                  </a:lnTo>
                  <a:lnTo>
                    <a:pt x="326232" y="115777"/>
                  </a:lnTo>
                  <a:lnTo>
                    <a:pt x="324529" y="110776"/>
                  </a:lnTo>
                  <a:lnTo>
                    <a:pt x="322668" y="105832"/>
                  </a:lnTo>
                  <a:lnTo>
                    <a:pt x="320653" y="100949"/>
                  </a:lnTo>
                  <a:lnTo>
                    <a:pt x="318484" y="96132"/>
                  </a:lnTo>
                  <a:lnTo>
                    <a:pt x="316164" y="91386"/>
                  </a:lnTo>
                  <a:lnTo>
                    <a:pt x="313695" y="86716"/>
                  </a:lnTo>
                  <a:lnTo>
                    <a:pt x="311079" y="82126"/>
                  </a:lnTo>
                  <a:lnTo>
                    <a:pt x="308321" y="77621"/>
                  </a:lnTo>
                  <a:lnTo>
                    <a:pt x="305421" y="73205"/>
                  </a:lnTo>
                  <a:lnTo>
                    <a:pt x="302383" y="68883"/>
                  </a:lnTo>
                  <a:lnTo>
                    <a:pt x="299209" y="64659"/>
                  </a:lnTo>
                  <a:lnTo>
                    <a:pt x="295905" y="60538"/>
                  </a:lnTo>
                  <a:lnTo>
                    <a:pt x="292471" y="56523"/>
                  </a:lnTo>
                  <a:lnTo>
                    <a:pt x="288912" y="52619"/>
                  </a:lnTo>
                  <a:lnTo>
                    <a:pt x="285232" y="48829"/>
                  </a:lnTo>
                  <a:lnTo>
                    <a:pt x="281434" y="45157"/>
                  </a:lnTo>
                  <a:lnTo>
                    <a:pt x="277522" y="41608"/>
                  </a:lnTo>
                  <a:lnTo>
                    <a:pt x="273499" y="38183"/>
                  </a:lnTo>
                  <a:lnTo>
                    <a:pt x="269371" y="34887"/>
                  </a:lnTo>
                  <a:lnTo>
                    <a:pt x="265140" y="31724"/>
                  </a:lnTo>
                  <a:lnTo>
                    <a:pt x="260811" y="28695"/>
                  </a:lnTo>
                  <a:lnTo>
                    <a:pt x="256389" y="25805"/>
                  </a:lnTo>
                  <a:lnTo>
                    <a:pt x="251878" y="23057"/>
                  </a:lnTo>
                  <a:lnTo>
                    <a:pt x="247282" y="20452"/>
                  </a:lnTo>
                  <a:lnTo>
                    <a:pt x="242606" y="17993"/>
                  </a:lnTo>
                  <a:lnTo>
                    <a:pt x="237855" y="15684"/>
                  </a:lnTo>
                  <a:lnTo>
                    <a:pt x="233033" y="13526"/>
                  </a:lnTo>
                  <a:lnTo>
                    <a:pt x="228145" y="11521"/>
                  </a:lnTo>
                  <a:lnTo>
                    <a:pt x="223197" y="9672"/>
                  </a:lnTo>
                  <a:lnTo>
                    <a:pt x="218192" y="7980"/>
                  </a:lnTo>
                  <a:lnTo>
                    <a:pt x="213137" y="6447"/>
                  </a:lnTo>
                  <a:lnTo>
                    <a:pt x="208036" y="5074"/>
                  </a:lnTo>
                  <a:lnTo>
                    <a:pt x="202894" y="3863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7685"/>
              <a:ext cx="35733" cy="163303"/>
            </a:xfrm>
            <a:custGeom>
              <a:avLst/>
              <a:pathLst>
                <a:path w="35733" h="163303">
                  <a:moveTo>
                    <a:pt x="35733" y="0"/>
                  </a:moveTo>
                  <a:lnTo>
                    <a:pt x="0" y="1633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7381"/>
              <a:ext cx="35733" cy="163607"/>
            </a:xfrm>
            <a:custGeom>
              <a:avLst/>
              <a:pathLst>
                <a:path w="35733" h="163607">
                  <a:moveTo>
                    <a:pt x="35733" y="303"/>
                  </a:moveTo>
                  <a:lnTo>
                    <a:pt x="34317" y="0"/>
                  </a:lnTo>
                  <a:lnTo>
                    <a:pt x="0" y="1636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21"/>
              <a:ext cx="34317" cy="167167"/>
            </a:xfrm>
            <a:custGeom>
              <a:avLst/>
              <a:pathLst>
                <a:path w="34317" h="167167">
                  <a:moveTo>
                    <a:pt x="34317" y="3560"/>
                  </a:moveTo>
                  <a:lnTo>
                    <a:pt x="27524" y="2281"/>
                  </a:lnTo>
                  <a:lnTo>
                    <a:pt x="20684" y="1284"/>
                  </a:lnTo>
                  <a:lnTo>
                    <a:pt x="13809" y="571"/>
                  </a:lnTo>
                  <a:lnTo>
                    <a:pt x="6910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19362" y="4659281"/>
              <a:ext cx="167162" cy="210991"/>
            </a:xfrm>
            <a:custGeom>
              <a:avLst/>
              <a:pathLst>
                <a:path w="167162" h="210991">
                  <a:moveTo>
                    <a:pt x="167162" y="0"/>
                  </a:moveTo>
                  <a:lnTo>
                    <a:pt x="161778" y="86"/>
                  </a:lnTo>
                  <a:lnTo>
                    <a:pt x="156400" y="346"/>
                  </a:lnTo>
                  <a:lnTo>
                    <a:pt x="151033" y="779"/>
                  </a:lnTo>
                  <a:lnTo>
                    <a:pt x="145683" y="1385"/>
                  </a:lnTo>
                  <a:lnTo>
                    <a:pt x="140355" y="2163"/>
                  </a:lnTo>
                  <a:lnTo>
                    <a:pt x="135055" y="3112"/>
                  </a:lnTo>
                  <a:lnTo>
                    <a:pt x="129788" y="4231"/>
                  </a:lnTo>
                  <a:lnTo>
                    <a:pt x="124560" y="5519"/>
                  </a:lnTo>
                  <a:lnTo>
                    <a:pt x="119376" y="6975"/>
                  </a:lnTo>
                  <a:lnTo>
                    <a:pt x="114241" y="8597"/>
                  </a:lnTo>
                  <a:lnTo>
                    <a:pt x="109162" y="10384"/>
                  </a:lnTo>
                  <a:lnTo>
                    <a:pt x="104143" y="12333"/>
                  </a:lnTo>
                  <a:lnTo>
                    <a:pt x="99189" y="14443"/>
                  </a:lnTo>
                  <a:lnTo>
                    <a:pt x="94306" y="16711"/>
                  </a:lnTo>
                  <a:lnTo>
                    <a:pt x="89498" y="19136"/>
                  </a:lnTo>
                  <a:lnTo>
                    <a:pt x="84771" y="21714"/>
                  </a:lnTo>
                  <a:lnTo>
                    <a:pt x="80129" y="24443"/>
                  </a:lnTo>
                  <a:lnTo>
                    <a:pt x="75578" y="27320"/>
                  </a:lnTo>
                  <a:lnTo>
                    <a:pt x="71121" y="30342"/>
                  </a:lnTo>
                  <a:lnTo>
                    <a:pt x="66764" y="33506"/>
                  </a:lnTo>
                  <a:lnTo>
                    <a:pt x="62512" y="36809"/>
                  </a:lnTo>
                  <a:lnTo>
                    <a:pt x="58368" y="40247"/>
                  </a:lnTo>
                  <a:lnTo>
                    <a:pt x="54337" y="43816"/>
                  </a:lnTo>
                  <a:lnTo>
                    <a:pt x="50423" y="47514"/>
                  </a:lnTo>
                  <a:lnTo>
                    <a:pt x="46630" y="51336"/>
                  </a:lnTo>
                  <a:lnTo>
                    <a:pt x="42962" y="55278"/>
                  </a:lnTo>
                  <a:lnTo>
                    <a:pt x="39423" y="59336"/>
                  </a:lnTo>
                  <a:lnTo>
                    <a:pt x="36016" y="63506"/>
                  </a:lnTo>
                  <a:lnTo>
                    <a:pt x="32746" y="67783"/>
                  </a:lnTo>
                  <a:lnTo>
                    <a:pt x="29615" y="72164"/>
                  </a:lnTo>
                  <a:lnTo>
                    <a:pt x="26626" y="76643"/>
                  </a:lnTo>
                  <a:lnTo>
                    <a:pt x="23784" y="81216"/>
                  </a:lnTo>
                  <a:lnTo>
                    <a:pt x="21090" y="85878"/>
                  </a:lnTo>
                  <a:lnTo>
                    <a:pt x="18548" y="90625"/>
                  </a:lnTo>
                  <a:lnTo>
                    <a:pt x="16160" y="95451"/>
                  </a:lnTo>
                  <a:lnTo>
                    <a:pt x="13928" y="100351"/>
                  </a:lnTo>
                  <a:lnTo>
                    <a:pt x="11856" y="105321"/>
                  </a:lnTo>
                  <a:lnTo>
                    <a:pt x="9945" y="110354"/>
                  </a:lnTo>
                  <a:lnTo>
                    <a:pt x="8197" y="115447"/>
                  </a:lnTo>
                  <a:lnTo>
                    <a:pt x="6613" y="120594"/>
                  </a:lnTo>
                  <a:lnTo>
                    <a:pt x="5197" y="125788"/>
                  </a:lnTo>
                  <a:lnTo>
                    <a:pt x="3948" y="131026"/>
                  </a:lnTo>
                  <a:lnTo>
                    <a:pt x="2869" y="136301"/>
                  </a:lnTo>
                  <a:lnTo>
                    <a:pt x="1960" y="141609"/>
                  </a:lnTo>
                  <a:lnTo>
                    <a:pt x="1223" y="146942"/>
                  </a:lnTo>
                  <a:lnTo>
                    <a:pt x="657" y="152297"/>
                  </a:lnTo>
                  <a:lnTo>
                    <a:pt x="265" y="157667"/>
                  </a:lnTo>
                  <a:lnTo>
                    <a:pt x="45" y="163047"/>
                  </a:lnTo>
                  <a:lnTo>
                    <a:pt x="0" y="168431"/>
                  </a:lnTo>
                  <a:lnTo>
                    <a:pt x="127" y="173814"/>
                  </a:lnTo>
                  <a:lnTo>
                    <a:pt x="428" y="179190"/>
                  </a:lnTo>
                  <a:lnTo>
                    <a:pt x="901" y="184554"/>
                  </a:lnTo>
                  <a:lnTo>
                    <a:pt x="1548" y="189900"/>
                  </a:lnTo>
                  <a:lnTo>
                    <a:pt x="2366" y="195222"/>
                  </a:lnTo>
                  <a:lnTo>
                    <a:pt x="3355" y="200514"/>
                  </a:lnTo>
                  <a:lnTo>
                    <a:pt x="4514" y="205773"/>
                  </a:lnTo>
                  <a:lnTo>
                    <a:pt x="5841" y="210991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5204" y="4826449"/>
              <a:ext cx="161320" cy="43823"/>
            </a:xfrm>
            <a:custGeom>
              <a:avLst/>
              <a:pathLst>
                <a:path w="161320" h="43823">
                  <a:moveTo>
                    <a:pt x="0" y="43823"/>
                  </a:moveTo>
                  <a:lnTo>
                    <a:pt x="16132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5204" y="4826449"/>
              <a:ext cx="161320" cy="72577"/>
            </a:xfrm>
            <a:custGeom>
              <a:avLst/>
              <a:pathLst>
                <a:path w="161320" h="72577">
                  <a:moveTo>
                    <a:pt x="0" y="43823"/>
                  </a:moveTo>
                  <a:lnTo>
                    <a:pt x="2183" y="51189"/>
                  </a:lnTo>
                  <a:lnTo>
                    <a:pt x="4704" y="58447"/>
                  </a:lnTo>
                  <a:lnTo>
                    <a:pt x="7554" y="65582"/>
                  </a:lnTo>
                  <a:lnTo>
                    <a:pt x="10730" y="72577"/>
                  </a:lnTo>
                  <a:lnTo>
                    <a:pt x="16132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35934" y="4659281"/>
              <a:ext cx="317745" cy="334329"/>
            </a:xfrm>
            <a:custGeom>
              <a:avLst/>
              <a:pathLst>
                <a:path w="317745" h="334329">
                  <a:moveTo>
                    <a:pt x="0" y="239745"/>
                  </a:moveTo>
                  <a:lnTo>
                    <a:pt x="2384" y="244498"/>
                  </a:lnTo>
                  <a:lnTo>
                    <a:pt x="4919" y="249174"/>
                  </a:lnTo>
                  <a:lnTo>
                    <a:pt x="7602" y="253766"/>
                  </a:lnTo>
                  <a:lnTo>
                    <a:pt x="10429" y="258271"/>
                  </a:lnTo>
                  <a:lnTo>
                    <a:pt x="13398" y="262683"/>
                  </a:lnTo>
                  <a:lnTo>
                    <a:pt x="16506" y="266999"/>
                  </a:lnTo>
                  <a:lnTo>
                    <a:pt x="19749" y="271214"/>
                  </a:lnTo>
                  <a:lnTo>
                    <a:pt x="23125" y="275323"/>
                  </a:lnTo>
                  <a:lnTo>
                    <a:pt x="26630" y="279323"/>
                  </a:lnTo>
                  <a:lnTo>
                    <a:pt x="30260" y="283209"/>
                  </a:lnTo>
                  <a:lnTo>
                    <a:pt x="34013" y="286978"/>
                  </a:lnTo>
                  <a:lnTo>
                    <a:pt x="37883" y="290626"/>
                  </a:lnTo>
                  <a:lnTo>
                    <a:pt x="41867" y="294149"/>
                  </a:lnTo>
                  <a:lnTo>
                    <a:pt x="45961" y="297543"/>
                  </a:lnTo>
                  <a:lnTo>
                    <a:pt x="50162" y="300805"/>
                  </a:lnTo>
                  <a:lnTo>
                    <a:pt x="54464" y="303932"/>
                  </a:lnTo>
                  <a:lnTo>
                    <a:pt x="58863" y="306921"/>
                  </a:lnTo>
                  <a:lnTo>
                    <a:pt x="63355" y="309768"/>
                  </a:lnTo>
                  <a:lnTo>
                    <a:pt x="67935" y="312471"/>
                  </a:lnTo>
                  <a:lnTo>
                    <a:pt x="72599" y="315026"/>
                  </a:lnTo>
                  <a:lnTo>
                    <a:pt x="77342" y="317432"/>
                  </a:lnTo>
                  <a:lnTo>
                    <a:pt x="82159" y="319686"/>
                  </a:lnTo>
                  <a:lnTo>
                    <a:pt x="87045" y="321786"/>
                  </a:lnTo>
                  <a:lnTo>
                    <a:pt x="91996" y="323729"/>
                  </a:lnTo>
                  <a:lnTo>
                    <a:pt x="97006" y="325514"/>
                  </a:lnTo>
                  <a:lnTo>
                    <a:pt x="102070" y="327138"/>
                  </a:lnTo>
                  <a:lnTo>
                    <a:pt x="107183" y="328601"/>
                  </a:lnTo>
                  <a:lnTo>
                    <a:pt x="112340" y="329900"/>
                  </a:lnTo>
                  <a:lnTo>
                    <a:pt x="117536" y="331034"/>
                  </a:lnTo>
                  <a:lnTo>
                    <a:pt x="122766" y="332003"/>
                  </a:lnTo>
                  <a:lnTo>
                    <a:pt x="128023" y="332804"/>
                  </a:lnTo>
                  <a:lnTo>
                    <a:pt x="133304" y="333438"/>
                  </a:lnTo>
                  <a:lnTo>
                    <a:pt x="138601" y="333904"/>
                  </a:lnTo>
                  <a:lnTo>
                    <a:pt x="143911" y="334201"/>
                  </a:lnTo>
                  <a:lnTo>
                    <a:pt x="149228" y="334329"/>
                  </a:lnTo>
                  <a:lnTo>
                    <a:pt x="154546" y="334288"/>
                  </a:lnTo>
                  <a:lnTo>
                    <a:pt x="159860" y="334077"/>
                  </a:lnTo>
                  <a:lnTo>
                    <a:pt x="165165" y="333698"/>
                  </a:lnTo>
                  <a:lnTo>
                    <a:pt x="170455" y="333150"/>
                  </a:lnTo>
                  <a:lnTo>
                    <a:pt x="175725" y="332434"/>
                  </a:lnTo>
                  <a:lnTo>
                    <a:pt x="180970" y="331551"/>
                  </a:lnTo>
                  <a:lnTo>
                    <a:pt x="186183" y="330501"/>
                  </a:lnTo>
                  <a:lnTo>
                    <a:pt x="191361" y="329286"/>
                  </a:lnTo>
                  <a:lnTo>
                    <a:pt x="196497" y="327907"/>
                  </a:lnTo>
                  <a:lnTo>
                    <a:pt x="201587" y="326366"/>
                  </a:lnTo>
                  <a:lnTo>
                    <a:pt x="206626" y="324663"/>
                  </a:lnTo>
                  <a:lnTo>
                    <a:pt x="211607" y="322801"/>
                  </a:lnTo>
                  <a:lnTo>
                    <a:pt x="216527" y="320781"/>
                  </a:lnTo>
                  <a:lnTo>
                    <a:pt x="221380" y="318606"/>
                  </a:lnTo>
                  <a:lnTo>
                    <a:pt x="226162" y="316277"/>
                  </a:lnTo>
                  <a:lnTo>
                    <a:pt x="230867" y="313798"/>
                  </a:lnTo>
                  <a:lnTo>
                    <a:pt x="235490" y="311170"/>
                  </a:lnTo>
                  <a:lnTo>
                    <a:pt x="240028" y="308396"/>
                  </a:lnTo>
                  <a:lnTo>
                    <a:pt x="244475" y="305480"/>
                  </a:lnTo>
                  <a:lnTo>
                    <a:pt x="248828" y="302423"/>
                  </a:lnTo>
                  <a:lnTo>
                    <a:pt x="253080" y="299230"/>
                  </a:lnTo>
                  <a:lnTo>
                    <a:pt x="257230" y="295903"/>
                  </a:lnTo>
                  <a:lnTo>
                    <a:pt x="261271" y="292445"/>
                  </a:lnTo>
                  <a:lnTo>
                    <a:pt x="265200" y="288861"/>
                  </a:lnTo>
                  <a:lnTo>
                    <a:pt x="269013" y="285154"/>
                  </a:lnTo>
                  <a:lnTo>
                    <a:pt x="272706" y="281327"/>
                  </a:lnTo>
                  <a:lnTo>
                    <a:pt x="276276" y="277385"/>
                  </a:lnTo>
                  <a:lnTo>
                    <a:pt x="279718" y="273331"/>
                  </a:lnTo>
                  <a:lnTo>
                    <a:pt x="283030" y="269170"/>
                  </a:lnTo>
                  <a:lnTo>
                    <a:pt x="286208" y="264905"/>
                  </a:lnTo>
                  <a:lnTo>
                    <a:pt x="289248" y="260541"/>
                  </a:lnTo>
                  <a:lnTo>
                    <a:pt x="292148" y="256083"/>
                  </a:lnTo>
                  <a:lnTo>
                    <a:pt x="294905" y="251535"/>
                  </a:lnTo>
                  <a:lnTo>
                    <a:pt x="297516" y="246902"/>
                  </a:lnTo>
                  <a:lnTo>
                    <a:pt x="299978" y="242188"/>
                  </a:lnTo>
                  <a:lnTo>
                    <a:pt x="302289" y="237398"/>
                  </a:lnTo>
                  <a:lnTo>
                    <a:pt x="304446" y="232537"/>
                  </a:lnTo>
                  <a:lnTo>
                    <a:pt x="306447" y="227610"/>
                  </a:lnTo>
                  <a:lnTo>
                    <a:pt x="308291" y="222621"/>
                  </a:lnTo>
                  <a:lnTo>
                    <a:pt x="309975" y="217577"/>
                  </a:lnTo>
                  <a:lnTo>
                    <a:pt x="311498" y="212481"/>
                  </a:lnTo>
                  <a:lnTo>
                    <a:pt x="312858" y="207340"/>
                  </a:lnTo>
                  <a:lnTo>
                    <a:pt x="314054" y="202157"/>
                  </a:lnTo>
                  <a:lnTo>
                    <a:pt x="315084" y="196940"/>
                  </a:lnTo>
                  <a:lnTo>
                    <a:pt x="315948" y="191692"/>
                  </a:lnTo>
                  <a:lnTo>
                    <a:pt x="316645" y="186420"/>
                  </a:lnTo>
                  <a:lnTo>
                    <a:pt x="317173" y="181128"/>
                  </a:lnTo>
                  <a:lnTo>
                    <a:pt x="317533" y="175822"/>
                  </a:lnTo>
                  <a:lnTo>
                    <a:pt x="317724" y="170507"/>
                  </a:lnTo>
                  <a:lnTo>
                    <a:pt x="317745" y="165188"/>
                  </a:lnTo>
                  <a:lnTo>
                    <a:pt x="317598" y="159872"/>
                  </a:lnTo>
                  <a:lnTo>
                    <a:pt x="317281" y="154563"/>
                  </a:lnTo>
                  <a:lnTo>
                    <a:pt x="316796" y="149267"/>
                  </a:lnTo>
                  <a:lnTo>
                    <a:pt x="316143" y="143989"/>
                  </a:lnTo>
                  <a:lnTo>
                    <a:pt x="315321" y="138735"/>
                  </a:lnTo>
                  <a:lnTo>
                    <a:pt x="314334" y="133509"/>
                  </a:lnTo>
                  <a:lnTo>
                    <a:pt x="313180" y="128317"/>
                  </a:lnTo>
                  <a:lnTo>
                    <a:pt x="311862" y="123165"/>
                  </a:lnTo>
                  <a:lnTo>
                    <a:pt x="310381" y="118057"/>
                  </a:lnTo>
                  <a:lnTo>
                    <a:pt x="308738" y="112999"/>
                  </a:lnTo>
                  <a:lnTo>
                    <a:pt x="306935" y="107996"/>
                  </a:lnTo>
                  <a:lnTo>
                    <a:pt x="304973" y="103052"/>
                  </a:lnTo>
                  <a:lnTo>
                    <a:pt x="302856" y="98174"/>
                  </a:lnTo>
                  <a:lnTo>
                    <a:pt x="300584" y="93365"/>
                  </a:lnTo>
                  <a:lnTo>
                    <a:pt x="298160" y="88631"/>
                  </a:lnTo>
                  <a:lnTo>
                    <a:pt x="295587" y="83977"/>
                  </a:lnTo>
                  <a:lnTo>
                    <a:pt x="292868" y="79406"/>
                  </a:lnTo>
                  <a:lnTo>
                    <a:pt x="290004" y="74925"/>
                  </a:lnTo>
                  <a:lnTo>
                    <a:pt x="286999" y="70537"/>
                  </a:lnTo>
                  <a:lnTo>
                    <a:pt x="283856" y="66246"/>
                  </a:lnTo>
                  <a:lnTo>
                    <a:pt x="280579" y="62058"/>
                  </a:lnTo>
                  <a:lnTo>
                    <a:pt x="277169" y="57976"/>
                  </a:lnTo>
                  <a:lnTo>
                    <a:pt x="273632" y="54005"/>
                  </a:lnTo>
                  <a:lnTo>
                    <a:pt x="269970" y="50148"/>
                  </a:lnTo>
                  <a:lnTo>
                    <a:pt x="266187" y="46410"/>
                  </a:lnTo>
                  <a:lnTo>
                    <a:pt x="262287" y="42794"/>
                  </a:lnTo>
                  <a:lnTo>
                    <a:pt x="258274" y="39304"/>
                  </a:lnTo>
                  <a:lnTo>
                    <a:pt x="254153" y="35943"/>
                  </a:lnTo>
                  <a:lnTo>
                    <a:pt x="249926" y="32715"/>
                  </a:lnTo>
                  <a:lnTo>
                    <a:pt x="245599" y="29623"/>
                  </a:lnTo>
                  <a:lnTo>
                    <a:pt x="241175" y="26671"/>
                  </a:lnTo>
                  <a:lnTo>
                    <a:pt x="236660" y="23860"/>
                  </a:lnTo>
                  <a:lnTo>
                    <a:pt x="232058" y="21195"/>
                  </a:lnTo>
                  <a:lnTo>
                    <a:pt x="227374" y="18677"/>
                  </a:lnTo>
                  <a:lnTo>
                    <a:pt x="222611" y="16310"/>
                  </a:lnTo>
                  <a:lnTo>
                    <a:pt x="217776" y="14095"/>
                  </a:lnTo>
                  <a:lnTo>
                    <a:pt x="212873" y="12035"/>
                  </a:lnTo>
                  <a:lnTo>
                    <a:pt x="207906" y="10133"/>
                  </a:lnTo>
                  <a:lnTo>
                    <a:pt x="202882" y="8389"/>
                  </a:lnTo>
                  <a:lnTo>
                    <a:pt x="197805" y="6806"/>
                  </a:lnTo>
                  <a:lnTo>
                    <a:pt x="192680" y="5385"/>
                  </a:lnTo>
                  <a:lnTo>
                    <a:pt x="187512" y="4128"/>
                  </a:lnTo>
                  <a:lnTo>
                    <a:pt x="182307" y="3036"/>
                  </a:lnTo>
                  <a:lnTo>
                    <a:pt x="177070" y="2110"/>
                  </a:lnTo>
                  <a:lnTo>
                    <a:pt x="171806" y="1351"/>
                  </a:lnTo>
                  <a:lnTo>
                    <a:pt x="166521" y="760"/>
                  </a:lnTo>
                  <a:lnTo>
                    <a:pt x="161220" y="338"/>
                  </a:lnTo>
                  <a:lnTo>
                    <a:pt x="155907" y="84"/>
                  </a:lnTo>
                  <a:lnTo>
                    <a:pt x="150590" y="0"/>
                  </a:lnTo>
                  <a:lnTo>
                    <a:pt x="1505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7996" y="5018213"/>
              <a:ext cx="724" cy="167167"/>
            </a:xfrm>
            <a:custGeom>
              <a:avLst/>
              <a:pathLst>
                <a:path w="724" h="167167">
                  <a:moveTo>
                    <a:pt x="724" y="0"/>
                  </a:moveTo>
                  <a:lnTo>
                    <a:pt x="0" y="1"/>
                  </a:lnTo>
                  <a:lnTo>
                    <a:pt x="72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321571" y="5018214"/>
              <a:ext cx="334307" cy="334332"/>
            </a:xfrm>
            <a:custGeom>
              <a:avLst/>
              <a:pathLst>
                <a:path w="334307" h="334332">
                  <a:moveTo>
                    <a:pt x="166425" y="0"/>
                  </a:moveTo>
                  <a:lnTo>
                    <a:pt x="161132" y="106"/>
                  </a:lnTo>
                  <a:lnTo>
                    <a:pt x="155845" y="381"/>
                  </a:lnTo>
                  <a:lnTo>
                    <a:pt x="150570" y="822"/>
                  </a:lnTo>
                  <a:lnTo>
                    <a:pt x="145311" y="1430"/>
                  </a:lnTo>
                  <a:lnTo>
                    <a:pt x="140074" y="2205"/>
                  </a:lnTo>
                  <a:lnTo>
                    <a:pt x="134865" y="3145"/>
                  </a:lnTo>
                  <a:lnTo>
                    <a:pt x="129687" y="4250"/>
                  </a:lnTo>
                  <a:lnTo>
                    <a:pt x="124548" y="5517"/>
                  </a:lnTo>
                  <a:lnTo>
                    <a:pt x="119451" y="6947"/>
                  </a:lnTo>
                  <a:lnTo>
                    <a:pt x="114401" y="8538"/>
                  </a:lnTo>
                  <a:lnTo>
                    <a:pt x="109405" y="10288"/>
                  </a:lnTo>
                  <a:lnTo>
                    <a:pt x="104467" y="12195"/>
                  </a:lnTo>
                  <a:lnTo>
                    <a:pt x="99591" y="14257"/>
                  </a:lnTo>
                  <a:lnTo>
                    <a:pt x="94783" y="16473"/>
                  </a:lnTo>
                  <a:lnTo>
                    <a:pt x="90048" y="18840"/>
                  </a:lnTo>
                  <a:lnTo>
                    <a:pt x="85390" y="21356"/>
                  </a:lnTo>
                  <a:lnTo>
                    <a:pt x="80815" y="24017"/>
                  </a:lnTo>
                  <a:lnTo>
                    <a:pt x="76325" y="26823"/>
                  </a:lnTo>
                  <a:lnTo>
                    <a:pt x="71927" y="29769"/>
                  </a:lnTo>
                  <a:lnTo>
                    <a:pt x="67624" y="32853"/>
                  </a:lnTo>
                  <a:lnTo>
                    <a:pt x="63421" y="36072"/>
                  </a:lnTo>
                  <a:lnTo>
                    <a:pt x="59323" y="39422"/>
                  </a:lnTo>
                  <a:lnTo>
                    <a:pt x="55332" y="42900"/>
                  </a:lnTo>
                  <a:lnTo>
                    <a:pt x="51453" y="46503"/>
                  </a:lnTo>
                  <a:lnTo>
                    <a:pt x="47691" y="50227"/>
                  </a:lnTo>
                  <a:lnTo>
                    <a:pt x="44048" y="54068"/>
                  </a:lnTo>
                  <a:lnTo>
                    <a:pt x="40528" y="58022"/>
                  </a:lnTo>
                  <a:lnTo>
                    <a:pt x="37136" y="62086"/>
                  </a:lnTo>
                  <a:lnTo>
                    <a:pt x="33874" y="66256"/>
                  </a:lnTo>
                  <a:lnTo>
                    <a:pt x="30746" y="70526"/>
                  </a:lnTo>
                  <a:lnTo>
                    <a:pt x="27754" y="74894"/>
                  </a:lnTo>
                  <a:lnTo>
                    <a:pt x="24902" y="79354"/>
                  </a:lnTo>
                  <a:lnTo>
                    <a:pt x="22193" y="83902"/>
                  </a:lnTo>
                  <a:lnTo>
                    <a:pt x="19629" y="88533"/>
                  </a:lnTo>
                  <a:lnTo>
                    <a:pt x="17214" y="93244"/>
                  </a:lnTo>
                  <a:lnTo>
                    <a:pt x="14948" y="98028"/>
                  </a:lnTo>
                  <a:lnTo>
                    <a:pt x="12835" y="102882"/>
                  </a:lnTo>
                  <a:lnTo>
                    <a:pt x="10877" y="107801"/>
                  </a:lnTo>
                  <a:lnTo>
                    <a:pt x="9076" y="112779"/>
                  </a:lnTo>
                  <a:lnTo>
                    <a:pt x="7433" y="117811"/>
                  </a:lnTo>
                  <a:lnTo>
                    <a:pt x="5951" y="122893"/>
                  </a:lnTo>
                  <a:lnTo>
                    <a:pt x="4630" y="128019"/>
                  </a:lnTo>
                  <a:lnTo>
                    <a:pt x="3472" y="133185"/>
                  </a:lnTo>
                  <a:lnTo>
                    <a:pt x="2478" y="138385"/>
                  </a:lnTo>
                  <a:lnTo>
                    <a:pt x="1649" y="143613"/>
                  </a:lnTo>
                  <a:lnTo>
                    <a:pt x="986" y="148865"/>
                  </a:lnTo>
                  <a:lnTo>
                    <a:pt x="490" y="154136"/>
                  </a:lnTo>
                  <a:lnTo>
                    <a:pt x="161" y="159419"/>
                  </a:lnTo>
                  <a:lnTo>
                    <a:pt x="0" y="164711"/>
                  </a:lnTo>
                  <a:lnTo>
                    <a:pt x="6" y="170004"/>
                  </a:lnTo>
                  <a:lnTo>
                    <a:pt x="179" y="175295"/>
                  </a:lnTo>
                  <a:lnTo>
                    <a:pt x="520" y="180578"/>
                  </a:lnTo>
                  <a:lnTo>
                    <a:pt x="1029" y="185848"/>
                  </a:lnTo>
                  <a:lnTo>
                    <a:pt x="1704" y="191098"/>
                  </a:lnTo>
                  <a:lnTo>
                    <a:pt x="2544" y="196325"/>
                  </a:lnTo>
                  <a:lnTo>
                    <a:pt x="3550" y="201522"/>
                  </a:lnTo>
                  <a:lnTo>
                    <a:pt x="4720" y="206685"/>
                  </a:lnTo>
                  <a:lnTo>
                    <a:pt x="6053" y="211808"/>
                  </a:lnTo>
                  <a:lnTo>
                    <a:pt x="7547" y="216887"/>
                  </a:lnTo>
                  <a:lnTo>
                    <a:pt x="9201" y="221915"/>
                  </a:lnTo>
                  <a:lnTo>
                    <a:pt x="11014" y="226889"/>
                  </a:lnTo>
                  <a:lnTo>
                    <a:pt x="12984" y="231803"/>
                  </a:lnTo>
                  <a:lnTo>
                    <a:pt x="15108" y="236652"/>
                  </a:lnTo>
                  <a:lnTo>
                    <a:pt x="17384" y="241431"/>
                  </a:lnTo>
                  <a:lnTo>
                    <a:pt x="19811" y="246136"/>
                  </a:lnTo>
                  <a:lnTo>
                    <a:pt x="22385" y="250762"/>
                  </a:lnTo>
                  <a:lnTo>
                    <a:pt x="25105" y="255304"/>
                  </a:lnTo>
                  <a:lnTo>
                    <a:pt x="27967" y="259757"/>
                  </a:lnTo>
                  <a:lnTo>
                    <a:pt x="30968" y="264118"/>
                  </a:lnTo>
                  <a:lnTo>
                    <a:pt x="34106" y="268381"/>
                  </a:lnTo>
                  <a:lnTo>
                    <a:pt x="37378" y="272543"/>
                  </a:lnTo>
                  <a:lnTo>
                    <a:pt x="40780" y="276599"/>
                  </a:lnTo>
                  <a:lnTo>
                    <a:pt x="44308" y="280546"/>
                  </a:lnTo>
                  <a:lnTo>
                    <a:pt x="47960" y="284378"/>
                  </a:lnTo>
                  <a:lnTo>
                    <a:pt x="51731" y="288094"/>
                  </a:lnTo>
                  <a:lnTo>
                    <a:pt x="55618" y="291687"/>
                  </a:lnTo>
                  <a:lnTo>
                    <a:pt x="59617" y="295157"/>
                  </a:lnTo>
                  <a:lnTo>
                    <a:pt x="63723" y="298497"/>
                  </a:lnTo>
                  <a:lnTo>
                    <a:pt x="67933" y="301706"/>
                  </a:lnTo>
                  <a:lnTo>
                    <a:pt x="72243" y="304780"/>
                  </a:lnTo>
                  <a:lnTo>
                    <a:pt x="76648" y="307716"/>
                  </a:lnTo>
                  <a:lnTo>
                    <a:pt x="81144" y="310511"/>
                  </a:lnTo>
                  <a:lnTo>
                    <a:pt x="85726" y="313163"/>
                  </a:lnTo>
                  <a:lnTo>
                    <a:pt x="90390" y="315668"/>
                  </a:lnTo>
                  <a:lnTo>
                    <a:pt x="95130" y="318024"/>
                  </a:lnTo>
                  <a:lnTo>
                    <a:pt x="99943" y="320228"/>
                  </a:lnTo>
                  <a:lnTo>
                    <a:pt x="104823" y="322280"/>
                  </a:lnTo>
                  <a:lnTo>
                    <a:pt x="109766" y="324175"/>
                  </a:lnTo>
                  <a:lnTo>
                    <a:pt x="114766" y="325914"/>
                  </a:lnTo>
                  <a:lnTo>
                    <a:pt x="119819" y="327493"/>
                  </a:lnTo>
                  <a:lnTo>
                    <a:pt x="124919" y="328911"/>
                  </a:lnTo>
                  <a:lnTo>
                    <a:pt x="130062" y="330167"/>
                  </a:lnTo>
                  <a:lnTo>
                    <a:pt x="135242" y="331260"/>
                  </a:lnTo>
                  <a:lnTo>
                    <a:pt x="140454" y="332188"/>
                  </a:lnTo>
                  <a:lnTo>
                    <a:pt x="145692" y="332950"/>
                  </a:lnTo>
                  <a:lnTo>
                    <a:pt x="150952" y="333546"/>
                  </a:lnTo>
                  <a:lnTo>
                    <a:pt x="156229" y="333976"/>
                  </a:lnTo>
                  <a:lnTo>
                    <a:pt x="161516" y="334238"/>
                  </a:lnTo>
                  <a:lnTo>
                    <a:pt x="166809" y="334332"/>
                  </a:lnTo>
                  <a:lnTo>
                    <a:pt x="172102" y="334259"/>
                  </a:lnTo>
                  <a:lnTo>
                    <a:pt x="177391" y="334019"/>
                  </a:lnTo>
                  <a:lnTo>
                    <a:pt x="182669" y="333611"/>
                  </a:lnTo>
                  <a:lnTo>
                    <a:pt x="187931" y="333036"/>
                  </a:lnTo>
                  <a:lnTo>
                    <a:pt x="193173" y="332295"/>
                  </a:lnTo>
                  <a:lnTo>
                    <a:pt x="198388" y="331388"/>
                  </a:lnTo>
                  <a:lnTo>
                    <a:pt x="203572" y="330316"/>
                  </a:lnTo>
                  <a:lnTo>
                    <a:pt x="208720" y="329081"/>
                  </a:lnTo>
                  <a:lnTo>
                    <a:pt x="213826" y="327684"/>
                  </a:lnTo>
                  <a:lnTo>
                    <a:pt x="218885" y="326125"/>
                  </a:lnTo>
                  <a:lnTo>
                    <a:pt x="223893" y="324408"/>
                  </a:lnTo>
                  <a:lnTo>
                    <a:pt x="228843" y="322532"/>
                  </a:lnTo>
                  <a:lnTo>
                    <a:pt x="233732" y="320501"/>
                  </a:lnTo>
                  <a:lnTo>
                    <a:pt x="238553" y="318315"/>
                  </a:lnTo>
                  <a:lnTo>
                    <a:pt x="243304" y="315979"/>
                  </a:lnTo>
                  <a:lnTo>
                    <a:pt x="247977" y="313493"/>
                  </a:lnTo>
                  <a:lnTo>
                    <a:pt x="252570" y="310860"/>
                  </a:lnTo>
                  <a:lnTo>
                    <a:pt x="257077" y="308083"/>
                  </a:lnTo>
                  <a:lnTo>
                    <a:pt x="261494" y="305165"/>
                  </a:lnTo>
                  <a:lnTo>
                    <a:pt x="265816" y="302109"/>
                  </a:lnTo>
                  <a:lnTo>
                    <a:pt x="270040" y="298917"/>
                  </a:lnTo>
                  <a:lnTo>
                    <a:pt x="274160" y="295593"/>
                  </a:lnTo>
                  <a:lnTo>
                    <a:pt x="278173" y="292140"/>
                  </a:lnTo>
                  <a:lnTo>
                    <a:pt x="282074" y="288562"/>
                  </a:lnTo>
                  <a:lnTo>
                    <a:pt x="285860" y="284862"/>
                  </a:lnTo>
                  <a:lnTo>
                    <a:pt x="289528" y="281044"/>
                  </a:lnTo>
                  <a:lnTo>
                    <a:pt x="293072" y="277112"/>
                  </a:lnTo>
                  <a:lnTo>
                    <a:pt x="296490" y="273070"/>
                  </a:lnTo>
                  <a:lnTo>
                    <a:pt x="299779" y="268922"/>
                  </a:lnTo>
                  <a:lnTo>
                    <a:pt x="302934" y="264671"/>
                  </a:lnTo>
                  <a:lnTo>
                    <a:pt x="305953" y="260323"/>
                  </a:lnTo>
                  <a:lnTo>
                    <a:pt x="308834" y="255881"/>
                  </a:lnTo>
                  <a:lnTo>
                    <a:pt x="311572" y="251350"/>
                  </a:lnTo>
                  <a:lnTo>
                    <a:pt x="314165" y="246735"/>
                  </a:lnTo>
                  <a:lnTo>
                    <a:pt x="316610" y="242040"/>
                  </a:lnTo>
                  <a:lnTo>
                    <a:pt x="318906" y="237270"/>
                  </a:lnTo>
                  <a:lnTo>
                    <a:pt x="321050" y="232430"/>
                  </a:lnTo>
                  <a:lnTo>
                    <a:pt x="323039" y="227524"/>
                  </a:lnTo>
                  <a:lnTo>
                    <a:pt x="324872" y="222557"/>
                  </a:lnTo>
                  <a:lnTo>
                    <a:pt x="326547" y="217536"/>
                  </a:lnTo>
                  <a:lnTo>
                    <a:pt x="328062" y="212463"/>
                  </a:lnTo>
                  <a:lnTo>
                    <a:pt x="329416" y="207345"/>
                  </a:lnTo>
                  <a:lnTo>
                    <a:pt x="330607" y="202187"/>
                  </a:lnTo>
                  <a:lnTo>
                    <a:pt x="331634" y="196994"/>
                  </a:lnTo>
                  <a:lnTo>
                    <a:pt x="332496" y="191771"/>
                  </a:lnTo>
                  <a:lnTo>
                    <a:pt x="333192" y="186523"/>
                  </a:lnTo>
                  <a:lnTo>
                    <a:pt x="333721" y="181256"/>
                  </a:lnTo>
                  <a:lnTo>
                    <a:pt x="334084" y="175975"/>
                  </a:lnTo>
                  <a:lnTo>
                    <a:pt x="334279" y="170684"/>
                  </a:lnTo>
                  <a:lnTo>
                    <a:pt x="334307" y="165391"/>
                  </a:lnTo>
                  <a:lnTo>
                    <a:pt x="334167" y="160099"/>
                  </a:lnTo>
                  <a:lnTo>
                    <a:pt x="333859" y="154814"/>
                  </a:lnTo>
                  <a:lnTo>
                    <a:pt x="333385" y="149541"/>
                  </a:lnTo>
                  <a:lnTo>
                    <a:pt x="332743" y="144287"/>
                  </a:lnTo>
                  <a:lnTo>
                    <a:pt x="331936" y="139055"/>
                  </a:lnTo>
                  <a:lnTo>
                    <a:pt x="330963" y="133851"/>
                  </a:lnTo>
                  <a:lnTo>
                    <a:pt x="329826" y="128681"/>
                  </a:lnTo>
                  <a:lnTo>
                    <a:pt x="328526" y="123549"/>
                  </a:lnTo>
                  <a:lnTo>
                    <a:pt x="327064" y="118461"/>
                  </a:lnTo>
                  <a:lnTo>
                    <a:pt x="325442" y="113422"/>
                  </a:lnTo>
                  <a:lnTo>
                    <a:pt x="323661" y="108437"/>
                  </a:lnTo>
                  <a:lnTo>
                    <a:pt x="321723" y="103511"/>
                  </a:lnTo>
                  <a:lnTo>
                    <a:pt x="319630" y="98648"/>
                  </a:lnTo>
                  <a:lnTo>
                    <a:pt x="317384" y="93854"/>
                  </a:lnTo>
                  <a:lnTo>
                    <a:pt x="314987" y="89134"/>
                  </a:lnTo>
                  <a:lnTo>
                    <a:pt x="312442" y="84492"/>
                  </a:lnTo>
                  <a:lnTo>
                    <a:pt x="309752" y="79933"/>
                  </a:lnTo>
                  <a:lnTo>
                    <a:pt x="306918" y="75462"/>
                  </a:lnTo>
                  <a:lnTo>
                    <a:pt x="303944" y="71082"/>
                  </a:lnTo>
                  <a:lnTo>
                    <a:pt x="300833" y="66799"/>
                  </a:lnTo>
                  <a:lnTo>
                    <a:pt x="297588" y="62616"/>
                  </a:lnTo>
                  <a:lnTo>
                    <a:pt x="294212" y="58538"/>
                  </a:lnTo>
                  <a:lnTo>
                    <a:pt x="290709" y="54570"/>
                  </a:lnTo>
                  <a:lnTo>
                    <a:pt x="287082" y="50714"/>
                  </a:lnTo>
                  <a:lnTo>
                    <a:pt x="283335" y="46975"/>
                  </a:lnTo>
                  <a:lnTo>
                    <a:pt x="279471" y="43356"/>
                  </a:lnTo>
                  <a:lnTo>
                    <a:pt x="275494" y="39861"/>
                  </a:lnTo>
                  <a:lnTo>
                    <a:pt x="271409" y="36495"/>
                  </a:lnTo>
                  <a:lnTo>
                    <a:pt x="267219" y="33259"/>
                  </a:lnTo>
                  <a:lnTo>
                    <a:pt x="262929" y="30158"/>
                  </a:lnTo>
                  <a:lnTo>
                    <a:pt x="258543" y="27194"/>
                  </a:lnTo>
                  <a:lnTo>
                    <a:pt x="254065" y="24370"/>
                  </a:lnTo>
                  <a:lnTo>
                    <a:pt x="249500" y="21689"/>
                  </a:lnTo>
                  <a:lnTo>
                    <a:pt x="244852" y="19155"/>
                  </a:lnTo>
                  <a:lnTo>
                    <a:pt x="240127" y="16769"/>
                  </a:lnTo>
                  <a:lnTo>
                    <a:pt x="235328" y="14533"/>
                  </a:lnTo>
                  <a:lnTo>
                    <a:pt x="230461" y="12451"/>
                  </a:lnTo>
                  <a:lnTo>
                    <a:pt x="225530" y="10524"/>
                  </a:lnTo>
                  <a:lnTo>
                    <a:pt x="220541" y="8754"/>
                  </a:lnTo>
                  <a:lnTo>
                    <a:pt x="215499" y="7143"/>
                  </a:lnTo>
                  <a:lnTo>
                    <a:pt x="167149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8720" y="5018213"/>
              <a:ext cx="48349" cy="167167"/>
            </a:xfrm>
            <a:custGeom>
              <a:avLst/>
              <a:pathLst>
                <a:path w="48349" h="167167">
                  <a:moveTo>
                    <a:pt x="48349" y="7144"/>
                  </a:moveTo>
                  <a:lnTo>
                    <a:pt x="42449" y="5479"/>
                  </a:lnTo>
                  <a:lnTo>
                    <a:pt x="36491" y="4031"/>
                  </a:lnTo>
                  <a:lnTo>
                    <a:pt x="30485" y="2803"/>
                  </a:lnTo>
                  <a:lnTo>
                    <a:pt x="24437" y="1795"/>
                  </a:lnTo>
                  <a:lnTo>
                    <a:pt x="18356" y="1010"/>
                  </a:lnTo>
                  <a:lnTo>
                    <a:pt x="12251" y="449"/>
                  </a:lnTo>
                  <a:lnTo>
                    <a:pt x="6129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797336" y="5269756"/>
              <a:ext cx="167164" cy="228753"/>
            </a:xfrm>
            <a:custGeom>
              <a:avLst/>
              <a:pathLst>
                <a:path w="167164" h="228753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3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8" y="3059"/>
                  </a:lnTo>
                  <a:lnTo>
                    <a:pt x="130104" y="4159"/>
                  </a:lnTo>
                  <a:lnTo>
                    <a:pt x="124918" y="5426"/>
                  </a:lnTo>
                  <a:lnTo>
                    <a:pt x="119775" y="6857"/>
                  </a:lnTo>
                  <a:lnTo>
                    <a:pt x="114680" y="8452"/>
                  </a:lnTo>
                  <a:lnTo>
                    <a:pt x="109639" y="10209"/>
                  </a:lnTo>
                  <a:lnTo>
                    <a:pt x="104657" y="12126"/>
                  </a:lnTo>
                  <a:lnTo>
                    <a:pt x="99738" y="14201"/>
                  </a:lnTo>
                  <a:lnTo>
                    <a:pt x="94888" y="16432"/>
                  </a:lnTo>
                  <a:lnTo>
                    <a:pt x="90112" y="18816"/>
                  </a:lnTo>
                  <a:lnTo>
                    <a:pt x="85414" y="21352"/>
                  </a:lnTo>
                  <a:lnTo>
                    <a:pt x="80800" y="24037"/>
                  </a:lnTo>
                  <a:lnTo>
                    <a:pt x="76274" y="26868"/>
                  </a:lnTo>
                  <a:lnTo>
                    <a:pt x="71840" y="29841"/>
                  </a:lnTo>
                  <a:lnTo>
                    <a:pt x="67504" y="32955"/>
                  </a:lnTo>
                  <a:lnTo>
                    <a:pt x="63269" y="36206"/>
                  </a:lnTo>
                  <a:lnTo>
                    <a:pt x="59141" y="39590"/>
                  </a:lnTo>
                  <a:lnTo>
                    <a:pt x="55122" y="43104"/>
                  </a:lnTo>
                  <a:lnTo>
                    <a:pt x="51218" y="46745"/>
                  </a:lnTo>
                  <a:lnTo>
                    <a:pt x="47432" y="50509"/>
                  </a:lnTo>
                  <a:lnTo>
                    <a:pt x="43768" y="54391"/>
                  </a:lnTo>
                  <a:lnTo>
                    <a:pt x="40230" y="58389"/>
                  </a:lnTo>
                  <a:lnTo>
                    <a:pt x="36821" y="62497"/>
                  </a:lnTo>
                  <a:lnTo>
                    <a:pt x="33546" y="66713"/>
                  </a:lnTo>
                  <a:lnTo>
                    <a:pt x="30406" y="71030"/>
                  </a:lnTo>
                  <a:lnTo>
                    <a:pt x="27406" y="75446"/>
                  </a:lnTo>
                  <a:lnTo>
                    <a:pt x="24549" y="79955"/>
                  </a:lnTo>
                  <a:lnTo>
                    <a:pt x="21837" y="84554"/>
                  </a:lnTo>
                  <a:lnTo>
                    <a:pt x="19273" y="89236"/>
                  </a:lnTo>
                  <a:lnTo>
                    <a:pt x="16860" y="93998"/>
                  </a:lnTo>
                  <a:lnTo>
                    <a:pt x="14600" y="98835"/>
                  </a:lnTo>
                  <a:lnTo>
                    <a:pt x="12496" y="103741"/>
                  </a:lnTo>
                  <a:lnTo>
                    <a:pt x="10550" y="108712"/>
                  </a:lnTo>
                  <a:lnTo>
                    <a:pt x="8763" y="113743"/>
                  </a:lnTo>
                  <a:lnTo>
                    <a:pt x="7138" y="118828"/>
                  </a:lnTo>
                  <a:lnTo>
                    <a:pt x="5676" y="123962"/>
                  </a:lnTo>
                  <a:lnTo>
                    <a:pt x="4379" y="129141"/>
                  </a:lnTo>
                  <a:lnTo>
                    <a:pt x="3248" y="134358"/>
                  </a:lnTo>
                  <a:lnTo>
                    <a:pt x="2284" y="139608"/>
                  </a:lnTo>
                  <a:lnTo>
                    <a:pt x="1488" y="144887"/>
                  </a:lnTo>
                  <a:lnTo>
                    <a:pt x="861" y="150189"/>
                  </a:lnTo>
                  <a:lnTo>
                    <a:pt x="404" y="155508"/>
                  </a:lnTo>
                  <a:lnTo>
                    <a:pt x="116" y="160838"/>
                  </a:lnTo>
                  <a:lnTo>
                    <a:pt x="0" y="166175"/>
                  </a:lnTo>
                  <a:lnTo>
                    <a:pt x="53" y="171514"/>
                  </a:lnTo>
                  <a:lnTo>
                    <a:pt x="277" y="176847"/>
                  </a:lnTo>
                  <a:lnTo>
                    <a:pt x="671" y="182171"/>
                  </a:lnTo>
                  <a:lnTo>
                    <a:pt x="1235" y="187480"/>
                  </a:lnTo>
                  <a:lnTo>
                    <a:pt x="1968" y="192768"/>
                  </a:lnTo>
                  <a:lnTo>
                    <a:pt x="2870" y="198029"/>
                  </a:lnTo>
                  <a:lnTo>
                    <a:pt x="3939" y="203260"/>
                  </a:lnTo>
                  <a:lnTo>
                    <a:pt x="5175" y="208453"/>
                  </a:lnTo>
                  <a:lnTo>
                    <a:pt x="6576" y="213604"/>
                  </a:lnTo>
                  <a:lnTo>
                    <a:pt x="8141" y="218708"/>
                  </a:lnTo>
                  <a:lnTo>
                    <a:pt x="9867" y="223760"/>
                  </a:lnTo>
                  <a:lnTo>
                    <a:pt x="11755" y="22875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809092" y="5269756"/>
              <a:ext cx="322570" cy="334318"/>
            </a:xfrm>
            <a:custGeom>
              <a:avLst/>
              <a:pathLst>
                <a:path w="322570" h="334318">
                  <a:moveTo>
                    <a:pt x="0" y="228753"/>
                  </a:moveTo>
                  <a:lnTo>
                    <a:pt x="2041" y="233675"/>
                  </a:lnTo>
                  <a:lnTo>
                    <a:pt x="4239" y="238529"/>
                  </a:lnTo>
                  <a:lnTo>
                    <a:pt x="6590" y="243311"/>
                  </a:lnTo>
                  <a:lnTo>
                    <a:pt x="9092" y="248015"/>
                  </a:lnTo>
                  <a:lnTo>
                    <a:pt x="11743" y="252637"/>
                  </a:lnTo>
                  <a:lnTo>
                    <a:pt x="14540" y="257172"/>
                  </a:lnTo>
                  <a:lnTo>
                    <a:pt x="17480" y="261616"/>
                  </a:lnTo>
                  <a:lnTo>
                    <a:pt x="20560" y="265964"/>
                  </a:lnTo>
                  <a:lnTo>
                    <a:pt x="23778" y="270211"/>
                  </a:lnTo>
                  <a:lnTo>
                    <a:pt x="27128" y="274354"/>
                  </a:lnTo>
                  <a:lnTo>
                    <a:pt x="30610" y="278388"/>
                  </a:lnTo>
                  <a:lnTo>
                    <a:pt x="34218" y="282309"/>
                  </a:lnTo>
                  <a:lnTo>
                    <a:pt x="37949" y="286113"/>
                  </a:lnTo>
                  <a:lnTo>
                    <a:pt x="41799" y="289796"/>
                  </a:lnTo>
                  <a:lnTo>
                    <a:pt x="45765" y="293354"/>
                  </a:lnTo>
                  <a:lnTo>
                    <a:pt x="49843" y="296785"/>
                  </a:lnTo>
                  <a:lnTo>
                    <a:pt x="54027" y="300083"/>
                  </a:lnTo>
                  <a:lnTo>
                    <a:pt x="58315" y="303247"/>
                  </a:lnTo>
                  <a:lnTo>
                    <a:pt x="62701" y="306272"/>
                  </a:lnTo>
                  <a:lnTo>
                    <a:pt x="67181" y="309156"/>
                  </a:lnTo>
                  <a:lnTo>
                    <a:pt x="71752" y="311896"/>
                  </a:lnTo>
                  <a:lnTo>
                    <a:pt x="76407" y="314488"/>
                  </a:lnTo>
                  <a:lnTo>
                    <a:pt x="81142" y="316931"/>
                  </a:lnTo>
                  <a:lnTo>
                    <a:pt x="85953" y="319222"/>
                  </a:lnTo>
                  <a:lnTo>
                    <a:pt x="90834" y="321359"/>
                  </a:lnTo>
                  <a:lnTo>
                    <a:pt x="95781" y="323338"/>
                  </a:lnTo>
                  <a:lnTo>
                    <a:pt x="100788" y="325159"/>
                  </a:lnTo>
                  <a:lnTo>
                    <a:pt x="105851" y="326820"/>
                  </a:lnTo>
                  <a:lnTo>
                    <a:pt x="110965" y="328318"/>
                  </a:lnTo>
                  <a:lnTo>
                    <a:pt x="116123" y="329653"/>
                  </a:lnTo>
                  <a:lnTo>
                    <a:pt x="121322" y="330822"/>
                  </a:lnTo>
                  <a:lnTo>
                    <a:pt x="126555" y="331825"/>
                  </a:lnTo>
                  <a:lnTo>
                    <a:pt x="131817" y="332661"/>
                  </a:lnTo>
                  <a:lnTo>
                    <a:pt x="137103" y="333329"/>
                  </a:lnTo>
                  <a:lnTo>
                    <a:pt x="142408" y="333828"/>
                  </a:lnTo>
                  <a:lnTo>
                    <a:pt x="147726" y="334158"/>
                  </a:lnTo>
                  <a:lnTo>
                    <a:pt x="153052" y="334318"/>
                  </a:lnTo>
                  <a:lnTo>
                    <a:pt x="158381" y="334308"/>
                  </a:lnTo>
                  <a:lnTo>
                    <a:pt x="163706" y="334128"/>
                  </a:lnTo>
                  <a:lnTo>
                    <a:pt x="169023" y="333779"/>
                  </a:lnTo>
                  <a:lnTo>
                    <a:pt x="174326" y="333261"/>
                  </a:lnTo>
                  <a:lnTo>
                    <a:pt x="179610" y="332573"/>
                  </a:lnTo>
                  <a:lnTo>
                    <a:pt x="184869" y="331718"/>
                  </a:lnTo>
                  <a:lnTo>
                    <a:pt x="190098" y="330695"/>
                  </a:lnTo>
                  <a:lnTo>
                    <a:pt x="195292" y="329507"/>
                  </a:lnTo>
                  <a:lnTo>
                    <a:pt x="200446" y="328153"/>
                  </a:lnTo>
                  <a:lnTo>
                    <a:pt x="205554" y="326636"/>
                  </a:lnTo>
                  <a:lnTo>
                    <a:pt x="210611" y="324957"/>
                  </a:lnTo>
                  <a:lnTo>
                    <a:pt x="215611" y="323118"/>
                  </a:lnTo>
                  <a:lnTo>
                    <a:pt x="220551" y="321120"/>
                  </a:lnTo>
                  <a:lnTo>
                    <a:pt x="225424" y="318965"/>
                  </a:lnTo>
                  <a:lnTo>
                    <a:pt x="230227" y="316657"/>
                  </a:lnTo>
                  <a:lnTo>
                    <a:pt x="234953" y="314196"/>
                  </a:lnTo>
                  <a:lnTo>
                    <a:pt x="239598" y="311587"/>
                  </a:lnTo>
                  <a:lnTo>
                    <a:pt x="244158" y="308830"/>
                  </a:lnTo>
                  <a:lnTo>
                    <a:pt x="248628" y="305930"/>
                  </a:lnTo>
                  <a:lnTo>
                    <a:pt x="253003" y="302888"/>
                  </a:lnTo>
                  <a:lnTo>
                    <a:pt x="257279" y="299709"/>
                  </a:lnTo>
                  <a:lnTo>
                    <a:pt x="261451" y="296395"/>
                  </a:lnTo>
                  <a:lnTo>
                    <a:pt x="265516" y="292950"/>
                  </a:lnTo>
                  <a:lnTo>
                    <a:pt x="269469" y="289377"/>
                  </a:lnTo>
                  <a:lnTo>
                    <a:pt x="273306" y="285680"/>
                  </a:lnTo>
                  <a:lnTo>
                    <a:pt x="277023" y="281862"/>
                  </a:lnTo>
                  <a:lnTo>
                    <a:pt x="280617" y="277928"/>
                  </a:lnTo>
                  <a:lnTo>
                    <a:pt x="284083" y="273881"/>
                  </a:lnTo>
                  <a:lnTo>
                    <a:pt x="287419" y="269726"/>
                  </a:lnTo>
                  <a:lnTo>
                    <a:pt x="290620" y="265467"/>
                  </a:lnTo>
                  <a:lnTo>
                    <a:pt x="293684" y="261108"/>
                  </a:lnTo>
                  <a:lnTo>
                    <a:pt x="296608" y="256653"/>
                  </a:lnTo>
                  <a:lnTo>
                    <a:pt x="299388" y="252107"/>
                  </a:lnTo>
                  <a:lnTo>
                    <a:pt x="302022" y="247476"/>
                  </a:lnTo>
                  <a:lnTo>
                    <a:pt x="304507" y="242762"/>
                  </a:lnTo>
                  <a:lnTo>
                    <a:pt x="306841" y="237972"/>
                  </a:lnTo>
                  <a:lnTo>
                    <a:pt x="309020" y="233110"/>
                  </a:lnTo>
                  <a:lnTo>
                    <a:pt x="311044" y="228181"/>
                  </a:lnTo>
                  <a:lnTo>
                    <a:pt x="312909" y="223190"/>
                  </a:lnTo>
                  <a:lnTo>
                    <a:pt x="314615" y="218142"/>
                  </a:lnTo>
                  <a:lnTo>
                    <a:pt x="316158" y="213042"/>
                  </a:lnTo>
                  <a:lnTo>
                    <a:pt x="317539" y="207895"/>
                  </a:lnTo>
                  <a:lnTo>
                    <a:pt x="318755" y="202708"/>
                  </a:lnTo>
                  <a:lnTo>
                    <a:pt x="319804" y="197484"/>
                  </a:lnTo>
                  <a:lnTo>
                    <a:pt x="320687" y="192229"/>
                  </a:lnTo>
                  <a:lnTo>
                    <a:pt x="321402" y="186949"/>
                  </a:lnTo>
                  <a:lnTo>
                    <a:pt x="321948" y="181648"/>
                  </a:lnTo>
                  <a:lnTo>
                    <a:pt x="322325" y="176333"/>
                  </a:lnTo>
                  <a:lnTo>
                    <a:pt x="322532" y="171009"/>
                  </a:lnTo>
                  <a:lnTo>
                    <a:pt x="322570" y="165681"/>
                  </a:lnTo>
                  <a:lnTo>
                    <a:pt x="322437" y="160354"/>
                  </a:lnTo>
                  <a:lnTo>
                    <a:pt x="322135" y="155034"/>
                  </a:lnTo>
                  <a:lnTo>
                    <a:pt x="321664" y="149727"/>
                  </a:lnTo>
                  <a:lnTo>
                    <a:pt x="321024" y="144437"/>
                  </a:lnTo>
                  <a:lnTo>
                    <a:pt x="320215" y="139171"/>
                  </a:lnTo>
                  <a:lnTo>
                    <a:pt x="319239" y="133932"/>
                  </a:lnTo>
                  <a:lnTo>
                    <a:pt x="318097" y="128728"/>
                  </a:lnTo>
                  <a:lnTo>
                    <a:pt x="316789" y="123563"/>
                  </a:lnTo>
                  <a:lnTo>
                    <a:pt x="315317" y="118442"/>
                  </a:lnTo>
                  <a:lnTo>
                    <a:pt x="313683" y="113370"/>
                  </a:lnTo>
                  <a:lnTo>
                    <a:pt x="311888" y="108353"/>
                  </a:lnTo>
                  <a:lnTo>
                    <a:pt x="309935" y="103396"/>
                  </a:lnTo>
                  <a:lnTo>
                    <a:pt x="307824" y="98503"/>
                  </a:lnTo>
                  <a:lnTo>
                    <a:pt x="305558" y="93681"/>
                  </a:lnTo>
                  <a:lnTo>
                    <a:pt x="303140" y="88933"/>
                  </a:lnTo>
                  <a:lnTo>
                    <a:pt x="300571" y="84264"/>
                  </a:lnTo>
                  <a:lnTo>
                    <a:pt x="297855" y="79680"/>
                  </a:lnTo>
                  <a:lnTo>
                    <a:pt x="294995" y="75185"/>
                  </a:lnTo>
                  <a:lnTo>
                    <a:pt x="291992" y="70783"/>
                  </a:lnTo>
                  <a:lnTo>
                    <a:pt x="288851" y="66479"/>
                  </a:lnTo>
                  <a:lnTo>
                    <a:pt x="285574" y="62277"/>
                  </a:lnTo>
                  <a:lnTo>
                    <a:pt x="282165" y="58182"/>
                  </a:lnTo>
                  <a:lnTo>
                    <a:pt x="278628" y="54198"/>
                  </a:lnTo>
                  <a:lnTo>
                    <a:pt x="274965" y="50328"/>
                  </a:lnTo>
                  <a:lnTo>
                    <a:pt x="271180" y="46577"/>
                  </a:lnTo>
                  <a:lnTo>
                    <a:pt x="267278" y="42949"/>
                  </a:lnTo>
                  <a:lnTo>
                    <a:pt x="263263" y="39446"/>
                  </a:lnTo>
                  <a:lnTo>
                    <a:pt x="259137" y="36074"/>
                  </a:lnTo>
                  <a:lnTo>
                    <a:pt x="254907" y="32835"/>
                  </a:lnTo>
                  <a:lnTo>
                    <a:pt x="250575" y="29732"/>
                  </a:lnTo>
                  <a:lnTo>
                    <a:pt x="246146" y="26769"/>
                  </a:lnTo>
                  <a:lnTo>
                    <a:pt x="241626" y="23948"/>
                  </a:lnTo>
                  <a:lnTo>
                    <a:pt x="237018" y="21273"/>
                  </a:lnTo>
                  <a:lnTo>
                    <a:pt x="232327" y="18747"/>
                  </a:lnTo>
                  <a:lnTo>
                    <a:pt x="227557" y="16371"/>
                  </a:lnTo>
                  <a:lnTo>
                    <a:pt x="222715" y="14148"/>
                  </a:lnTo>
                  <a:lnTo>
                    <a:pt x="217804" y="12080"/>
                  </a:lnTo>
                  <a:lnTo>
                    <a:pt x="212829" y="10171"/>
                  </a:lnTo>
                  <a:lnTo>
                    <a:pt x="207797" y="8420"/>
                  </a:lnTo>
                  <a:lnTo>
                    <a:pt x="202711" y="6831"/>
                  </a:lnTo>
                  <a:lnTo>
                    <a:pt x="197577" y="5405"/>
                  </a:lnTo>
                  <a:lnTo>
                    <a:pt x="192400" y="4144"/>
                  </a:lnTo>
                  <a:lnTo>
                    <a:pt x="187186" y="3048"/>
                  </a:lnTo>
                  <a:lnTo>
                    <a:pt x="181939" y="2118"/>
                  </a:lnTo>
                  <a:lnTo>
                    <a:pt x="176665" y="1356"/>
                  </a:lnTo>
                  <a:lnTo>
                    <a:pt x="171370" y="763"/>
                  </a:lnTo>
                  <a:lnTo>
                    <a:pt x="166059" y="339"/>
                  </a:lnTo>
                  <a:lnTo>
                    <a:pt x="160736" y="84"/>
                  </a:lnTo>
                  <a:lnTo>
                    <a:pt x="155409" y="0"/>
                  </a:lnTo>
                  <a:lnTo>
                    <a:pt x="1554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56672" y="5399291"/>
              <a:ext cx="29543" cy="167167"/>
            </a:xfrm>
            <a:custGeom>
              <a:avLst/>
              <a:pathLst>
                <a:path w="29543" h="167167">
                  <a:moveTo>
                    <a:pt x="29543" y="0"/>
                  </a:moveTo>
                  <a:lnTo>
                    <a:pt x="22120" y="164"/>
                  </a:lnTo>
                  <a:lnTo>
                    <a:pt x="14713" y="659"/>
                  </a:lnTo>
                  <a:lnTo>
                    <a:pt x="7334" y="1481"/>
                  </a:lnTo>
                  <a:lnTo>
                    <a:pt x="0" y="2631"/>
                  </a:lnTo>
                  <a:lnTo>
                    <a:pt x="2954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56672" y="5401923"/>
              <a:ext cx="29543" cy="164536"/>
            </a:xfrm>
            <a:custGeom>
              <a:avLst/>
              <a:pathLst>
                <a:path w="29543" h="164536">
                  <a:moveTo>
                    <a:pt x="0" y="0"/>
                  </a:moveTo>
                  <a:lnTo>
                    <a:pt x="29543" y="16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56672" y="5401923"/>
              <a:ext cx="29543" cy="164536"/>
            </a:xfrm>
            <a:custGeom>
              <a:avLst/>
              <a:pathLst>
                <a:path w="29543" h="164536">
                  <a:moveTo>
                    <a:pt x="0" y="0"/>
                  </a:moveTo>
                  <a:lnTo>
                    <a:pt x="29543" y="16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56672" y="5401923"/>
              <a:ext cx="29543" cy="164536"/>
            </a:xfrm>
            <a:custGeom>
              <a:avLst/>
              <a:pathLst>
                <a:path w="29543" h="164536">
                  <a:moveTo>
                    <a:pt x="0" y="0"/>
                  </a:moveTo>
                  <a:lnTo>
                    <a:pt x="29543" y="16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56672" y="5401923"/>
              <a:ext cx="29543" cy="164536"/>
            </a:xfrm>
            <a:custGeom>
              <a:avLst/>
              <a:pathLst>
                <a:path w="29543" h="164536">
                  <a:moveTo>
                    <a:pt x="0" y="0"/>
                  </a:moveTo>
                  <a:lnTo>
                    <a:pt x="29543" y="164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56672" y="5401923"/>
              <a:ext cx="29543" cy="164536"/>
            </a:xfrm>
            <a:custGeom>
              <a:avLst/>
              <a:pathLst>
                <a:path w="29543" h="164536">
                  <a:moveTo>
                    <a:pt x="0" y="0"/>
                  </a:moveTo>
                  <a:lnTo>
                    <a:pt x="29543" y="1645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56672" y="5401923"/>
              <a:ext cx="29543" cy="164536"/>
            </a:xfrm>
            <a:custGeom>
              <a:avLst/>
              <a:pathLst>
                <a:path w="29543" h="164536">
                  <a:moveTo>
                    <a:pt x="0" y="0"/>
                  </a:moveTo>
                  <a:lnTo>
                    <a:pt x="29543" y="1645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319048" y="5401923"/>
              <a:ext cx="334320" cy="331697"/>
            </a:xfrm>
            <a:custGeom>
              <a:avLst/>
              <a:pathLst>
                <a:path w="334320" h="331697">
                  <a:moveTo>
                    <a:pt x="137623" y="0"/>
                  </a:moveTo>
                  <a:lnTo>
                    <a:pt x="132436" y="1016"/>
                  </a:lnTo>
                  <a:lnTo>
                    <a:pt x="127284" y="2196"/>
                  </a:lnTo>
                  <a:lnTo>
                    <a:pt x="122171" y="3538"/>
                  </a:lnTo>
                  <a:lnTo>
                    <a:pt x="117104" y="5041"/>
                  </a:lnTo>
                  <a:lnTo>
                    <a:pt x="112087" y="6703"/>
                  </a:lnTo>
                  <a:lnTo>
                    <a:pt x="107124" y="8523"/>
                  </a:lnTo>
                  <a:lnTo>
                    <a:pt x="102222" y="10500"/>
                  </a:lnTo>
                  <a:lnTo>
                    <a:pt x="97384" y="12630"/>
                  </a:lnTo>
                  <a:lnTo>
                    <a:pt x="92617" y="14912"/>
                  </a:lnTo>
                  <a:lnTo>
                    <a:pt x="87924" y="17344"/>
                  </a:lnTo>
                  <a:lnTo>
                    <a:pt x="83310" y="19922"/>
                  </a:lnTo>
                  <a:lnTo>
                    <a:pt x="78780" y="22646"/>
                  </a:lnTo>
                  <a:lnTo>
                    <a:pt x="74338" y="25511"/>
                  </a:lnTo>
                  <a:lnTo>
                    <a:pt x="69989" y="28515"/>
                  </a:lnTo>
                  <a:lnTo>
                    <a:pt x="65738" y="31656"/>
                  </a:lnTo>
                  <a:lnTo>
                    <a:pt x="61587" y="34929"/>
                  </a:lnTo>
                  <a:lnTo>
                    <a:pt x="57542" y="38331"/>
                  </a:lnTo>
                  <a:lnTo>
                    <a:pt x="53607" y="41860"/>
                  </a:lnTo>
                  <a:lnTo>
                    <a:pt x="49786" y="45512"/>
                  </a:lnTo>
                  <a:lnTo>
                    <a:pt x="46081" y="49282"/>
                  </a:lnTo>
                  <a:lnTo>
                    <a:pt x="42498" y="53168"/>
                  </a:lnTo>
                  <a:lnTo>
                    <a:pt x="39040" y="57165"/>
                  </a:lnTo>
                  <a:lnTo>
                    <a:pt x="35709" y="61270"/>
                  </a:lnTo>
                  <a:lnTo>
                    <a:pt x="32510" y="65477"/>
                  </a:lnTo>
                  <a:lnTo>
                    <a:pt x="29446" y="69784"/>
                  </a:lnTo>
                  <a:lnTo>
                    <a:pt x="26519" y="74185"/>
                  </a:lnTo>
                  <a:lnTo>
                    <a:pt x="23733" y="78677"/>
                  </a:lnTo>
                  <a:lnTo>
                    <a:pt x="21090" y="83255"/>
                  </a:lnTo>
                  <a:lnTo>
                    <a:pt x="18593" y="87914"/>
                  </a:lnTo>
                  <a:lnTo>
                    <a:pt x="16245" y="92649"/>
                  </a:lnTo>
                  <a:lnTo>
                    <a:pt x="14048" y="97456"/>
                  </a:lnTo>
                  <a:lnTo>
                    <a:pt x="12004" y="102331"/>
                  </a:lnTo>
                  <a:lnTo>
                    <a:pt x="10115" y="107267"/>
                  </a:lnTo>
                  <a:lnTo>
                    <a:pt x="8383" y="112261"/>
                  </a:lnTo>
                  <a:lnTo>
                    <a:pt x="6809" y="117307"/>
                  </a:lnTo>
                  <a:lnTo>
                    <a:pt x="5396" y="122401"/>
                  </a:lnTo>
                  <a:lnTo>
                    <a:pt x="4145" y="127536"/>
                  </a:lnTo>
                  <a:lnTo>
                    <a:pt x="3057" y="132708"/>
                  </a:lnTo>
                  <a:lnTo>
                    <a:pt x="2133" y="137913"/>
                  </a:lnTo>
                  <a:lnTo>
                    <a:pt x="1374" y="143143"/>
                  </a:lnTo>
                  <a:lnTo>
                    <a:pt x="780" y="148396"/>
                  </a:lnTo>
                  <a:lnTo>
                    <a:pt x="353" y="153664"/>
                  </a:lnTo>
                  <a:lnTo>
                    <a:pt x="93" y="158943"/>
                  </a:lnTo>
                  <a:lnTo>
                    <a:pt x="0" y="164228"/>
                  </a:lnTo>
                  <a:lnTo>
                    <a:pt x="73" y="169513"/>
                  </a:lnTo>
                  <a:lnTo>
                    <a:pt x="314" y="174794"/>
                  </a:lnTo>
                  <a:lnTo>
                    <a:pt x="722" y="180063"/>
                  </a:lnTo>
                  <a:lnTo>
                    <a:pt x="1296" y="185318"/>
                  </a:lnTo>
                  <a:lnTo>
                    <a:pt x="2036" y="190552"/>
                  </a:lnTo>
                  <a:lnTo>
                    <a:pt x="2941" y="195759"/>
                  </a:lnTo>
                  <a:lnTo>
                    <a:pt x="4010" y="200936"/>
                  </a:lnTo>
                  <a:lnTo>
                    <a:pt x="5243" y="206076"/>
                  </a:lnTo>
                  <a:lnTo>
                    <a:pt x="6637" y="211174"/>
                  </a:lnTo>
                  <a:lnTo>
                    <a:pt x="8192" y="216226"/>
                  </a:lnTo>
                  <a:lnTo>
                    <a:pt x="9905" y="221226"/>
                  </a:lnTo>
                  <a:lnTo>
                    <a:pt x="11776" y="226170"/>
                  </a:lnTo>
                  <a:lnTo>
                    <a:pt x="13802" y="231051"/>
                  </a:lnTo>
                  <a:lnTo>
                    <a:pt x="15982" y="235867"/>
                  </a:lnTo>
                  <a:lnTo>
                    <a:pt x="18313" y="240611"/>
                  </a:lnTo>
                  <a:lnTo>
                    <a:pt x="20792" y="245279"/>
                  </a:lnTo>
                  <a:lnTo>
                    <a:pt x="23418" y="249866"/>
                  </a:lnTo>
                  <a:lnTo>
                    <a:pt x="26188" y="254368"/>
                  </a:lnTo>
                  <a:lnTo>
                    <a:pt x="29098" y="258780"/>
                  </a:lnTo>
                  <a:lnTo>
                    <a:pt x="32147" y="263098"/>
                  </a:lnTo>
                  <a:lnTo>
                    <a:pt x="35330" y="267318"/>
                  </a:lnTo>
                  <a:lnTo>
                    <a:pt x="38646" y="271434"/>
                  </a:lnTo>
                  <a:lnTo>
                    <a:pt x="42089" y="275444"/>
                  </a:lnTo>
                  <a:lnTo>
                    <a:pt x="45658" y="279343"/>
                  </a:lnTo>
                  <a:lnTo>
                    <a:pt x="49349" y="283127"/>
                  </a:lnTo>
                  <a:lnTo>
                    <a:pt x="53157" y="286792"/>
                  </a:lnTo>
                  <a:lnTo>
                    <a:pt x="57079" y="290336"/>
                  </a:lnTo>
                  <a:lnTo>
                    <a:pt x="61111" y="293753"/>
                  </a:lnTo>
                  <a:lnTo>
                    <a:pt x="65250" y="297042"/>
                  </a:lnTo>
                  <a:lnTo>
                    <a:pt x="69490" y="300198"/>
                  </a:lnTo>
                  <a:lnTo>
                    <a:pt x="73827" y="303218"/>
                  </a:lnTo>
                  <a:lnTo>
                    <a:pt x="78259" y="306099"/>
                  </a:lnTo>
                  <a:lnTo>
                    <a:pt x="82779" y="308839"/>
                  </a:lnTo>
                  <a:lnTo>
                    <a:pt x="87383" y="311435"/>
                  </a:lnTo>
                  <a:lnTo>
                    <a:pt x="92067" y="313884"/>
                  </a:lnTo>
                  <a:lnTo>
                    <a:pt x="96826" y="316184"/>
                  </a:lnTo>
                  <a:lnTo>
                    <a:pt x="101656" y="318332"/>
                  </a:lnTo>
                  <a:lnTo>
                    <a:pt x="106551" y="320326"/>
                  </a:lnTo>
                  <a:lnTo>
                    <a:pt x="111506" y="322165"/>
                  </a:lnTo>
                  <a:lnTo>
                    <a:pt x="116518" y="323846"/>
                  </a:lnTo>
                  <a:lnTo>
                    <a:pt x="121580" y="325367"/>
                  </a:lnTo>
                  <a:lnTo>
                    <a:pt x="126687" y="326728"/>
                  </a:lnTo>
                  <a:lnTo>
                    <a:pt x="131835" y="327927"/>
                  </a:lnTo>
                  <a:lnTo>
                    <a:pt x="137018" y="328962"/>
                  </a:lnTo>
                  <a:lnTo>
                    <a:pt x="142232" y="329833"/>
                  </a:lnTo>
                  <a:lnTo>
                    <a:pt x="147470" y="330539"/>
                  </a:lnTo>
                  <a:lnTo>
                    <a:pt x="152728" y="331078"/>
                  </a:lnTo>
                  <a:lnTo>
                    <a:pt x="158001" y="331452"/>
                  </a:lnTo>
                  <a:lnTo>
                    <a:pt x="163282" y="331658"/>
                  </a:lnTo>
                  <a:lnTo>
                    <a:pt x="168568" y="331697"/>
                  </a:lnTo>
                  <a:lnTo>
                    <a:pt x="173852" y="331569"/>
                  </a:lnTo>
                  <a:lnTo>
                    <a:pt x="179129" y="331275"/>
                  </a:lnTo>
                  <a:lnTo>
                    <a:pt x="184395" y="330813"/>
                  </a:lnTo>
                  <a:lnTo>
                    <a:pt x="189643" y="330185"/>
                  </a:lnTo>
                  <a:lnTo>
                    <a:pt x="194869" y="329392"/>
                  </a:lnTo>
                  <a:lnTo>
                    <a:pt x="200067" y="328434"/>
                  </a:lnTo>
                  <a:lnTo>
                    <a:pt x="205232" y="327311"/>
                  </a:lnTo>
                  <a:lnTo>
                    <a:pt x="210359" y="326027"/>
                  </a:lnTo>
                  <a:lnTo>
                    <a:pt x="215443" y="324580"/>
                  </a:lnTo>
                  <a:lnTo>
                    <a:pt x="220479" y="322974"/>
                  </a:lnTo>
                  <a:lnTo>
                    <a:pt x="225461" y="321209"/>
                  </a:lnTo>
                  <a:lnTo>
                    <a:pt x="230385" y="319288"/>
                  </a:lnTo>
                  <a:lnTo>
                    <a:pt x="235246" y="317212"/>
                  </a:lnTo>
                  <a:lnTo>
                    <a:pt x="240039" y="314983"/>
                  </a:lnTo>
                  <a:lnTo>
                    <a:pt x="244759" y="312604"/>
                  </a:lnTo>
                  <a:lnTo>
                    <a:pt x="249402" y="310077"/>
                  </a:lnTo>
                  <a:lnTo>
                    <a:pt x="253962" y="307405"/>
                  </a:lnTo>
                  <a:lnTo>
                    <a:pt x="258435" y="304589"/>
                  </a:lnTo>
                  <a:lnTo>
                    <a:pt x="262817" y="301634"/>
                  </a:lnTo>
                  <a:lnTo>
                    <a:pt x="267104" y="298541"/>
                  </a:lnTo>
                  <a:lnTo>
                    <a:pt x="271291" y="295315"/>
                  </a:lnTo>
                  <a:lnTo>
                    <a:pt x="275373" y="291957"/>
                  </a:lnTo>
                  <a:lnTo>
                    <a:pt x="279348" y="288473"/>
                  </a:lnTo>
                  <a:lnTo>
                    <a:pt x="283210" y="284864"/>
                  </a:lnTo>
                  <a:lnTo>
                    <a:pt x="286956" y="281135"/>
                  </a:lnTo>
                  <a:lnTo>
                    <a:pt x="290582" y="277290"/>
                  </a:lnTo>
                  <a:lnTo>
                    <a:pt x="294085" y="273332"/>
                  </a:lnTo>
                  <a:lnTo>
                    <a:pt x="297462" y="269265"/>
                  </a:lnTo>
                  <a:lnTo>
                    <a:pt x="300707" y="265093"/>
                  </a:lnTo>
                  <a:lnTo>
                    <a:pt x="303820" y="260821"/>
                  </a:lnTo>
                  <a:lnTo>
                    <a:pt x="306796" y="256453"/>
                  </a:lnTo>
                  <a:lnTo>
                    <a:pt x="309632" y="251992"/>
                  </a:lnTo>
                  <a:lnTo>
                    <a:pt x="312325" y="247444"/>
                  </a:lnTo>
                  <a:lnTo>
                    <a:pt x="314874" y="242814"/>
                  </a:lnTo>
                  <a:lnTo>
                    <a:pt x="317275" y="238105"/>
                  </a:lnTo>
                  <a:lnTo>
                    <a:pt x="319526" y="233322"/>
                  </a:lnTo>
                  <a:lnTo>
                    <a:pt x="321624" y="228471"/>
                  </a:lnTo>
                  <a:lnTo>
                    <a:pt x="323569" y="223556"/>
                  </a:lnTo>
                  <a:lnTo>
                    <a:pt x="325356" y="218582"/>
                  </a:lnTo>
                  <a:lnTo>
                    <a:pt x="326986" y="213554"/>
                  </a:lnTo>
                  <a:lnTo>
                    <a:pt x="328456" y="208477"/>
                  </a:lnTo>
                  <a:lnTo>
                    <a:pt x="329764" y="203355"/>
                  </a:lnTo>
                  <a:lnTo>
                    <a:pt x="330910" y="198195"/>
                  </a:lnTo>
                  <a:lnTo>
                    <a:pt x="331893" y="193002"/>
                  </a:lnTo>
                  <a:lnTo>
                    <a:pt x="332710" y="187780"/>
                  </a:lnTo>
                  <a:lnTo>
                    <a:pt x="333362" y="182535"/>
                  </a:lnTo>
                  <a:lnTo>
                    <a:pt x="333848" y="177271"/>
                  </a:lnTo>
                  <a:lnTo>
                    <a:pt x="334168" y="171995"/>
                  </a:lnTo>
                  <a:lnTo>
                    <a:pt x="334320" y="166712"/>
                  </a:lnTo>
                  <a:lnTo>
                    <a:pt x="334305" y="161426"/>
                  </a:lnTo>
                  <a:lnTo>
                    <a:pt x="334123" y="156144"/>
                  </a:lnTo>
                  <a:lnTo>
                    <a:pt x="333775" y="150869"/>
                  </a:lnTo>
                  <a:lnTo>
                    <a:pt x="333259" y="145609"/>
                  </a:lnTo>
                  <a:lnTo>
                    <a:pt x="332578" y="140367"/>
                  </a:lnTo>
                  <a:lnTo>
                    <a:pt x="331731" y="135150"/>
                  </a:lnTo>
                  <a:lnTo>
                    <a:pt x="330720" y="129962"/>
                  </a:lnTo>
                  <a:lnTo>
                    <a:pt x="329545" y="124808"/>
                  </a:lnTo>
                  <a:lnTo>
                    <a:pt x="328208" y="119695"/>
                  </a:lnTo>
                  <a:lnTo>
                    <a:pt x="326710" y="114626"/>
                  </a:lnTo>
                  <a:lnTo>
                    <a:pt x="325052" y="109607"/>
                  </a:lnTo>
                  <a:lnTo>
                    <a:pt x="323236" y="104643"/>
                  </a:lnTo>
                  <a:lnTo>
                    <a:pt x="321265" y="99738"/>
                  </a:lnTo>
                  <a:lnTo>
                    <a:pt x="319139" y="94899"/>
                  </a:lnTo>
                  <a:lnTo>
                    <a:pt x="316862" y="90129"/>
                  </a:lnTo>
                  <a:lnTo>
                    <a:pt x="314435" y="85434"/>
                  </a:lnTo>
                  <a:lnTo>
                    <a:pt x="311860" y="80817"/>
                  </a:lnTo>
                  <a:lnTo>
                    <a:pt x="309141" y="76285"/>
                  </a:lnTo>
                  <a:lnTo>
                    <a:pt x="306280" y="71840"/>
                  </a:lnTo>
                  <a:lnTo>
                    <a:pt x="303280" y="67489"/>
                  </a:lnTo>
                  <a:lnTo>
                    <a:pt x="300144" y="63234"/>
                  </a:lnTo>
                  <a:lnTo>
                    <a:pt x="296875" y="59080"/>
                  </a:lnTo>
                  <a:lnTo>
                    <a:pt x="293476" y="55032"/>
                  </a:lnTo>
                  <a:lnTo>
                    <a:pt x="289951" y="51094"/>
                  </a:lnTo>
                  <a:lnTo>
                    <a:pt x="286303" y="47269"/>
                  </a:lnTo>
                  <a:lnTo>
                    <a:pt x="282536" y="43561"/>
                  </a:lnTo>
                  <a:lnTo>
                    <a:pt x="278654" y="39974"/>
                  </a:lnTo>
                  <a:lnTo>
                    <a:pt x="274660" y="36512"/>
                  </a:lnTo>
                  <a:lnTo>
                    <a:pt x="270559" y="33177"/>
                  </a:lnTo>
                  <a:lnTo>
                    <a:pt x="266354" y="29974"/>
                  </a:lnTo>
                  <a:lnTo>
                    <a:pt x="262050" y="26906"/>
                  </a:lnTo>
                  <a:lnTo>
                    <a:pt x="257652" y="23975"/>
                  </a:lnTo>
                  <a:lnTo>
                    <a:pt x="253163" y="21184"/>
                  </a:lnTo>
                  <a:lnTo>
                    <a:pt x="248588" y="18537"/>
                  </a:lnTo>
                  <a:lnTo>
                    <a:pt x="243931" y="16036"/>
                  </a:lnTo>
                  <a:lnTo>
                    <a:pt x="239198" y="13683"/>
                  </a:lnTo>
                  <a:lnTo>
                    <a:pt x="234393" y="11481"/>
                  </a:lnTo>
                  <a:lnTo>
                    <a:pt x="229520" y="9433"/>
                  </a:lnTo>
                  <a:lnTo>
                    <a:pt x="224586" y="7539"/>
                  </a:lnTo>
                  <a:lnTo>
                    <a:pt x="219593" y="5802"/>
                  </a:lnTo>
                  <a:lnTo>
                    <a:pt x="214549" y="4224"/>
                  </a:lnTo>
                  <a:lnTo>
                    <a:pt x="209457" y="2806"/>
                  </a:lnTo>
                  <a:lnTo>
                    <a:pt x="204323" y="1550"/>
                  </a:lnTo>
                  <a:lnTo>
                    <a:pt x="199151" y="457"/>
                  </a:lnTo>
                  <a:lnTo>
                    <a:pt x="167167" y="16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86215" y="5399291"/>
              <a:ext cx="31984" cy="167167"/>
            </a:xfrm>
            <a:custGeom>
              <a:avLst/>
              <a:pathLst>
                <a:path w="31984" h="167167">
                  <a:moveTo>
                    <a:pt x="31984" y="3088"/>
                  </a:moveTo>
                  <a:lnTo>
                    <a:pt x="25644" y="1978"/>
                  </a:lnTo>
                  <a:lnTo>
                    <a:pt x="19266" y="1114"/>
                  </a:lnTo>
                  <a:lnTo>
                    <a:pt x="12860" y="495"/>
                  </a:lnTo>
                  <a:lnTo>
                    <a:pt x="6435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856377" y="5399291"/>
              <a:ext cx="167166" cy="298410"/>
            </a:xfrm>
            <a:custGeom>
              <a:avLst/>
              <a:pathLst>
                <a:path w="167166" h="298410">
                  <a:moveTo>
                    <a:pt x="167166" y="0"/>
                  </a:moveTo>
                  <a:lnTo>
                    <a:pt x="161797" y="86"/>
                  </a:lnTo>
                  <a:lnTo>
                    <a:pt x="156433" y="344"/>
                  </a:lnTo>
                  <a:lnTo>
                    <a:pt x="151080" y="775"/>
                  </a:lnTo>
                  <a:lnTo>
                    <a:pt x="145744" y="1378"/>
                  </a:lnTo>
                  <a:lnTo>
                    <a:pt x="140430" y="2151"/>
                  </a:lnTo>
                  <a:lnTo>
                    <a:pt x="135143" y="3095"/>
                  </a:lnTo>
                  <a:lnTo>
                    <a:pt x="129890" y="4209"/>
                  </a:lnTo>
                  <a:lnTo>
                    <a:pt x="124675" y="5490"/>
                  </a:lnTo>
                  <a:lnTo>
                    <a:pt x="119504" y="6938"/>
                  </a:lnTo>
                  <a:lnTo>
                    <a:pt x="114382" y="8552"/>
                  </a:lnTo>
                  <a:lnTo>
                    <a:pt x="109314" y="10329"/>
                  </a:lnTo>
                  <a:lnTo>
                    <a:pt x="104307" y="12268"/>
                  </a:lnTo>
                  <a:lnTo>
                    <a:pt x="99364" y="14367"/>
                  </a:lnTo>
                  <a:lnTo>
                    <a:pt x="94491" y="16624"/>
                  </a:lnTo>
                  <a:lnTo>
                    <a:pt x="89693" y="19036"/>
                  </a:lnTo>
                  <a:lnTo>
                    <a:pt x="84975" y="21601"/>
                  </a:lnTo>
                  <a:lnTo>
                    <a:pt x="80342" y="24316"/>
                  </a:lnTo>
                  <a:lnTo>
                    <a:pt x="75798" y="27178"/>
                  </a:lnTo>
                  <a:lnTo>
                    <a:pt x="71349" y="30185"/>
                  </a:lnTo>
                  <a:lnTo>
                    <a:pt x="66998" y="33333"/>
                  </a:lnTo>
                  <a:lnTo>
                    <a:pt x="62751" y="36620"/>
                  </a:lnTo>
                  <a:lnTo>
                    <a:pt x="58612" y="40041"/>
                  </a:lnTo>
                  <a:lnTo>
                    <a:pt x="54585" y="43593"/>
                  </a:lnTo>
                  <a:lnTo>
                    <a:pt x="50674" y="47273"/>
                  </a:lnTo>
                  <a:lnTo>
                    <a:pt x="46883" y="51077"/>
                  </a:lnTo>
                  <a:lnTo>
                    <a:pt x="43216" y="55000"/>
                  </a:lnTo>
                  <a:lnTo>
                    <a:pt x="39677" y="59039"/>
                  </a:lnTo>
                  <a:lnTo>
                    <a:pt x="36270" y="63190"/>
                  </a:lnTo>
                  <a:lnTo>
                    <a:pt x="32998" y="67448"/>
                  </a:lnTo>
                  <a:lnTo>
                    <a:pt x="29864" y="71809"/>
                  </a:lnTo>
                  <a:lnTo>
                    <a:pt x="26872" y="76268"/>
                  </a:lnTo>
                  <a:lnTo>
                    <a:pt x="24025" y="80821"/>
                  </a:lnTo>
                  <a:lnTo>
                    <a:pt x="21325" y="85464"/>
                  </a:lnTo>
                  <a:lnTo>
                    <a:pt x="18776" y="90190"/>
                  </a:lnTo>
                  <a:lnTo>
                    <a:pt x="16380" y="94996"/>
                  </a:lnTo>
                  <a:lnTo>
                    <a:pt x="14140" y="99877"/>
                  </a:lnTo>
                  <a:lnTo>
                    <a:pt x="12058" y="104826"/>
                  </a:lnTo>
                  <a:lnTo>
                    <a:pt x="10135" y="109841"/>
                  </a:lnTo>
                  <a:lnTo>
                    <a:pt x="8375" y="114914"/>
                  </a:lnTo>
                  <a:lnTo>
                    <a:pt x="6779" y="120041"/>
                  </a:lnTo>
                  <a:lnTo>
                    <a:pt x="5348" y="125217"/>
                  </a:lnTo>
                  <a:lnTo>
                    <a:pt x="4084" y="130437"/>
                  </a:lnTo>
                  <a:lnTo>
                    <a:pt x="2988" y="135694"/>
                  </a:lnTo>
                  <a:lnTo>
                    <a:pt x="2062" y="140983"/>
                  </a:lnTo>
                  <a:lnTo>
                    <a:pt x="1306" y="146300"/>
                  </a:lnTo>
                  <a:lnTo>
                    <a:pt x="721" y="151638"/>
                  </a:lnTo>
                  <a:lnTo>
                    <a:pt x="308" y="156992"/>
                  </a:lnTo>
                  <a:lnTo>
                    <a:pt x="68" y="162357"/>
                  </a:lnTo>
                  <a:lnTo>
                    <a:pt x="0" y="167727"/>
                  </a:lnTo>
                  <a:lnTo>
                    <a:pt x="104" y="173096"/>
                  </a:lnTo>
                  <a:lnTo>
                    <a:pt x="380" y="178459"/>
                  </a:lnTo>
                  <a:lnTo>
                    <a:pt x="829" y="183810"/>
                  </a:lnTo>
                  <a:lnTo>
                    <a:pt x="1450" y="189144"/>
                  </a:lnTo>
                  <a:lnTo>
                    <a:pt x="2241" y="194456"/>
                  </a:lnTo>
                  <a:lnTo>
                    <a:pt x="3203" y="199739"/>
                  </a:lnTo>
                  <a:lnTo>
                    <a:pt x="4333" y="204989"/>
                  </a:lnTo>
                  <a:lnTo>
                    <a:pt x="5632" y="210199"/>
                  </a:lnTo>
                  <a:lnTo>
                    <a:pt x="7098" y="215365"/>
                  </a:lnTo>
                  <a:lnTo>
                    <a:pt x="8728" y="220482"/>
                  </a:lnTo>
                  <a:lnTo>
                    <a:pt x="10523" y="225543"/>
                  </a:lnTo>
                  <a:lnTo>
                    <a:pt x="12479" y="230545"/>
                  </a:lnTo>
                  <a:lnTo>
                    <a:pt x="14594" y="235481"/>
                  </a:lnTo>
                  <a:lnTo>
                    <a:pt x="16867" y="240346"/>
                  </a:lnTo>
                  <a:lnTo>
                    <a:pt x="19295" y="245136"/>
                  </a:lnTo>
                  <a:lnTo>
                    <a:pt x="21876" y="249845"/>
                  </a:lnTo>
                  <a:lnTo>
                    <a:pt x="24606" y="254469"/>
                  </a:lnTo>
                  <a:lnTo>
                    <a:pt x="27484" y="259003"/>
                  </a:lnTo>
                  <a:lnTo>
                    <a:pt x="30506" y="263442"/>
                  </a:lnTo>
                  <a:lnTo>
                    <a:pt x="33669" y="267782"/>
                  </a:lnTo>
                  <a:lnTo>
                    <a:pt x="36969" y="272018"/>
                  </a:lnTo>
                  <a:lnTo>
                    <a:pt x="40404" y="276146"/>
                  </a:lnTo>
                  <a:lnTo>
                    <a:pt x="43970" y="280161"/>
                  </a:lnTo>
                  <a:lnTo>
                    <a:pt x="47663" y="284060"/>
                  </a:lnTo>
                  <a:lnTo>
                    <a:pt x="51479" y="287838"/>
                  </a:lnTo>
                  <a:lnTo>
                    <a:pt x="55415" y="291492"/>
                  </a:lnTo>
                  <a:lnTo>
                    <a:pt x="59466" y="295017"/>
                  </a:lnTo>
                  <a:lnTo>
                    <a:pt x="63628" y="29841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0006" y="5566459"/>
              <a:ext cx="103538" cy="131243"/>
            </a:xfrm>
            <a:custGeom>
              <a:avLst/>
              <a:pathLst>
                <a:path w="103538" h="131243">
                  <a:moveTo>
                    <a:pt x="0" y="131243"/>
                  </a:moveTo>
                  <a:lnTo>
                    <a:pt x="10353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20006" y="5566459"/>
              <a:ext cx="157894" cy="167167"/>
            </a:xfrm>
            <a:custGeom>
              <a:avLst/>
              <a:pathLst>
                <a:path w="157894" h="167167">
                  <a:moveTo>
                    <a:pt x="0" y="131243"/>
                  </a:moveTo>
                  <a:lnTo>
                    <a:pt x="4427" y="134618"/>
                  </a:lnTo>
                  <a:lnTo>
                    <a:pt x="8964" y="137843"/>
                  </a:lnTo>
                  <a:lnTo>
                    <a:pt x="13607" y="140916"/>
                  </a:lnTo>
                  <a:lnTo>
                    <a:pt x="18349" y="143832"/>
                  </a:lnTo>
                  <a:lnTo>
                    <a:pt x="23185" y="146589"/>
                  </a:lnTo>
                  <a:lnTo>
                    <a:pt x="28111" y="149183"/>
                  </a:lnTo>
                  <a:lnTo>
                    <a:pt x="33120" y="151612"/>
                  </a:lnTo>
                  <a:lnTo>
                    <a:pt x="38208" y="153873"/>
                  </a:lnTo>
                  <a:lnTo>
                    <a:pt x="43368" y="155963"/>
                  </a:lnTo>
                  <a:lnTo>
                    <a:pt x="48594" y="157880"/>
                  </a:lnTo>
                  <a:lnTo>
                    <a:pt x="53882" y="159622"/>
                  </a:lnTo>
                  <a:lnTo>
                    <a:pt x="59224" y="161187"/>
                  </a:lnTo>
                  <a:lnTo>
                    <a:pt x="64616" y="162573"/>
                  </a:lnTo>
                  <a:lnTo>
                    <a:pt x="70051" y="163779"/>
                  </a:lnTo>
                  <a:lnTo>
                    <a:pt x="75523" y="164803"/>
                  </a:lnTo>
                  <a:lnTo>
                    <a:pt x="81026" y="165644"/>
                  </a:lnTo>
                  <a:lnTo>
                    <a:pt x="86554" y="166302"/>
                  </a:lnTo>
                  <a:lnTo>
                    <a:pt x="92101" y="166775"/>
                  </a:lnTo>
                  <a:lnTo>
                    <a:pt x="97661" y="167064"/>
                  </a:lnTo>
                  <a:lnTo>
                    <a:pt x="103227" y="167167"/>
                  </a:lnTo>
                  <a:lnTo>
                    <a:pt x="108794" y="167084"/>
                  </a:lnTo>
                  <a:lnTo>
                    <a:pt x="114354" y="166817"/>
                  </a:lnTo>
                  <a:lnTo>
                    <a:pt x="119903" y="166364"/>
                  </a:lnTo>
                  <a:lnTo>
                    <a:pt x="125433" y="165727"/>
                  </a:lnTo>
                  <a:lnTo>
                    <a:pt x="130940" y="164906"/>
                  </a:lnTo>
                  <a:lnTo>
                    <a:pt x="136415" y="163902"/>
                  </a:lnTo>
                  <a:lnTo>
                    <a:pt x="141855" y="162716"/>
                  </a:lnTo>
                  <a:lnTo>
                    <a:pt x="147252" y="161350"/>
                  </a:lnTo>
                  <a:lnTo>
                    <a:pt x="152600" y="159805"/>
                  </a:lnTo>
                  <a:lnTo>
                    <a:pt x="157894" y="158083"/>
                  </a:lnTo>
                  <a:lnTo>
                    <a:pt x="10353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023544" y="5399291"/>
              <a:ext cx="167164" cy="325250"/>
            </a:xfrm>
            <a:custGeom>
              <a:avLst/>
              <a:pathLst>
                <a:path w="167164" h="325250">
                  <a:moveTo>
                    <a:pt x="54356" y="325250"/>
                  </a:moveTo>
                  <a:lnTo>
                    <a:pt x="59376" y="323434"/>
                  </a:lnTo>
                  <a:lnTo>
                    <a:pt x="64335" y="321458"/>
                  </a:lnTo>
                  <a:lnTo>
                    <a:pt x="69229" y="319325"/>
                  </a:lnTo>
                  <a:lnTo>
                    <a:pt x="74053" y="317037"/>
                  </a:lnTo>
                  <a:lnTo>
                    <a:pt x="78800" y="314596"/>
                  </a:lnTo>
                  <a:lnTo>
                    <a:pt x="83468" y="312005"/>
                  </a:lnTo>
                  <a:lnTo>
                    <a:pt x="88050" y="309266"/>
                  </a:lnTo>
                  <a:lnTo>
                    <a:pt x="92543" y="306382"/>
                  </a:lnTo>
                  <a:lnTo>
                    <a:pt x="96941" y="303356"/>
                  </a:lnTo>
                  <a:lnTo>
                    <a:pt x="101240" y="300191"/>
                  </a:lnTo>
                  <a:lnTo>
                    <a:pt x="105436" y="296890"/>
                  </a:lnTo>
                  <a:lnTo>
                    <a:pt x="109524" y="293457"/>
                  </a:lnTo>
                  <a:lnTo>
                    <a:pt x="113501" y="289896"/>
                  </a:lnTo>
                  <a:lnTo>
                    <a:pt x="117362" y="286209"/>
                  </a:lnTo>
                  <a:lnTo>
                    <a:pt x="121103" y="282401"/>
                  </a:lnTo>
                  <a:lnTo>
                    <a:pt x="124721" y="278475"/>
                  </a:lnTo>
                  <a:lnTo>
                    <a:pt x="128212" y="274436"/>
                  </a:lnTo>
                  <a:lnTo>
                    <a:pt x="131571" y="270287"/>
                  </a:lnTo>
                  <a:lnTo>
                    <a:pt x="134797" y="266033"/>
                  </a:lnTo>
                  <a:lnTo>
                    <a:pt x="137885" y="261679"/>
                  </a:lnTo>
                  <a:lnTo>
                    <a:pt x="140833" y="257228"/>
                  </a:lnTo>
                  <a:lnTo>
                    <a:pt x="143637" y="252685"/>
                  </a:lnTo>
                  <a:lnTo>
                    <a:pt x="146294" y="248055"/>
                  </a:lnTo>
                  <a:lnTo>
                    <a:pt x="148802" y="243342"/>
                  </a:lnTo>
                  <a:lnTo>
                    <a:pt x="151159" y="238552"/>
                  </a:lnTo>
                  <a:lnTo>
                    <a:pt x="153361" y="233689"/>
                  </a:lnTo>
                  <a:lnTo>
                    <a:pt x="155407" y="228758"/>
                  </a:lnTo>
                  <a:lnTo>
                    <a:pt x="157294" y="223764"/>
                  </a:lnTo>
                  <a:lnTo>
                    <a:pt x="159021" y="218713"/>
                  </a:lnTo>
                  <a:lnTo>
                    <a:pt x="160586" y="213609"/>
                  </a:lnTo>
                  <a:lnTo>
                    <a:pt x="161987" y="208457"/>
                  </a:lnTo>
                  <a:lnTo>
                    <a:pt x="163223" y="203264"/>
                  </a:lnTo>
                  <a:lnTo>
                    <a:pt x="164293" y="198033"/>
                  </a:lnTo>
                  <a:lnTo>
                    <a:pt x="165194" y="192772"/>
                  </a:lnTo>
                  <a:lnTo>
                    <a:pt x="165928" y="187484"/>
                  </a:lnTo>
                  <a:lnTo>
                    <a:pt x="166492" y="182175"/>
                  </a:lnTo>
                  <a:lnTo>
                    <a:pt x="166886" y="176851"/>
                  </a:lnTo>
                  <a:lnTo>
                    <a:pt x="167110" y="171517"/>
                  </a:lnTo>
                  <a:lnTo>
                    <a:pt x="167164" y="166179"/>
                  </a:lnTo>
                  <a:lnTo>
                    <a:pt x="167047" y="160842"/>
                  </a:lnTo>
                  <a:lnTo>
                    <a:pt x="166760" y="155511"/>
                  </a:lnTo>
                  <a:lnTo>
                    <a:pt x="166303" y="150192"/>
                  </a:lnTo>
                  <a:lnTo>
                    <a:pt x="165676" y="144891"/>
                  </a:lnTo>
                  <a:lnTo>
                    <a:pt x="164880" y="139612"/>
                  </a:lnTo>
                  <a:lnTo>
                    <a:pt x="163916" y="134361"/>
                  </a:lnTo>
                  <a:lnTo>
                    <a:pt x="162785" y="129144"/>
                  </a:lnTo>
                  <a:lnTo>
                    <a:pt x="161488" y="123965"/>
                  </a:lnTo>
                  <a:lnTo>
                    <a:pt x="160026" y="118831"/>
                  </a:lnTo>
                  <a:lnTo>
                    <a:pt x="158401" y="113746"/>
                  </a:lnTo>
                  <a:lnTo>
                    <a:pt x="156615" y="108715"/>
                  </a:lnTo>
                  <a:lnTo>
                    <a:pt x="154668" y="103744"/>
                  </a:lnTo>
                  <a:lnTo>
                    <a:pt x="152564" y="98837"/>
                  </a:lnTo>
                  <a:lnTo>
                    <a:pt x="150305" y="94001"/>
                  </a:lnTo>
                  <a:lnTo>
                    <a:pt x="147892" y="89239"/>
                  </a:lnTo>
                  <a:lnTo>
                    <a:pt x="145328" y="84556"/>
                  </a:lnTo>
                  <a:lnTo>
                    <a:pt x="142616" y="79958"/>
                  </a:lnTo>
                  <a:lnTo>
                    <a:pt x="139759" y="75448"/>
                  </a:lnTo>
                  <a:lnTo>
                    <a:pt x="136759" y="71032"/>
                  </a:lnTo>
                  <a:lnTo>
                    <a:pt x="133619" y="66714"/>
                  </a:lnTo>
                  <a:lnTo>
                    <a:pt x="130344" y="62499"/>
                  </a:lnTo>
                  <a:lnTo>
                    <a:pt x="126935" y="58390"/>
                  </a:lnTo>
                  <a:lnTo>
                    <a:pt x="123397" y="54393"/>
                  </a:lnTo>
                  <a:lnTo>
                    <a:pt x="119733" y="50510"/>
                  </a:lnTo>
                  <a:lnTo>
                    <a:pt x="115947" y="46746"/>
                  </a:lnTo>
                  <a:lnTo>
                    <a:pt x="112043" y="43105"/>
                  </a:lnTo>
                  <a:lnTo>
                    <a:pt x="108024" y="39591"/>
                  </a:lnTo>
                  <a:lnTo>
                    <a:pt x="103895" y="36207"/>
                  </a:lnTo>
                  <a:lnTo>
                    <a:pt x="99661" y="32956"/>
                  </a:lnTo>
                  <a:lnTo>
                    <a:pt x="95324" y="29842"/>
                  </a:lnTo>
                  <a:lnTo>
                    <a:pt x="90891" y="26868"/>
                  </a:lnTo>
                  <a:lnTo>
                    <a:pt x="86365" y="24038"/>
                  </a:lnTo>
                  <a:lnTo>
                    <a:pt x="81750" y="21353"/>
                  </a:lnTo>
                  <a:lnTo>
                    <a:pt x="77053" y="18817"/>
                  </a:lnTo>
                  <a:lnTo>
                    <a:pt x="72276" y="16432"/>
                  </a:lnTo>
                  <a:lnTo>
                    <a:pt x="67426" y="14201"/>
                  </a:lnTo>
                  <a:lnTo>
                    <a:pt x="62508" y="12126"/>
                  </a:lnTo>
                  <a:lnTo>
                    <a:pt x="57525" y="10209"/>
                  </a:lnTo>
                  <a:lnTo>
                    <a:pt x="52484" y="8452"/>
                  </a:lnTo>
                  <a:lnTo>
                    <a:pt x="47389" y="6857"/>
                  </a:lnTo>
                  <a:lnTo>
                    <a:pt x="42246" y="5426"/>
                  </a:lnTo>
                  <a:lnTo>
                    <a:pt x="37060" y="4159"/>
                  </a:lnTo>
                  <a:lnTo>
                    <a:pt x="31836" y="3059"/>
                  </a:lnTo>
                  <a:lnTo>
                    <a:pt x="26580" y="2126"/>
                  </a:lnTo>
                  <a:lnTo>
                    <a:pt x="21296" y="1362"/>
                  </a:lnTo>
                  <a:lnTo>
                    <a:pt x="15991" y="766"/>
                  </a:lnTo>
                  <a:lnTo>
                    <a:pt x="10670" y="340"/>
                  </a:lnTo>
                  <a:lnTo>
                    <a:pt x="533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33183" y="5269756"/>
              <a:ext cx="112074" cy="167167"/>
            </a:xfrm>
            <a:custGeom>
              <a:avLst/>
              <a:pathLst>
                <a:path w="112074" h="167167">
                  <a:moveTo>
                    <a:pt x="112074" y="0"/>
                  </a:moveTo>
                  <a:lnTo>
                    <a:pt x="106492" y="93"/>
                  </a:lnTo>
                  <a:lnTo>
                    <a:pt x="100916" y="372"/>
                  </a:lnTo>
                  <a:lnTo>
                    <a:pt x="95352" y="838"/>
                  </a:lnTo>
                  <a:lnTo>
                    <a:pt x="89807" y="1489"/>
                  </a:lnTo>
                  <a:lnTo>
                    <a:pt x="84287" y="2325"/>
                  </a:lnTo>
                  <a:lnTo>
                    <a:pt x="78798" y="3345"/>
                  </a:lnTo>
                  <a:lnTo>
                    <a:pt x="73346" y="4548"/>
                  </a:lnTo>
                  <a:lnTo>
                    <a:pt x="67937" y="5931"/>
                  </a:lnTo>
                  <a:lnTo>
                    <a:pt x="62577" y="7495"/>
                  </a:lnTo>
                  <a:lnTo>
                    <a:pt x="57273" y="9237"/>
                  </a:lnTo>
                  <a:lnTo>
                    <a:pt x="52030" y="11155"/>
                  </a:lnTo>
                  <a:lnTo>
                    <a:pt x="46853" y="13247"/>
                  </a:lnTo>
                  <a:lnTo>
                    <a:pt x="41750" y="15511"/>
                  </a:lnTo>
                  <a:lnTo>
                    <a:pt x="36725" y="17944"/>
                  </a:lnTo>
                  <a:lnTo>
                    <a:pt x="31784" y="20544"/>
                  </a:lnTo>
                  <a:lnTo>
                    <a:pt x="26932" y="23306"/>
                  </a:lnTo>
                  <a:lnTo>
                    <a:pt x="22176" y="26230"/>
                  </a:lnTo>
                  <a:lnTo>
                    <a:pt x="17520" y="29310"/>
                  </a:lnTo>
                  <a:lnTo>
                    <a:pt x="12969" y="32545"/>
                  </a:lnTo>
                  <a:lnTo>
                    <a:pt x="8529" y="35929"/>
                  </a:lnTo>
                  <a:lnTo>
                    <a:pt x="4204" y="39460"/>
                  </a:lnTo>
                  <a:lnTo>
                    <a:pt x="0" y="43134"/>
                  </a:lnTo>
                  <a:lnTo>
                    <a:pt x="1120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33183" y="5312890"/>
              <a:ext cx="112074" cy="124033"/>
            </a:xfrm>
            <a:custGeom>
              <a:avLst/>
              <a:pathLst>
                <a:path w="112074" h="124033">
                  <a:moveTo>
                    <a:pt x="0" y="0"/>
                  </a:moveTo>
                  <a:lnTo>
                    <a:pt x="112074" y="124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33183" y="5312890"/>
              <a:ext cx="112074" cy="124033"/>
            </a:xfrm>
            <a:custGeom>
              <a:avLst/>
              <a:pathLst>
                <a:path w="112074" h="124033">
                  <a:moveTo>
                    <a:pt x="0" y="0"/>
                  </a:moveTo>
                  <a:lnTo>
                    <a:pt x="112074" y="1240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33183" y="5312890"/>
              <a:ext cx="112074" cy="124033"/>
            </a:xfrm>
            <a:custGeom>
              <a:avLst/>
              <a:pathLst>
                <a:path w="112074" h="124033">
                  <a:moveTo>
                    <a:pt x="0" y="0"/>
                  </a:moveTo>
                  <a:lnTo>
                    <a:pt x="112074" y="1240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33183" y="5312890"/>
              <a:ext cx="112074" cy="124033"/>
            </a:xfrm>
            <a:custGeom>
              <a:avLst/>
              <a:pathLst>
                <a:path w="112074" h="124033">
                  <a:moveTo>
                    <a:pt x="0" y="0"/>
                  </a:moveTo>
                  <a:lnTo>
                    <a:pt x="112074" y="1240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8495" y="5312890"/>
              <a:ext cx="146763" cy="124033"/>
            </a:xfrm>
            <a:custGeom>
              <a:avLst/>
              <a:pathLst>
                <a:path w="146763" h="124033">
                  <a:moveTo>
                    <a:pt x="34688" y="0"/>
                  </a:moveTo>
                  <a:lnTo>
                    <a:pt x="30127" y="4279"/>
                  </a:lnTo>
                  <a:lnTo>
                    <a:pt x="25729" y="8726"/>
                  </a:lnTo>
                  <a:lnTo>
                    <a:pt x="21500" y="13334"/>
                  </a:lnTo>
                  <a:lnTo>
                    <a:pt x="17447" y="18098"/>
                  </a:lnTo>
                  <a:lnTo>
                    <a:pt x="13574" y="23009"/>
                  </a:lnTo>
                  <a:lnTo>
                    <a:pt x="9888" y="28062"/>
                  </a:lnTo>
                  <a:lnTo>
                    <a:pt x="6394" y="33250"/>
                  </a:lnTo>
                  <a:lnTo>
                    <a:pt x="3096" y="38564"/>
                  </a:lnTo>
                  <a:lnTo>
                    <a:pt x="0" y="43998"/>
                  </a:lnTo>
                  <a:lnTo>
                    <a:pt x="146763" y="124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78098" y="5269756"/>
              <a:ext cx="334312" cy="334333"/>
            </a:xfrm>
            <a:custGeom>
              <a:avLst/>
              <a:pathLst>
                <a:path w="334312" h="334333">
                  <a:moveTo>
                    <a:pt x="20397" y="87133"/>
                  </a:moveTo>
                  <a:lnTo>
                    <a:pt x="17928" y="91836"/>
                  </a:lnTo>
                  <a:lnTo>
                    <a:pt x="15610" y="96616"/>
                  </a:lnTo>
                  <a:lnTo>
                    <a:pt x="13445" y="101467"/>
                  </a:lnTo>
                  <a:lnTo>
                    <a:pt x="11435" y="106384"/>
                  </a:lnTo>
                  <a:lnTo>
                    <a:pt x="9582" y="111362"/>
                  </a:lnTo>
                  <a:lnTo>
                    <a:pt x="7888" y="116397"/>
                  </a:lnTo>
                  <a:lnTo>
                    <a:pt x="6356" y="121483"/>
                  </a:lnTo>
                  <a:lnTo>
                    <a:pt x="4985" y="126616"/>
                  </a:lnTo>
                  <a:lnTo>
                    <a:pt x="3779" y="131789"/>
                  </a:lnTo>
                  <a:lnTo>
                    <a:pt x="2737" y="136998"/>
                  </a:lnTo>
                  <a:lnTo>
                    <a:pt x="1862" y="142237"/>
                  </a:lnTo>
                  <a:lnTo>
                    <a:pt x="1153" y="147502"/>
                  </a:lnTo>
                  <a:lnTo>
                    <a:pt x="612" y="152786"/>
                  </a:lnTo>
                  <a:lnTo>
                    <a:pt x="239" y="158085"/>
                  </a:lnTo>
                  <a:lnTo>
                    <a:pt x="35" y="163393"/>
                  </a:lnTo>
                  <a:lnTo>
                    <a:pt x="0" y="168705"/>
                  </a:lnTo>
                  <a:lnTo>
                    <a:pt x="133" y="174016"/>
                  </a:lnTo>
                  <a:lnTo>
                    <a:pt x="435" y="179319"/>
                  </a:lnTo>
                  <a:lnTo>
                    <a:pt x="905" y="184610"/>
                  </a:lnTo>
                  <a:lnTo>
                    <a:pt x="1543" y="189884"/>
                  </a:lnTo>
                  <a:lnTo>
                    <a:pt x="2349" y="195135"/>
                  </a:lnTo>
                  <a:lnTo>
                    <a:pt x="3320" y="200357"/>
                  </a:lnTo>
                  <a:lnTo>
                    <a:pt x="4458" y="205546"/>
                  </a:lnTo>
                  <a:lnTo>
                    <a:pt x="5759" y="210696"/>
                  </a:lnTo>
                  <a:lnTo>
                    <a:pt x="7224" y="215802"/>
                  </a:lnTo>
                  <a:lnTo>
                    <a:pt x="8850" y="220859"/>
                  </a:lnTo>
                  <a:lnTo>
                    <a:pt x="10636" y="225862"/>
                  </a:lnTo>
                  <a:lnTo>
                    <a:pt x="12580" y="230806"/>
                  </a:lnTo>
                  <a:lnTo>
                    <a:pt x="14680" y="235685"/>
                  </a:lnTo>
                  <a:lnTo>
                    <a:pt x="16934" y="240495"/>
                  </a:lnTo>
                  <a:lnTo>
                    <a:pt x="19339" y="245231"/>
                  </a:lnTo>
                  <a:lnTo>
                    <a:pt x="21894" y="249889"/>
                  </a:lnTo>
                  <a:lnTo>
                    <a:pt x="24596" y="254462"/>
                  </a:lnTo>
                  <a:lnTo>
                    <a:pt x="27442" y="258948"/>
                  </a:lnTo>
                  <a:lnTo>
                    <a:pt x="30428" y="263341"/>
                  </a:lnTo>
                  <a:lnTo>
                    <a:pt x="33553" y="267637"/>
                  </a:lnTo>
                  <a:lnTo>
                    <a:pt x="36813" y="271831"/>
                  </a:lnTo>
                  <a:lnTo>
                    <a:pt x="40204" y="275920"/>
                  </a:lnTo>
                  <a:lnTo>
                    <a:pt x="43724" y="279899"/>
                  </a:lnTo>
                  <a:lnTo>
                    <a:pt x="47368" y="283764"/>
                  </a:lnTo>
                  <a:lnTo>
                    <a:pt x="51133" y="287511"/>
                  </a:lnTo>
                  <a:lnTo>
                    <a:pt x="55015" y="291137"/>
                  </a:lnTo>
                  <a:lnTo>
                    <a:pt x="59011" y="294637"/>
                  </a:lnTo>
                  <a:lnTo>
                    <a:pt x="63115" y="298009"/>
                  </a:lnTo>
                  <a:lnTo>
                    <a:pt x="67325" y="301249"/>
                  </a:lnTo>
                  <a:lnTo>
                    <a:pt x="71636" y="304353"/>
                  </a:lnTo>
                  <a:lnTo>
                    <a:pt x="76043" y="307319"/>
                  </a:lnTo>
                  <a:lnTo>
                    <a:pt x="80542" y="310143"/>
                  </a:lnTo>
                  <a:lnTo>
                    <a:pt x="85128" y="312823"/>
                  </a:lnTo>
                  <a:lnTo>
                    <a:pt x="89798" y="315356"/>
                  </a:lnTo>
                  <a:lnTo>
                    <a:pt x="94545" y="317739"/>
                  </a:lnTo>
                  <a:lnTo>
                    <a:pt x="99366" y="319970"/>
                  </a:lnTo>
                  <a:lnTo>
                    <a:pt x="104255" y="322047"/>
                  </a:lnTo>
                  <a:lnTo>
                    <a:pt x="109208" y="323968"/>
                  </a:lnTo>
                  <a:lnTo>
                    <a:pt x="114219" y="325730"/>
                  </a:lnTo>
                  <a:lnTo>
                    <a:pt x="119284" y="327332"/>
                  </a:lnTo>
                  <a:lnTo>
                    <a:pt x="124397" y="328772"/>
                  </a:lnTo>
                  <a:lnTo>
                    <a:pt x="129553" y="330049"/>
                  </a:lnTo>
                  <a:lnTo>
                    <a:pt x="134747" y="331162"/>
                  </a:lnTo>
                  <a:lnTo>
                    <a:pt x="139974" y="332109"/>
                  </a:lnTo>
                  <a:lnTo>
                    <a:pt x="145229" y="332890"/>
                  </a:lnTo>
                  <a:lnTo>
                    <a:pt x="150505" y="333503"/>
                  </a:lnTo>
                  <a:lnTo>
                    <a:pt x="155799" y="333948"/>
                  </a:lnTo>
                  <a:lnTo>
                    <a:pt x="161104" y="334225"/>
                  </a:lnTo>
                  <a:lnTo>
                    <a:pt x="166415" y="334333"/>
                  </a:lnTo>
                  <a:lnTo>
                    <a:pt x="171726" y="334272"/>
                  </a:lnTo>
                  <a:lnTo>
                    <a:pt x="177034" y="334043"/>
                  </a:lnTo>
                  <a:lnTo>
                    <a:pt x="182331" y="333645"/>
                  </a:lnTo>
                  <a:lnTo>
                    <a:pt x="187612" y="333078"/>
                  </a:lnTo>
                  <a:lnTo>
                    <a:pt x="192874" y="332345"/>
                  </a:lnTo>
                  <a:lnTo>
                    <a:pt x="198109" y="331444"/>
                  </a:lnTo>
                  <a:lnTo>
                    <a:pt x="203313" y="330378"/>
                  </a:lnTo>
                  <a:lnTo>
                    <a:pt x="208480" y="329147"/>
                  </a:lnTo>
                  <a:lnTo>
                    <a:pt x="213606" y="327752"/>
                  </a:lnTo>
                  <a:lnTo>
                    <a:pt x="218685" y="326196"/>
                  </a:lnTo>
                  <a:lnTo>
                    <a:pt x="223712" y="324478"/>
                  </a:lnTo>
                  <a:lnTo>
                    <a:pt x="228681" y="322602"/>
                  </a:lnTo>
                  <a:lnTo>
                    <a:pt x="233589" y="320569"/>
                  </a:lnTo>
                  <a:lnTo>
                    <a:pt x="238429" y="318381"/>
                  </a:lnTo>
                  <a:lnTo>
                    <a:pt x="243198" y="316040"/>
                  </a:lnTo>
                  <a:lnTo>
                    <a:pt x="247890" y="313549"/>
                  </a:lnTo>
                  <a:lnTo>
                    <a:pt x="252500" y="310910"/>
                  </a:lnTo>
                  <a:lnTo>
                    <a:pt x="257024" y="308126"/>
                  </a:lnTo>
                  <a:lnTo>
                    <a:pt x="261457" y="305199"/>
                  </a:lnTo>
                  <a:lnTo>
                    <a:pt x="265795" y="302134"/>
                  </a:lnTo>
                  <a:lnTo>
                    <a:pt x="270034" y="298932"/>
                  </a:lnTo>
                  <a:lnTo>
                    <a:pt x="274168" y="295596"/>
                  </a:lnTo>
                  <a:lnTo>
                    <a:pt x="278195" y="292132"/>
                  </a:lnTo>
                  <a:lnTo>
                    <a:pt x="282109" y="288541"/>
                  </a:lnTo>
                  <a:lnTo>
                    <a:pt x="285908" y="284827"/>
                  </a:lnTo>
                  <a:lnTo>
                    <a:pt x="289586" y="280995"/>
                  </a:lnTo>
                  <a:lnTo>
                    <a:pt x="293141" y="277047"/>
                  </a:lnTo>
                  <a:lnTo>
                    <a:pt x="296569" y="272989"/>
                  </a:lnTo>
                  <a:lnTo>
                    <a:pt x="299866" y="268824"/>
                  </a:lnTo>
                  <a:lnTo>
                    <a:pt x="303029" y="264556"/>
                  </a:lnTo>
                  <a:lnTo>
                    <a:pt x="306054" y="260190"/>
                  </a:lnTo>
                  <a:lnTo>
                    <a:pt x="308940" y="255730"/>
                  </a:lnTo>
                  <a:lnTo>
                    <a:pt x="311682" y="251181"/>
                  </a:lnTo>
                  <a:lnTo>
                    <a:pt x="314278" y="246546"/>
                  </a:lnTo>
                  <a:lnTo>
                    <a:pt x="316726" y="241832"/>
                  </a:lnTo>
                  <a:lnTo>
                    <a:pt x="319023" y="237042"/>
                  </a:lnTo>
                  <a:lnTo>
                    <a:pt x="321167" y="232181"/>
                  </a:lnTo>
                  <a:lnTo>
                    <a:pt x="323155" y="227255"/>
                  </a:lnTo>
                  <a:lnTo>
                    <a:pt x="324985" y="222269"/>
                  </a:lnTo>
                  <a:lnTo>
                    <a:pt x="326656" y="217226"/>
                  </a:lnTo>
                  <a:lnTo>
                    <a:pt x="328166" y="212133"/>
                  </a:lnTo>
                  <a:lnTo>
                    <a:pt x="329513" y="206995"/>
                  </a:lnTo>
                  <a:lnTo>
                    <a:pt x="330697" y="201816"/>
                  </a:lnTo>
                  <a:lnTo>
                    <a:pt x="331715" y="196603"/>
                  </a:lnTo>
                  <a:lnTo>
                    <a:pt x="332567" y="191360"/>
                  </a:lnTo>
                  <a:lnTo>
                    <a:pt x="333253" y="186092"/>
                  </a:lnTo>
                  <a:lnTo>
                    <a:pt x="333770" y="180805"/>
                  </a:lnTo>
                  <a:lnTo>
                    <a:pt x="334119" y="175505"/>
                  </a:lnTo>
                  <a:lnTo>
                    <a:pt x="334300" y="170196"/>
                  </a:lnTo>
                  <a:lnTo>
                    <a:pt x="334312" y="164883"/>
                  </a:lnTo>
                  <a:lnTo>
                    <a:pt x="334155" y="159574"/>
                  </a:lnTo>
                  <a:lnTo>
                    <a:pt x="333829" y="154272"/>
                  </a:lnTo>
                  <a:lnTo>
                    <a:pt x="333335" y="148983"/>
                  </a:lnTo>
                  <a:lnTo>
                    <a:pt x="332674" y="143712"/>
                  </a:lnTo>
                  <a:lnTo>
                    <a:pt x="331845" y="138465"/>
                  </a:lnTo>
                  <a:lnTo>
                    <a:pt x="330850" y="133247"/>
                  </a:lnTo>
                  <a:lnTo>
                    <a:pt x="329689" y="128063"/>
                  </a:lnTo>
                  <a:lnTo>
                    <a:pt x="328365" y="122919"/>
                  </a:lnTo>
                  <a:lnTo>
                    <a:pt x="326878" y="117819"/>
                  </a:lnTo>
                  <a:lnTo>
                    <a:pt x="325229" y="112769"/>
                  </a:lnTo>
                  <a:lnTo>
                    <a:pt x="323421" y="107774"/>
                  </a:lnTo>
                  <a:lnTo>
                    <a:pt x="321455" y="102840"/>
                  </a:lnTo>
                  <a:lnTo>
                    <a:pt x="319333" y="97970"/>
                  </a:lnTo>
                  <a:lnTo>
                    <a:pt x="317058" y="93170"/>
                  </a:lnTo>
                  <a:lnTo>
                    <a:pt x="314631" y="88444"/>
                  </a:lnTo>
                  <a:lnTo>
                    <a:pt x="312055" y="83798"/>
                  </a:lnTo>
                  <a:lnTo>
                    <a:pt x="309333" y="79237"/>
                  </a:lnTo>
                  <a:lnTo>
                    <a:pt x="306468" y="74764"/>
                  </a:lnTo>
                  <a:lnTo>
                    <a:pt x="303461" y="70384"/>
                  </a:lnTo>
                  <a:lnTo>
                    <a:pt x="300317" y="66103"/>
                  </a:lnTo>
                  <a:lnTo>
                    <a:pt x="297039" y="61923"/>
                  </a:lnTo>
                  <a:lnTo>
                    <a:pt x="293630" y="57849"/>
                  </a:lnTo>
                  <a:lnTo>
                    <a:pt x="290092" y="53886"/>
                  </a:lnTo>
                  <a:lnTo>
                    <a:pt x="286431" y="50037"/>
                  </a:lnTo>
                  <a:lnTo>
                    <a:pt x="282649" y="46307"/>
                  </a:lnTo>
                  <a:lnTo>
                    <a:pt x="278751" y="42698"/>
                  </a:lnTo>
                  <a:lnTo>
                    <a:pt x="274740" y="39216"/>
                  </a:lnTo>
                  <a:lnTo>
                    <a:pt x="270620" y="35862"/>
                  </a:lnTo>
                  <a:lnTo>
                    <a:pt x="266396" y="32641"/>
                  </a:lnTo>
                  <a:lnTo>
                    <a:pt x="262072" y="29556"/>
                  </a:lnTo>
                  <a:lnTo>
                    <a:pt x="257651" y="26610"/>
                  </a:lnTo>
                  <a:lnTo>
                    <a:pt x="253140" y="23806"/>
                  </a:lnTo>
                  <a:lnTo>
                    <a:pt x="248541" y="21146"/>
                  </a:lnTo>
                  <a:lnTo>
                    <a:pt x="243861" y="18634"/>
                  </a:lnTo>
                  <a:lnTo>
                    <a:pt x="239103" y="16272"/>
                  </a:lnTo>
                  <a:lnTo>
                    <a:pt x="234272" y="14063"/>
                  </a:lnTo>
                  <a:lnTo>
                    <a:pt x="229374" y="12008"/>
                  </a:lnTo>
                  <a:lnTo>
                    <a:pt x="224412" y="10109"/>
                  </a:lnTo>
                  <a:lnTo>
                    <a:pt x="219393" y="8369"/>
                  </a:lnTo>
                  <a:lnTo>
                    <a:pt x="214321" y="6790"/>
                  </a:lnTo>
                  <a:lnTo>
                    <a:pt x="209202" y="5373"/>
                  </a:lnTo>
                  <a:lnTo>
                    <a:pt x="204040" y="4118"/>
                  </a:lnTo>
                  <a:lnTo>
                    <a:pt x="198841" y="3029"/>
                  </a:lnTo>
                  <a:lnTo>
                    <a:pt x="193610" y="2105"/>
                  </a:lnTo>
                  <a:lnTo>
                    <a:pt x="188352" y="1348"/>
                  </a:lnTo>
                  <a:lnTo>
                    <a:pt x="183073" y="759"/>
                  </a:lnTo>
                  <a:lnTo>
                    <a:pt x="177777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55675" y="5018213"/>
              <a:ext cx="165364" cy="167167"/>
            </a:xfrm>
            <a:custGeom>
              <a:avLst/>
              <a:pathLst>
                <a:path w="165364" h="167167">
                  <a:moveTo>
                    <a:pt x="165364" y="0"/>
                  </a:moveTo>
                  <a:lnTo>
                    <a:pt x="159955" y="87"/>
                  </a:lnTo>
                  <a:lnTo>
                    <a:pt x="154552" y="349"/>
                  </a:lnTo>
                  <a:lnTo>
                    <a:pt x="149161" y="787"/>
                  </a:lnTo>
                  <a:lnTo>
                    <a:pt x="143787" y="1398"/>
                  </a:lnTo>
                  <a:lnTo>
                    <a:pt x="138435" y="2183"/>
                  </a:lnTo>
                  <a:lnTo>
                    <a:pt x="133111" y="3140"/>
                  </a:lnTo>
                  <a:lnTo>
                    <a:pt x="127821" y="4270"/>
                  </a:lnTo>
                  <a:lnTo>
                    <a:pt x="122571" y="5569"/>
                  </a:lnTo>
                  <a:lnTo>
                    <a:pt x="117365" y="7039"/>
                  </a:lnTo>
                  <a:lnTo>
                    <a:pt x="112210" y="8675"/>
                  </a:lnTo>
                  <a:lnTo>
                    <a:pt x="107110" y="10478"/>
                  </a:lnTo>
                  <a:lnTo>
                    <a:pt x="102071" y="12445"/>
                  </a:lnTo>
                  <a:lnTo>
                    <a:pt x="97098" y="14573"/>
                  </a:lnTo>
                  <a:lnTo>
                    <a:pt x="92197" y="16862"/>
                  </a:lnTo>
                  <a:lnTo>
                    <a:pt x="87373" y="19308"/>
                  </a:lnTo>
                  <a:lnTo>
                    <a:pt x="82630" y="21908"/>
                  </a:lnTo>
                  <a:lnTo>
                    <a:pt x="77974" y="24661"/>
                  </a:lnTo>
                  <a:lnTo>
                    <a:pt x="73409" y="27563"/>
                  </a:lnTo>
                  <a:lnTo>
                    <a:pt x="68940" y="30611"/>
                  </a:lnTo>
                  <a:lnTo>
                    <a:pt x="64573" y="33802"/>
                  </a:lnTo>
                  <a:lnTo>
                    <a:pt x="60311" y="37133"/>
                  </a:lnTo>
                  <a:lnTo>
                    <a:pt x="56159" y="40599"/>
                  </a:lnTo>
                  <a:lnTo>
                    <a:pt x="52121" y="44199"/>
                  </a:lnTo>
                  <a:lnTo>
                    <a:pt x="48202" y="47927"/>
                  </a:lnTo>
                  <a:lnTo>
                    <a:pt x="44406" y="51780"/>
                  </a:lnTo>
                  <a:lnTo>
                    <a:pt x="40736" y="55754"/>
                  </a:lnTo>
                  <a:lnTo>
                    <a:pt x="37197" y="59844"/>
                  </a:lnTo>
                  <a:lnTo>
                    <a:pt x="33792" y="64047"/>
                  </a:lnTo>
                  <a:lnTo>
                    <a:pt x="30524" y="68357"/>
                  </a:lnTo>
                  <a:lnTo>
                    <a:pt x="27398" y="72772"/>
                  </a:lnTo>
                  <a:lnTo>
                    <a:pt x="24416" y="77285"/>
                  </a:lnTo>
                  <a:lnTo>
                    <a:pt x="21582" y="81892"/>
                  </a:lnTo>
                  <a:lnTo>
                    <a:pt x="18899" y="86588"/>
                  </a:lnTo>
                  <a:lnTo>
                    <a:pt x="16368" y="91369"/>
                  </a:lnTo>
                  <a:lnTo>
                    <a:pt x="13994" y="96229"/>
                  </a:lnTo>
                  <a:lnTo>
                    <a:pt x="11778" y="101163"/>
                  </a:lnTo>
                  <a:lnTo>
                    <a:pt x="9723" y="106167"/>
                  </a:lnTo>
                  <a:lnTo>
                    <a:pt x="7831" y="111234"/>
                  </a:lnTo>
                  <a:lnTo>
                    <a:pt x="6104" y="116360"/>
                  </a:lnTo>
                  <a:lnTo>
                    <a:pt x="4544" y="121539"/>
                  </a:lnTo>
                  <a:lnTo>
                    <a:pt x="3152" y="126766"/>
                  </a:lnTo>
                  <a:lnTo>
                    <a:pt x="1929" y="132035"/>
                  </a:lnTo>
                  <a:lnTo>
                    <a:pt x="878" y="137341"/>
                  </a:lnTo>
                  <a:lnTo>
                    <a:pt x="0" y="142678"/>
                  </a:lnTo>
                  <a:lnTo>
                    <a:pt x="1653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55675" y="5160892"/>
              <a:ext cx="165364" cy="24488"/>
            </a:xfrm>
            <a:custGeom>
              <a:avLst/>
              <a:pathLst>
                <a:path w="165364" h="24488">
                  <a:moveTo>
                    <a:pt x="0" y="0"/>
                  </a:moveTo>
                  <a:lnTo>
                    <a:pt x="165364" y="244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55675" y="5160892"/>
              <a:ext cx="165364" cy="24488"/>
            </a:xfrm>
            <a:custGeom>
              <a:avLst/>
              <a:pathLst>
                <a:path w="165364" h="24488">
                  <a:moveTo>
                    <a:pt x="0" y="0"/>
                  </a:moveTo>
                  <a:lnTo>
                    <a:pt x="165364" y="244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5675" y="5160892"/>
              <a:ext cx="165364" cy="24488"/>
            </a:xfrm>
            <a:custGeom>
              <a:avLst/>
              <a:pathLst>
                <a:path w="165364" h="24488">
                  <a:moveTo>
                    <a:pt x="0" y="0"/>
                  </a:moveTo>
                  <a:lnTo>
                    <a:pt x="165364" y="244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3881" y="5160892"/>
              <a:ext cx="167157" cy="94539"/>
            </a:xfrm>
            <a:custGeom>
              <a:avLst/>
              <a:pathLst>
                <a:path w="167157" h="94539">
                  <a:moveTo>
                    <a:pt x="1793" y="0"/>
                  </a:moveTo>
                  <a:lnTo>
                    <a:pt x="1055" y="5649"/>
                  </a:lnTo>
                  <a:lnTo>
                    <a:pt x="509" y="11320"/>
                  </a:lnTo>
                  <a:lnTo>
                    <a:pt x="157" y="17006"/>
                  </a:lnTo>
                  <a:lnTo>
                    <a:pt x="0" y="22702"/>
                  </a:lnTo>
                  <a:lnTo>
                    <a:pt x="36" y="28399"/>
                  </a:lnTo>
                  <a:lnTo>
                    <a:pt x="266" y="34091"/>
                  </a:lnTo>
                  <a:lnTo>
                    <a:pt x="690" y="39773"/>
                  </a:lnTo>
                  <a:lnTo>
                    <a:pt x="1308" y="45437"/>
                  </a:lnTo>
                  <a:lnTo>
                    <a:pt x="2118" y="51076"/>
                  </a:lnTo>
                  <a:lnTo>
                    <a:pt x="3120" y="56685"/>
                  </a:lnTo>
                  <a:lnTo>
                    <a:pt x="4312" y="62256"/>
                  </a:lnTo>
                  <a:lnTo>
                    <a:pt x="5694" y="67783"/>
                  </a:lnTo>
                  <a:lnTo>
                    <a:pt x="7263" y="73260"/>
                  </a:lnTo>
                  <a:lnTo>
                    <a:pt x="9018" y="78680"/>
                  </a:lnTo>
                  <a:lnTo>
                    <a:pt x="10956" y="84038"/>
                  </a:lnTo>
                  <a:lnTo>
                    <a:pt x="13076" y="89326"/>
                  </a:lnTo>
                  <a:lnTo>
                    <a:pt x="15375" y="94539"/>
                  </a:lnTo>
                  <a:lnTo>
                    <a:pt x="167157" y="244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69256" y="5018213"/>
              <a:ext cx="318932" cy="334334"/>
            </a:xfrm>
            <a:custGeom>
              <a:avLst/>
              <a:pathLst>
                <a:path w="318932" h="334334">
                  <a:moveTo>
                    <a:pt x="0" y="237218"/>
                  </a:moveTo>
                  <a:lnTo>
                    <a:pt x="2296" y="241994"/>
                  </a:lnTo>
                  <a:lnTo>
                    <a:pt x="4743" y="246695"/>
                  </a:lnTo>
                  <a:lnTo>
                    <a:pt x="7338" y="251316"/>
                  </a:lnTo>
                  <a:lnTo>
                    <a:pt x="10078" y="255852"/>
                  </a:lnTo>
                  <a:lnTo>
                    <a:pt x="12960" y="260299"/>
                  </a:lnTo>
                  <a:lnTo>
                    <a:pt x="15982" y="264653"/>
                  </a:lnTo>
                  <a:lnTo>
                    <a:pt x="19141" y="268908"/>
                  </a:lnTo>
                  <a:lnTo>
                    <a:pt x="22432" y="273062"/>
                  </a:lnTo>
                  <a:lnTo>
                    <a:pt x="25854" y="277109"/>
                  </a:lnTo>
                  <a:lnTo>
                    <a:pt x="29402" y="281045"/>
                  </a:lnTo>
                  <a:lnTo>
                    <a:pt x="33074" y="284867"/>
                  </a:lnTo>
                  <a:lnTo>
                    <a:pt x="36864" y="288571"/>
                  </a:lnTo>
                  <a:lnTo>
                    <a:pt x="40770" y="292153"/>
                  </a:lnTo>
                  <a:lnTo>
                    <a:pt x="44788" y="295609"/>
                  </a:lnTo>
                  <a:lnTo>
                    <a:pt x="48913" y="298936"/>
                  </a:lnTo>
                  <a:lnTo>
                    <a:pt x="53142" y="302130"/>
                  </a:lnTo>
                  <a:lnTo>
                    <a:pt x="57469" y="305189"/>
                  </a:lnTo>
                  <a:lnTo>
                    <a:pt x="61892" y="308109"/>
                  </a:lnTo>
                  <a:lnTo>
                    <a:pt x="66404" y="310888"/>
                  </a:lnTo>
                  <a:lnTo>
                    <a:pt x="71003" y="313522"/>
                  </a:lnTo>
                  <a:lnTo>
                    <a:pt x="75683" y="316009"/>
                  </a:lnTo>
                  <a:lnTo>
                    <a:pt x="80439" y="318346"/>
                  </a:lnTo>
                  <a:lnTo>
                    <a:pt x="85267" y="320532"/>
                  </a:lnTo>
                  <a:lnTo>
                    <a:pt x="90162" y="322563"/>
                  </a:lnTo>
                  <a:lnTo>
                    <a:pt x="95119" y="324438"/>
                  </a:lnTo>
                  <a:lnTo>
                    <a:pt x="100132" y="326155"/>
                  </a:lnTo>
                  <a:lnTo>
                    <a:pt x="105198" y="327713"/>
                  </a:lnTo>
                  <a:lnTo>
                    <a:pt x="110311" y="329109"/>
                  </a:lnTo>
                  <a:lnTo>
                    <a:pt x="115465" y="330342"/>
                  </a:lnTo>
                  <a:lnTo>
                    <a:pt x="120655" y="331411"/>
                  </a:lnTo>
                  <a:lnTo>
                    <a:pt x="125877" y="332315"/>
                  </a:lnTo>
                  <a:lnTo>
                    <a:pt x="131125" y="333053"/>
                  </a:lnTo>
                  <a:lnTo>
                    <a:pt x="136394" y="333625"/>
                  </a:lnTo>
                  <a:lnTo>
                    <a:pt x="141678" y="334029"/>
                  </a:lnTo>
                  <a:lnTo>
                    <a:pt x="146972" y="334265"/>
                  </a:lnTo>
                  <a:lnTo>
                    <a:pt x="152271" y="334334"/>
                  </a:lnTo>
                  <a:lnTo>
                    <a:pt x="157570" y="334234"/>
                  </a:lnTo>
                  <a:lnTo>
                    <a:pt x="162863" y="333967"/>
                  </a:lnTo>
                  <a:lnTo>
                    <a:pt x="168145" y="333532"/>
                  </a:lnTo>
                  <a:lnTo>
                    <a:pt x="173410" y="332929"/>
                  </a:lnTo>
                  <a:lnTo>
                    <a:pt x="178653" y="332160"/>
                  </a:lnTo>
                  <a:lnTo>
                    <a:pt x="183870" y="331226"/>
                  </a:lnTo>
                  <a:lnTo>
                    <a:pt x="189054" y="330126"/>
                  </a:lnTo>
                  <a:lnTo>
                    <a:pt x="194201" y="328863"/>
                  </a:lnTo>
                  <a:lnTo>
                    <a:pt x="199305" y="327437"/>
                  </a:lnTo>
                  <a:lnTo>
                    <a:pt x="204362" y="325850"/>
                  </a:lnTo>
                  <a:lnTo>
                    <a:pt x="209365" y="324104"/>
                  </a:lnTo>
                  <a:lnTo>
                    <a:pt x="214311" y="322199"/>
                  </a:lnTo>
                  <a:lnTo>
                    <a:pt x="219194" y="320139"/>
                  </a:lnTo>
                  <a:lnTo>
                    <a:pt x="224009" y="317926"/>
                  </a:lnTo>
                  <a:lnTo>
                    <a:pt x="228751" y="315560"/>
                  </a:lnTo>
                  <a:lnTo>
                    <a:pt x="233417" y="313046"/>
                  </a:lnTo>
                  <a:lnTo>
                    <a:pt x="238000" y="310385"/>
                  </a:lnTo>
                  <a:lnTo>
                    <a:pt x="242496" y="307580"/>
                  </a:lnTo>
                  <a:lnTo>
                    <a:pt x="246901" y="304634"/>
                  </a:lnTo>
                  <a:lnTo>
                    <a:pt x="251211" y="301550"/>
                  </a:lnTo>
                  <a:lnTo>
                    <a:pt x="255421" y="298331"/>
                  </a:lnTo>
                  <a:lnTo>
                    <a:pt x="259526" y="294979"/>
                  </a:lnTo>
                  <a:lnTo>
                    <a:pt x="263524" y="291500"/>
                  </a:lnTo>
                  <a:lnTo>
                    <a:pt x="267409" y="287895"/>
                  </a:lnTo>
                  <a:lnTo>
                    <a:pt x="271177" y="284169"/>
                  </a:lnTo>
                  <a:lnTo>
                    <a:pt x="274826" y="280326"/>
                  </a:lnTo>
                  <a:lnTo>
                    <a:pt x="278351" y="276369"/>
                  </a:lnTo>
                  <a:lnTo>
                    <a:pt x="281749" y="272302"/>
                  </a:lnTo>
                  <a:lnTo>
                    <a:pt x="285017" y="268129"/>
                  </a:lnTo>
                  <a:lnTo>
                    <a:pt x="288150" y="263855"/>
                  </a:lnTo>
                  <a:lnTo>
                    <a:pt x="291146" y="259484"/>
                  </a:lnTo>
                  <a:lnTo>
                    <a:pt x="294003" y="255020"/>
                  </a:lnTo>
                  <a:lnTo>
                    <a:pt x="296716" y="250468"/>
                  </a:lnTo>
                  <a:lnTo>
                    <a:pt x="299284" y="245832"/>
                  </a:lnTo>
                  <a:lnTo>
                    <a:pt x="301703" y="241117"/>
                  </a:lnTo>
                  <a:lnTo>
                    <a:pt x="303972" y="236327"/>
                  </a:lnTo>
                  <a:lnTo>
                    <a:pt x="306088" y="231468"/>
                  </a:lnTo>
                  <a:lnTo>
                    <a:pt x="308048" y="226545"/>
                  </a:lnTo>
                  <a:lnTo>
                    <a:pt x="309852" y="221561"/>
                  </a:lnTo>
                  <a:lnTo>
                    <a:pt x="311497" y="216524"/>
                  </a:lnTo>
                  <a:lnTo>
                    <a:pt x="312981" y="211436"/>
                  </a:lnTo>
                  <a:lnTo>
                    <a:pt x="314303" y="206304"/>
                  </a:lnTo>
                  <a:lnTo>
                    <a:pt x="315462" y="201133"/>
                  </a:lnTo>
                  <a:lnTo>
                    <a:pt x="316457" y="195927"/>
                  </a:lnTo>
                  <a:lnTo>
                    <a:pt x="317285" y="190693"/>
                  </a:lnTo>
                  <a:lnTo>
                    <a:pt x="317948" y="185435"/>
                  </a:lnTo>
                  <a:lnTo>
                    <a:pt x="318444" y="180158"/>
                  </a:lnTo>
                  <a:lnTo>
                    <a:pt x="318772" y="174869"/>
                  </a:lnTo>
                  <a:lnTo>
                    <a:pt x="318932" y="169572"/>
                  </a:lnTo>
                  <a:lnTo>
                    <a:pt x="318924" y="164272"/>
                  </a:lnTo>
                  <a:lnTo>
                    <a:pt x="318748" y="158976"/>
                  </a:lnTo>
                  <a:lnTo>
                    <a:pt x="318405" y="153687"/>
                  </a:lnTo>
                  <a:lnTo>
                    <a:pt x="317894" y="148412"/>
                  </a:lnTo>
                  <a:lnTo>
                    <a:pt x="317216" y="143156"/>
                  </a:lnTo>
                  <a:lnTo>
                    <a:pt x="316372" y="137924"/>
                  </a:lnTo>
                  <a:lnTo>
                    <a:pt x="315362" y="132722"/>
                  </a:lnTo>
                  <a:lnTo>
                    <a:pt x="314188" y="127554"/>
                  </a:lnTo>
                  <a:lnTo>
                    <a:pt x="312851" y="122426"/>
                  </a:lnTo>
                  <a:lnTo>
                    <a:pt x="311351" y="117343"/>
                  </a:lnTo>
                  <a:lnTo>
                    <a:pt x="309692" y="112310"/>
                  </a:lnTo>
                  <a:lnTo>
                    <a:pt x="307874" y="107332"/>
                  </a:lnTo>
                  <a:lnTo>
                    <a:pt x="305898" y="102414"/>
                  </a:lnTo>
                  <a:lnTo>
                    <a:pt x="303768" y="97561"/>
                  </a:lnTo>
                  <a:lnTo>
                    <a:pt x="301486" y="92778"/>
                  </a:lnTo>
                  <a:lnTo>
                    <a:pt x="299052" y="88070"/>
                  </a:lnTo>
                  <a:lnTo>
                    <a:pt x="296471" y="83442"/>
                  </a:lnTo>
                  <a:lnTo>
                    <a:pt x="293745" y="78898"/>
                  </a:lnTo>
                  <a:lnTo>
                    <a:pt x="290875" y="74442"/>
                  </a:lnTo>
                  <a:lnTo>
                    <a:pt x="287866" y="70079"/>
                  </a:lnTo>
                  <a:lnTo>
                    <a:pt x="284720" y="65815"/>
                  </a:lnTo>
                  <a:lnTo>
                    <a:pt x="281441" y="61652"/>
                  </a:lnTo>
                  <a:lnTo>
                    <a:pt x="278031" y="57595"/>
                  </a:lnTo>
                  <a:lnTo>
                    <a:pt x="274494" y="53648"/>
                  </a:lnTo>
                  <a:lnTo>
                    <a:pt x="270834" y="49815"/>
                  </a:lnTo>
                  <a:lnTo>
                    <a:pt x="267054" y="46100"/>
                  </a:lnTo>
                  <a:lnTo>
                    <a:pt x="263159" y="42507"/>
                  </a:lnTo>
                  <a:lnTo>
                    <a:pt x="259151" y="39039"/>
                  </a:lnTo>
                  <a:lnTo>
                    <a:pt x="255036" y="35700"/>
                  </a:lnTo>
                  <a:lnTo>
                    <a:pt x="250817" y="32493"/>
                  </a:lnTo>
                  <a:lnTo>
                    <a:pt x="246498" y="29422"/>
                  </a:lnTo>
                  <a:lnTo>
                    <a:pt x="242084" y="26489"/>
                  </a:lnTo>
                  <a:lnTo>
                    <a:pt x="237580" y="23697"/>
                  </a:lnTo>
                  <a:lnTo>
                    <a:pt x="232989" y="21049"/>
                  </a:lnTo>
                  <a:lnTo>
                    <a:pt x="228316" y="18549"/>
                  </a:lnTo>
                  <a:lnTo>
                    <a:pt x="223567" y="16197"/>
                  </a:lnTo>
                  <a:lnTo>
                    <a:pt x="218745" y="13998"/>
                  </a:lnTo>
                  <a:lnTo>
                    <a:pt x="213856" y="11952"/>
                  </a:lnTo>
                  <a:lnTo>
                    <a:pt x="208905" y="10062"/>
                  </a:lnTo>
                  <a:lnTo>
                    <a:pt x="203896" y="8331"/>
                  </a:lnTo>
                  <a:lnTo>
                    <a:pt x="198835" y="6758"/>
                  </a:lnTo>
                  <a:lnTo>
                    <a:pt x="193727" y="5347"/>
                  </a:lnTo>
                  <a:lnTo>
                    <a:pt x="188577" y="4099"/>
                  </a:lnTo>
                  <a:lnTo>
                    <a:pt x="183389" y="3015"/>
                  </a:lnTo>
                  <a:lnTo>
                    <a:pt x="178170" y="2095"/>
                  </a:lnTo>
                  <a:lnTo>
                    <a:pt x="172924" y="1342"/>
                  </a:lnTo>
                  <a:lnTo>
                    <a:pt x="167657" y="755"/>
                  </a:lnTo>
                  <a:lnTo>
                    <a:pt x="162374" y="335"/>
                  </a:lnTo>
                  <a:lnTo>
                    <a:pt x="157081" y="84"/>
                  </a:lnTo>
                  <a:lnTo>
                    <a:pt x="151782" y="0"/>
                  </a:lnTo>
                  <a:lnTo>
                    <a:pt x="15178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256068" y="4659281"/>
              <a:ext cx="167166" cy="325517"/>
            </a:xfrm>
            <a:custGeom>
              <a:avLst/>
              <a:pathLst>
                <a:path w="167166" h="325517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2" y="1366"/>
                  </a:lnTo>
                  <a:lnTo>
                    <a:pt x="140539" y="2134"/>
                  </a:lnTo>
                  <a:lnTo>
                    <a:pt x="135274" y="3070"/>
                  </a:lnTo>
                  <a:lnTo>
                    <a:pt x="130041" y="4174"/>
                  </a:lnTo>
                  <a:lnTo>
                    <a:pt x="124847" y="5445"/>
                  </a:lnTo>
                  <a:lnTo>
                    <a:pt x="119695" y="6881"/>
                  </a:lnTo>
                  <a:lnTo>
                    <a:pt x="114592" y="8482"/>
                  </a:lnTo>
                  <a:lnTo>
                    <a:pt x="109543" y="10245"/>
                  </a:lnTo>
                  <a:lnTo>
                    <a:pt x="104553" y="12168"/>
                  </a:lnTo>
                  <a:lnTo>
                    <a:pt x="99627" y="14250"/>
                  </a:lnTo>
                  <a:lnTo>
                    <a:pt x="94771" y="16489"/>
                  </a:lnTo>
                  <a:lnTo>
                    <a:pt x="89988" y="18882"/>
                  </a:lnTo>
                  <a:lnTo>
                    <a:pt x="85284" y="21426"/>
                  </a:lnTo>
                  <a:lnTo>
                    <a:pt x="80664" y="24120"/>
                  </a:lnTo>
                  <a:lnTo>
                    <a:pt x="76133" y="26960"/>
                  </a:lnTo>
                  <a:lnTo>
                    <a:pt x="71694" y="29944"/>
                  </a:lnTo>
                  <a:lnTo>
                    <a:pt x="67354" y="33068"/>
                  </a:lnTo>
                  <a:lnTo>
                    <a:pt x="63116" y="36330"/>
                  </a:lnTo>
                  <a:lnTo>
                    <a:pt x="58984" y="39725"/>
                  </a:lnTo>
                  <a:lnTo>
                    <a:pt x="54962" y="43250"/>
                  </a:lnTo>
                  <a:lnTo>
                    <a:pt x="51056" y="46903"/>
                  </a:lnTo>
                  <a:lnTo>
                    <a:pt x="47269" y="50679"/>
                  </a:lnTo>
                  <a:lnTo>
                    <a:pt x="43604" y="54573"/>
                  </a:lnTo>
                  <a:lnTo>
                    <a:pt x="40066" y="58583"/>
                  </a:lnTo>
                  <a:lnTo>
                    <a:pt x="36657" y="62705"/>
                  </a:lnTo>
                  <a:lnTo>
                    <a:pt x="33383" y="66933"/>
                  </a:lnTo>
                  <a:lnTo>
                    <a:pt x="30245" y="71263"/>
                  </a:lnTo>
                  <a:lnTo>
                    <a:pt x="27247" y="75692"/>
                  </a:lnTo>
                  <a:lnTo>
                    <a:pt x="24393" y="80215"/>
                  </a:lnTo>
                  <a:lnTo>
                    <a:pt x="21684" y="84826"/>
                  </a:lnTo>
                  <a:lnTo>
                    <a:pt x="19125" y="89522"/>
                  </a:lnTo>
                  <a:lnTo>
                    <a:pt x="16717" y="94297"/>
                  </a:lnTo>
                  <a:lnTo>
                    <a:pt x="14463" y="99147"/>
                  </a:lnTo>
                  <a:lnTo>
                    <a:pt x="12366" y="104066"/>
                  </a:lnTo>
                  <a:lnTo>
                    <a:pt x="10426" y="109050"/>
                  </a:lnTo>
                  <a:lnTo>
                    <a:pt x="8648" y="114093"/>
                  </a:lnTo>
                  <a:lnTo>
                    <a:pt x="7031" y="119191"/>
                  </a:lnTo>
                  <a:lnTo>
                    <a:pt x="5578" y="124338"/>
                  </a:lnTo>
                  <a:lnTo>
                    <a:pt x="4291" y="129529"/>
                  </a:lnTo>
                  <a:lnTo>
                    <a:pt x="3170" y="134758"/>
                  </a:lnTo>
                  <a:lnTo>
                    <a:pt x="2218" y="140020"/>
                  </a:lnTo>
                  <a:lnTo>
                    <a:pt x="1434" y="145310"/>
                  </a:lnTo>
                  <a:lnTo>
                    <a:pt x="819" y="150623"/>
                  </a:lnTo>
                  <a:lnTo>
                    <a:pt x="375" y="155952"/>
                  </a:lnTo>
                  <a:lnTo>
                    <a:pt x="102" y="161293"/>
                  </a:lnTo>
                  <a:lnTo>
                    <a:pt x="0" y="166640"/>
                  </a:lnTo>
                  <a:lnTo>
                    <a:pt x="68" y="171988"/>
                  </a:lnTo>
                  <a:lnTo>
                    <a:pt x="308" y="177330"/>
                  </a:lnTo>
                  <a:lnTo>
                    <a:pt x="718" y="182662"/>
                  </a:lnTo>
                  <a:lnTo>
                    <a:pt x="1299" y="187979"/>
                  </a:lnTo>
                  <a:lnTo>
                    <a:pt x="2050" y="193274"/>
                  </a:lnTo>
                  <a:lnTo>
                    <a:pt x="2969" y="198542"/>
                  </a:lnTo>
                  <a:lnTo>
                    <a:pt x="4057" y="203778"/>
                  </a:lnTo>
                  <a:lnTo>
                    <a:pt x="5312" y="208977"/>
                  </a:lnTo>
                  <a:lnTo>
                    <a:pt x="6732" y="214133"/>
                  </a:lnTo>
                  <a:lnTo>
                    <a:pt x="8316" y="219240"/>
                  </a:lnTo>
                  <a:lnTo>
                    <a:pt x="10063" y="224295"/>
                  </a:lnTo>
                  <a:lnTo>
                    <a:pt x="11971" y="229291"/>
                  </a:lnTo>
                  <a:lnTo>
                    <a:pt x="14037" y="234223"/>
                  </a:lnTo>
                  <a:lnTo>
                    <a:pt x="16261" y="239087"/>
                  </a:lnTo>
                  <a:lnTo>
                    <a:pt x="18639" y="243878"/>
                  </a:lnTo>
                  <a:lnTo>
                    <a:pt x="21168" y="248589"/>
                  </a:lnTo>
                  <a:lnTo>
                    <a:pt x="23848" y="253218"/>
                  </a:lnTo>
                  <a:lnTo>
                    <a:pt x="26673" y="257758"/>
                  </a:lnTo>
                  <a:lnTo>
                    <a:pt x="29643" y="262206"/>
                  </a:lnTo>
                  <a:lnTo>
                    <a:pt x="32753" y="266556"/>
                  </a:lnTo>
                  <a:lnTo>
                    <a:pt x="36001" y="270805"/>
                  </a:lnTo>
                  <a:lnTo>
                    <a:pt x="39384" y="274947"/>
                  </a:lnTo>
                  <a:lnTo>
                    <a:pt x="42897" y="278980"/>
                  </a:lnTo>
                  <a:lnTo>
                    <a:pt x="46537" y="282897"/>
                  </a:lnTo>
                  <a:lnTo>
                    <a:pt x="50300" y="286697"/>
                  </a:lnTo>
                  <a:lnTo>
                    <a:pt x="54184" y="290374"/>
                  </a:lnTo>
                  <a:lnTo>
                    <a:pt x="58183" y="293925"/>
                  </a:lnTo>
                  <a:lnTo>
                    <a:pt x="62293" y="297346"/>
                  </a:lnTo>
                  <a:lnTo>
                    <a:pt x="66511" y="300634"/>
                  </a:lnTo>
                  <a:lnTo>
                    <a:pt x="70831" y="303785"/>
                  </a:lnTo>
                  <a:lnTo>
                    <a:pt x="75251" y="306797"/>
                  </a:lnTo>
                  <a:lnTo>
                    <a:pt x="79764" y="309666"/>
                  </a:lnTo>
                  <a:lnTo>
                    <a:pt x="84367" y="312388"/>
                  </a:lnTo>
                  <a:lnTo>
                    <a:pt x="89055" y="314963"/>
                  </a:lnTo>
                  <a:lnTo>
                    <a:pt x="93822" y="317386"/>
                  </a:lnTo>
                  <a:lnTo>
                    <a:pt x="98665" y="319655"/>
                  </a:lnTo>
                  <a:lnTo>
                    <a:pt x="103578" y="321768"/>
                  </a:lnTo>
                  <a:lnTo>
                    <a:pt x="108555" y="323723"/>
                  </a:lnTo>
                  <a:lnTo>
                    <a:pt x="113593" y="32551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369662" y="4826449"/>
              <a:ext cx="53572" cy="158350"/>
            </a:xfrm>
            <a:custGeom>
              <a:avLst/>
              <a:pathLst>
                <a:path w="53572" h="158350">
                  <a:moveTo>
                    <a:pt x="0" y="158350"/>
                  </a:moveTo>
                  <a:lnTo>
                    <a:pt x="535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369662" y="4826449"/>
              <a:ext cx="53572" cy="158350"/>
            </a:xfrm>
            <a:custGeom>
              <a:avLst/>
              <a:pathLst>
                <a:path w="53572" h="158350">
                  <a:moveTo>
                    <a:pt x="0" y="158350"/>
                  </a:moveTo>
                  <a:lnTo>
                    <a:pt x="535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369662" y="4826449"/>
              <a:ext cx="143364" cy="167165"/>
            </a:xfrm>
            <a:custGeom>
              <a:avLst/>
              <a:pathLst>
                <a:path w="143364" h="167165">
                  <a:moveTo>
                    <a:pt x="0" y="158350"/>
                  </a:moveTo>
                  <a:lnTo>
                    <a:pt x="5267" y="160035"/>
                  </a:lnTo>
                  <a:lnTo>
                    <a:pt x="10587" y="161546"/>
                  </a:lnTo>
                  <a:lnTo>
                    <a:pt x="15954" y="162879"/>
                  </a:lnTo>
                  <a:lnTo>
                    <a:pt x="21362" y="164034"/>
                  </a:lnTo>
                  <a:lnTo>
                    <a:pt x="26806" y="165010"/>
                  </a:lnTo>
                  <a:lnTo>
                    <a:pt x="32279" y="165805"/>
                  </a:lnTo>
                  <a:lnTo>
                    <a:pt x="37775" y="166419"/>
                  </a:lnTo>
                  <a:lnTo>
                    <a:pt x="43288" y="166850"/>
                  </a:lnTo>
                  <a:lnTo>
                    <a:pt x="48813" y="167099"/>
                  </a:lnTo>
                  <a:lnTo>
                    <a:pt x="54343" y="167165"/>
                  </a:lnTo>
                  <a:lnTo>
                    <a:pt x="59872" y="167048"/>
                  </a:lnTo>
                  <a:lnTo>
                    <a:pt x="65394" y="166748"/>
                  </a:lnTo>
                  <a:lnTo>
                    <a:pt x="70903" y="166266"/>
                  </a:lnTo>
                  <a:lnTo>
                    <a:pt x="76393" y="165602"/>
                  </a:lnTo>
                  <a:lnTo>
                    <a:pt x="81859" y="164756"/>
                  </a:lnTo>
                  <a:lnTo>
                    <a:pt x="87293" y="163731"/>
                  </a:lnTo>
                  <a:lnTo>
                    <a:pt x="92691" y="162526"/>
                  </a:lnTo>
                  <a:lnTo>
                    <a:pt x="98045" y="161143"/>
                  </a:lnTo>
                  <a:lnTo>
                    <a:pt x="103351" y="159583"/>
                  </a:lnTo>
                  <a:lnTo>
                    <a:pt x="108602" y="157850"/>
                  </a:lnTo>
                  <a:lnTo>
                    <a:pt x="113794" y="155943"/>
                  </a:lnTo>
                  <a:lnTo>
                    <a:pt x="118919" y="153866"/>
                  </a:lnTo>
                  <a:lnTo>
                    <a:pt x="123973" y="151620"/>
                  </a:lnTo>
                  <a:lnTo>
                    <a:pt x="128950" y="149208"/>
                  </a:lnTo>
                  <a:lnTo>
                    <a:pt x="133844" y="146633"/>
                  </a:lnTo>
                  <a:lnTo>
                    <a:pt x="138650" y="143898"/>
                  </a:lnTo>
                  <a:lnTo>
                    <a:pt x="143364" y="141005"/>
                  </a:lnTo>
                  <a:lnTo>
                    <a:pt x="5357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659281"/>
              <a:ext cx="167164" cy="308172"/>
            </a:xfrm>
            <a:custGeom>
              <a:avLst/>
              <a:pathLst>
                <a:path w="167164" h="308172">
                  <a:moveTo>
                    <a:pt x="89791" y="308172"/>
                  </a:moveTo>
                  <a:lnTo>
                    <a:pt x="94281" y="305210"/>
                  </a:lnTo>
                  <a:lnTo>
                    <a:pt x="98674" y="302105"/>
                  </a:lnTo>
                  <a:lnTo>
                    <a:pt x="102965" y="298860"/>
                  </a:lnTo>
                  <a:lnTo>
                    <a:pt x="107149" y="295479"/>
                  </a:lnTo>
                  <a:lnTo>
                    <a:pt x="111222" y="291965"/>
                  </a:lnTo>
                  <a:lnTo>
                    <a:pt x="115180" y="288321"/>
                  </a:lnTo>
                  <a:lnTo>
                    <a:pt x="119019" y="284553"/>
                  </a:lnTo>
                  <a:lnTo>
                    <a:pt x="122734" y="280662"/>
                  </a:lnTo>
                  <a:lnTo>
                    <a:pt x="126322" y="276654"/>
                  </a:lnTo>
                  <a:lnTo>
                    <a:pt x="129780" y="272533"/>
                  </a:lnTo>
                  <a:lnTo>
                    <a:pt x="133103" y="268303"/>
                  </a:lnTo>
                  <a:lnTo>
                    <a:pt x="136288" y="263967"/>
                  </a:lnTo>
                  <a:lnTo>
                    <a:pt x="139332" y="259532"/>
                  </a:lnTo>
                  <a:lnTo>
                    <a:pt x="142232" y="255001"/>
                  </a:lnTo>
                  <a:lnTo>
                    <a:pt x="144985" y="250379"/>
                  </a:lnTo>
                  <a:lnTo>
                    <a:pt x="147587" y="245671"/>
                  </a:lnTo>
                  <a:lnTo>
                    <a:pt x="150037" y="240881"/>
                  </a:lnTo>
                  <a:lnTo>
                    <a:pt x="152331" y="236015"/>
                  </a:lnTo>
                  <a:lnTo>
                    <a:pt x="154467" y="231078"/>
                  </a:lnTo>
                  <a:lnTo>
                    <a:pt x="156444" y="226075"/>
                  </a:lnTo>
                  <a:lnTo>
                    <a:pt x="158258" y="221011"/>
                  </a:lnTo>
                  <a:lnTo>
                    <a:pt x="159909" y="215890"/>
                  </a:lnTo>
                  <a:lnTo>
                    <a:pt x="161394" y="210720"/>
                  </a:lnTo>
                  <a:lnTo>
                    <a:pt x="162712" y="205504"/>
                  </a:lnTo>
                  <a:lnTo>
                    <a:pt x="163861" y="200249"/>
                  </a:lnTo>
                  <a:lnTo>
                    <a:pt x="164840" y="194959"/>
                  </a:lnTo>
                  <a:lnTo>
                    <a:pt x="165649" y="189641"/>
                  </a:lnTo>
                  <a:lnTo>
                    <a:pt x="166287" y="184299"/>
                  </a:lnTo>
                  <a:lnTo>
                    <a:pt x="166752" y="178940"/>
                  </a:lnTo>
                  <a:lnTo>
                    <a:pt x="167044" y="173568"/>
                  </a:lnTo>
                  <a:lnTo>
                    <a:pt x="167164" y="168190"/>
                  </a:lnTo>
                  <a:lnTo>
                    <a:pt x="167110" y="162811"/>
                  </a:lnTo>
                  <a:lnTo>
                    <a:pt x="166883" y="157436"/>
                  </a:lnTo>
                  <a:lnTo>
                    <a:pt x="166484" y="152071"/>
                  </a:lnTo>
                  <a:lnTo>
                    <a:pt x="165912" y="146722"/>
                  </a:lnTo>
                  <a:lnTo>
                    <a:pt x="165168" y="141394"/>
                  </a:lnTo>
                  <a:lnTo>
                    <a:pt x="164254" y="136093"/>
                  </a:lnTo>
                  <a:lnTo>
                    <a:pt x="163169" y="130824"/>
                  </a:lnTo>
                  <a:lnTo>
                    <a:pt x="161915" y="125593"/>
                  </a:lnTo>
                  <a:lnTo>
                    <a:pt x="160493" y="120405"/>
                  </a:lnTo>
                  <a:lnTo>
                    <a:pt x="158905" y="115265"/>
                  </a:lnTo>
                  <a:lnTo>
                    <a:pt x="157153" y="110178"/>
                  </a:lnTo>
                  <a:lnTo>
                    <a:pt x="155238" y="105151"/>
                  </a:lnTo>
                  <a:lnTo>
                    <a:pt x="153162" y="100188"/>
                  </a:lnTo>
                  <a:lnTo>
                    <a:pt x="150928" y="95295"/>
                  </a:lnTo>
                  <a:lnTo>
                    <a:pt x="148537" y="90476"/>
                  </a:lnTo>
                  <a:lnTo>
                    <a:pt x="145993" y="85736"/>
                  </a:lnTo>
                  <a:lnTo>
                    <a:pt x="143297" y="81081"/>
                  </a:lnTo>
                  <a:lnTo>
                    <a:pt x="140453" y="76514"/>
                  </a:lnTo>
                  <a:lnTo>
                    <a:pt x="137463" y="72042"/>
                  </a:lnTo>
                  <a:lnTo>
                    <a:pt x="134331" y="67668"/>
                  </a:lnTo>
                  <a:lnTo>
                    <a:pt x="131060" y="63397"/>
                  </a:lnTo>
                  <a:lnTo>
                    <a:pt x="127653" y="59234"/>
                  </a:lnTo>
                  <a:lnTo>
                    <a:pt x="124114" y="55183"/>
                  </a:lnTo>
                  <a:lnTo>
                    <a:pt x="120447" y="51247"/>
                  </a:lnTo>
                  <a:lnTo>
                    <a:pt x="116654" y="47431"/>
                  </a:lnTo>
                  <a:lnTo>
                    <a:pt x="112741" y="43740"/>
                  </a:lnTo>
                  <a:lnTo>
                    <a:pt x="108712" y="40176"/>
                  </a:lnTo>
                  <a:lnTo>
                    <a:pt x="104569" y="36744"/>
                  </a:lnTo>
                  <a:lnTo>
                    <a:pt x="100318" y="33447"/>
                  </a:lnTo>
                  <a:lnTo>
                    <a:pt x="95964" y="30288"/>
                  </a:lnTo>
                  <a:lnTo>
                    <a:pt x="91510" y="27271"/>
                  </a:lnTo>
                  <a:lnTo>
                    <a:pt x="86961" y="24399"/>
                  </a:lnTo>
                  <a:lnTo>
                    <a:pt x="82322" y="21675"/>
                  </a:lnTo>
                  <a:lnTo>
                    <a:pt x="77598" y="19102"/>
                  </a:lnTo>
                  <a:lnTo>
                    <a:pt x="72794" y="16681"/>
                  </a:lnTo>
                  <a:lnTo>
                    <a:pt x="67914" y="14417"/>
                  </a:lnTo>
                  <a:lnTo>
                    <a:pt x="62964" y="12311"/>
                  </a:lnTo>
                  <a:lnTo>
                    <a:pt x="57949" y="10365"/>
                  </a:lnTo>
                  <a:lnTo>
                    <a:pt x="52873" y="8582"/>
                  </a:lnTo>
                  <a:lnTo>
                    <a:pt x="47743" y="6962"/>
                  </a:lnTo>
                  <a:lnTo>
                    <a:pt x="42564" y="5509"/>
                  </a:lnTo>
                  <a:lnTo>
                    <a:pt x="37340" y="4223"/>
                  </a:lnTo>
                  <a:lnTo>
                    <a:pt x="32078" y="3106"/>
                  </a:lnTo>
                  <a:lnTo>
                    <a:pt x="26782" y="2159"/>
                  </a:lnTo>
                  <a:lnTo>
                    <a:pt x="21459" y="1383"/>
                  </a:lnTo>
                  <a:lnTo>
                    <a:pt x="16114" y="778"/>
                  </a:lnTo>
                  <a:lnTo>
                    <a:pt x="10752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561318" y="4213821"/>
              <a:ext cx="215305" cy="334331"/>
            </a:xfrm>
            <a:custGeom>
              <a:avLst/>
              <a:pathLst>
                <a:path w="215305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2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6" y="3032"/>
                  </a:lnTo>
                  <a:lnTo>
                    <a:pt x="130255" y="4123"/>
                  </a:lnTo>
                  <a:lnTo>
                    <a:pt x="125090" y="5378"/>
                  </a:lnTo>
                  <a:lnTo>
                    <a:pt x="119969" y="6797"/>
                  </a:lnTo>
                  <a:lnTo>
                    <a:pt x="114894" y="8378"/>
                  </a:lnTo>
                  <a:lnTo>
                    <a:pt x="109873" y="10119"/>
                  </a:lnTo>
                  <a:lnTo>
                    <a:pt x="104910" y="12020"/>
                  </a:lnTo>
                  <a:lnTo>
                    <a:pt x="100009" y="14077"/>
                  </a:lnTo>
                  <a:lnTo>
                    <a:pt x="95177" y="16288"/>
                  </a:lnTo>
                  <a:lnTo>
                    <a:pt x="90417" y="18653"/>
                  </a:lnTo>
                  <a:lnTo>
                    <a:pt x="85734" y="21167"/>
                  </a:lnTo>
                  <a:lnTo>
                    <a:pt x="81134" y="23829"/>
                  </a:lnTo>
                  <a:lnTo>
                    <a:pt x="76621" y="26636"/>
                  </a:lnTo>
                  <a:lnTo>
                    <a:pt x="72200" y="29585"/>
                  </a:lnTo>
                  <a:lnTo>
                    <a:pt x="67874" y="32673"/>
                  </a:lnTo>
                  <a:lnTo>
                    <a:pt x="63649" y="35897"/>
                  </a:lnTo>
                  <a:lnTo>
                    <a:pt x="59528" y="39253"/>
                  </a:lnTo>
                  <a:lnTo>
                    <a:pt x="55516" y="42739"/>
                  </a:lnTo>
                  <a:lnTo>
                    <a:pt x="51617" y="46351"/>
                  </a:lnTo>
                  <a:lnTo>
                    <a:pt x="47835" y="50085"/>
                  </a:lnTo>
                  <a:lnTo>
                    <a:pt x="44174" y="53937"/>
                  </a:lnTo>
                  <a:lnTo>
                    <a:pt x="40636" y="57904"/>
                  </a:lnTo>
                  <a:lnTo>
                    <a:pt x="37227" y="61981"/>
                  </a:lnTo>
                  <a:lnTo>
                    <a:pt x="33949" y="66164"/>
                  </a:lnTo>
                  <a:lnTo>
                    <a:pt x="30805" y="70450"/>
                  </a:lnTo>
                  <a:lnTo>
                    <a:pt x="27800" y="74833"/>
                  </a:lnTo>
                  <a:lnTo>
                    <a:pt x="24935" y="79309"/>
                  </a:lnTo>
                  <a:lnTo>
                    <a:pt x="22214" y="83875"/>
                  </a:lnTo>
                  <a:lnTo>
                    <a:pt x="19639" y="88524"/>
                  </a:lnTo>
                  <a:lnTo>
                    <a:pt x="17214" y="93253"/>
                  </a:lnTo>
                  <a:lnTo>
                    <a:pt x="14940" y="98057"/>
                  </a:lnTo>
                  <a:lnTo>
                    <a:pt x="12820" y="102931"/>
                  </a:lnTo>
                  <a:lnTo>
                    <a:pt x="10856" y="107869"/>
                  </a:lnTo>
                  <a:lnTo>
                    <a:pt x="9050" y="112868"/>
                  </a:lnTo>
                  <a:lnTo>
                    <a:pt x="7404" y="117921"/>
                  </a:lnTo>
                  <a:lnTo>
                    <a:pt x="5919" y="123024"/>
                  </a:lnTo>
                  <a:lnTo>
                    <a:pt x="4597" y="128172"/>
                  </a:lnTo>
                  <a:lnTo>
                    <a:pt x="3440" y="133359"/>
                  </a:lnTo>
                  <a:lnTo>
                    <a:pt x="2448" y="138580"/>
                  </a:lnTo>
                  <a:lnTo>
                    <a:pt x="1623" y="143831"/>
                  </a:lnTo>
                  <a:lnTo>
                    <a:pt x="964" y="149104"/>
                  </a:lnTo>
                  <a:lnTo>
                    <a:pt x="474" y="154396"/>
                  </a:lnTo>
                  <a:lnTo>
                    <a:pt x="152" y="159701"/>
                  </a:lnTo>
                  <a:lnTo>
                    <a:pt x="0" y="165014"/>
                  </a:lnTo>
                  <a:lnTo>
                    <a:pt x="16" y="170329"/>
                  </a:lnTo>
                  <a:lnTo>
                    <a:pt x="201" y="175640"/>
                  </a:lnTo>
                  <a:lnTo>
                    <a:pt x="554" y="180943"/>
                  </a:lnTo>
                  <a:lnTo>
                    <a:pt x="1076" y="186232"/>
                  </a:lnTo>
                  <a:lnTo>
                    <a:pt x="1766" y="191502"/>
                  </a:lnTo>
                  <a:lnTo>
                    <a:pt x="2624" y="196747"/>
                  </a:lnTo>
                  <a:lnTo>
                    <a:pt x="3647" y="201962"/>
                  </a:lnTo>
                  <a:lnTo>
                    <a:pt x="4836" y="207142"/>
                  </a:lnTo>
                  <a:lnTo>
                    <a:pt x="6189" y="212282"/>
                  </a:lnTo>
                  <a:lnTo>
                    <a:pt x="7704" y="217376"/>
                  </a:lnTo>
                  <a:lnTo>
                    <a:pt x="9381" y="222420"/>
                  </a:lnTo>
                  <a:lnTo>
                    <a:pt x="11217" y="227407"/>
                  </a:lnTo>
                  <a:lnTo>
                    <a:pt x="13211" y="232334"/>
                  </a:lnTo>
                  <a:lnTo>
                    <a:pt x="15360" y="237194"/>
                  </a:lnTo>
                  <a:lnTo>
                    <a:pt x="17663" y="241984"/>
                  </a:lnTo>
                  <a:lnTo>
                    <a:pt x="20117" y="246699"/>
                  </a:lnTo>
                  <a:lnTo>
                    <a:pt x="22719" y="251333"/>
                  </a:lnTo>
                  <a:lnTo>
                    <a:pt x="25468" y="255881"/>
                  </a:lnTo>
                  <a:lnTo>
                    <a:pt x="28360" y="260341"/>
                  </a:lnTo>
                  <a:lnTo>
                    <a:pt x="31392" y="264706"/>
                  </a:lnTo>
                  <a:lnTo>
                    <a:pt x="34561" y="268972"/>
                  </a:lnTo>
                  <a:lnTo>
                    <a:pt x="37864" y="273135"/>
                  </a:lnTo>
                  <a:lnTo>
                    <a:pt x="41298" y="277192"/>
                  </a:lnTo>
                  <a:lnTo>
                    <a:pt x="44859" y="281137"/>
                  </a:lnTo>
                  <a:lnTo>
                    <a:pt x="48544" y="284967"/>
                  </a:lnTo>
                  <a:lnTo>
                    <a:pt x="52349" y="288678"/>
                  </a:lnTo>
                  <a:lnTo>
                    <a:pt x="56269" y="292266"/>
                  </a:lnTo>
                  <a:lnTo>
                    <a:pt x="60302" y="295728"/>
                  </a:lnTo>
                  <a:lnTo>
                    <a:pt x="64443" y="299059"/>
                  </a:lnTo>
                  <a:lnTo>
                    <a:pt x="68688" y="302258"/>
                  </a:lnTo>
                  <a:lnTo>
                    <a:pt x="73032" y="305320"/>
                  </a:lnTo>
                  <a:lnTo>
                    <a:pt x="77471" y="308242"/>
                  </a:lnTo>
                  <a:lnTo>
                    <a:pt x="82001" y="311021"/>
                  </a:lnTo>
                  <a:lnTo>
                    <a:pt x="86617" y="313656"/>
                  </a:lnTo>
                  <a:lnTo>
                    <a:pt x="91314" y="316142"/>
                  </a:lnTo>
                  <a:lnTo>
                    <a:pt x="96089" y="318477"/>
                  </a:lnTo>
                  <a:lnTo>
                    <a:pt x="100934" y="320660"/>
                  </a:lnTo>
                  <a:lnTo>
                    <a:pt x="105847" y="322687"/>
                  </a:lnTo>
                  <a:lnTo>
                    <a:pt x="110822" y="324557"/>
                  </a:lnTo>
                  <a:lnTo>
                    <a:pt x="115854" y="326269"/>
                  </a:lnTo>
                  <a:lnTo>
                    <a:pt x="120937" y="327819"/>
                  </a:lnTo>
                  <a:lnTo>
                    <a:pt x="126068" y="329207"/>
                  </a:lnTo>
                  <a:lnTo>
                    <a:pt x="131239" y="330431"/>
                  </a:lnTo>
                  <a:lnTo>
                    <a:pt x="136448" y="331490"/>
                  </a:lnTo>
                  <a:lnTo>
                    <a:pt x="141687" y="332383"/>
                  </a:lnTo>
                  <a:lnTo>
                    <a:pt x="146952" y="333109"/>
                  </a:lnTo>
                  <a:lnTo>
                    <a:pt x="152237" y="333668"/>
                  </a:lnTo>
                  <a:lnTo>
                    <a:pt x="157537" y="334058"/>
                  </a:lnTo>
                  <a:lnTo>
                    <a:pt x="162848" y="334279"/>
                  </a:lnTo>
                  <a:lnTo>
                    <a:pt x="168162" y="334331"/>
                  </a:lnTo>
                  <a:lnTo>
                    <a:pt x="173475" y="334215"/>
                  </a:lnTo>
                  <a:lnTo>
                    <a:pt x="178783" y="333929"/>
                  </a:lnTo>
                  <a:lnTo>
                    <a:pt x="184078" y="333475"/>
                  </a:lnTo>
                  <a:lnTo>
                    <a:pt x="189356" y="332853"/>
                  </a:lnTo>
                  <a:lnTo>
                    <a:pt x="194612" y="332064"/>
                  </a:lnTo>
                  <a:lnTo>
                    <a:pt x="199840" y="331108"/>
                  </a:lnTo>
                  <a:lnTo>
                    <a:pt x="205035" y="329986"/>
                  </a:lnTo>
                  <a:lnTo>
                    <a:pt x="210191" y="328699"/>
                  </a:lnTo>
                  <a:lnTo>
                    <a:pt x="215305" y="327249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80988"/>
              <a:ext cx="48151" cy="160082"/>
            </a:xfrm>
            <a:custGeom>
              <a:avLst/>
              <a:pathLst>
                <a:path w="48151" h="160082">
                  <a:moveTo>
                    <a:pt x="48151" y="1600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380988"/>
              <a:ext cx="163314" cy="160082"/>
            </a:xfrm>
            <a:custGeom>
              <a:avLst/>
              <a:pathLst>
                <a:path w="163314" h="160082">
                  <a:moveTo>
                    <a:pt x="48151" y="160082"/>
                  </a:moveTo>
                  <a:lnTo>
                    <a:pt x="53444" y="158394"/>
                  </a:lnTo>
                  <a:lnTo>
                    <a:pt x="58677" y="156530"/>
                  </a:lnTo>
                  <a:lnTo>
                    <a:pt x="63846" y="154494"/>
                  </a:lnTo>
                  <a:lnTo>
                    <a:pt x="68945" y="152287"/>
                  </a:lnTo>
                  <a:lnTo>
                    <a:pt x="73967" y="149912"/>
                  </a:lnTo>
                  <a:lnTo>
                    <a:pt x="78907" y="147372"/>
                  </a:lnTo>
                  <a:lnTo>
                    <a:pt x="83761" y="144668"/>
                  </a:lnTo>
                  <a:lnTo>
                    <a:pt x="88521" y="141805"/>
                  </a:lnTo>
                  <a:lnTo>
                    <a:pt x="93184" y="138785"/>
                  </a:lnTo>
                  <a:lnTo>
                    <a:pt x="97745" y="135612"/>
                  </a:lnTo>
                  <a:lnTo>
                    <a:pt x="102197" y="132290"/>
                  </a:lnTo>
                  <a:lnTo>
                    <a:pt x="106536" y="128821"/>
                  </a:lnTo>
                  <a:lnTo>
                    <a:pt x="110758" y="125210"/>
                  </a:lnTo>
                  <a:lnTo>
                    <a:pt x="114857" y="121460"/>
                  </a:lnTo>
                  <a:lnTo>
                    <a:pt x="118830" y="117577"/>
                  </a:lnTo>
                  <a:lnTo>
                    <a:pt x="122671" y="113563"/>
                  </a:lnTo>
                  <a:lnTo>
                    <a:pt x="126377" y="109424"/>
                  </a:lnTo>
                  <a:lnTo>
                    <a:pt x="129943" y="105165"/>
                  </a:lnTo>
                  <a:lnTo>
                    <a:pt x="133366" y="100789"/>
                  </a:lnTo>
                  <a:lnTo>
                    <a:pt x="136641" y="96301"/>
                  </a:lnTo>
                  <a:lnTo>
                    <a:pt x="139765" y="91708"/>
                  </a:lnTo>
                  <a:lnTo>
                    <a:pt x="142736" y="87013"/>
                  </a:lnTo>
                  <a:lnTo>
                    <a:pt x="145548" y="82222"/>
                  </a:lnTo>
                  <a:lnTo>
                    <a:pt x="148200" y="77341"/>
                  </a:lnTo>
                  <a:lnTo>
                    <a:pt x="150688" y="72373"/>
                  </a:lnTo>
                  <a:lnTo>
                    <a:pt x="153009" y="67326"/>
                  </a:lnTo>
                  <a:lnTo>
                    <a:pt x="155162" y="62205"/>
                  </a:lnTo>
                  <a:lnTo>
                    <a:pt x="157143" y="57015"/>
                  </a:lnTo>
                  <a:lnTo>
                    <a:pt x="158951" y="51762"/>
                  </a:lnTo>
                  <a:lnTo>
                    <a:pt x="160583" y="46451"/>
                  </a:lnTo>
                  <a:lnTo>
                    <a:pt x="162038" y="41090"/>
                  </a:lnTo>
                  <a:lnTo>
                    <a:pt x="163314" y="35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728472" y="4213821"/>
              <a:ext cx="167155" cy="202850"/>
            </a:xfrm>
            <a:custGeom>
              <a:avLst/>
              <a:pathLst>
                <a:path w="167155" h="202850">
                  <a:moveTo>
                    <a:pt x="163314" y="202850"/>
                  </a:moveTo>
                  <a:lnTo>
                    <a:pt x="164386" y="197529"/>
                  </a:lnTo>
                  <a:lnTo>
                    <a:pt x="165286" y="192177"/>
                  </a:lnTo>
                  <a:lnTo>
                    <a:pt x="166010" y="186797"/>
                  </a:lnTo>
                  <a:lnTo>
                    <a:pt x="166560" y="181397"/>
                  </a:lnTo>
                  <a:lnTo>
                    <a:pt x="166934" y="175982"/>
                  </a:lnTo>
                  <a:lnTo>
                    <a:pt x="167133" y="170558"/>
                  </a:lnTo>
                  <a:lnTo>
                    <a:pt x="167155" y="165130"/>
                  </a:lnTo>
                  <a:lnTo>
                    <a:pt x="167000" y="159705"/>
                  </a:lnTo>
                  <a:lnTo>
                    <a:pt x="166670" y="154287"/>
                  </a:lnTo>
                  <a:lnTo>
                    <a:pt x="166164" y="148883"/>
                  </a:lnTo>
                  <a:lnTo>
                    <a:pt x="165483" y="143498"/>
                  </a:lnTo>
                  <a:lnTo>
                    <a:pt x="164627" y="138138"/>
                  </a:lnTo>
                  <a:lnTo>
                    <a:pt x="163598" y="132808"/>
                  </a:lnTo>
                  <a:lnTo>
                    <a:pt x="162396" y="127515"/>
                  </a:lnTo>
                  <a:lnTo>
                    <a:pt x="161023" y="122264"/>
                  </a:lnTo>
                  <a:lnTo>
                    <a:pt x="159481" y="117060"/>
                  </a:lnTo>
                  <a:lnTo>
                    <a:pt x="157770" y="111908"/>
                  </a:lnTo>
                  <a:lnTo>
                    <a:pt x="155893" y="106815"/>
                  </a:lnTo>
                  <a:lnTo>
                    <a:pt x="153851" y="101786"/>
                  </a:lnTo>
                  <a:lnTo>
                    <a:pt x="151647" y="96826"/>
                  </a:lnTo>
                  <a:lnTo>
                    <a:pt x="149284" y="91940"/>
                  </a:lnTo>
                  <a:lnTo>
                    <a:pt x="146763" y="87133"/>
                  </a:lnTo>
                  <a:lnTo>
                    <a:pt x="144087" y="82410"/>
                  </a:lnTo>
                  <a:lnTo>
                    <a:pt x="141259" y="77777"/>
                  </a:lnTo>
                  <a:lnTo>
                    <a:pt x="138283" y="73238"/>
                  </a:lnTo>
                  <a:lnTo>
                    <a:pt x="135161" y="68798"/>
                  </a:lnTo>
                  <a:lnTo>
                    <a:pt x="131896" y="64462"/>
                  </a:lnTo>
                  <a:lnTo>
                    <a:pt x="128492" y="60234"/>
                  </a:lnTo>
                  <a:lnTo>
                    <a:pt x="124953" y="56119"/>
                  </a:lnTo>
                  <a:lnTo>
                    <a:pt x="121281" y="52121"/>
                  </a:lnTo>
                  <a:lnTo>
                    <a:pt x="117482" y="48244"/>
                  </a:lnTo>
                  <a:lnTo>
                    <a:pt x="113560" y="44492"/>
                  </a:lnTo>
                  <a:lnTo>
                    <a:pt x="109517" y="40870"/>
                  </a:lnTo>
                  <a:lnTo>
                    <a:pt x="105359" y="37381"/>
                  </a:lnTo>
                  <a:lnTo>
                    <a:pt x="101090" y="34029"/>
                  </a:lnTo>
                  <a:lnTo>
                    <a:pt x="96714" y="30817"/>
                  </a:lnTo>
                  <a:lnTo>
                    <a:pt x="92237" y="27749"/>
                  </a:lnTo>
                  <a:lnTo>
                    <a:pt x="87662" y="24828"/>
                  </a:lnTo>
                  <a:lnTo>
                    <a:pt x="82995" y="22057"/>
                  </a:lnTo>
                  <a:lnTo>
                    <a:pt x="78240" y="19439"/>
                  </a:lnTo>
                  <a:lnTo>
                    <a:pt x="73403" y="16977"/>
                  </a:lnTo>
                  <a:lnTo>
                    <a:pt x="68488" y="14673"/>
                  </a:lnTo>
                  <a:lnTo>
                    <a:pt x="63501" y="12530"/>
                  </a:lnTo>
                  <a:lnTo>
                    <a:pt x="58447" y="10550"/>
                  </a:lnTo>
                  <a:lnTo>
                    <a:pt x="53332" y="8735"/>
                  </a:lnTo>
                  <a:lnTo>
                    <a:pt x="48160" y="7087"/>
                  </a:lnTo>
                  <a:lnTo>
                    <a:pt x="42938" y="5608"/>
                  </a:lnTo>
                  <a:lnTo>
                    <a:pt x="37670" y="4299"/>
                  </a:lnTo>
                  <a:lnTo>
                    <a:pt x="32363" y="3162"/>
                  </a:lnTo>
                  <a:lnTo>
                    <a:pt x="27021" y="2198"/>
                  </a:lnTo>
                  <a:lnTo>
                    <a:pt x="21651" y="1408"/>
                  </a:lnTo>
                  <a:lnTo>
                    <a:pt x="16258" y="792"/>
                  </a:lnTo>
                  <a:lnTo>
                    <a:pt x="10848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51844" y="3707720"/>
              <a:ext cx="182770" cy="334334"/>
            </a:xfrm>
            <a:custGeom>
              <a:avLst/>
              <a:pathLst>
                <a:path w="182770" h="334334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8" y="771"/>
                  </a:lnTo>
                  <a:lnTo>
                    <a:pt x="145808" y="1370"/>
                  </a:lnTo>
                  <a:lnTo>
                    <a:pt x="140509" y="2139"/>
                  </a:lnTo>
                  <a:lnTo>
                    <a:pt x="135238" y="3077"/>
                  </a:lnTo>
                  <a:lnTo>
                    <a:pt x="129999" y="4184"/>
                  </a:lnTo>
                  <a:lnTo>
                    <a:pt x="124799" y="5458"/>
                  </a:lnTo>
                  <a:lnTo>
                    <a:pt x="119642" y="6897"/>
                  </a:lnTo>
                  <a:lnTo>
                    <a:pt x="114533" y="8502"/>
                  </a:lnTo>
                  <a:lnTo>
                    <a:pt x="109479" y="10269"/>
                  </a:lnTo>
                  <a:lnTo>
                    <a:pt x="104484" y="12197"/>
                  </a:lnTo>
                  <a:lnTo>
                    <a:pt x="99553" y="14283"/>
                  </a:lnTo>
                  <a:lnTo>
                    <a:pt x="94692" y="16527"/>
                  </a:lnTo>
                  <a:lnTo>
                    <a:pt x="89905" y="18925"/>
                  </a:lnTo>
                  <a:lnTo>
                    <a:pt x="85197" y="21476"/>
                  </a:lnTo>
                  <a:lnTo>
                    <a:pt x="80573" y="24176"/>
                  </a:lnTo>
                  <a:lnTo>
                    <a:pt x="76038" y="27022"/>
                  </a:lnTo>
                  <a:lnTo>
                    <a:pt x="71597" y="30012"/>
                  </a:lnTo>
                  <a:lnTo>
                    <a:pt x="67254" y="33143"/>
                  </a:lnTo>
                  <a:lnTo>
                    <a:pt x="63013" y="36412"/>
                  </a:lnTo>
                  <a:lnTo>
                    <a:pt x="58879" y="39814"/>
                  </a:lnTo>
                  <a:lnTo>
                    <a:pt x="54856" y="43348"/>
                  </a:lnTo>
                  <a:lnTo>
                    <a:pt x="50948" y="47008"/>
                  </a:lnTo>
                  <a:lnTo>
                    <a:pt x="47160" y="50791"/>
                  </a:lnTo>
                  <a:lnTo>
                    <a:pt x="43494" y="54694"/>
                  </a:lnTo>
                  <a:lnTo>
                    <a:pt x="39956" y="58713"/>
                  </a:lnTo>
                  <a:lnTo>
                    <a:pt x="36548" y="62842"/>
                  </a:lnTo>
                  <a:lnTo>
                    <a:pt x="33274" y="67079"/>
                  </a:lnTo>
                  <a:lnTo>
                    <a:pt x="30137" y="71418"/>
                  </a:lnTo>
                  <a:lnTo>
                    <a:pt x="27141" y="75855"/>
                  </a:lnTo>
                  <a:lnTo>
                    <a:pt x="24289" y="80386"/>
                  </a:lnTo>
                  <a:lnTo>
                    <a:pt x="21583" y="85007"/>
                  </a:lnTo>
                  <a:lnTo>
                    <a:pt x="19027" y="89711"/>
                  </a:lnTo>
                  <a:lnTo>
                    <a:pt x="16622" y="94495"/>
                  </a:lnTo>
                  <a:lnTo>
                    <a:pt x="14372" y="99353"/>
                  </a:lnTo>
                  <a:lnTo>
                    <a:pt x="12279" y="104281"/>
                  </a:lnTo>
                  <a:lnTo>
                    <a:pt x="10344" y="109274"/>
                  </a:lnTo>
                  <a:lnTo>
                    <a:pt x="8571" y="114326"/>
                  </a:lnTo>
                  <a:lnTo>
                    <a:pt x="6960" y="119432"/>
                  </a:lnTo>
                  <a:lnTo>
                    <a:pt x="5513" y="124587"/>
                  </a:lnTo>
                  <a:lnTo>
                    <a:pt x="4232" y="129786"/>
                  </a:lnTo>
                  <a:lnTo>
                    <a:pt x="3119" y="135023"/>
                  </a:lnTo>
                  <a:lnTo>
                    <a:pt x="2174" y="140293"/>
                  </a:lnTo>
                  <a:lnTo>
                    <a:pt x="1398" y="145591"/>
                  </a:lnTo>
                  <a:lnTo>
                    <a:pt x="792" y="150911"/>
                  </a:lnTo>
                  <a:lnTo>
                    <a:pt x="356" y="156247"/>
                  </a:lnTo>
                  <a:lnTo>
                    <a:pt x="92" y="161595"/>
                  </a:lnTo>
                  <a:lnTo>
                    <a:pt x="0" y="166948"/>
                  </a:lnTo>
                  <a:lnTo>
                    <a:pt x="78" y="172302"/>
                  </a:lnTo>
                  <a:lnTo>
                    <a:pt x="328" y="177650"/>
                  </a:lnTo>
                  <a:lnTo>
                    <a:pt x="750" y="182988"/>
                  </a:lnTo>
                  <a:lnTo>
                    <a:pt x="1342" y="188309"/>
                  </a:lnTo>
                  <a:lnTo>
                    <a:pt x="2104" y="193609"/>
                  </a:lnTo>
                  <a:lnTo>
                    <a:pt x="3035" y="198881"/>
                  </a:lnTo>
                  <a:lnTo>
                    <a:pt x="4135" y="204121"/>
                  </a:lnTo>
                  <a:lnTo>
                    <a:pt x="5402" y="209324"/>
                  </a:lnTo>
                  <a:lnTo>
                    <a:pt x="6835" y="214482"/>
                  </a:lnTo>
                  <a:lnTo>
                    <a:pt x="8433" y="219593"/>
                  </a:lnTo>
                  <a:lnTo>
                    <a:pt x="10193" y="224649"/>
                  </a:lnTo>
                  <a:lnTo>
                    <a:pt x="12115" y="229647"/>
                  </a:lnTo>
                  <a:lnTo>
                    <a:pt x="14195" y="234580"/>
                  </a:lnTo>
                  <a:lnTo>
                    <a:pt x="16432" y="239445"/>
                  </a:lnTo>
                  <a:lnTo>
                    <a:pt x="18824" y="244235"/>
                  </a:lnTo>
                  <a:lnTo>
                    <a:pt x="21369" y="248946"/>
                  </a:lnTo>
                  <a:lnTo>
                    <a:pt x="24062" y="253573"/>
                  </a:lnTo>
                  <a:lnTo>
                    <a:pt x="26903" y="258112"/>
                  </a:lnTo>
                  <a:lnTo>
                    <a:pt x="29887" y="262557"/>
                  </a:lnTo>
                  <a:lnTo>
                    <a:pt x="33013" y="266905"/>
                  </a:lnTo>
                  <a:lnTo>
                    <a:pt x="36275" y="271150"/>
                  </a:lnTo>
                  <a:lnTo>
                    <a:pt x="39673" y="275288"/>
                  </a:lnTo>
                  <a:lnTo>
                    <a:pt x="43201" y="279316"/>
                  </a:lnTo>
                  <a:lnTo>
                    <a:pt x="46856" y="283228"/>
                  </a:lnTo>
                  <a:lnTo>
                    <a:pt x="50634" y="287022"/>
                  </a:lnTo>
                  <a:lnTo>
                    <a:pt x="54532" y="290692"/>
                  </a:lnTo>
                  <a:lnTo>
                    <a:pt x="58546" y="294236"/>
                  </a:lnTo>
                  <a:lnTo>
                    <a:pt x="62671" y="297649"/>
                  </a:lnTo>
                  <a:lnTo>
                    <a:pt x="66903" y="300929"/>
                  </a:lnTo>
                  <a:lnTo>
                    <a:pt x="71238" y="304071"/>
                  </a:lnTo>
                  <a:lnTo>
                    <a:pt x="75672" y="307073"/>
                  </a:lnTo>
                  <a:lnTo>
                    <a:pt x="80199" y="309931"/>
                  </a:lnTo>
                  <a:lnTo>
                    <a:pt x="84816" y="312643"/>
                  </a:lnTo>
                  <a:lnTo>
                    <a:pt x="89517" y="315206"/>
                  </a:lnTo>
                  <a:lnTo>
                    <a:pt x="94298" y="317617"/>
                  </a:lnTo>
                  <a:lnTo>
                    <a:pt x="99153" y="319873"/>
                  </a:lnTo>
                  <a:lnTo>
                    <a:pt x="104079" y="321973"/>
                  </a:lnTo>
                  <a:lnTo>
                    <a:pt x="109069" y="323914"/>
                  </a:lnTo>
                  <a:lnTo>
                    <a:pt x="114118" y="325694"/>
                  </a:lnTo>
                  <a:lnTo>
                    <a:pt x="119222" y="327311"/>
                  </a:lnTo>
                  <a:lnTo>
                    <a:pt x="124375" y="328765"/>
                  </a:lnTo>
                  <a:lnTo>
                    <a:pt x="129573" y="330052"/>
                  </a:lnTo>
                  <a:lnTo>
                    <a:pt x="134808" y="331173"/>
                  </a:lnTo>
                  <a:lnTo>
                    <a:pt x="140077" y="332125"/>
                  </a:lnTo>
                  <a:lnTo>
                    <a:pt x="145374" y="332908"/>
                  </a:lnTo>
                  <a:lnTo>
                    <a:pt x="150693" y="333521"/>
                  </a:lnTo>
                  <a:lnTo>
                    <a:pt x="156029" y="333963"/>
                  </a:lnTo>
                  <a:lnTo>
                    <a:pt x="161376" y="334234"/>
                  </a:lnTo>
                  <a:lnTo>
                    <a:pt x="166729" y="334334"/>
                  </a:lnTo>
                  <a:lnTo>
                    <a:pt x="172083" y="334262"/>
                  </a:lnTo>
                  <a:lnTo>
                    <a:pt x="177432" y="334019"/>
                  </a:lnTo>
                  <a:lnTo>
                    <a:pt x="182770" y="3336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891"/>
              <a:ext cx="167162" cy="333434"/>
            </a:xfrm>
            <a:custGeom>
              <a:avLst/>
              <a:pathLst>
                <a:path w="167162" h="333434">
                  <a:moveTo>
                    <a:pt x="15603" y="333434"/>
                  </a:moveTo>
                  <a:lnTo>
                    <a:pt x="20911" y="332851"/>
                  </a:lnTo>
                  <a:lnTo>
                    <a:pt x="26198" y="332098"/>
                  </a:lnTo>
                  <a:lnTo>
                    <a:pt x="31458" y="331177"/>
                  </a:lnTo>
                  <a:lnTo>
                    <a:pt x="36686" y="330089"/>
                  </a:lnTo>
                  <a:lnTo>
                    <a:pt x="41876" y="328834"/>
                  </a:lnTo>
                  <a:lnTo>
                    <a:pt x="47024" y="327413"/>
                  </a:lnTo>
                  <a:lnTo>
                    <a:pt x="52124" y="325830"/>
                  </a:lnTo>
                  <a:lnTo>
                    <a:pt x="57170" y="324084"/>
                  </a:lnTo>
                  <a:lnTo>
                    <a:pt x="62159" y="322177"/>
                  </a:lnTo>
                  <a:lnTo>
                    <a:pt x="67084" y="320113"/>
                  </a:lnTo>
                  <a:lnTo>
                    <a:pt x="71940" y="317892"/>
                  </a:lnTo>
                  <a:lnTo>
                    <a:pt x="76723" y="315517"/>
                  </a:lnTo>
                  <a:lnTo>
                    <a:pt x="81428" y="312991"/>
                  </a:lnTo>
                  <a:lnTo>
                    <a:pt x="86049" y="310315"/>
                  </a:lnTo>
                  <a:lnTo>
                    <a:pt x="90583" y="307494"/>
                  </a:lnTo>
                  <a:lnTo>
                    <a:pt x="95024" y="304529"/>
                  </a:lnTo>
                  <a:lnTo>
                    <a:pt x="99369" y="301424"/>
                  </a:lnTo>
                  <a:lnTo>
                    <a:pt x="103612" y="298181"/>
                  </a:lnTo>
                  <a:lnTo>
                    <a:pt x="107749" y="294805"/>
                  </a:lnTo>
                  <a:lnTo>
                    <a:pt x="111776" y="291298"/>
                  </a:lnTo>
                  <a:lnTo>
                    <a:pt x="115690" y="287664"/>
                  </a:lnTo>
                  <a:lnTo>
                    <a:pt x="119485" y="283907"/>
                  </a:lnTo>
                  <a:lnTo>
                    <a:pt x="123158" y="280031"/>
                  </a:lnTo>
                  <a:lnTo>
                    <a:pt x="126706" y="276040"/>
                  </a:lnTo>
                  <a:lnTo>
                    <a:pt x="130124" y="271937"/>
                  </a:lnTo>
                  <a:lnTo>
                    <a:pt x="133409" y="267727"/>
                  </a:lnTo>
                  <a:lnTo>
                    <a:pt x="136559" y="263415"/>
                  </a:lnTo>
                  <a:lnTo>
                    <a:pt x="139569" y="259004"/>
                  </a:lnTo>
                  <a:lnTo>
                    <a:pt x="142436" y="254499"/>
                  </a:lnTo>
                  <a:lnTo>
                    <a:pt x="145159" y="249905"/>
                  </a:lnTo>
                  <a:lnTo>
                    <a:pt x="147733" y="245226"/>
                  </a:lnTo>
                  <a:lnTo>
                    <a:pt x="150156" y="240467"/>
                  </a:lnTo>
                  <a:lnTo>
                    <a:pt x="152426" y="235634"/>
                  </a:lnTo>
                  <a:lnTo>
                    <a:pt x="154541" y="230730"/>
                  </a:lnTo>
                  <a:lnTo>
                    <a:pt x="156497" y="225762"/>
                  </a:lnTo>
                  <a:lnTo>
                    <a:pt x="158295" y="220733"/>
                  </a:lnTo>
                  <a:lnTo>
                    <a:pt x="159930" y="215649"/>
                  </a:lnTo>
                  <a:lnTo>
                    <a:pt x="161403" y="210516"/>
                  </a:lnTo>
                  <a:lnTo>
                    <a:pt x="162710" y="205339"/>
                  </a:lnTo>
                  <a:lnTo>
                    <a:pt x="163852" y="200122"/>
                  </a:lnTo>
                  <a:lnTo>
                    <a:pt x="164826" y="194872"/>
                  </a:lnTo>
                  <a:lnTo>
                    <a:pt x="165633" y="189593"/>
                  </a:lnTo>
                  <a:lnTo>
                    <a:pt x="166270" y="184291"/>
                  </a:lnTo>
                  <a:lnTo>
                    <a:pt x="166737" y="178971"/>
                  </a:lnTo>
                  <a:lnTo>
                    <a:pt x="167035" y="173639"/>
                  </a:lnTo>
                  <a:lnTo>
                    <a:pt x="167162" y="168301"/>
                  </a:lnTo>
                  <a:lnTo>
                    <a:pt x="167118" y="162961"/>
                  </a:lnTo>
                  <a:lnTo>
                    <a:pt x="166904" y="157625"/>
                  </a:lnTo>
                  <a:lnTo>
                    <a:pt x="166520" y="152299"/>
                  </a:lnTo>
                  <a:lnTo>
                    <a:pt x="165965" y="146988"/>
                  </a:lnTo>
                  <a:lnTo>
                    <a:pt x="165241" y="141697"/>
                  </a:lnTo>
                  <a:lnTo>
                    <a:pt x="164349" y="136432"/>
                  </a:lnTo>
                  <a:lnTo>
                    <a:pt x="163289" y="131198"/>
                  </a:lnTo>
                  <a:lnTo>
                    <a:pt x="162062" y="126001"/>
                  </a:lnTo>
                  <a:lnTo>
                    <a:pt x="160670" y="120845"/>
                  </a:lnTo>
                  <a:lnTo>
                    <a:pt x="159114" y="115737"/>
                  </a:lnTo>
                  <a:lnTo>
                    <a:pt x="157396" y="110681"/>
                  </a:lnTo>
                  <a:lnTo>
                    <a:pt x="155516" y="105682"/>
                  </a:lnTo>
                  <a:lnTo>
                    <a:pt x="153479" y="100746"/>
                  </a:lnTo>
                  <a:lnTo>
                    <a:pt x="151284" y="95878"/>
                  </a:lnTo>
                  <a:lnTo>
                    <a:pt x="148936" y="91082"/>
                  </a:lnTo>
                  <a:lnTo>
                    <a:pt x="146435" y="86363"/>
                  </a:lnTo>
                  <a:lnTo>
                    <a:pt x="143785" y="81727"/>
                  </a:lnTo>
                  <a:lnTo>
                    <a:pt x="140988" y="77178"/>
                  </a:lnTo>
                  <a:lnTo>
                    <a:pt x="138047" y="72721"/>
                  </a:lnTo>
                  <a:lnTo>
                    <a:pt x="134965" y="68360"/>
                  </a:lnTo>
                  <a:lnTo>
                    <a:pt x="131746" y="64099"/>
                  </a:lnTo>
                  <a:lnTo>
                    <a:pt x="128392" y="59943"/>
                  </a:lnTo>
                  <a:lnTo>
                    <a:pt x="124907" y="55897"/>
                  </a:lnTo>
                  <a:lnTo>
                    <a:pt x="121295" y="51964"/>
                  </a:lnTo>
                  <a:lnTo>
                    <a:pt x="117559" y="48149"/>
                  </a:lnTo>
                  <a:lnTo>
                    <a:pt x="113703" y="44454"/>
                  </a:lnTo>
                  <a:lnTo>
                    <a:pt x="109731" y="40885"/>
                  </a:lnTo>
                  <a:lnTo>
                    <a:pt x="105647" y="37445"/>
                  </a:lnTo>
                  <a:lnTo>
                    <a:pt x="101455" y="34136"/>
                  </a:lnTo>
                  <a:lnTo>
                    <a:pt x="97159" y="30964"/>
                  </a:lnTo>
                  <a:lnTo>
                    <a:pt x="92765" y="27930"/>
                  </a:lnTo>
                  <a:lnTo>
                    <a:pt x="88276" y="25038"/>
                  </a:lnTo>
                  <a:lnTo>
                    <a:pt x="83696" y="22290"/>
                  </a:lnTo>
                  <a:lnTo>
                    <a:pt x="79032" y="19691"/>
                  </a:lnTo>
                  <a:lnTo>
                    <a:pt x="74286" y="17242"/>
                  </a:lnTo>
                  <a:lnTo>
                    <a:pt x="69465" y="14945"/>
                  </a:lnTo>
                  <a:lnTo>
                    <a:pt x="64573" y="12804"/>
                  </a:lnTo>
                  <a:lnTo>
                    <a:pt x="59615" y="10820"/>
                  </a:lnTo>
                  <a:lnTo>
                    <a:pt x="54596" y="8996"/>
                  </a:lnTo>
                  <a:lnTo>
                    <a:pt x="49522" y="7333"/>
                  </a:lnTo>
                  <a:lnTo>
                    <a:pt x="44397" y="5832"/>
                  </a:lnTo>
                  <a:lnTo>
                    <a:pt x="39227" y="4496"/>
                  </a:lnTo>
                  <a:lnTo>
                    <a:pt x="34016" y="3326"/>
                  </a:lnTo>
                  <a:lnTo>
                    <a:pt x="28771" y="2323"/>
                  </a:lnTo>
                  <a:lnTo>
                    <a:pt x="23497" y="1488"/>
                  </a:lnTo>
                  <a:lnTo>
                    <a:pt x="18198" y="822"/>
                  </a:lnTo>
                  <a:lnTo>
                    <a:pt x="12881" y="326"/>
                  </a:lnTo>
                  <a:lnTo>
                    <a:pt x="7551" y="0"/>
                  </a:lnTo>
                  <a:lnTo>
                    <a:pt x="0" y="166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7551" cy="167167"/>
            </a:xfrm>
            <a:custGeom>
              <a:avLst/>
              <a:pathLst>
                <a:path w="7551" h="167167">
                  <a:moveTo>
                    <a:pt x="7551" y="17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tx89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2025-06-24T23:46:22Z</dcterms:modified>
  <cp:category/>
</cp:coreProperties>
</file>