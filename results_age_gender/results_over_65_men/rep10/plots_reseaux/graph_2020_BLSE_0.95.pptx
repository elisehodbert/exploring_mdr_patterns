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08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57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95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08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43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57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5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43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95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13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2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718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08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5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13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08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08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76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094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55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63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08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417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52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08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6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67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08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6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67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08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5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69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76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05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14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5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779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71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13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13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69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09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21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065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13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8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57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195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270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718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08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43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57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195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59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135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083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55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63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57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24872" y="3170392"/>
              <a:ext cx="58906" cy="167167"/>
            </a:xfrm>
            <a:custGeom>
              <a:avLst/>
              <a:pathLst>
                <a:path w="58906" h="167167">
                  <a:moveTo>
                    <a:pt x="58906" y="0"/>
                  </a:moveTo>
                  <a:lnTo>
                    <a:pt x="52888" y="108"/>
                  </a:lnTo>
                  <a:lnTo>
                    <a:pt x="46877" y="433"/>
                  </a:lnTo>
                  <a:lnTo>
                    <a:pt x="40881" y="974"/>
                  </a:lnTo>
                  <a:lnTo>
                    <a:pt x="34910" y="1731"/>
                  </a:lnTo>
                  <a:lnTo>
                    <a:pt x="28969" y="2702"/>
                  </a:lnTo>
                  <a:lnTo>
                    <a:pt x="23067" y="3886"/>
                  </a:lnTo>
                  <a:lnTo>
                    <a:pt x="17211" y="5283"/>
                  </a:lnTo>
                  <a:lnTo>
                    <a:pt x="11410" y="6889"/>
                  </a:lnTo>
                  <a:lnTo>
                    <a:pt x="5670" y="8703"/>
                  </a:lnTo>
                  <a:lnTo>
                    <a:pt x="0" y="10722"/>
                  </a:lnTo>
                  <a:lnTo>
                    <a:pt x="5890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4872" y="3181115"/>
              <a:ext cx="58906" cy="156444"/>
            </a:xfrm>
            <a:custGeom>
              <a:avLst/>
              <a:pathLst>
                <a:path w="58906" h="156444">
                  <a:moveTo>
                    <a:pt x="0" y="0"/>
                  </a:moveTo>
                  <a:lnTo>
                    <a:pt x="58906" y="1564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16616" y="3170479"/>
              <a:ext cx="334315" cy="334245"/>
            </a:xfrm>
            <a:custGeom>
              <a:avLst/>
              <a:pathLst>
                <a:path w="334315" h="334245">
                  <a:moveTo>
                    <a:pt x="108256" y="10635"/>
                  </a:moveTo>
                  <a:lnTo>
                    <a:pt x="103332" y="12579"/>
                  </a:lnTo>
                  <a:lnTo>
                    <a:pt x="98471" y="14678"/>
                  </a:lnTo>
                  <a:lnTo>
                    <a:pt x="93680" y="16929"/>
                  </a:lnTo>
                  <a:lnTo>
                    <a:pt x="88962" y="19332"/>
                  </a:lnTo>
                  <a:lnTo>
                    <a:pt x="84323" y="21882"/>
                  </a:lnTo>
                  <a:lnTo>
                    <a:pt x="79766" y="24578"/>
                  </a:lnTo>
                  <a:lnTo>
                    <a:pt x="75298" y="27417"/>
                  </a:lnTo>
                  <a:lnTo>
                    <a:pt x="70921" y="30396"/>
                  </a:lnTo>
                  <a:lnTo>
                    <a:pt x="66641" y="33512"/>
                  </a:lnTo>
                  <a:lnTo>
                    <a:pt x="62462" y="36762"/>
                  </a:lnTo>
                  <a:lnTo>
                    <a:pt x="58388" y="40143"/>
                  </a:lnTo>
                  <a:lnTo>
                    <a:pt x="54423" y="43651"/>
                  </a:lnTo>
                  <a:lnTo>
                    <a:pt x="50571" y="47283"/>
                  </a:lnTo>
                  <a:lnTo>
                    <a:pt x="46836" y="51035"/>
                  </a:lnTo>
                  <a:lnTo>
                    <a:pt x="43222" y="54903"/>
                  </a:lnTo>
                  <a:lnTo>
                    <a:pt x="39732" y="58884"/>
                  </a:lnTo>
                  <a:lnTo>
                    <a:pt x="36370" y="62974"/>
                  </a:lnTo>
                  <a:lnTo>
                    <a:pt x="33139" y="67168"/>
                  </a:lnTo>
                  <a:lnTo>
                    <a:pt x="30042" y="71462"/>
                  </a:lnTo>
                  <a:lnTo>
                    <a:pt x="27083" y="75852"/>
                  </a:lnTo>
                  <a:lnTo>
                    <a:pt x="24264" y="80333"/>
                  </a:lnTo>
                  <a:lnTo>
                    <a:pt x="21589" y="84902"/>
                  </a:lnTo>
                  <a:lnTo>
                    <a:pt x="19060" y="89553"/>
                  </a:lnTo>
                  <a:lnTo>
                    <a:pt x="16679" y="94281"/>
                  </a:lnTo>
                  <a:lnTo>
                    <a:pt x="14449" y="99083"/>
                  </a:lnTo>
                  <a:lnTo>
                    <a:pt x="12373" y="103953"/>
                  </a:lnTo>
                  <a:lnTo>
                    <a:pt x="10451" y="108886"/>
                  </a:lnTo>
                  <a:lnTo>
                    <a:pt x="8687" y="113878"/>
                  </a:lnTo>
                  <a:lnTo>
                    <a:pt x="7082" y="118923"/>
                  </a:lnTo>
                  <a:lnTo>
                    <a:pt x="5637" y="124016"/>
                  </a:lnTo>
                  <a:lnTo>
                    <a:pt x="4355" y="129152"/>
                  </a:lnTo>
                  <a:lnTo>
                    <a:pt x="3235" y="134327"/>
                  </a:lnTo>
                  <a:lnTo>
                    <a:pt x="2280" y="139534"/>
                  </a:lnTo>
                  <a:lnTo>
                    <a:pt x="1491" y="144769"/>
                  </a:lnTo>
                  <a:lnTo>
                    <a:pt x="867" y="150026"/>
                  </a:lnTo>
                  <a:lnTo>
                    <a:pt x="411" y="155301"/>
                  </a:lnTo>
                  <a:lnTo>
                    <a:pt x="121" y="160587"/>
                  </a:lnTo>
                  <a:lnTo>
                    <a:pt x="0" y="165880"/>
                  </a:lnTo>
                  <a:lnTo>
                    <a:pt x="45" y="171174"/>
                  </a:lnTo>
                  <a:lnTo>
                    <a:pt x="259" y="176463"/>
                  </a:lnTo>
                  <a:lnTo>
                    <a:pt x="640" y="181744"/>
                  </a:lnTo>
                  <a:lnTo>
                    <a:pt x="1187" y="187010"/>
                  </a:lnTo>
                  <a:lnTo>
                    <a:pt x="1902" y="192255"/>
                  </a:lnTo>
                  <a:lnTo>
                    <a:pt x="2782" y="197476"/>
                  </a:lnTo>
                  <a:lnTo>
                    <a:pt x="3827" y="202666"/>
                  </a:lnTo>
                  <a:lnTo>
                    <a:pt x="5036" y="207820"/>
                  </a:lnTo>
                  <a:lnTo>
                    <a:pt x="6407" y="212934"/>
                  </a:lnTo>
                  <a:lnTo>
                    <a:pt x="7940" y="218001"/>
                  </a:lnTo>
                  <a:lnTo>
                    <a:pt x="9632" y="223017"/>
                  </a:lnTo>
                  <a:lnTo>
                    <a:pt x="11482" y="227978"/>
                  </a:lnTo>
                  <a:lnTo>
                    <a:pt x="13489" y="232877"/>
                  </a:lnTo>
                  <a:lnTo>
                    <a:pt x="15649" y="237710"/>
                  </a:lnTo>
                  <a:lnTo>
                    <a:pt x="17962" y="242473"/>
                  </a:lnTo>
                  <a:lnTo>
                    <a:pt x="20424" y="247159"/>
                  </a:lnTo>
                  <a:lnTo>
                    <a:pt x="23033" y="251766"/>
                  </a:lnTo>
                  <a:lnTo>
                    <a:pt x="25787" y="256287"/>
                  </a:lnTo>
                  <a:lnTo>
                    <a:pt x="28683" y="260719"/>
                  </a:lnTo>
                  <a:lnTo>
                    <a:pt x="31717" y="265057"/>
                  </a:lnTo>
                  <a:lnTo>
                    <a:pt x="34888" y="269297"/>
                  </a:lnTo>
                  <a:lnTo>
                    <a:pt x="38191" y="273435"/>
                  </a:lnTo>
                  <a:lnTo>
                    <a:pt x="41624" y="277465"/>
                  </a:lnTo>
                  <a:lnTo>
                    <a:pt x="45182" y="281385"/>
                  </a:lnTo>
                  <a:lnTo>
                    <a:pt x="48863" y="285190"/>
                  </a:lnTo>
                  <a:lnTo>
                    <a:pt x="52662" y="288877"/>
                  </a:lnTo>
                  <a:lnTo>
                    <a:pt x="56576" y="292442"/>
                  </a:lnTo>
                  <a:lnTo>
                    <a:pt x="60601" y="295881"/>
                  </a:lnTo>
                  <a:lnTo>
                    <a:pt x="64733" y="299191"/>
                  </a:lnTo>
                  <a:lnTo>
                    <a:pt x="68968" y="302368"/>
                  </a:lnTo>
                  <a:lnTo>
                    <a:pt x="73301" y="305409"/>
                  </a:lnTo>
                  <a:lnTo>
                    <a:pt x="77729" y="308312"/>
                  </a:lnTo>
                  <a:lnTo>
                    <a:pt x="82246" y="311073"/>
                  </a:lnTo>
                  <a:lnTo>
                    <a:pt x="86848" y="313690"/>
                  </a:lnTo>
                  <a:lnTo>
                    <a:pt x="91531" y="316160"/>
                  </a:lnTo>
                  <a:lnTo>
                    <a:pt x="96290" y="318480"/>
                  </a:lnTo>
                  <a:lnTo>
                    <a:pt x="101119" y="320648"/>
                  </a:lnTo>
                  <a:lnTo>
                    <a:pt x="106015" y="322663"/>
                  </a:lnTo>
                  <a:lnTo>
                    <a:pt x="110973" y="324521"/>
                  </a:lnTo>
                  <a:lnTo>
                    <a:pt x="115986" y="326221"/>
                  </a:lnTo>
                  <a:lnTo>
                    <a:pt x="121051" y="327762"/>
                  </a:lnTo>
                  <a:lnTo>
                    <a:pt x="126163" y="329142"/>
                  </a:lnTo>
                  <a:lnTo>
                    <a:pt x="131315" y="330359"/>
                  </a:lnTo>
                  <a:lnTo>
                    <a:pt x="136503" y="331412"/>
                  </a:lnTo>
                  <a:lnTo>
                    <a:pt x="141722" y="332300"/>
                  </a:lnTo>
                  <a:lnTo>
                    <a:pt x="146967" y="333023"/>
                  </a:lnTo>
                  <a:lnTo>
                    <a:pt x="152232" y="333579"/>
                  </a:lnTo>
                  <a:lnTo>
                    <a:pt x="157512" y="333969"/>
                  </a:lnTo>
                  <a:lnTo>
                    <a:pt x="162801" y="334191"/>
                  </a:lnTo>
                  <a:lnTo>
                    <a:pt x="168095" y="334245"/>
                  </a:lnTo>
                  <a:lnTo>
                    <a:pt x="173388" y="334132"/>
                  </a:lnTo>
                  <a:lnTo>
                    <a:pt x="178675" y="333851"/>
                  </a:lnTo>
                  <a:lnTo>
                    <a:pt x="183950" y="333402"/>
                  </a:lnTo>
                  <a:lnTo>
                    <a:pt x="189208" y="332787"/>
                  </a:lnTo>
                  <a:lnTo>
                    <a:pt x="194444" y="332006"/>
                  </a:lnTo>
                  <a:lnTo>
                    <a:pt x="199653" y="331060"/>
                  </a:lnTo>
                  <a:lnTo>
                    <a:pt x="204829" y="329949"/>
                  </a:lnTo>
                  <a:lnTo>
                    <a:pt x="209968" y="328674"/>
                  </a:lnTo>
                  <a:lnTo>
                    <a:pt x="215063" y="327238"/>
                  </a:lnTo>
                  <a:lnTo>
                    <a:pt x="220111" y="325641"/>
                  </a:lnTo>
                  <a:lnTo>
                    <a:pt x="225105" y="323884"/>
                  </a:lnTo>
                  <a:lnTo>
                    <a:pt x="230042" y="321971"/>
                  </a:lnTo>
                  <a:lnTo>
                    <a:pt x="234915" y="319902"/>
                  </a:lnTo>
                  <a:lnTo>
                    <a:pt x="239720" y="317680"/>
                  </a:lnTo>
                  <a:lnTo>
                    <a:pt x="244452" y="315307"/>
                  </a:lnTo>
                  <a:lnTo>
                    <a:pt x="249107" y="312785"/>
                  </a:lnTo>
                  <a:lnTo>
                    <a:pt x="253680" y="310117"/>
                  </a:lnTo>
                  <a:lnTo>
                    <a:pt x="258166" y="307306"/>
                  </a:lnTo>
                  <a:lnTo>
                    <a:pt x="262561" y="304354"/>
                  </a:lnTo>
                  <a:lnTo>
                    <a:pt x="266860" y="301264"/>
                  </a:lnTo>
                  <a:lnTo>
                    <a:pt x="271059" y="298040"/>
                  </a:lnTo>
                  <a:lnTo>
                    <a:pt x="275154" y="294684"/>
                  </a:lnTo>
                  <a:lnTo>
                    <a:pt x="279140" y="291201"/>
                  </a:lnTo>
                  <a:lnTo>
                    <a:pt x="283015" y="287593"/>
                  </a:lnTo>
                  <a:lnTo>
                    <a:pt x="286773" y="283864"/>
                  </a:lnTo>
                  <a:lnTo>
                    <a:pt x="290411" y="280017"/>
                  </a:lnTo>
                  <a:lnTo>
                    <a:pt x="293925" y="276058"/>
                  </a:lnTo>
                  <a:lnTo>
                    <a:pt x="297312" y="271989"/>
                  </a:lnTo>
                  <a:lnTo>
                    <a:pt x="300569" y="267815"/>
                  </a:lnTo>
                  <a:lnTo>
                    <a:pt x="303692" y="263541"/>
                  </a:lnTo>
                  <a:lnTo>
                    <a:pt x="306678" y="259169"/>
                  </a:lnTo>
                  <a:lnTo>
                    <a:pt x="309524" y="254705"/>
                  </a:lnTo>
                  <a:lnTo>
                    <a:pt x="312228" y="250153"/>
                  </a:lnTo>
                  <a:lnTo>
                    <a:pt x="314785" y="245518"/>
                  </a:lnTo>
                  <a:lnTo>
                    <a:pt x="317195" y="240804"/>
                  </a:lnTo>
                  <a:lnTo>
                    <a:pt x="319455" y="236016"/>
                  </a:lnTo>
                  <a:lnTo>
                    <a:pt x="321561" y="231159"/>
                  </a:lnTo>
                  <a:lnTo>
                    <a:pt x="323513" y="226237"/>
                  </a:lnTo>
                  <a:lnTo>
                    <a:pt x="325308" y="221257"/>
                  </a:lnTo>
                  <a:lnTo>
                    <a:pt x="326944" y="216222"/>
                  </a:lnTo>
                  <a:lnTo>
                    <a:pt x="328420" y="211138"/>
                  </a:lnTo>
                  <a:lnTo>
                    <a:pt x="329734" y="206009"/>
                  </a:lnTo>
                  <a:lnTo>
                    <a:pt x="330885" y="200842"/>
                  </a:lnTo>
                  <a:lnTo>
                    <a:pt x="331872" y="195640"/>
                  </a:lnTo>
                  <a:lnTo>
                    <a:pt x="332694" y="190410"/>
                  </a:lnTo>
                  <a:lnTo>
                    <a:pt x="333350" y="185157"/>
                  </a:lnTo>
                  <a:lnTo>
                    <a:pt x="333839" y="179886"/>
                  </a:lnTo>
                  <a:lnTo>
                    <a:pt x="334161" y="174601"/>
                  </a:lnTo>
                  <a:lnTo>
                    <a:pt x="334315" y="169309"/>
                  </a:lnTo>
                  <a:lnTo>
                    <a:pt x="334302" y="164015"/>
                  </a:lnTo>
                  <a:lnTo>
                    <a:pt x="334121" y="158724"/>
                  </a:lnTo>
                  <a:lnTo>
                    <a:pt x="333773" y="153441"/>
                  </a:lnTo>
                  <a:lnTo>
                    <a:pt x="333257" y="148172"/>
                  </a:lnTo>
                  <a:lnTo>
                    <a:pt x="332575" y="142922"/>
                  </a:lnTo>
                  <a:lnTo>
                    <a:pt x="331727" y="137697"/>
                  </a:lnTo>
                  <a:lnTo>
                    <a:pt x="330714" y="132500"/>
                  </a:lnTo>
                  <a:lnTo>
                    <a:pt x="329537" y="127339"/>
                  </a:lnTo>
                  <a:lnTo>
                    <a:pt x="328198" y="122217"/>
                  </a:lnTo>
                  <a:lnTo>
                    <a:pt x="326696" y="117140"/>
                  </a:lnTo>
                  <a:lnTo>
                    <a:pt x="325035" y="112113"/>
                  </a:lnTo>
                  <a:lnTo>
                    <a:pt x="323215" y="107142"/>
                  </a:lnTo>
                  <a:lnTo>
                    <a:pt x="321239" y="102230"/>
                  </a:lnTo>
                  <a:lnTo>
                    <a:pt x="319108" y="97384"/>
                  </a:lnTo>
                  <a:lnTo>
                    <a:pt x="316825" y="92607"/>
                  </a:lnTo>
                  <a:lnTo>
                    <a:pt x="314392" y="87905"/>
                  </a:lnTo>
                  <a:lnTo>
                    <a:pt x="311811" y="83283"/>
                  </a:lnTo>
                  <a:lnTo>
                    <a:pt x="309085" y="78745"/>
                  </a:lnTo>
                  <a:lnTo>
                    <a:pt x="306216" y="74295"/>
                  </a:lnTo>
                  <a:lnTo>
                    <a:pt x="303208" y="69938"/>
                  </a:lnTo>
                  <a:lnTo>
                    <a:pt x="300064" y="65679"/>
                  </a:lnTo>
                  <a:lnTo>
                    <a:pt x="296786" y="61521"/>
                  </a:lnTo>
                  <a:lnTo>
                    <a:pt x="293379" y="57470"/>
                  </a:lnTo>
                  <a:lnTo>
                    <a:pt x="289845" y="53528"/>
                  </a:lnTo>
                  <a:lnTo>
                    <a:pt x="286187" y="49700"/>
                  </a:lnTo>
                  <a:lnTo>
                    <a:pt x="282411" y="45990"/>
                  </a:lnTo>
                  <a:lnTo>
                    <a:pt x="278519" y="42401"/>
                  </a:lnTo>
                  <a:lnTo>
                    <a:pt x="274515" y="38938"/>
                  </a:lnTo>
                  <a:lnTo>
                    <a:pt x="270403" y="35602"/>
                  </a:lnTo>
                  <a:lnTo>
                    <a:pt x="266188" y="32399"/>
                  </a:lnTo>
                  <a:lnTo>
                    <a:pt x="261873" y="29331"/>
                  </a:lnTo>
                  <a:lnTo>
                    <a:pt x="257464" y="26401"/>
                  </a:lnTo>
                  <a:lnTo>
                    <a:pt x="252964" y="23612"/>
                  </a:lnTo>
                  <a:lnTo>
                    <a:pt x="248378" y="20967"/>
                  </a:lnTo>
                  <a:lnTo>
                    <a:pt x="243710" y="18469"/>
                  </a:lnTo>
                  <a:lnTo>
                    <a:pt x="238966" y="16119"/>
                  </a:lnTo>
                  <a:lnTo>
                    <a:pt x="234150" y="13921"/>
                  </a:lnTo>
                  <a:lnTo>
                    <a:pt x="229266" y="11877"/>
                  </a:lnTo>
                  <a:lnTo>
                    <a:pt x="224321" y="9988"/>
                  </a:lnTo>
                  <a:lnTo>
                    <a:pt x="219318" y="8257"/>
                  </a:lnTo>
                  <a:lnTo>
                    <a:pt x="214262" y="6685"/>
                  </a:lnTo>
                  <a:lnTo>
                    <a:pt x="209159" y="5274"/>
                  </a:lnTo>
                  <a:lnTo>
                    <a:pt x="204015" y="4025"/>
                  </a:lnTo>
                  <a:lnTo>
                    <a:pt x="198833" y="2940"/>
                  </a:lnTo>
                  <a:lnTo>
                    <a:pt x="193619" y="2019"/>
                  </a:lnTo>
                  <a:lnTo>
                    <a:pt x="188379" y="1264"/>
                  </a:lnTo>
                  <a:lnTo>
                    <a:pt x="183118" y="676"/>
                  </a:lnTo>
                  <a:lnTo>
                    <a:pt x="177841" y="254"/>
                  </a:lnTo>
                  <a:lnTo>
                    <a:pt x="172553" y="0"/>
                  </a:lnTo>
                  <a:lnTo>
                    <a:pt x="167163" y="1670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83779" y="3170392"/>
              <a:ext cx="5390" cy="167167"/>
            </a:xfrm>
            <a:custGeom>
              <a:avLst/>
              <a:pathLst>
                <a:path w="5390" h="167167">
                  <a:moveTo>
                    <a:pt x="5390" y="8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52405" y="2633064"/>
              <a:ext cx="166606" cy="167167"/>
            </a:xfrm>
            <a:custGeom>
              <a:avLst/>
              <a:pathLst>
                <a:path w="166606" h="167167">
                  <a:moveTo>
                    <a:pt x="166606" y="0"/>
                  </a:moveTo>
                  <a:lnTo>
                    <a:pt x="161196" y="87"/>
                  </a:lnTo>
                  <a:lnTo>
                    <a:pt x="155792" y="350"/>
                  </a:lnTo>
                  <a:lnTo>
                    <a:pt x="150400" y="787"/>
                  </a:lnTo>
                  <a:lnTo>
                    <a:pt x="145024" y="1398"/>
                  </a:lnTo>
                  <a:lnTo>
                    <a:pt x="139671" y="2184"/>
                  </a:lnTo>
                  <a:lnTo>
                    <a:pt x="134346" y="3142"/>
                  </a:lnTo>
                  <a:lnTo>
                    <a:pt x="129055" y="4272"/>
                  </a:lnTo>
                  <a:lnTo>
                    <a:pt x="123804" y="5572"/>
                  </a:lnTo>
                  <a:lnTo>
                    <a:pt x="118597" y="7042"/>
                  </a:lnTo>
                  <a:lnTo>
                    <a:pt x="113440" y="8679"/>
                  </a:lnTo>
                  <a:lnTo>
                    <a:pt x="108339" y="10483"/>
                  </a:lnTo>
                  <a:lnTo>
                    <a:pt x="103300" y="12450"/>
                  </a:lnTo>
                  <a:lnTo>
                    <a:pt x="98326" y="14580"/>
                  </a:lnTo>
                  <a:lnTo>
                    <a:pt x="93424" y="16869"/>
                  </a:lnTo>
                  <a:lnTo>
                    <a:pt x="88599" y="19316"/>
                  </a:lnTo>
                  <a:lnTo>
                    <a:pt x="83855" y="21918"/>
                  </a:lnTo>
                  <a:lnTo>
                    <a:pt x="79198" y="24672"/>
                  </a:lnTo>
                  <a:lnTo>
                    <a:pt x="74633" y="27575"/>
                  </a:lnTo>
                  <a:lnTo>
                    <a:pt x="70164" y="30624"/>
                  </a:lnTo>
                  <a:lnTo>
                    <a:pt x="65796" y="33817"/>
                  </a:lnTo>
                  <a:lnTo>
                    <a:pt x="61533" y="37149"/>
                  </a:lnTo>
                  <a:lnTo>
                    <a:pt x="57381" y="40617"/>
                  </a:lnTo>
                  <a:lnTo>
                    <a:pt x="53343" y="44218"/>
                  </a:lnTo>
                  <a:lnTo>
                    <a:pt x="49423" y="47948"/>
                  </a:lnTo>
                  <a:lnTo>
                    <a:pt x="45627" y="51802"/>
                  </a:lnTo>
                  <a:lnTo>
                    <a:pt x="41957" y="55777"/>
                  </a:lnTo>
                  <a:lnTo>
                    <a:pt x="38418" y="59869"/>
                  </a:lnTo>
                  <a:lnTo>
                    <a:pt x="35013" y="64074"/>
                  </a:lnTo>
                  <a:lnTo>
                    <a:pt x="31745" y="68386"/>
                  </a:lnTo>
                  <a:lnTo>
                    <a:pt x="28619" y="72802"/>
                  </a:lnTo>
                  <a:lnTo>
                    <a:pt x="25638" y="77317"/>
                  </a:lnTo>
                  <a:lnTo>
                    <a:pt x="22804" y="81925"/>
                  </a:lnTo>
                  <a:lnTo>
                    <a:pt x="20121" y="86623"/>
                  </a:lnTo>
                  <a:lnTo>
                    <a:pt x="17592" y="91406"/>
                  </a:lnTo>
                  <a:lnTo>
                    <a:pt x="15218" y="96268"/>
                  </a:lnTo>
                  <a:lnTo>
                    <a:pt x="13003" y="101204"/>
                  </a:lnTo>
                  <a:lnTo>
                    <a:pt x="10949" y="106209"/>
                  </a:lnTo>
                  <a:lnTo>
                    <a:pt x="9058" y="111278"/>
                  </a:lnTo>
                  <a:lnTo>
                    <a:pt x="7332" y="116406"/>
                  </a:lnTo>
                  <a:lnTo>
                    <a:pt x="5772" y="121586"/>
                  </a:lnTo>
                  <a:lnTo>
                    <a:pt x="4382" y="126815"/>
                  </a:lnTo>
                  <a:lnTo>
                    <a:pt x="3161" y="132086"/>
                  </a:lnTo>
                  <a:lnTo>
                    <a:pt x="2111" y="137393"/>
                  </a:lnTo>
                  <a:lnTo>
                    <a:pt x="1234" y="142732"/>
                  </a:lnTo>
                  <a:lnTo>
                    <a:pt x="530" y="148096"/>
                  </a:lnTo>
                  <a:lnTo>
                    <a:pt x="0" y="153480"/>
                  </a:lnTo>
                  <a:lnTo>
                    <a:pt x="16660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405" y="2786545"/>
              <a:ext cx="166606" cy="13686"/>
            </a:xfrm>
            <a:custGeom>
              <a:avLst/>
              <a:pathLst>
                <a:path w="166606" h="13686">
                  <a:moveTo>
                    <a:pt x="0" y="0"/>
                  </a:moveTo>
                  <a:lnTo>
                    <a:pt x="166606" y="136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859" y="2719124"/>
              <a:ext cx="334318" cy="248272"/>
            </a:xfrm>
            <a:custGeom>
              <a:avLst/>
              <a:pathLst>
                <a:path w="334318" h="248272">
                  <a:moveTo>
                    <a:pt x="545" y="67420"/>
                  </a:moveTo>
                  <a:lnTo>
                    <a:pt x="193" y="72738"/>
                  </a:lnTo>
                  <a:lnTo>
                    <a:pt x="12" y="78064"/>
                  </a:lnTo>
                  <a:lnTo>
                    <a:pt x="0" y="83394"/>
                  </a:lnTo>
                  <a:lnTo>
                    <a:pt x="157" y="88721"/>
                  </a:lnTo>
                  <a:lnTo>
                    <a:pt x="485" y="94040"/>
                  </a:lnTo>
                  <a:lnTo>
                    <a:pt x="982" y="99346"/>
                  </a:lnTo>
                  <a:lnTo>
                    <a:pt x="1648" y="104634"/>
                  </a:lnTo>
                  <a:lnTo>
                    <a:pt x="2482" y="109897"/>
                  </a:lnTo>
                  <a:lnTo>
                    <a:pt x="3483" y="115132"/>
                  </a:lnTo>
                  <a:lnTo>
                    <a:pt x="4651" y="120331"/>
                  </a:lnTo>
                  <a:lnTo>
                    <a:pt x="5984" y="125491"/>
                  </a:lnTo>
                  <a:lnTo>
                    <a:pt x="7480" y="130606"/>
                  </a:lnTo>
                  <a:lnTo>
                    <a:pt x="9139" y="135671"/>
                  </a:lnTo>
                  <a:lnTo>
                    <a:pt x="10959" y="140680"/>
                  </a:lnTo>
                  <a:lnTo>
                    <a:pt x="12937" y="145628"/>
                  </a:lnTo>
                  <a:lnTo>
                    <a:pt x="15072" y="150511"/>
                  </a:lnTo>
                  <a:lnTo>
                    <a:pt x="17362" y="155324"/>
                  </a:lnTo>
                  <a:lnTo>
                    <a:pt x="19804" y="160061"/>
                  </a:lnTo>
                  <a:lnTo>
                    <a:pt x="22395" y="164718"/>
                  </a:lnTo>
                  <a:lnTo>
                    <a:pt x="25134" y="169289"/>
                  </a:lnTo>
                  <a:lnTo>
                    <a:pt x="28017" y="173771"/>
                  </a:lnTo>
                  <a:lnTo>
                    <a:pt x="31042" y="178159"/>
                  </a:lnTo>
                  <a:lnTo>
                    <a:pt x="34205" y="182449"/>
                  </a:lnTo>
                  <a:lnTo>
                    <a:pt x="37502" y="186635"/>
                  </a:lnTo>
                  <a:lnTo>
                    <a:pt x="40932" y="190714"/>
                  </a:lnTo>
                  <a:lnTo>
                    <a:pt x="44490" y="194682"/>
                  </a:lnTo>
                  <a:lnTo>
                    <a:pt x="48173" y="198534"/>
                  </a:lnTo>
                  <a:lnTo>
                    <a:pt x="51976" y="202267"/>
                  </a:lnTo>
                  <a:lnTo>
                    <a:pt x="55897" y="205877"/>
                  </a:lnTo>
                  <a:lnTo>
                    <a:pt x="59931" y="209360"/>
                  </a:lnTo>
                  <a:lnTo>
                    <a:pt x="64073" y="212712"/>
                  </a:lnTo>
                  <a:lnTo>
                    <a:pt x="68321" y="215931"/>
                  </a:lnTo>
                  <a:lnTo>
                    <a:pt x="72669" y="219013"/>
                  </a:lnTo>
                  <a:lnTo>
                    <a:pt x="77113" y="221955"/>
                  </a:lnTo>
                  <a:lnTo>
                    <a:pt x="81648" y="224753"/>
                  </a:lnTo>
                  <a:lnTo>
                    <a:pt x="86270" y="227406"/>
                  </a:lnTo>
                  <a:lnTo>
                    <a:pt x="90975" y="229909"/>
                  </a:lnTo>
                  <a:lnTo>
                    <a:pt x="95757" y="232262"/>
                  </a:lnTo>
                  <a:lnTo>
                    <a:pt x="100611" y="234461"/>
                  </a:lnTo>
                  <a:lnTo>
                    <a:pt x="105533" y="236504"/>
                  </a:lnTo>
                  <a:lnTo>
                    <a:pt x="110518" y="238389"/>
                  </a:lnTo>
                  <a:lnTo>
                    <a:pt x="115561" y="240115"/>
                  </a:lnTo>
                  <a:lnTo>
                    <a:pt x="120655" y="241678"/>
                  </a:lnTo>
                  <a:lnTo>
                    <a:pt x="125797" y="243079"/>
                  </a:lnTo>
                  <a:lnTo>
                    <a:pt x="130981" y="244315"/>
                  </a:lnTo>
                  <a:lnTo>
                    <a:pt x="136202" y="245385"/>
                  </a:lnTo>
                  <a:lnTo>
                    <a:pt x="141454" y="246288"/>
                  </a:lnTo>
                  <a:lnTo>
                    <a:pt x="146733" y="247023"/>
                  </a:lnTo>
                  <a:lnTo>
                    <a:pt x="152032" y="247589"/>
                  </a:lnTo>
                  <a:lnTo>
                    <a:pt x="157346" y="247987"/>
                  </a:lnTo>
                  <a:lnTo>
                    <a:pt x="162671" y="248215"/>
                  </a:lnTo>
                  <a:lnTo>
                    <a:pt x="168000" y="248272"/>
                  </a:lnTo>
                  <a:lnTo>
                    <a:pt x="173328" y="248160"/>
                  </a:lnTo>
                  <a:lnTo>
                    <a:pt x="178650" y="247879"/>
                  </a:lnTo>
                  <a:lnTo>
                    <a:pt x="183960" y="247427"/>
                  </a:lnTo>
                  <a:lnTo>
                    <a:pt x="189253" y="246807"/>
                  </a:lnTo>
                  <a:lnTo>
                    <a:pt x="194524" y="246018"/>
                  </a:lnTo>
                  <a:lnTo>
                    <a:pt x="199767" y="245062"/>
                  </a:lnTo>
                  <a:lnTo>
                    <a:pt x="204976" y="243939"/>
                  </a:lnTo>
                  <a:lnTo>
                    <a:pt x="210148" y="242651"/>
                  </a:lnTo>
                  <a:lnTo>
                    <a:pt x="215275" y="241198"/>
                  </a:lnTo>
                  <a:lnTo>
                    <a:pt x="220354" y="239583"/>
                  </a:lnTo>
                  <a:lnTo>
                    <a:pt x="225378" y="237806"/>
                  </a:lnTo>
                  <a:lnTo>
                    <a:pt x="230344" y="235871"/>
                  </a:lnTo>
                  <a:lnTo>
                    <a:pt x="235245" y="233778"/>
                  </a:lnTo>
                  <a:lnTo>
                    <a:pt x="240077" y="231529"/>
                  </a:lnTo>
                  <a:lnTo>
                    <a:pt x="244834" y="229128"/>
                  </a:lnTo>
                  <a:lnTo>
                    <a:pt x="249513" y="226577"/>
                  </a:lnTo>
                  <a:lnTo>
                    <a:pt x="254109" y="223878"/>
                  </a:lnTo>
                  <a:lnTo>
                    <a:pt x="258615" y="221033"/>
                  </a:lnTo>
                  <a:lnTo>
                    <a:pt x="263029" y="218047"/>
                  </a:lnTo>
                  <a:lnTo>
                    <a:pt x="267345" y="214921"/>
                  </a:lnTo>
                  <a:lnTo>
                    <a:pt x="271560" y="211659"/>
                  </a:lnTo>
                  <a:lnTo>
                    <a:pt x="275668" y="208264"/>
                  </a:lnTo>
                  <a:lnTo>
                    <a:pt x="279667" y="204741"/>
                  </a:lnTo>
                  <a:lnTo>
                    <a:pt x="283550" y="201091"/>
                  </a:lnTo>
                  <a:lnTo>
                    <a:pt x="287316" y="197320"/>
                  </a:lnTo>
                  <a:lnTo>
                    <a:pt x="290959" y="193431"/>
                  </a:lnTo>
                  <a:lnTo>
                    <a:pt x="294477" y="189427"/>
                  </a:lnTo>
                  <a:lnTo>
                    <a:pt x="297865" y="185313"/>
                  </a:lnTo>
                  <a:lnTo>
                    <a:pt x="301120" y="181094"/>
                  </a:lnTo>
                  <a:lnTo>
                    <a:pt x="304239" y="176773"/>
                  </a:lnTo>
                  <a:lnTo>
                    <a:pt x="307219" y="172354"/>
                  </a:lnTo>
                  <a:lnTo>
                    <a:pt x="310056" y="167843"/>
                  </a:lnTo>
                  <a:lnTo>
                    <a:pt x="312749" y="163244"/>
                  </a:lnTo>
                  <a:lnTo>
                    <a:pt x="315293" y="158561"/>
                  </a:lnTo>
                  <a:lnTo>
                    <a:pt x="317686" y="153799"/>
                  </a:lnTo>
                  <a:lnTo>
                    <a:pt x="319927" y="148964"/>
                  </a:lnTo>
                  <a:lnTo>
                    <a:pt x="322012" y="144059"/>
                  </a:lnTo>
                  <a:lnTo>
                    <a:pt x="323940" y="139091"/>
                  </a:lnTo>
                  <a:lnTo>
                    <a:pt x="325709" y="134064"/>
                  </a:lnTo>
                  <a:lnTo>
                    <a:pt x="327317" y="128983"/>
                  </a:lnTo>
                  <a:lnTo>
                    <a:pt x="328761" y="123853"/>
                  </a:lnTo>
                  <a:lnTo>
                    <a:pt x="330042" y="118680"/>
                  </a:lnTo>
                  <a:lnTo>
                    <a:pt x="331157" y="113468"/>
                  </a:lnTo>
                  <a:lnTo>
                    <a:pt x="332105" y="108224"/>
                  </a:lnTo>
                  <a:lnTo>
                    <a:pt x="332885" y="102952"/>
                  </a:lnTo>
                  <a:lnTo>
                    <a:pt x="333497" y="97658"/>
                  </a:lnTo>
                  <a:lnTo>
                    <a:pt x="333940" y="92347"/>
                  </a:lnTo>
                  <a:lnTo>
                    <a:pt x="334214" y="87025"/>
                  </a:lnTo>
                  <a:lnTo>
                    <a:pt x="334318" y="81697"/>
                  </a:lnTo>
                  <a:lnTo>
                    <a:pt x="334252" y="76368"/>
                  </a:lnTo>
                  <a:lnTo>
                    <a:pt x="334016" y="71044"/>
                  </a:lnTo>
                  <a:lnTo>
                    <a:pt x="333610" y="65730"/>
                  </a:lnTo>
                  <a:lnTo>
                    <a:pt x="333035" y="60431"/>
                  </a:lnTo>
                  <a:lnTo>
                    <a:pt x="332292" y="55154"/>
                  </a:lnTo>
                  <a:lnTo>
                    <a:pt x="331381" y="49903"/>
                  </a:lnTo>
                  <a:lnTo>
                    <a:pt x="330303" y="44684"/>
                  </a:lnTo>
                  <a:lnTo>
                    <a:pt x="329059" y="39502"/>
                  </a:lnTo>
                  <a:lnTo>
                    <a:pt x="327650" y="34362"/>
                  </a:lnTo>
                  <a:lnTo>
                    <a:pt x="326079" y="29270"/>
                  </a:lnTo>
                  <a:lnTo>
                    <a:pt x="324345" y="24230"/>
                  </a:lnTo>
                  <a:lnTo>
                    <a:pt x="322452" y="19248"/>
                  </a:lnTo>
                  <a:lnTo>
                    <a:pt x="320402" y="14330"/>
                  </a:lnTo>
                  <a:lnTo>
                    <a:pt x="318195" y="9478"/>
                  </a:lnTo>
                  <a:lnTo>
                    <a:pt x="315835" y="4700"/>
                  </a:lnTo>
                  <a:lnTo>
                    <a:pt x="313324" y="0"/>
                  </a:lnTo>
                  <a:lnTo>
                    <a:pt x="167151" y="811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919011" y="2633064"/>
              <a:ext cx="146172" cy="167167"/>
            </a:xfrm>
            <a:custGeom>
              <a:avLst/>
              <a:pathLst>
                <a:path w="146172" h="167167">
                  <a:moveTo>
                    <a:pt x="146172" y="86059"/>
                  </a:moveTo>
                  <a:lnTo>
                    <a:pt x="143395" y="81244"/>
                  </a:lnTo>
                  <a:lnTo>
                    <a:pt x="140458" y="76523"/>
                  </a:lnTo>
                  <a:lnTo>
                    <a:pt x="137367" y="71903"/>
                  </a:lnTo>
                  <a:lnTo>
                    <a:pt x="134123" y="67388"/>
                  </a:lnTo>
                  <a:lnTo>
                    <a:pt x="130731" y="62984"/>
                  </a:lnTo>
                  <a:lnTo>
                    <a:pt x="127195" y="58694"/>
                  </a:lnTo>
                  <a:lnTo>
                    <a:pt x="123518" y="54525"/>
                  </a:lnTo>
                  <a:lnTo>
                    <a:pt x="119704" y="50480"/>
                  </a:lnTo>
                  <a:lnTo>
                    <a:pt x="115758" y="46564"/>
                  </a:lnTo>
                  <a:lnTo>
                    <a:pt x="111684" y="42782"/>
                  </a:lnTo>
                  <a:lnTo>
                    <a:pt x="107486" y="39137"/>
                  </a:lnTo>
                  <a:lnTo>
                    <a:pt x="103170" y="35634"/>
                  </a:lnTo>
                  <a:lnTo>
                    <a:pt x="98739" y="32276"/>
                  </a:lnTo>
                  <a:lnTo>
                    <a:pt x="94199" y="29068"/>
                  </a:lnTo>
                  <a:lnTo>
                    <a:pt x="89555" y="26012"/>
                  </a:lnTo>
                  <a:lnTo>
                    <a:pt x="84812" y="23112"/>
                  </a:lnTo>
                  <a:lnTo>
                    <a:pt x="79975" y="20372"/>
                  </a:lnTo>
                  <a:lnTo>
                    <a:pt x="75050" y="17794"/>
                  </a:lnTo>
                  <a:lnTo>
                    <a:pt x="70042" y="15381"/>
                  </a:lnTo>
                  <a:lnTo>
                    <a:pt x="64956" y="13136"/>
                  </a:lnTo>
                  <a:lnTo>
                    <a:pt x="59799" y="11061"/>
                  </a:lnTo>
                  <a:lnTo>
                    <a:pt x="54575" y="9159"/>
                  </a:lnTo>
                  <a:lnTo>
                    <a:pt x="49291" y="7432"/>
                  </a:lnTo>
                  <a:lnTo>
                    <a:pt x="43952" y="5881"/>
                  </a:lnTo>
                  <a:lnTo>
                    <a:pt x="38565" y="4509"/>
                  </a:lnTo>
                  <a:lnTo>
                    <a:pt x="33135" y="3316"/>
                  </a:lnTo>
                  <a:lnTo>
                    <a:pt x="27669" y="2305"/>
                  </a:lnTo>
                  <a:lnTo>
                    <a:pt x="22172" y="1476"/>
                  </a:lnTo>
                  <a:lnTo>
                    <a:pt x="16650" y="831"/>
                  </a:lnTo>
                  <a:lnTo>
                    <a:pt x="11110" y="369"/>
                  </a:lnTo>
                  <a:lnTo>
                    <a:pt x="5558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657971" y="2126963"/>
              <a:ext cx="70500" cy="167167"/>
            </a:xfrm>
            <a:custGeom>
              <a:avLst/>
              <a:pathLst>
                <a:path w="70500" h="167167">
                  <a:moveTo>
                    <a:pt x="70500" y="0"/>
                  </a:moveTo>
                  <a:lnTo>
                    <a:pt x="64437" y="110"/>
                  </a:lnTo>
                  <a:lnTo>
                    <a:pt x="58381" y="439"/>
                  </a:lnTo>
                  <a:lnTo>
                    <a:pt x="52342" y="989"/>
                  </a:lnTo>
                  <a:lnTo>
                    <a:pt x="46326" y="1757"/>
                  </a:lnTo>
                  <a:lnTo>
                    <a:pt x="40342" y="2742"/>
                  </a:lnTo>
                  <a:lnTo>
                    <a:pt x="34398" y="3944"/>
                  </a:lnTo>
                  <a:lnTo>
                    <a:pt x="28501" y="5361"/>
                  </a:lnTo>
                  <a:lnTo>
                    <a:pt x="22660" y="6991"/>
                  </a:lnTo>
                  <a:lnTo>
                    <a:pt x="16881" y="8832"/>
                  </a:lnTo>
                  <a:lnTo>
                    <a:pt x="11174" y="10881"/>
                  </a:lnTo>
                  <a:lnTo>
                    <a:pt x="5544" y="13136"/>
                  </a:lnTo>
                  <a:lnTo>
                    <a:pt x="0" y="15593"/>
                  </a:lnTo>
                  <a:lnTo>
                    <a:pt x="7050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7971" y="2142557"/>
              <a:ext cx="70500" cy="151573"/>
            </a:xfrm>
            <a:custGeom>
              <a:avLst/>
              <a:pathLst>
                <a:path w="70500" h="151573">
                  <a:moveTo>
                    <a:pt x="0" y="0"/>
                  </a:moveTo>
                  <a:lnTo>
                    <a:pt x="70500" y="1515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561318" y="2142557"/>
              <a:ext cx="197090" cy="318728"/>
            </a:xfrm>
            <a:custGeom>
              <a:avLst/>
              <a:pathLst>
                <a:path w="197090" h="318728">
                  <a:moveTo>
                    <a:pt x="96652" y="0"/>
                  </a:moveTo>
                  <a:lnTo>
                    <a:pt x="91828" y="2338"/>
                  </a:lnTo>
                  <a:lnTo>
                    <a:pt x="87082" y="4830"/>
                  </a:lnTo>
                  <a:lnTo>
                    <a:pt x="82418" y="7473"/>
                  </a:lnTo>
                  <a:lnTo>
                    <a:pt x="77841" y="10264"/>
                  </a:lnTo>
                  <a:lnTo>
                    <a:pt x="73356" y="13200"/>
                  </a:lnTo>
                  <a:lnTo>
                    <a:pt x="68967" y="16279"/>
                  </a:lnTo>
                  <a:lnTo>
                    <a:pt x="64679" y="19497"/>
                  </a:lnTo>
                  <a:lnTo>
                    <a:pt x="60497" y="22851"/>
                  </a:lnTo>
                  <a:lnTo>
                    <a:pt x="56425" y="26337"/>
                  </a:lnTo>
                  <a:lnTo>
                    <a:pt x="52466" y="29951"/>
                  </a:lnTo>
                  <a:lnTo>
                    <a:pt x="48625" y="33691"/>
                  </a:lnTo>
                  <a:lnTo>
                    <a:pt x="44906" y="37552"/>
                  </a:lnTo>
                  <a:lnTo>
                    <a:pt x="41313" y="41531"/>
                  </a:lnTo>
                  <a:lnTo>
                    <a:pt x="37849" y="45622"/>
                  </a:lnTo>
                  <a:lnTo>
                    <a:pt x="34519" y="49823"/>
                  </a:lnTo>
                  <a:lnTo>
                    <a:pt x="31324" y="54128"/>
                  </a:lnTo>
                  <a:lnTo>
                    <a:pt x="28270" y="58533"/>
                  </a:lnTo>
                  <a:lnTo>
                    <a:pt x="25358" y="63034"/>
                  </a:lnTo>
                  <a:lnTo>
                    <a:pt x="22592" y="67627"/>
                  </a:lnTo>
                  <a:lnTo>
                    <a:pt x="19974" y="72305"/>
                  </a:lnTo>
                  <a:lnTo>
                    <a:pt x="17508" y="77065"/>
                  </a:lnTo>
                  <a:lnTo>
                    <a:pt x="15196" y="81902"/>
                  </a:lnTo>
                  <a:lnTo>
                    <a:pt x="13040" y="86810"/>
                  </a:lnTo>
                  <a:lnTo>
                    <a:pt x="11043" y="91785"/>
                  </a:lnTo>
                  <a:lnTo>
                    <a:pt x="9206" y="96821"/>
                  </a:lnTo>
                  <a:lnTo>
                    <a:pt x="7532" y="101913"/>
                  </a:lnTo>
                  <a:lnTo>
                    <a:pt x="6022" y="107057"/>
                  </a:lnTo>
                  <a:lnTo>
                    <a:pt x="4677" y="112247"/>
                  </a:lnTo>
                  <a:lnTo>
                    <a:pt x="3500" y="117477"/>
                  </a:lnTo>
                  <a:lnTo>
                    <a:pt x="2490" y="122741"/>
                  </a:lnTo>
                  <a:lnTo>
                    <a:pt x="1651" y="128036"/>
                  </a:lnTo>
                  <a:lnTo>
                    <a:pt x="981" y="133355"/>
                  </a:lnTo>
                  <a:lnTo>
                    <a:pt x="482" y="138692"/>
                  </a:lnTo>
                  <a:lnTo>
                    <a:pt x="155" y="144043"/>
                  </a:lnTo>
                  <a:lnTo>
                    <a:pt x="0" y="149402"/>
                  </a:lnTo>
                  <a:lnTo>
                    <a:pt x="16" y="154763"/>
                  </a:lnTo>
                  <a:lnTo>
                    <a:pt x="204" y="160120"/>
                  </a:lnTo>
                  <a:lnTo>
                    <a:pt x="564" y="165469"/>
                  </a:lnTo>
                  <a:lnTo>
                    <a:pt x="1095" y="170803"/>
                  </a:lnTo>
                  <a:lnTo>
                    <a:pt x="1797" y="176118"/>
                  </a:lnTo>
                  <a:lnTo>
                    <a:pt x="2669" y="181407"/>
                  </a:lnTo>
                  <a:lnTo>
                    <a:pt x="3710" y="186666"/>
                  </a:lnTo>
                  <a:lnTo>
                    <a:pt x="4920" y="191889"/>
                  </a:lnTo>
                  <a:lnTo>
                    <a:pt x="6296" y="197070"/>
                  </a:lnTo>
                  <a:lnTo>
                    <a:pt x="7837" y="202204"/>
                  </a:lnTo>
                  <a:lnTo>
                    <a:pt x="9543" y="207287"/>
                  </a:lnTo>
                  <a:lnTo>
                    <a:pt x="11410" y="212312"/>
                  </a:lnTo>
                  <a:lnTo>
                    <a:pt x="13438" y="217274"/>
                  </a:lnTo>
                  <a:lnTo>
                    <a:pt x="15623" y="222169"/>
                  </a:lnTo>
                  <a:lnTo>
                    <a:pt x="17965" y="226992"/>
                  </a:lnTo>
                  <a:lnTo>
                    <a:pt x="20460" y="231736"/>
                  </a:lnTo>
                  <a:lnTo>
                    <a:pt x="23106" y="236399"/>
                  </a:lnTo>
                  <a:lnTo>
                    <a:pt x="25900" y="240974"/>
                  </a:lnTo>
                  <a:lnTo>
                    <a:pt x="28839" y="245457"/>
                  </a:lnTo>
                  <a:lnTo>
                    <a:pt x="31920" y="249844"/>
                  </a:lnTo>
                  <a:lnTo>
                    <a:pt x="35141" y="254129"/>
                  </a:lnTo>
                  <a:lnTo>
                    <a:pt x="38497" y="258310"/>
                  </a:lnTo>
                  <a:lnTo>
                    <a:pt x="41986" y="262380"/>
                  </a:lnTo>
                  <a:lnTo>
                    <a:pt x="45603" y="266336"/>
                  </a:lnTo>
                  <a:lnTo>
                    <a:pt x="49345" y="270175"/>
                  </a:lnTo>
                  <a:lnTo>
                    <a:pt x="53209" y="273891"/>
                  </a:lnTo>
                  <a:lnTo>
                    <a:pt x="57189" y="277482"/>
                  </a:lnTo>
                  <a:lnTo>
                    <a:pt x="61283" y="280943"/>
                  </a:lnTo>
                  <a:lnTo>
                    <a:pt x="65486" y="284271"/>
                  </a:lnTo>
                  <a:lnTo>
                    <a:pt x="69793" y="287463"/>
                  </a:lnTo>
                  <a:lnTo>
                    <a:pt x="74200" y="290515"/>
                  </a:lnTo>
                  <a:lnTo>
                    <a:pt x="78703" y="293424"/>
                  </a:lnTo>
                  <a:lnTo>
                    <a:pt x="83297" y="296187"/>
                  </a:lnTo>
                  <a:lnTo>
                    <a:pt x="87977" y="298801"/>
                  </a:lnTo>
                  <a:lnTo>
                    <a:pt x="92738" y="301264"/>
                  </a:lnTo>
                  <a:lnTo>
                    <a:pt x="97576" y="303573"/>
                  </a:lnTo>
                  <a:lnTo>
                    <a:pt x="102486" y="305726"/>
                  </a:lnTo>
                  <a:lnTo>
                    <a:pt x="107462" y="307720"/>
                  </a:lnTo>
                  <a:lnTo>
                    <a:pt x="112500" y="309554"/>
                  </a:lnTo>
                  <a:lnTo>
                    <a:pt x="117593" y="311225"/>
                  </a:lnTo>
                  <a:lnTo>
                    <a:pt x="122738" y="312732"/>
                  </a:lnTo>
                  <a:lnTo>
                    <a:pt x="127928" y="314074"/>
                  </a:lnTo>
                  <a:lnTo>
                    <a:pt x="133159" y="315248"/>
                  </a:lnTo>
                  <a:lnTo>
                    <a:pt x="138424" y="316254"/>
                  </a:lnTo>
                  <a:lnTo>
                    <a:pt x="143720" y="317090"/>
                  </a:lnTo>
                  <a:lnTo>
                    <a:pt x="149039" y="317756"/>
                  </a:lnTo>
                  <a:lnTo>
                    <a:pt x="154377" y="318252"/>
                  </a:lnTo>
                  <a:lnTo>
                    <a:pt x="159728" y="318576"/>
                  </a:lnTo>
                  <a:lnTo>
                    <a:pt x="165086" y="318728"/>
                  </a:lnTo>
                  <a:lnTo>
                    <a:pt x="170447" y="318708"/>
                  </a:lnTo>
                  <a:lnTo>
                    <a:pt x="175805" y="318517"/>
                  </a:lnTo>
                  <a:lnTo>
                    <a:pt x="181153" y="318153"/>
                  </a:lnTo>
                  <a:lnTo>
                    <a:pt x="186487" y="317619"/>
                  </a:lnTo>
                  <a:lnTo>
                    <a:pt x="191801" y="316913"/>
                  </a:lnTo>
                  <a:lnTo>
                    <a:pt x="197090" y="316038"/>
                  </a:lnTo>
                  <a:lnTo>
                    <a:pt x="167153" y="1515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728472" y="2126963"/>
              <a:ext cx="167158" cy="331632"/>
            </a:xfrm>
            <a:custGeom>
              <a:avLst/>
              <a:pathLst>
                <a:path w="167158" h="331632">
                  <a:moveTo>
                    <a:pt x="29937" y="331632"/>
                  </a:moveTo>
                  <a:lnTo>
                    <a:pt x="35158" y="330595"/>
                  </a:lnTo>
                  <a:lnTo>
                    <a:pt x="40344" y="329393"/>
                  </a:lnTo>
                  <a:lnTo>
                    <a:pt x="45488" y="328026"/>
                  </a:lnTo>
                  <a:lnTo>
                    <a:pt x="50587" y="326496"/>
                  </a:lnTo>
                  <a:lnTo>
                    <a:pt x="55634" y="324805"/>
                  </a:lnTo>
                  <a:lnTo>
                    <a:pt x="60625" y="322954"/>
                  </a:lnTo>
                  <a:lnTo>
                    <a:pt x="65554" y="320944"/>
                  </a:lnTo>
                  <a:lnTo>
                    <a:pt x="70417" y="318779"/>
                  </a:lnTo>
                  <a:lnTo>
                    <a:pt x="75209" y="316460"/>
                  </a:lnTo>
                  <a:lnTo>
                    <a:pt x="79924" y="313990"/>
                  </a:lnTo>
                  <a:lnTo>
                    <a:pt x="84558" y="311371"/>
                  </a:lnTo>
                  <a:lnTo>
                    <a:pt x="89107" y="308606"/>
                  </a:lnTo>
                  <a:lnTo>
                    <a:pt x="93565" y="305697"/>
                  </a:lnTo>
                  <a:lnTo>
                    <a:pt x="97928" y="302647"/>
                  </a:lnTo>
                  <a:lnTo>
                    <a:pt x="102192" y="299461"/>
                  </a:lnTo>
                  <a:lnTo>
                    <a:pt x="106352" y="296140"/>
                  </a:lnTo>
                  <a:lnTo>
                    <a:pt x="110405" y="292689"/>
                  </a:lnTo>
                  <a:lnTo>
                    <a:pt x="114345" y="289110"/>
                  </a:lnTo>
                  <a:lnTo>
                    <a:pt x="118170" y="285407"/>
                  </a:lnTo>
                  <a:lnTo>
                    <a:pt x="121874" y="281585"/>
                  </a:lnTo>
                  <a:lnTo>
                    <a:pt x="125456" y="277646"/>
                  </a:lnTo>
                  <a:lnTo>
                    <a:pt x="128910" y="273596"/>
                  </a:lnTo>
                  <a:lnTo>
                    <a:pt x="132233" y="269438"/>
                  </a:lnTo>
                  <a:lnTo>
                    <a:pt x="135422" y="265176"/>
                  </a:lnTo>
                  <a:lnTo>
                    <a:pt x="138474" y="260814"/>
                  </a:lnTo>
                  <a:lnTo>
                    <a:pt x="141385" y="256358"/>
                  </a:lnTo>
                  <a:lnTo>
                    <a:pt x="144153" y="251811"/>
                  </a:lnTo>
                  <a:lnTo>
                    <a:pt x="146775" y="247178"/>
                  </a:lnTo>
                  <a:lnTo>
                    <a:pt x="149248" y="242465"/>
                  </a:lnTo>
                  <a:lnTo>
                    <a:pt x="151570" y="237674"/>
                  </a:lnTo>
                  <a:lnTo>
                    <a:pt x="153738" y="232813"/>
                  </a:lnTo>
                  <a:lnTo>
                    <a:pt x="155750" y="227885"/>
                  </a:lnTo>
                  <a:lnTo>
                    <a:pt x="157605" y="222895"/>
                  </a:lnTo>
                  <a:lnTo>
                    <a:pt x="159299" y="217849"/>
                  </a:lnTo>
                  <a:lnTo>
                    <a:pt x="160832" y="212751"/>
                  </a:lnTo>
                  <a:lnTo>
                    <a:pt x="162202" y="207607"/>
                  </a:lnTo>
                  <a:lnTo>
                    <a:pt x="163407" y="202422"/>
                  </a:lnTo>
                  <a:lnTo>
                    <a:pt x="164447" y="197202"/>
                  </a:lnTo>
                  <a:lnTo>
                    <a:pt x="165320" y="191951"/>
                  </a:lnTo>
                  <a:lnTo>
                    <a:pt x="166025" y="186674"/>
                  </a:lnTo>
                  <a:lnTo>
                    <a:pt x="166562" y="181378"/>
                  </a:lnTo>
                  <a:lnTo>
                    <a:pt x="166930" y="176068"/>
                  </a:lnTo>
                  <a:lnTo>
                    <a:pt x="167129" y="170749"/>
                  </a:lnTo>
                  <a:lnTo>
                    <a:pt x="167158" y="165426"/>
                  </a:lnTo>
                  <a:lnTo>
                    <a:pt x="167018" y="160104"/>
                  </a:lnTo>
                  <a:lnTo>
                    <a:pt x="166708" y="154790"/>
                  </a:lnTo>
                  <a:lnTo>
                    <a:pt x="166230" y="149489"/>
                  </a:lnTo>
                  <a:lnTo>
                    <a:pt x="165582" y="144205"/>
                  </a:lnTo>
                  <a:lnTo>
                    <a:pt x="164767" y="138945"/>
                  </a:lnTo>
                  <a:lnTo>
                    <a:pt x="163785" y="133713"/>
                  </a:lnTo>
                  <a:lnTo>
                    <a:pt x="162637" y="128515"/>
                  </a:lnTo>
                  <a:lnTo>
                    <a:pt x="161324" y="123356"/>
                  </a:lnTo>
                  <a:lnTo>
                    <a:pt x="159847" y="118242"/>
                  </a:lnTo>
                  <a:lnTo>
                    <a:pt x="158209" y="113177"/>
                  </a:lnTo>
                  <a:lnTo>
                    <a:pt x="156409" y="108168"/>
                  </a:lnTo>
                  <a:lnTo>
                    <a:pt x="154452" y="103218"/>
                  </a:lnTo>
                  <a:lnTo>
                    <a:pt x="152337" y="98332"/>
                  </a:lnTo>
                  <a:lnTo>
                    <a:pt x="150068" y="93517"/>
                  </a:lnTo>
                  <a:lnTo>
                    <a:pt x="147647" y="88776"/>
                  </a:lnTo>
                  <a:lnTo>
                    <a:pt x="145077" y="84115"/>
                  </a:lnTo>
                  <a:lnTo>
                    <a:pt x="142359" y="79538"/>
                  </a:lnTo>
                  <a:lnTo>
                    <a:pt x="139496" y="75050"/>
                  </a:lnTo>
                  <a:lnTo>
                    <a:pt x="136493" y="70655"/>
                  </a:lnTo>
                  <a:lnTo>
                    <a:pt x="133351" y="66358"/>
                  </a:lnTo>
                  <a:lnTo>
                    <a:pt x="130074" y="62164"/>
                  </a:lnTo>
                  <a:lnTo>
                    <a:pt x="126664" y="58075"/>
                  </a:lnTo>
                  <a:lnTo>
                    <a:pt x="123127" y="54098"/>
                  </a:lnTo>
                  <a:lnTo>
                    <a:pt x="119464" y="50235"/>
                  </a:lnTo>
                  <a:lnTo>
                    <a:pt x="115681" y="46491"/>
                  </a:lnTo>
                  <a:lnTo>
                    <a:pt x="111780" y="42868"/>
                  </a:lnTo>
                  <a:lnTo>
                    <a:pt x="107766" y="39373"/>
                  </a:lnTo>
                  <a:lnTo>
                    <a:pt x="103642" y="36006"/>
                  </a:lnTo>
                  <a:lnTo>
                    <a:pt x="99414" y="32773"/>
                  </a:lnTo>
                  <a:lnTo>
                    <a:pt x="95084" y="29676"/>
                  </a:lnTo>
                  <a:lnTo>
                    <a:pt x="90658" y="26718"/>
                  </a:lnTo>
                  <a:lnTo>
                    <a:pt x="86141" y="23903"/>
                  </a:lnTo>
                  <a:lnTo>
                    <a:pt x="81536" y="21233"/>
                  </a:lnTo>
                  <a:lnTo>
                    <a:pt x="76848" y="18711"/>
                  </a:lnTo>
                  <a:lnTo>
                    <a:pt x="72082" y="16339"/>
                  </a:lnTo>
                  <a:lnTo>
                    <a:pt x="67243" y="14120"/>
                  </a:lnTo>
                  <a:lnTo>
                    <a:pt x="62336" y="12057"/>
                  </a:lnTo>
                  <a:lnTo>
                    <a:pt x="57366" y="10151"/>
                  </a:lnTo>
                  <a:lnTo>
                    <a:pt x="52338" y="8404"/>
                  </a:lnTo>
                  <a:lnTo>
                    <a:pt x="47257" y="6818"/>
                  </a:lnTo>
                  <a:lnTo>
                    <a:pt x="42127" y="5395"/>
                  </a:lnTo>
                  <a:lnTo>
                    <a:pt x="36955" y="4136"/>
                  </a:lnTo>
                  <a:lnTo>
                    <a:pt x="31746" y="3042"/>
                  </a:lnTo>
                  <a:lnTo>
                    <a:pt x="26504" y="2114"/>
                  </a:lnTo>
                  <a:lnTo>
                    <a:pt x="21235" y="1354"/>
                  </a:lnTo>
                  <a:lnTo>
                    <a:pt x="15945" y="762"/>
                  </a:lnTo>
                  <a:lnTo>
                    <a:pt x="10639" y="338"/>
                  </a:lnTo>
                  <a:lnTo>
                    <a:pt x="532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388449" y="1681503"/>
              <a:ext cx="34785" cy="167167"/>
            </a:xfrm>
            <a:custGeom>
              <a:avLst/>
              <a:pathLst>
                <a:path w="34785" h="167167">
                  <a:moveTo>
                    <a:pt x="34785" y="0"/>
                  </a:moveTo>
                  <a:lnTo>
                    <a:pt x="27779" y="146"/>
                  </a:lnTo>
                  <a:lnTo>
                    <a:pt x="20785" y="587"/>
                  </a:lnTo>
                  <a:lnTo>
                    <a:pt x="13815" y="1320"/>
                  </a:lnTo>
                  <a:lnTo>
                    <a:pt x="6883" y="2345"/>
                  </a:lnTo>
                  <a:lnTo>
                    <a:pt x="0" y="3659"/>
                  </a:lnTo>
                  <a:lnTo>
                    <a:pt x="3478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8449" y="1685162"/>
              <a:ext cx="34785" cy="163508"/>
            </a:xfrm>
            <a:custGeom>
              <a:avLst/>
              <a:pathLst>
                <a:path w="34785" h="163508">
                  <a:moveTo>
                    <a:pt x="0" y="0"/>
                  </a:moveTo>
                  <a:lnTo>
                    <a:pt x="34785" y="1635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256067" y="1685162"/>
              <a:ext cx="334318" cy="330670"/>
            </a:xfrm>
            <a:custGeom>
              <a:avLst/>
              <a:pathLst>
                <a:path w="334318" h="330670">
                  <a:moveTo>
                    <a:pt x="132381" y="0"/>
                  </a:moveTo>
                  <a:lnTo>
                    <a:pt x="127231" y="1181"/>
                  </a:lnTo>
                  <a:lnTo>
                    <a:pt x="122120" y="2524"/>
                  </a:lnTo>
                  <a:lnTo>
                    <a:pt x="117055" y="4028"/>
                  </a:lnTo>
                  <a:lnTo>
                    <a:pt x="112039" y="5692"/>
                  </a:lnTo>
                  <a:lnTo>
                    <a:pt x="107079" y="7513"/>
                  </a:lnTo>
                  <a:lnTo>
                    <a:pt x="102178" y="9490"/>
                  </a:lnTo>
                  <a:lnTo>
                    <a:pt x="97343" y="11621"/>
                  </a:lnTo>
                  <a:lnTo>
                    <a:pt x="92577" y="13904"/>
                  </a:lnTo>
                  <a:lnTo>
                    <a:pt x="87886" y="16336"/>
                  </a:lnTo>
                  <a:lnTo>
                    <a:pt x="83274" y="18915"/>
                  </a:lnTo>
                  <a:lnTo>
                    <a:pt x="78746" y="21639"/>
                  </a:lnTo>
                  <a:lnTo>
                    <a:pt x="74306" y="24504"/>
                  </a:lnTo>
                  <a:lnTo>
                    <a:pt x="69959" y="27509"/>
                  </a:lnTo>
                  <a:lnTo>
                    <a:pt x="65710" y="30649"/>
                  </a:lnTo>
                  <a:lnTo>
                    <a:pt x="61561" y="33922"/>
                  </a:lnTo>
                  <a:lnTo>
                    <a:pt x="57518" y="37325"/>
                  </a:lnTo>
                  <a:lnTo>
                    <a:pt x="53585" y="40853"/>
                  </a:lnTo>
                  <a:lnTo>
                    <a:pt x="49765" y="44504"/>
                  </a:lnTo>
                  <a:lnTo>
                    <a:pt x="46062" y="48274"/>
                  </a:lnTo>
                  <a:lnTo>
                    <a:pt x="42481" y="52160"/>
                  </a:lnTo>
                  <a:lnTo>
                    <a:pt x="39024" y="56156"/>
                  </a:lnTo>
                  <a:lnTo>
                    <a:pt x="35695" y="60260"/>
                  </a:lnTo>
                  <a:lnTo>
                    <a:pt x="32497" y="64467"/>
                  </a:lnTo>
                  <a:lnTo>
                    <a:pt x="29434" y="68772"/>
                  </a:lnTo>
                  <a:lnTo>
                    <a:pt x="26509" y="73173"/>
                  </a:lnTo>
                  <a:lnTo>
                    <a:pt x="23724" y="77664"/>
                  </a:lnTo>
                  <a:lnTo>
                    <a:pt x="21083" y="82240"/>
                  </a:lnTo>
                  <a:lnTo>
                    <a:pt x="18587" y="86898"/>
                  </a:lnTo>
                  <a:lnTo>
                    <a:pt x="16240" y="91632"/>
                  </a:lnTo>
                  <a:lnTo>
                    <a:pt x="14044" y="96438"/>
                  </a:lnTo>
                  <a:lnTo>
                    <a:pt x="12000" y="101312"/>
                  </a:lnTo>
                  <a:lnTo>
                    <a:pt x="10112" y="106247"/>
                  </a:lnTo>
                  <a:lnTo>
                    <a:pt x="8381" y="111239"/>
                  </a:lnTo>
                  <a:lnTo>
                    <a:pt x="6808" y="116284"/>
                  </a:lnTo>
                  <a:lnTo>
                    <a:pt x="5396" y="121376"/>
                  </a:lnTo>
                  <a:lnTo>
                    <a:pt x="4145" y="126510"/>
                  </a:lnTo>
                  <a:lnTo>
                    <a:pt x="3057" y="131681"/>
                  </a:lnTo>
                  <a:lnTo>
                    <a:pt x="2133" y="136884"/>
                  </a:lnTo>
                  <a:lnTo>
                    <a:pt x="1374" y="142113"/>
                  </a:lnTo>
                  <a:lnTo>
                    <a:pt x="781" y="147364"/>
                  </a:lnTo>
                  <a:lnTo>
                    <a:pt x="353" y="152631"/>
                  </a:lnTo>
                  <a:lnTo>
                    <a:pt x="93" y="157908"/>
                  </a:lnTo>
                  <a:lnTo>
                    <a:pt x="0" y="163192"/>
                  </a:lnTo>
                  <a:lnTo>
                    <a:pt x="73" y="168475"/>
                  </a:lnTo>
                  <a:lnTo>
                    <a:pt x="314" y="173754"/>
                  </a:lnTo>
                  <a:lnTo>
                    <a:pt x="721" y="179023"/>
                  </a:lnTo>
                  <a:lnTo>
                    <a:pt x="1294" y="184275"/>
                  </a:lnTo>
                  <a:lnTo>
                    <a:pt x="2033" y="189508"/>
                  </a:lnTo>
                  <a:lnTo>
                    <a:pt x="2938" y="194714"/>
                  </a:lnTo>
                  <a:lnTo>
                    <a:pt x="4006" y="199889"/>
                  </a:lnTo>
                  <a:lnTo>
                    <a:pt x="5237" y="205028"/>
                  </a:lnTo>
                  <a:lnTo>
                    <a:pt x="6631" y="210125"/>
                  </a:lnTo>
                  <a:lnTo>
                    <a:pt x="8184" y="215175"/>
                  </a:lnTo>
                  <a:lnTo>
                    <a:pt x="9897" y="220174"/>
                  </a:lnTo>
                  <a:lnTo>
                    <a:pt x="11766" y="225117"/>
                  </a:lnTo>
                  <a:lnTo>
                    <a:pt x="13791" y="229998"/>
                  </a:lnTo>
                  <a:lnTo>
                    <a:pt x="15969" y="234812"/>
                  </a:lnTo>
                  <a:lnTo>
                    <a:pt x="18298" y="239555"/>
                  </a:lnTo>
                  <a:lnTo>
                    <a:pt x="20776" y="244222"/>
                  </a:lnTo>
                  <a:lnTo>
                    <a:pt x="23401" y="248809"/>
                  </a:lnTo>
                  <a:lnTo>
                    <a:pt x="26168" y="253310"/>
                  </a:lnTo>
                  <a:lnTo>
                    <a:pt x="29077" y="257722"/>
                  </a:lnTo>
                  <a:lnTo>
                    <a:pt x="32124" y="262039"/>
                  </a:lnTo>
                  <a:lnTo>
                    <a:pt x="35306" y="266258"/>
                  </a:lnTo>
                  <a:lnTo>
                    <a:pt x="38619" y="270374"/>
                  </a:lnTo>
                  <a:lnTo>
                    <a:pt x="42061" y="274384"/>
                  </a:lnTo>
                  <a:lnTo>
                    <a:pt x="45628" y="278282"/>
                  </a:lnTo>
                  <a:lnTo>
                    <a:pt x="49316" y="282066"/>
                  </a:lnTo>
                  <a:lnTo>
                    <a:pt x="53122" y="285732"/>
                  </a:lnTo>
                  <a:lnTo>
                    <a:pt x="57042" y="289275"/>
                  </a:lnTo>
                  <a:lnTo>
                    <a:pt x="61072" y="292693"/>
                  </a:lnTo>
                  <a:lnTo>
                    <a:pt x="65208" y="295982"/>
                  </a:lnTo>
                  <a:lnTo>
                    <a:pt x="69446" y="299138"/>
                  </a:lnTo>
                  <a:lnTo>
                    <a:pt x="73782" y="302159"/>
                  </a:lnTo>
                  <a:lnTo>
                    <a:pt x="78210" y="305041"/>
                  </a:lnTo>
                  <a:lnTo>
                    <a:pt x="82728" y="307782"/>
                  </a:lnTo>
                  <a:lnTo>
                    <a:pt x="87330" y="310379"/>
                  </a:lnTo>
                  <a:lnTo>
                    <a:pt x="92012" y="312829"/>
                  </a:lnTo>
                  <a:lnTo>
                    <a:pt x="96769" y="315129"/>
                  </a:lnTo>
                  <a:lnTo>
                    <a:pt x="101597" y="317279"/>
                  </a:lnTo>
                  <a:lnTo>
                    <a:pt x="106489" y="319274"/>
                  </a:lnTo>
                  <a:lnTo>
                    <a:pt x="111443" y="321114"/>
                  </a:lnTo>
                  <a:lnTo>
                    <a:pt x="116452" y="322797"/>
                  </a:lnTo>
                  <a:lnTo>
                    <a:pt x="121512" y="324320"/>
                  </a:lnTo>
                  <a:lnTo>
                    <a:pt x="126617" y="325683"/>
                  </a:lnTo>
                  <a:lnTo>
                    <a:pt x="131763" y="326883"/>
                  </a:lnTo>
                  <a:lnTo>
                    <a:pt x="136945" y="327921"/>
                  </a:lnTo>
                  <a:lnTo>
                    <a:pt x="142156" y="328794"/>
                  </a:lnTo>
                  <a:lnTo>
                    <a:pt x="147393" y="329502"/>
                  </a:lnTo>
                  <a:lnTo>
                    <a:pt x="152649" y="330044"/>
                  </a:lnTo>
                  <a:lnTo>
                    <a:pt x="157920" y="330419"/>
                  </a:lnTo>
                  <a:lnTo>
                    <a:pt x="163200" y="330628"/>
                  </a:lnTo>
                  <a:lnTo>
                    <a:pt x="168484" y="330670"/>
                  </a:lnTo>
                  <a:lnTo>
                    <a:pt x="173767" y="330545"/>
                  </a:lnTo>
                  <a:lnTo>
                    <a:pt x="179043" y="330253"/>
                  </a:lnTo>
                  <a:lnTo>
                    <a:pt x="184307" y="329794"/>
                  </a:lnTo>
                  <a:lnTo>
                    <a:pt x="189554" y="329169"/>
                  </a:lnTo>
                  <a:lnTo>
                    <a:pt x="194779" y="328379"/>
                  </a:lnTo>
                  <a:lnTo>
                    <a:pt x="199976" y="327424"/>
                  </a:lnTo>
                  <a:lnTo>
                    <a:pt x="205140" y="326305"/>
                  </a:lnTo>
                  <a:lnTo>
                    <a:pt x="210267" y="325023"/>
                  </a:lnTo>
                  <a:lnTo>
                    <a:pt x="215350" y="323581"/>
                  </a:lnTo>
                  <a:lnTo>
                    <a:pt x="220385" y="321978"/>
                  </a:lnTo>
                  <a:lnTo>
                    <a:pt x="225367" y="320217"/>
                  </a:lnTo>
                  <a:lnTo>
                    <a:pt x="230291" y="318299"/>
                  </a:lnTo>
                  <a:lnTo>
                    <a:pt x="235152" y="316226"/>
                  </a:lnTo>
                  <a:lnTo>
                    <a:pt x="239945" y="314001"/>
                  </a:lnTo>
                  <a:lnTo>
                    <a:pt x="244665" y="311626"/>
                  </a:lnTo>
                  <a:lnTo>
                    <a:pt x="249308" y="309102"/>
                  </a:lnTo>
                  <a:lnTo>
                    <a:pt x="253868" y="306434"/>
                  </a:lnTo>
                  <a:lnTo>
                    <a:pt x="258342" y="303622"/>
                  </a:lnTo>
                  <a:lnTo>
                    <a:pt x="262725" y="300670"/>
                  </a:lnTo>
                  <a:lnTo>
                    <a:pt x="267013" y="297581"/>
                  </a:lnTo>
                  <a:lnTo>
                    <a:pt x="271200" y="294359"/>
                  </a:lnTo>
                  <a:lnTo>
                    <a:pt x="275284" y="291005"/>
                  </a:lnTo>
                  <a:lnTo>
                    <a:pt x="279260" y="287524"/>
                  </a:lnTo>
                  <a:lnTo>
                    <a:pt x="283123" y="283920"/>
                  </a:lnTo>
                  <a:lnTo>
                    <a:pt x="286871" y="280194"/>
                  </a:lnTo>
                  <a:lnTo>
                    <a:pt x="290499" y="276353"/>
                  </a:lnTo>
                  <a:lnTo>
                    <a:pt x="294004" y="272398"/>
                  </a:lnTo>
                  <a:lnTo>
                    <a:pt x="297383" y="268335"/>
                  </a:lnTo>
                  <a:lnTo>
                    <a:pt x="300631" y="264167"/>
                  </a:lnTo>
                  <a:lnTo>
                    <a:pt x="303745" y="259899"/>
                  </a:lnTo>
                  <a:lnTo>
                    <a:pt x="306724" y="255534"/>
                  </a:lnTo>
                  <a:lnTo>
                    <a:pt x="309563" y="251077"/>
                  </a:lnTo>
                  <a:lnTo>
                    <a:pt x="312259" y="246532"/>
                  </a:lnTo>
                  <a:lnTo>
                    <a:pt x="314811" y="241905"/>
                  </a:lnTo>
                  <a:lnTo>
                    <a:pt x="317215" y="237200"/>
                  </a:lnTo>
                  <a:lnTo>
                    <a:pt x="319469" y="232420"/>
                  </a:lnTo>
                  <a:lnTo>
                    <a:pt x="321571" y="227572"/>
                  </a:lnTo>
                  <a:lnTo>
                    <a:pt x="323519" y="222660"/>
                  </a:lnTo>
                  <a:lnTo>
                    <a:pt x="325310" y="217689"/>
                  </a:lnTo>
                  <a:lnTo>
                    <a:pt x="326944" y="212664"/>
                  </a:lnTo>
                  <a:lnTo>
                    <a:pt x="328417" y="207589"/>
                  </a:lnTo>
                  <a:lnTo>
                    <a:pt x="329730" y="202471"/>
                  </a:lnTo>
                  <a:lnTo>
                    <a:pt x="330880" y="197313"/>
                  </a:lnTo>
                  <a:lnTo>
                    <a:pt x="331867" y="192122"/>
                  </a:lnTo>
                  <a:lnTo>
                    <a:pt x="332689" y="186902"/>
                  </a:lnTo>
                  <a:lnTo>
                    <a:pt x="333346" y="181659"/>
                  </a:lnTo>
                  <a:lnTo>
                    <a:pt x="333836" y="176397"/>
                  </a:lnTo>
                  <a:lnTo>
                    <a:pt x="334161" y="171123"/>
                  </a:lnTo>
                  <a:lnTo>
                    <a:pt x="334318" y="165841"/>
                  </a:lnTo>
                  <a:lnTo>
                    <a:pt x="334308" y="160557"/>
                  </a:lnTo>
                  <a:lnTo>
                    <a:pt x="334131" y="155276"/>
                  </a:lnTo>
                  <a:lnTo>
                    <a:pt x="333788" y="150003"/>
                  </a:lnTo>
                  <a:lnTo>
                    <a:pt x="333278" y="144744"/>
                  </a:lnTo>
                  <a:lnTo>
                    <a:pt x="332602" y="139503"/>
                  </a:lnTo>
                  <a:lnTo>
                    <a:pt x="331760" y="134286"/>
                  </a:lnTo>
                  <a:lnTo>
                    <a:pt x="330754" y="129099"/>
                  </a:lnTo>
                  <a:lnTo>
                    <a:pt x="329585" y="123945"/>
                  </a:lnTo>
                  <a:lnTo>
                    <a:pt x="328254" y="118832"/>
                  </a:lnTo>
                  <a:lnTo>
                    <a:pt x="326761" y="113763"/>
                  </a:lnTo>
                  <a:lnTo>
                    <a:pt x="325109" y="108743"/>
                  </a:lnTo>
                  <a:lnTo>
                    <a:pt x="323299" y="103779"/>
                  </a:lnTo>
                  <a:lnTo>
                    <a:pt x="321334" y="98874"/>
                  </a:lnTo>
                  <a:lnTo>
                    <a:pt x="319214" y="94034"/>
                  </a:lnTo>
                  <a:lnTo>
                    <a:pt x="316942" y="89263"/>
                  </a:lnTo>
                  <a:lnTo>
                    <a:pt x="314521" y="84566"/>
                  </a:lnTo>
                  <a:lnTo>
                    <a:pt x="311952" y="79948"/>
                  </a:lnTo>
                  <a:lnTo>
                    <a:pt x="309239" y="75414"/>
                  </a:lnTo>
                  <a:lnTo>
                    <a:pt x="306383" y="70967"/>
                  </a:lnTo>
                  <a:lnTo>
                    <a:pt x="303389" y="66614"/>
                  </a:lnTo>
                  <a:lnTo>
                    <a:pt x="300258" y="62357"/>
                  </a:lnTo>
                  <a:lnTo>
                    <a:pt x="296995" y="58201"/>
                  </a:lnTo>
                  <a:lnTo>
                    <a:pt x="293602" y="54150"/>
                  </a:lnTo>
                  <a:lnTo>
                    <a:pt x="290082" y="50208"/>
                  </a:lnTo>
                  <a:lnTo>
                    <a:pt x="286440" y="46380"/>
                  </a:lnTo>
                  <a:lnTo>
                    <a:pt x="282678" y="42669"/>
                  </a:lnTo>
                  <a:lnTo>
                    <a:pt x="278801" y="39078"/>
                  </a:lnTo>
                  <a:lnTo>
                    <a:pt x="274813" y="35612"/>
                  </a:lnTo>
                  <a:lnTo>
                    <a:pt x="270717" y="32274"/>
                  </a:lnTo>
                  <a:lnTo>
                    <a:pt x="266517" y="29067"/>
                  </a:lnTo>
                  <a:lnTo>
                    <a:pt x="262218" y="25994"/>
                  </a:lnTo>
                  <a:lnTo>
                    <a:pt x="257825" y="23058"/>
                  </a:lnTo>
                  <a:lnTo>
                    <a:pt x="253340" y="20263"/>
                  </a:lnTo>
                  <a:lnTo>
                    <a:pt x="248770" y="17611"/>
                  </a:lnTo>
                  <a:lnTo>
                    <a:pt x="244118" y="15105"/>
                  </a:lnTo>
                  <a:lnTo>
                    <a:pt x="167167" y="1635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423235" y="1681503"/>
              <a:ext cx="76951" cy="167167"/>
            </a:xfrm>
            <a:custGeom>
              <a:avLst/>
              <a:pathLst>
                <a:path w="76951" h="167167">
                  <a:moveTo>
                    <a:pt x="76951" y="18764"/>
                  </a:moveTo>
                  <a:lnTo>
                    <a:pt x="71836" y="16222"/>
                  </a:lnTo>
                  <a:lnTo>
                    <a:pt x="66638" y="13856"/>
                  </a:lnTo>
                  <a:lnTo>
                    <a:pt x="61361" y="11669"/>
                  </a:lnTo>
                  <a:lnTo>
                    <a:pt x="56013" y="9663"/>
                  </a:lnTo>
                  <a:lnTo>
                    <a:pt x="50600" y="7842"/>
                  </a:lnTo>
                  <a:lnTo>
                    <a:pt x="45128" y="6206"/>
                  </a:lnTo>
                  <a:lnTo>
                    <a:pt x="39603" y="4758"/>
                  </a:lnTo>
                  <a:lnTo>
                    <a:pt x="34031" y="3500"/>
                  </a:lnTo>
                  <a:lnTo>
                    <a:pt x="28420" y="2433"/>
                  </a:lnTo>
                  <a:lnTo>
                    <a:pt x="22776" y="1558"/>
                  </a:lnTo>
                  <a:lnTo>
                    <a:pt x="17105" y="877"/>
                  </a:lnTo>
                  <a:lnTo>
                    <a:pt x="11414" y="390"/>
                  </a:lnTo>
                  <a:lnTo>
                    <a:pt x="5710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853885" y="1322571"/>
              <a:ext cx="334316" cy="334332"/>
            </a:xfrm>
            <a:custGeom>
              <a:avLst/>
              <a:pathLst>
                <a:path w="334316" h="334332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29" y="1339"/>
                  </a:lnTo>
                  <a:lnTo>
                    <a:pt x="140788" y="2092"/>
                  </a:lnTo>
                  <a:lnTo>
                    <a:pt x="135573" y="3009"/>
                  </a:lnTo>
                  <a:lnTo>
                    <a:pt x="130390" y="4092"/>
                  </a:lnTo>
                  <a:lnTo>
                    <a:pt x="125244" y="5338"/>
                  </a:lnTo>
                  <a:lnTo>
                    <a:pt x="120140" y="6746"/>
                  </a:lnTo>
                  <a:lnTo>
                    <a:pt x="115083" y="8316"/>
                  </a:lnTo>
                  <a:lnTo>
                    <a:pt x="110078" y="10045"/>
                  </a:lnTo>
                  <a:lnTo>
                    <a:pt x="105131" y="11931"/>
                  </a:lnTo>
                  <a:lnTo>
                    <a:pt x="100246" y="13973"/>
                  </a:lnTo>
                  <a:lnTo>
                    <a:pt x="95428" y="16169"/>
                  </a:lnTo>
                  <a:lnTo>
                    <a:pt x="90682" y="18516"/>
                  </a:lnTo>
                  <a:lnTo>
                    <a:pt x="86012" y="21012"/>
                  </a:lnTo>
                  <a:lnTo>
                    <a:pt x="81424" y="23656"/>
                  </a:lnTo>
                  <a:lnTo>
                    <a:pt x="76922" y="26443"/>
                  </a:lnTo>
                  <a:lnTo>
                    <a:pt x="72511" y="29371"/>
                  </a:lnTo>
                  <a:lnTo>
                    <a:pt x="68194" y="32437"/>
                  </a:lnTo>
                  <a:lnTo>
                    <a:pt x="63977" y="35639"/>
                  </a:lnTo>
                  <a:lnTo>
                    <a:pt x="59863" y="38972"/>
                  </a:lnTo>
                  <a:lnTo>
                    <a:pt x="55857" y="42435"/>
                  </a:lnTo>
                  <a:lnTo>
                    <a:pt x="51963" y="46022"/>
                  </a:lnTo>
                  <a:lnTo>
                    <a:pt x="48184" y="49731"/>
                  </a:lnTo>
                  <a:lnTo>
                    <a:pt x="44524" y="53557"/>
                  </a:lnTo>
                  <a:lnTo>
                    <a:pt x="40988" y="57498"/>
                  </a:lnTo>
                  <a:lnTo>
                    <a:pt x="37578" y="61549"/>
                  </a:lnTo>
                  <a:lnTo>
                    <a:pt x="34298" y="65705"/>
                  </a:lnTo>
                  <a:lnTo>
                    <a:pt x="31151" y="69964"/>
                  </a:lnTo>
                  <a:lnTo>
                    <a:pt x="28141" y="74320"/>
                  </a:lnTo>
                  <a:lnTo>
                    <a:pt x="25270" y="78769"/>
                  </a:lnTo>
                  <a:lnTo>
                    <a:pt x="22542" y="83307"/>
                  </a:lnTo>
                  <a:lnTo>
                    <a:pt x="19958" y="87928"/>
                  </a:lnTo>
                  <a:lnTo>
                    <a:pt x="17523" y="92630"/>
                  </a:lnTo>
                  <a:lnTo>
                    <a:pt x="15237" y="97406"/>
                  </a:lnTo>
                  <a:lnTo>
                    <a:pt x="13104" y="102252"/>
                  </a:lnTo>
                  <a:lnTo>
                    <a:pt x="11126" y="107163"/>
                  </a:lnTo>
                  <a:lnTo>
                    <a:pt x="9303" y="112135"/>
                  </a:lnTo>
                  <a:lnTo>
                    <a:pt x="7640" y="117162"/>
                  </a:lnTo>
                  <a:lnTo>
                    <a:pt x="6136" y="122238"/>
                  </a:lnTo>
                  <a:lnTo>
                    <a:pt x="4794" y="127360"/>
                  </a:lnTo>
                  <a:lnTo>
                    <a:pt x="3615" y="132522"/>
                  </a:lnTo>
                  <a:lnTo>
                    <a:pt x="2600" y="137719"/>
                  </a:lnTo>
                  <a:lnTo>
                    <a:pt x="1750" y="142945"/>
                  </a:lnTo>
                  <a:lnTo>
                    <a:pt x="1065" y="148196"/>
                  </a:lnTo>
                  <a:lnTo>
                    <a:pt x="548" y="153465"/>
                  </a:lnTo>
                  <a:lnTo>
                    <a:pt x="198" y="158748"/>
                  </a:lnTo>
                  <a:lnTo>
                    <a:pt x="15" y="164040"/>
                  </a:lnTo>
                  <a:lnTo>
                    <a:pt x="0" y="169335"/>
                  </a:lnTo>
                  <a:lnTo>
                    <a:pt x="152" y="174628"/>
                  </a:lnTo>
                  <a:lnTo>
                    <a:pt x="472" y="179913"/>
                  </a:lnTo>
                  <a:lnTo>
                    <a:pt x="959" y="185185"/>
                  </a:lnTo>
                  <a:lnTo>
                    <a:pt x="1613" y="190439"/>
                  </a:lnTo>
                  <a:lnTo>
                    <a:pt x="2433" y="195670"/>
                  </a:lnTo>
                  <a:lnTo>
                    <a:pt x="3419" y="200873"/>
                  </a:lnTo>
                  <a:lnTo>
                    <a:pt x="4568" y="206041"/>
                  </a:lnTo>
                  <a:lnTo>
                    <a:pt x="5881" y="211171"/>
                  </a:lnTo>
                  <a:lnTo>
                    <a:pt x="7356" y="216256"/>
                  </a:lnTo>
                  <a:lnTo>
                    <a:pt x="8990" y="221292"/>
                  </a:lnTo>
                  <a:lnTo>
                    <a:pt x="10784" y="226274"/>
                  </a:lnTo>
                  <a:lnTo>
                    <a:pt x="12734" y="231197"/>
                  </a:lnTo>
                  <a:lnTo>
                    <a:pt x="14840" y="236055"/>
                  </a:lnTo>
                  <a:lnTo>
                    <a:pt x="17098" y="240844"/>
                  </a:lnTo>
                  <a:lnTo>
                    <a:pt x="19506" y="245560"/>
                  </a:lnTo>
                  <a:lnTo>
                    <a:pt x="22063" y="250196"/>
                  </a:lnTo>
                  <a:lnTo>
                    <a:pt x="24765" y="254750"/>
                  </a:lnTo>
                  <a:lnTo>
                    <a:pt x="27610" y="259215"/>
                  </a:lnTo>
                  <a:lnTo>
                    <a:pt x="30596" y="263588"/>
                  </a:lnTo>
                  <a:lnTo>
                    <a:pt x="33718" y="267865"/>
                  </a:lnTo>
                  <a:lnTo>
                    <a:pt x="36974" y="272040"/>
                  </a:lnTo>
                  <a:lnTo>
                    <a:pt x="40360" y="276110"/>
                  </a:lnTo>
                  <a:lnTo>
                    <a:pt x="43874" y="280071"/>
                  </a:lnTo>
                  <a:lnTo>
                    <a:pt x="47512" y="283919"/>
                  </a:lnTo>
                  <a:lnTo>
                    <a:pt x="51269" y="287649"/>
                  </a:lnTo>
                  <a:lnTo>
                    <a:pt x="55143" y="291259"/>
                  </a:lnTo>
                  <a:lnTo>
                    <a:pt x="59129" y="294744"/>
                  </a:lnTo>
                  <a:lnTo>
                    <a:pt x="63224" y="298101"/>
                  </a:lnTo>
                  <a:lnTo>
                    <a:pt x="67423" y="301327"/>
                  </a:lnTo>
                  <a:lnTo>
                    <a:pt x="71722" y="304418"/>
                  </a:lnTo>
                  <a:lnTo>
                    <a:pt x="76116" y="307371"/>
                  </a:lnTo>
                  <a:lnTo>
                    <a:pt x="80602" y="310184"/>
                  </a:lnTo>
                  <a:lnTo>
                    <a:pt x="85175" y="312853"/>
                  </a:lnTo>
                  <a:lnTo>
                    <a:pt x="89830" y="315377"/>
                  </a:lnTo>
                  <a:lnTo>
                    <a:pt x="94563" y="317751"/>
                  </a:lnTo>
                  <a:lnTo>
                    <a:pt x="99368" y="319975"/>
                  </a:lnTo>
                  <a:lnTo>
                    <a:pt x="104241" y="322045"/>
                  </a:lnTo>
                  <a:lnTo>
                    <a:pt x="109178" y="323959"/>
                  </a:lnTo>
                  <a:lnTo>
                    <a:pt x="114173" y="325717"/>
                  </a:lnTo>
                  <a:lnTo>
                    <a:pt x="119220" y="327315"/>
                  </a:lnTo>
                  <a:lnTo>
                    <a:pt x="124316" y="328753"/>
                  </a:lnTo>
                  <a:lnTo>
                    <a:pt x="129455" y="330028"/>
                  </a:lnTo>
                  <a:lnTo>
                    <a:pt x="134632" y="331141"/>
                  </a:lnTo>
                  <a:lnTo>
                    <a:pt x="139841" y="332088"/>
                  </a:lnTo>
                  <a:lnTo>
                    <a:pt x="145078" y="332870"/>
                  </a:lnTo>
                  <a:lnTo>
                    <a:pt x="150337" y="333486"/>
                  </a:lnTo>
                  <a:lnTo>
                    <a:pt x="155613" y="333936"/>
                  </a:lnTo>
                  <a:lnTo>
                    <a:pt x="160900" y="334217"/>
                  </a:lnTo>
                  <a:lnTo>
                    <a:pt x="166194" y="334332"/>
                  </a:lnTo>
                  <a:lnTo>
                    <a:pt x="171488" y="334278"/>
                  </a:lnTo>
                  <a:lnTo>
                    <a:pt x="176779" y="334057"/>
                  </a:lnTo>
                  <a:lnTo>
                    <a:pt x="182059" y="333668"/>
                  </a:lnTo>
                  <a:lnTo>
                    <a:pt x="187325" y="333113"/>
                  </a:lnTo>
                  <a:lnTo>
                    <a:pt x="192570" y="332391"/>
                  </a:lnTo>
                  <a:lnTo>
                    <a:pt x="197790" y="331503"/>
                  </a:lnTo>
                  <a:lnTo>
                    <a:pt x="202979" y="330450"/>
                  </a:lnTo>
                  <a:lnTo>
                    <a:pt x="208133" y="329234"/>
                  </a:lnTo>
                  <a:lnTo>
                    <a:pt x="213245" y="327855"/>
                  </a:lnTo>
                  <a:lnTo>
                    <a:pt x="218310" y="326314"/>
                  </a:lnTo>
                  <a:lnTo>
                    <a:pt x="223325" y="324614"/>
                  </a:lnTo>
                  <a:lnTo>
                    <a:pt x="228283" y="322756"/>
                  </a:lnTo>
                  <a:lnTo>
                    <a:pt x="233180" y="320742"/>
                  </a:lnTo>
                  <a:lnTo>
                    <a:pt x="238011" y="318574"/>
                  </a:lnTo>
                  <a:lnTo>
                    <a:pt x="242770" y="316254"/>
                  </a:lnTo>
                  <a:lnTo>
                    <a:pt x="247454" y="313785"/>
                  </a:lnTo>
                  <a:lnTo>
                    <a:pt x="252057" y="311168"/>
                  </a:lnTo>
                  <a:lnTo>
                    <a:pt x="256575" y="308407"/>
                  </a:lnTo>
                  <a:lnTo>
                    <a:pt x="261003" y="305504"/>
                  </a:lnTo>
                  <a:lnTo>
                    <a:pt x="265337" y="302462"/>
                  </a:lnTo>
                  <a:lnTo>
                    <a:pt x="269573" y="299285"/>
                  </a:lnTo>
                  <a:lnTo>
                    <a:pt x="273705" y="295975"/>
                  </a:lnTo>
                  <a:lnTo>
                    <a:pt x="277731" y="292536"/>
                  </a:lnTo>
                  <a:lnTo>
                    <a:pt x="281646" y="288971"/>
                  </a:lnTo>
                  <a:lnTo>
                    <a:pt x="285446" y="285284"/>
                  </a:lnTo>
                  <a:lnTo>
                    <a:pt x="289128" y="281478"/>
                  </a:lnTo>
                  <a:lnTo>
                    <a:pt x="292687" y="277558"/>
                  </a:lnTo>
                  <a:lnTo>
                    <a:pt x="296120" y="273527"/>
                  </a:lnTo>
                  <a:lnTo>
                    <a:pt x="299424" y="269389"/>
                  </a:lnTo>
                  <a:lnTo>
                    <a:pt x="302595" y="265149"/>
                  </a:lnTo>
                  <a:lnTo>
                    <a:pt x="305630" y="260810"/>
                  </a:lnTo>
                  <a:lnTo>
                    <a:pt x="308526" y="256378"/>
                  </a:lnTo>
                  <a:lnTo>
                    <a:pt x="311281" y="251856"/>
                  </a:lnTo>
                  <a:lnTo>
                    <a:pt x="313890" y="247249"/>
                  </a:lnTo>
                  <a:lnTo>
                    <a:pt x="316353" y="242561"/>
                  </a:lnTo>
                  <a:lnTo>
                    <a:pt x="318666" y="237798"/>
                  </a:lnTo>
                  <a:lnTo>
                    <a:pt x="320827" y="232964"/>
                  </a:lnTo>
                  <a:lnTo>
                    <a:pt x="322833" y="228065"/>
                  </a:lnTo>
                  <a:lnTo>
                    <a:pt x="324684" y="223104"/>
                  </a:lnTo>
                  <a:lnTo>
                    <a:pt x="326376" y="218087"/>
                  </a:lnTo>
                  <a:lnTo>
                    <a:pt x="327909" y="213018"/>
                  </a:lnTo>
                  <a:lnTo>
                    <a:pt x="329281" y="207904"/>
                  </a:lnTo>
                  <a:lnTo>
                    <a:pt x="330490" y="202749"/>
                  </a:lnTo>
                  <a:lnTo>
                    <a:pt x="331534" y="197559"/>
                  </a:lnTo>
                  <a:lnTo>
                    <a:pt x="332415" y="192337"/>
                  </a:lnTo>
                  <a:lnTo>
                    <a:pt x="333129" y="187091"/>
                  </a:lnTo>
                  <a:lnTo>
                    <a:pt x="333676" y="181824"/>
                  </a:lnTo>
                  <a:lnTo>
                    <a:pt x="334057" y="176543"/>
                  </a:lnTo>
                  <a:lnTo>
                    <a:pt x="334270" y="171253"/>
                  </a:lnTo>
                  <a:lnTo>
                    <a:pt x="334316" y="165958"/>
                  </a:lnTo>
                  <a:lnTo>
                    <a:pt x="334194" y="160665"/>
                  </a:lnTo>
                  <a:lnTo>
                    <a:pt x="333904" y="155378"/>
                  </a:lnTo>
                  <a:lnTo>
                    <a:pt x="333447" y="150103"/>
                  </a:lnTo>
                  <a:lnTo>
                    <a:pt x="332823" y="144845"/>
                  </a:lnTo>
                  <a:lnTo>
                    <a:pt x="332033" y="139609"/>
                  </a:lnTo>
                  <a:lnTo>
                    <a:pt x="331078" y="134401"/>
                  </a:lnTo>
                  <a:lnTo>
                    <a:pt x="329958" y="129226"/>
                  </a:lnTo>
                  <a:lnTo>
                    <a:pt x="328675" y="124089"/>
                  </a:lnTo>
                  <a:lnTo>
                    <a:pt x="327229" y="118995"/>
                  </a:lnTo>
                  <a:lnTo>
                    <a:pt x="325623" y="113950"/>
                  </a:lnTo>
                  <a:lnTo>
                    <a:pt x="323858" y="108958"/>
                  </a:lnTo>
                  <a:lnTo>
                    <a:pt x="321936" y="104024"/>
                  </a:lnTo>
                  <a:lnTo>
                    <a:pt x="319859" y="99154"/>
                  </a:lnTo>
                  <a:lnTo>
                    <a:pt x="317628" y="94352"/>
                  </a:lnTo>
                  <a:lnTo>
                    <a:pt x="315247" y="89623"/>
                  </a:lnTo>
                  <a:lnTo>
                    <a:pt x="312717" y="84971"/>
                  </a:lnTo>
                  <a:lnTo>
                    <a:pt x="310041" y="80403"/>
                  </a:lnTo>
                  <a:lnTo>
                    <a:pt x="307221" y="75921"/>
                  </a:lnTo>
                  <a:lnTo>
                    <a:pt x="304261" y="71531"/>
                  </a:lnTo>
                  <a:lnTo>
                    <a:pt x="301163" y="67236"/>
                  </a:lnTo>
                  <a:lnTo>
                    <a:pt x="297931" y="63042"/>
                  </a:lnTo>
                  <a:lnTo>
                    <a:pt x="294568" y="58953"/>
                  </a:lnTo>
                  <a:lnTo>
                    <a:pt x="291077" y="54972"/>
                  </a:lnTo>
                  <a:lnTo>
                    <a:pt x="287462" y="51103"/>
                  </a:lnTo>
                  <a:lnTo>
                    <a:pt x="283726" y="47352"/>
                  </a:lnTo>
                  <a:lnTo>
                    <a:pt x="279873" y="43720"/>
                  </a:lnTo>
                  <a:lnTo>
                    <a:pt x="275907" y="40212"/>
                  </a:lnTo>
                  <a:lnTo>
                    <a:pt x="271831" y="36831"/>
                  </a:lnTo>
                  <a:lnTo>
                    <a:pt x="267651" y="3358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56153"/>
              <a:ext cx="100498" cy="133585"/>
            </a:xfrm>
            <a:custGeom>
              <a:avLst/>
              <a:pathLst>
                <a:path w="100498" h="133585">
                  <a:moveTo>
                    <a:pt x="100498" y="0"/>
                  </a:moveTo>
                  <a:lnTo>
                    <a:pt x="0" y="1335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53501"/>
              <a:ext cx="100498" cy="136237"/>
            </a:xfrm>
            <a:custGeom>
              <a:avLst/>
              <a:pathLst>
                <a:path w="100498" h="136237">
                  <a:moveTo>
                    <a:pt x="100498" y="2652"/>
                  </a:moveTo>
                  <a:lnTo>
                    <a:pt x="96872" y="0"/>
                  </a:lnTo>
                  <a:lnTo>
                    <a:pt x="0" y="1362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96872" cy="167167"/>
            </a:xfrm>
            <a:custGeom>
              <a:avLst/>
              <a:pathLst>
                <a:path w="96872" h="167167">
                  <a:moveTo>
                    <a:pt x="96872" y="30929"/>
                  </a:moveTo>
                  <a:lnTo>
                    <a:pt x="92137" y="27684"/>
                  </a:lnTo>
                  <a:lnTo>
                    <a:pt x="87294" y="24603"/>
                  </a:lnTo>
                  <a:lnTo>
                    <a:pt x="82348" y="21690"/>
                  </a:lnTo>
                  <a:lnTo>
                    <a:pt x="77305" y="18948"/>
                  </a:lnTo>
                  <a:lnTo>
                    <a:pt x="72171" y="16381"/>
                  </a:lnTo>
                  <a:lnTo>
                    <a:pt x="66951" y="13993"/>
                  </a:lnTo>
                  <a:lnTo>
                    <a:pt x="61653" y="11784"/>
                  </a:lnTo>
                  <a:lnTo>
                    <a:pt x="56282" y="9759"/>
                  </a:lnTo>
                  <a:lnTo>
                    <a:pt x="50845" y="7920"/>
                  </a:lnTo>
                  <a:lnTo>
                    <a:pt x="45347" y="6268"/>
                  </a:lnTo>
                  <a:lnTo>
                    <a:pt x="39796" y="4806"/>
                  </a:lnTo>
                  <a:lnTo>
                    <a:pt x="34199" y="3535"/>
                  </a:lnTo>
                  <a:lnTo>
                    <a:pt x="28561" y="2457"/>
                  </a:lnTo>
                  <a:lnTo>
                    <a:pt x="22889" y="1574"/>
                  </a:lnTo>
                  <a:lnTo>
                    <a:pt x="17190" y="886"/>
                  </a:lnTo>
                  <a:lnTo>
                    <a:pt x="11471" y="394"/>
                  </a:lnTo>
                  <a:lnTo>
                    <a:pt x="5739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378111" y="1071028"/>
              <a:ext cx="333275" cy="334334"/>
            </a:xfrm>
            <a:custGeom>
              <a:avLst/>
              <a:pathLst>
                <a:path w="333275" h="334334">
                  <a:moveTo>
                    <a:pt x="167146" y="0"/>
                  </a:moveTo>
                  <a:lnTo>
                    <a:pt x="161843" y="84"/>
                  </a:lnTo>
                  <a:lnTo>
                    <a:pt x="156545" y="336"/>
                  </a:lnTo>
                  <a:lnTo>
                    <a:pt x="151258" y="756"/>
                  </a:lnTo>
                  <a:lnTo>
                    <a:pt x="145986" y="1344"/>
                  </a:lnTo>
                  <a:lnTo>
                    <a:pt x="140736" y="2099"/>
                  </a:lnTo>
                  <a:lnTo>
                    <a:pt x="135513" y="3020"/>
                  </a:lnTo>
                  <a:lnTo>
                    <a:pt x="130321" y="4106"/>
                  </a:lnTo>
                  <a:lnTo>
                    <a:pt x="125167" y="5356"/>
                  </a:lnTo>
                  <a:lnTo>
                    <a:pt x="120054" y="6770"/>
                  </a:lnTo>
                  <a:lnTo>
                    <a:pt x="114990" y="8344"/>
                  </a:lnTo>
                  <a:lnTo>
                    <a:pt x="109977" y="10079"/>
                  </a:lnTo>
                  <a:lnTo>
                    <a:pt x="105022" y="11972"/>
                  </a:lnTo>
                  <a:lnTo>
                    <a:pt x="100130" y="14021"/>
                  </a:lnTo>
                  <a:lnTo>
                    <a:pt x="95305" y="16224"/>
                  </a:lnTo>
                  <a:lnTo>
                    <a:pt x="90553" y="18579"/>
                  </a:lnTo>
                  <a:lnTo>
                    <a:pt x="85877" y="21084"/>
                  </a:lnTo>
                  <a:lnTo>
                    <a:pt x="81284" y="23735"/>
                  </a:lnTo>
                  <a:lnTo>
                    <a:pt x="76777" y="26532"/>
                  </a:lnTo>
                  <a:lnTo>
                    <a:pt x="72361" y="29469"/>
                  </a:lnTo>
                  <a:lnTo>
                    <a:pt x="68040" y="32546"/>
                  </a:lnTo>
                  <a:lnTo>
                    <a:pt x="63819" y="35758"/>
                  </a:lnTo>
                  <a:lnTo>
                    <a:pt x="59702" y="39102"/>
                  </a:lnTo>
                  <a:lnTo>
                    <a:pt x="55693" y="42575"/>
                  </a:lnTo>
                  <a:lnTo>
                    <a:pt x="51797" y="46173"/>
                  </a:lnTo>
                  <a:lnTo>
                    <a:pt x="48016" y="49894"/>
                  </a:lnTo>
                  <a:lnTo>
                    <a:pt x="44356" y="53732"/>
                  </a:lnTo>
                  <a:lnTo>
                    <a:pt x="40819" y="57685"/>
                  </a:lnTo>
                  <a:lnTo>
                    <a:pt x="37409" y="61748"/>
                  </a:lnTo>
                  <a:lnTo>
                    <a:pt x="34130" y="65916"/>
                  </a:lnTo>
                  <a:lnTo>
                    <a:pt x="30985" y="70187"/>
                  </a:lnTo>
                  <a:lnTo>
                    <a:pt x="27977" y="74556"/>
                  </a:lnTo>
                  <a:lnTo>
                    <a:pt x="25109" y="79018"/>
                  </a:lnTo>
                  <a:lnTo>
                    <a:pt x="22384" y="83568"/>
                  </a:lnTo>
                  <a:lnTo>
                    <a:pt x="19805" y="88203"/>
                  </a:lnTo>
                  <a:lnTo>
                    <a:pt x="17374" y="92917"/>
                  </a:lnTo>
                  <a:lnTo>
                    <a:pt x="15093" y="97706"/>
                  </a:lnTo>
                  <a:lnTo>
                    <a:pt x="12966" y="102564"/>
                  </a:lnTo>
                  <a:lnTo>
                    <a:pt x="10994" y="107488"/>
                  </a:lnTo>
                  <a:lnTo>
                    <a:pt x="9180" y="112472"/>
                  </a:lnTo>
                  <a:lnTo>
                    <a:pt x="7524" y="117511"/>
                  </a:lnTo>
                  <a:lnTo>
                    <a:pt x="6029" y="122600"/>
                  </a:lnTo>
                  <a:lnTo>
                    <a:pt x="4696" y="127734"/>
                  </a:lnTo>
                  <a:lnTo>
                    <a:pt x="3527" y="132908"/>
                  </a:lnTo>
                  <a:lnTo>
                    <a:pt x="2523" y="138116"/>
                  </a:lnTo>
                  <a:lnTo>
                    <a:pt x="1684" y="143353"/>
                  </a:lnTo>
                  <a:lnTo>
                    <a:pt x="1012" y="148614"/>
                  </a:lnTo>
                  <a:lnTo>
                    <a:pt x="507" y="153894"/>
                  </a:lnTo>
                  <a:lnTo>
                    <a:pt x="169" y="159187"/>
                  </a:lnTo>
                  <a:lnTo>
                    <a:pt x="0" y="164489"/>
                  </a:lnTo>
                  <a:lnTo>
                    <a:pt x="0" y="169793"/>
                  </a:lnTo>
                  <a:lnTo>
                    <a:pt x="167" y="175094"/>
                  </a:lnTo>
                  <a:lnTo>
                    <a:pt x="502" y="180387"/>
                  </a:lnTo>
                  <a:lnTo>
                    <a:pt x="1006" y="185667"/>
                  </a:lnTo>
                  <a:lnTo>
                    <a:pt x="1676" y="190929"/>
                  </a:lnTo>
                  <a:lnTo>
                    <a:pt x="2513" y="196166"/>
                  </a:lnTo>
                  <a:lnTo>
                    <a:pt x="3516" y="201375"/>
                  </a:lnTo>
                  <a:lnTo>
                    <a:pt x="4684" y="206549"/>
                  </a:lnTo>
                  <a:lnTo>
                    <a:pt x="6015" y="211683"/>
                  </a:lnTo>
                  <a:lnTo>
                    <a:pt x="7508" y="216772"/>
                  </a:lnTo>
                  <a:lnTo>
                    <a:pt x="9163" y="221812"/>
                  </a:lnTo>
                  <a:lnTo>
                    <a:pt x="10976" y="226796"/>
                  </a:lnTo>
                  <a:lnTo>
                    <a:pt x="12946" y="231721"/>
                  </a:lnTo>
                  <a:lnTo>
                    <a:pt x="15072" y="236580"/>
                  </a:lnTo>
                  <a:lnTo>
                    <a:pt x="17350" y="241370"/>
                  </a:lnTo>
                  <a:lnTo>
                    <a:pt x="19780" y="246085"/>
                  </a:lnTo>
                  <a:lnTo>
                    <a:pt x="22358" y="250720"/>
                  </a:lnTo>
                  <a:lnTo>
                    <a:pt x="25081" y="255272"/>
                  </a:lnTo>
                  <a:lnTo>
                    <a:pt x="27948" y="259734"/>
                  </a:lnTo>
                  <a:lnTo>
                    <a:pt x="30954" y="264104"/>
                  </a:lnTo>
                  <a:lnTo>
                    <a:pt x="34098" y="268376"/>
                  </a:lnTo>
                  <a:lnTo>
                    <a:pt x="37376" y="272545"/>
                  </a:lnTo>
                  <a:lnTo>
                    <a:pt x="40785" y="276609"/>
                  </a:lnTo>
                  <a:lnTo>
                    <a:pt x="44320" y="280563"/>
                  </a:lnTo>
                  <a:lnTo>
                    <a:pt x="47979" y="284403"/>
                  </a:lnTo>
                  <a:lnTo>
                    <a:pt x="51759" y="288124"/>
                  </a:lnTo>
                  <a:lnTo>
                    <a:pt x="55654" y="291724"/>
                  </a:lnTo>
                  <a:lnTo>
                    <a:pt x="59662" y="295198"/>
                  </a:lnTo>
                  <a:lnTo>
                    <a:pt x="63778" y="298544"/>
                  </a:lnTo>
                  <a:lnTo>
                    <a:pt x="67998" y="301757"/>
                  </a:lnTo>
                  <a:lnTo>
                    <a:pt x="72317" y="304835"/>
                  </a:lnTo>
                  <a:lnTo>
                    <a:pt x="76733" y="307774"/>
                  </a:lnTo>
                  <a:lnTo>
                    <a:pt x="81239" y="310571"/>
                  </a:lnTo>
                  <a:lnTo>
                    <a:pt x="85831" y="313225"/>
                  </a:lnTo>
                  <a:lnTo>
                    <a:pt x="90506" y="315731"/>
                  </a:lnTo>
                  <a:lnTo>
                    <a:pt x="95258" y="318087"/>
                  </a:lnTo>
                  <a:lnTo>
                    <a:pt x="100082" y="320292"/>
                  </a:lnTo>
                  <a:lnTo>
                    <a:pt x="104973" y="322343"/>
                  </a:lnTo>
                  <a:lnTo>
                    <a:pt x="109928" y="324237"/>
                  </a:lnTo>
                  <a:lnTo>
                    <a:pt x="114940" y="325973"/>
                  </a:lnTo>
                  <a:lnTo>
                    <a:pt x="120004" y="327549"/>
                  </a:lnTo>
                  <a:lnTo>
                    <a:pt x="125116" y="328964"/>
                  </a:lnTo>
                  <a:lnTo>
                    <a:pt x="130270" y="330216"/>
                  </a:lnTo>
                  <a:lnTo>
                    <a:pt x="135461" y="331304"/>
                  </a:lnTo>
                  <a:lnTo>
                    <a:pt x="140684" y="332227"/>
                  </a:lnTo>
                  <a:lnTo>
                    <a:pt x="145934" y="332983"/>
                  </a:lnTo>
                  <a:lnTo>
                    <a:pt x="151205" y="333573"/>
                  </a:lnTo>
                  <a:lnTo>
                    <a:pt x="156492" y="333995"/>
                  </a:lnTo>
                  <a:lnTo>
                    <a:pt x="161790" y="334249"/>
                  </a:lnTo>
                  <a:lnTo>
                    <a:pt x="167094" y="334334"/>
                  </a:lnTo>
                  <a:lnTo>
                    <a:pt x="172397" y="334252"/>
                  </a:lnTo>
                  <a:lnTo>
                    <a:pt x="177695" y="334001"/>
                  </a:lnTo>
                  <a:lnTo>
                    <a:pt x="182983" y="333583"/>
                  </a:lnTo>
                  <a:lnTo>
                    <a:pt x="188254" y="332996"/>
                  </a:lnTo>
                  <a:lnTo>
                    <a:pt x="193504" y="332243"/>
                  </a:lnTo>
                  <a:lnTo>
                    <a:pt x="198728" y="331324"/>
                  </a:lnTo>
                  <a:lnTo>
                    <a:pt x="203920" y="330239"/>
                  </a:lnTo>
                  <a:lnTo>
                    <a:pt x="209075" y="328991"/>
                  </a:lnTo>
                  <a:lnTo>
                    <a:pt x="214188" y="327579"/>
                  </a:lnTo>
                  <a:lnTo>
                    <a:pt x="219253" y="326006"/>
                  </a:lnTo>
                  <a:lnTo>
                    <a:pt x="224266" y="324273"/>
                  </a:lnTo>
                  <a:lnTo>
                    <a:pt x="229221" y="322382"/>
                  </a:lnTo>
                  <a:lnTo>
                    <a:pt x="234114" y="320334"/>
                  </a:lnTo>
                  <a:lnTo>
                    <a:pt x="238940" y="318133"/>
                  </a:lnTo>
                  <a:lnTo>
                    <a:pt x="243693" y="315779"/>
                  </a:lnTo>
                  <a:lnTo>
                    <a:pt x="248369" y="313276"/>
                  </a:lnTo>
                  <a:lnTo>
                    <a:pt x="252963" y="310626"/>
                  </a:lnTo>
                  <a:lnTo>
                    <a:pt x="257471" y="307831"/>
                  </a:lnTo>
                  <a:lnTo>
                    <a:pt x="261889" y="304894"/>
                  </a:lnTo>
                  <a:lnTo>
                    <a:pt x="266210" y="301819"/>
                  </a:lnTo>
                  <a:lnTo>
                    <a:pt x="270432" y="298609"/>
                  </a:lnTo>
                  <a:lnTo>
                    <a:pt x="274550" y="295266"/>
                  </a:lnTo>
                  <a:lnTo>
                    <a:pt x="278560" y="291794"/>
                  </a:lnTo>
                  <a:lnTo>
                    <a:pt x="282458" y="288197"/>
                  </a:lnTo>
                  <a:lnTo>
                    <a:pt x="286239" y="284478"/>
                  </a:lnTo>
                  <a:lnTo>
                    <a:pt x="289901" y="280640"/>
                  </a:lnTo>
                  <a:lnTo>
                    <a:pt x="293439" y="276689"/>
                  </a:lnTo>
                  <a:lnTo>
                    <a:pt x="296850" y="272627"/>
                  </a:lnTo>
                  <a:lnTo>
                    <a:pt x="300131" y="268459"/>
                  </a:lnTo>
                  <a:lnTo>
                    <a:pt x="303277" y="264189"/>
                  </a:lnTo>
                  <a:lnTo>
                    <a:pt x="306287" y="259822"/>
                  </a:lnTo>
                  <a:lnTo>
                    <a:pt x="309156" y="255361"/>
                  </a:lnTo>
                  <a:lnTo>
                    <a:pt x="311882" y="250811"/>
                  </a:lnTo>
                  <a:lnTo>
                    <a:pt x="314463" y="246178"/>
                  </a:lnTo>
                  <a:lnTo>
                    <a:pt x="316896" y="241464"/>
                  </a:lnTo>
                  <a:lnTo>
                    <a:pt x="319177" y="236676"/>
                  </a:lnTo>
                  <a:lnTo>
                    <a:pt x="321306" y="231818"/>
                  </a:lnTo>
                  <a:lnTo>
                    <a:pt x="323279" y="226895"/>
                  </a:lnTo>
                  <a:lnTo>
                    <a:pt x="325096" y="221911"/>
                  </a:lnTo>
                  <a:lnTo>
                    <a:pt x="326753" y="216873"/>
                  </a:lnTo>
                  <a:lnTo>
                    <a:pt x="328249" y="211784"/>
                  </a:lnTo>
                  <a:lnTo>
                    <a:pt x="329584" y="206651"/>
                  </a:lnTo>
                  <a:lnTo>
                    <a:pt x="330755" y="201478"/>
                  </a:lnTo>
                  <a:lnTo>
                    <a:pt x="331761" y="196270"/>
                  </a:lnTo>
                  <a:lnTo>
                    <a:pt x="332601" y="191033"/>
                  </a:lnTo>
                  <a:lnTo>
                    <a:pt x="333275" y="185772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38196"/>
              <a:ext cx="166128" cy="18605"/>
            </a:xfrm>
            <a:custGeom>
              <a:avLst/>
              <a:pathLst>
                <a:path w="166128" h="18605">
                  <a:moveTo>
                    <a:pt x="166128" y="186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6568" cy="18605"/>
            </a:xfrm>
            <a:custGeom>
              <a:avLst/>
              <a:pathLst>
                <a:path w="166568" h="18605">
                  <a:moveTo>
                    <a:pt x="166128" y="18605"/>
                  </a:moveTo>
                  <a:lnTo>
                    <a:pt x="166568" y="141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071028"/>
              <a:ext cx="167153" cy="181301"/>
            </a:xfrm>
            <a:custGeom>
              <a:avLst/>
              <a:pathLst>
                <a:path w="167153" h="181301">
                  <a:moveTo>
                    <a:pt x="166568" y="181301"/>
                  </a:moveTo>
                  <a:lnTo>
                    <a:pt x="166939" y="175888"/>
                  </a:lnTo>
                  <a:lnTo>
                    <a:pt x="167134" y="170466"/>
                  </a:lnTo>
                  <a:lnTo>
                    <a:pt x="167153" y="165040"/>
                  </a:lnTo>
                  <a:lnTo>
                    <a:pt x="166996" y="159616"/>
                  </a:lnTo>
                  <a:lnTo>
                    <a:pt x="166663" y="154200"/>
                  </a:lnTo>
                  <a:lnTo>
                    <a:pt x="166155" y="148798"/>
                  </a:lnTo>
                  <a:lnTo>
                    <a:pt x="165471" y="143415"/>
                  </a:lnTo>
                  <a:lnTo>
                    <a:pt x="164613" y="138058"/>
                  </a:lnTo>
                  <a:lnTo>
                    <a:pt x="163582" y="132731"/>
                  </a:lnTo>
                  <a:lnTo>
                    <a:pt x="162378" y="127440"/>
                  </a:lnTo>
                  <a:lnTo>
                    <a:pt x="161003" y="122191"/>
                  </a:lnTo>
                  <a:lnTo>
                    <a:pt x="159458" y="116989"/>
                  </a:lnTo>
                  <a:lnTo>
                    <a:pt x="157746" y="111841"/>
                  </a:lnTo>
                  <a:lnTo>
                    <a:pt x="155867" y="106750"/>
                  </a:lnTo>
                  <a:lnTo>
                    <a:pt x="153824" y="101724"/>
                  </a:lnTo>
                  <a:lnTo>
                    <a:pt x="151620" y="96766"/>
                  </a:lnTo>
                  <a:lnTo>
                    <a:pt x="149255" y="91882"/>
                  </a:lnTo>
                  <a:lnTo>
                    <a:pt x="146733" y="87078"/>
                  </a:lnTo>
                  <a:lnTo>
                    <a:pt x="144056" y="82358"/>
                  </a:lnTo>
                  <a:lnTo>
                    <a:pt x="141228" y="77727"/>
                  </a:lnTo>
                  <a:lnTo>
                    <a:pt x="138251" y="73191"/>
                  </a:lnTo>
                  <a:lnTo>
                    <a:pt x="135128" y="68754"/>
                  </a:lnTo>
                  <a:lnTo>
                    <a:pt x="131863" y="64420"/>
                  </a:lnTo>
                  <a:lnTo>
                    <a:pt x="128459" y="60195"/>
                  </a:lnTo>
                  <a:lnTo>
                    <a:pt x="124920" y="56082"/>
                  </a:lnTo>
                  <a:lnTo>
                    <a:pt x="121249" y="52086"/>
                  </a:lnTo>
                  <a:lnTo>
                    <a:pt x="117450" y="48212"/>
                  </a:lnTo>
                  <a:lnTo>
                    <a:pt x="113528" y="44463"/>
                  </a:lnTo>
                  <a:lnTo>
                    <a:pt x="109486" y="40843"/>
                  </a:lnTo>
                  <a:lnTo>
                    <a:pt x="105328" y="37356"/>
                  </a:lnTo>
                  <a:lnTo>
                    <a:pt x="101060" y="34006"/>
                  </a:lnTo>
                  <a:lnTo>
                    <a:pt x="96685" y="30797"/>
                  </a:lnTo>
                  <a:lnTo>
                    <a:pt x="92208" y="27731"/>
                  </a:lnTo>
                  <a:lnTo>
                    <a:pt x="87635" y="24812"/>
                  </a:lnTo>
                  <a:lnTo>
                    <a:pt x="82968" y="22042"/>
                  </a:lnTo>
                  <a:lnTo>
                    <a:pt x="78215" y="19426"/>
                  </a:lnTo>
                  <a:lnTo>
                    <a:pt x="73379" y="16966"/>
                  </a:lnTo>
                  <a:lnTo>
                    <a:pt x="68465" y="14663"/>
                  </a:lnTo>
                  <a:lnTo>
                    <a:pt x="63480" y="12522"/>
                  </a:lnTo>
                  <a:lnTo>
                    <a:pt x="58428" y="10543"/>
                  </a:lnTo>
                  <a:lnTo>
                    <a:pt x="53314" y="8729"/>
                  </a:lnTo>
                  <a:lnTo>
                    <a:pt x="48144" y="7082"/>
                  </a:lnTo>
                  <a:lnTo>
                    <a:pt x="42923" y="5604"/>
                  </a:lnTo>
                  <a:lnTo>
                    <a:pt x="37657" y="4296"/>
                  </a:lnTo>
                  <a:lnTo>
                    <a:pt x="32351" y="3160"/>
                  </a:lnTo>
                  <a:lnTo>
                    <a:pt x="27012" y="2196"/>
                  </a:lnTo>
                  <a:lnTo>
                    <a:pt x="21643" y="1407"/>
                  </a:lnTo>
                  <a:lnTo>
                    <a:pt x="16252" y="791"/>
                  </a:lnTo>
                  <a:lnTo>
                    <a:pt x="10844" y="352"/>
                  </a:lnTo>
                  <a:lnTo>
                    <a:pt x="5425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901665" y="941493"/>
              <a:ext cx="121878" cy="167167"/>
            </a:xfrm>
            <a:custGeom>
              <a:avLst/>
              <a:pathLst>
                <a:path w="121878" h="167167">
                  <a:moveTo>
                    <a:pt x="121878" y="0"/>
                  </a:moveTo>
                  <a:lnTo>
                    <a:pt x="116416" y="89"/>
                  </a:lnTo>
                  <a:lnTo>
                    <a:pt x="110960" y="356"/>
                  </a:lnTo>
                  <a:lnTo>
                    <a:pt x="105515" y="802"/>
                  </a:lnTo>
                  <a:lnTo>
                    <a:pt x="100088" y="1426"/>
                  </a:lnTo>
                  <a:lnTo>
                    <a:pt x="94685" y="2226"/>
                  </a:lnTo>
                  <a:lnTo>
                    <a:pt x="89310" y="3203"/>
                  </a:lnTo>
                  <a:lnTo>
                    <a:pt x="83970" y="4354"/>
                  </a:lnTo>
                  <a:lnTo>
                    <a:pt x="78671" y="5680"/>
                  </a:lnTo>
                  <a:lnTo>
                    <a:pt x="73418" y="7178"/>
                  </a:lnTo>
                  <a:lnTo>
                    <a:pt x="68216" y="8846"/>
                  </a:lnTo>
                  <a:lnTo>
                    <a:pt x="63072" y="10684"/>
                  </a:lnTo>
                  <a:lnTo>
                    <a:pt x="57991" y="12689"/>
                  </a:lnTo>
                  <a:lnTo>
                    <a:pt x="52977" y="14859"/>
                  </a:lnTo>
                  <a:lnTo>
                    <a:pt x="48038" y="17192"/>
                  </a:lnTo>
                  <a:lnTo>
                    <a:pt x="43177" y="19684"/>
                  </a:lnTo>
                  <a:lnTo>
                    <a:pt x="38400" y="22334"/>
                  </a:lnTo>
                  <a:lnTo>
                    <a:pt x="33713" y="25139"/>
                  </a:lnTo>
                  <a:lnTo>
                    <a:pt x="29119" y="28096"/>
                  </a:lnTo>
                  <a:lnTo>
                    <a:pt x="24625" y="31201"/>
                  </a:lnTo>
                  <a:lnTo>
                    <a:pt x="20234" y="34451"/>
                  </a:lnTo>
                  <a:lnTo>
                    <a:pt x="15953" y="37843"/>
                  </a:lnTo>
                  <a:lnTo>
                    <a:pt x="11784" y="41373"/>
                  </a:lnTo>
                  <a:lnTo>
                    <a:pt x="7732" y="45037"/>
                  </a:lnTo>
                  <a:lnTo>
                    <a:pt x="3803" y="48832"/>
                  </a:lnTo>
                  <a:lnTo>
                    <a:pt x="0" y="52753"/>
                  </a:lnTo>
                  <a:lnTo>
                    <a:pt x="12187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01665" y="994246"/>
              <a:ext cx="121878" cy="114414"/>
            </a:xfrm>
            <a:custGeom>
              <a:avLst/>
              <a:pathLst>
                <a:path w="121878" h="114414">
                  <a:moveTo>
                    <a:pt x="0" y="0"/>
                  </a:moveTo>
                  <a:lnTo>
                    <a:pt x="121878" y="1144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56379" y="969869"/>
              <a:ext cx="334331" cy="305943"/>
            </a:xfrm>
            <a:custGeom>
              <a:avLst/>
              <a:pathLst>
                <a:path w="334331" h="305943">
                  <a:moveTo>
                    <a:pt x="45286" y="24377"/>
                  </a:moveTo>
                  <a:lnTo>
                    <a:pt x="41726" y="28292"/>
                  </a:lnTo>
                  <a:lnTo>
                    <a:pt x="38291" y="32317"/>
                  </a:lnTo>
                  <a:lnTo>
                    <a:pt x="34986" y="36449"/>
                  </a:lnTo>
                  <a:lnTo>
                    <a:pt x="31813" y="40684"/>
                  </a:lnTo>
                  <a:lnTo>
                    <a:pt x="28775" y="45017"/>
                  </a:lnTo>
                  <a:lnTo>
                    <a:pt x="25877" y="49444"/>
                  </a:lnTo>
                  <a:lnTo>
                    <a:pt x="23120" y="53961"/>
                  </a:lnTo>
                  <a:lnTo>
                    <a:pt x="20507" y="58562"/>
                  </a:lnTo>
                  <a:lnTo>
                    <a:pt x="18041" y="63244"/>
                  </a:lnTo>
                  <a:lnTo>
                    <a:pt x="15725" y="68002"/>
                  </a:lnTo>
                  <a:lnTo>
                    <a:pt x="13560" y="72830"/>
                  </a:lnTo>
                  <a:lnTo>
                    <a:pt x="11549" y="77725"/>
                  </a:lnTo>
                  <a:lnTo>
                    <a:pt x="9695" y="82681"/>
                  </a:lnTo>
                  <a:lnTo>
                    <a:pt x="7998" y="87693"/>
                  </a:lnTo>
                  <a:lnTo>
                    <a:pt x="6460" y="92756"/>
                  </a:lnTo>
                  <a:lnTo>
                    <a:pt x="5084" y="97866"/>
                  </a:lnTo>
                  <a:lnTo>
                    <a:pt x="3869" y="103016"/>
                  </a:lnTo>
                  <a:lnTo>
                    <a:pt x="2819" y="108202"/>
                  </a:lnTo>
                  <a:lnTo>
                    <a:pt x="1933" y="113419"/>
                  </a:lnTo>
                  <a:lnTo>
                    <a:pt x="1213" y="118662"/>
                  </a:lnTo>
                  <a:lnTo>
                    <a:pt x="659" y="123924"/>
                  </a:lnTo>
                  <a:lnTo>
                    <a:pt x="272" y="129202"/>
                  </a:lnTo>
                  <a:lnTo>
                    <a:pt x="52" y="134489"/>
                  </a:lnTo>
                  <a:lnTo>
                    <a:pt x="0" y="139780"/>
                  </a:lnTo>
                  <a:lnTo>
                    <a:pt x="115" y="145070"/>
                  </a:lnTo>
                  <a:lnTo>
                    <a:pt x="397" y="150354"/>
                  </a:lnTo>
                  <a:lnTo>
                    <a:pt x="847" y="155627"/>
                  </a:lnTo>
                  <a:lnTo>
                    <a:pt x="1463" y="160882"/>
                  </a:lnTo>
                  <a:lnTo>
                    <a:pt x="2245" y="166116"/>
                  </a:lnTo>
                  <a:lnTo>
                    <a:pt x="3192" y="171322"/>
                  </a:lnTo>
                  <a:lnTo>
                    <a:pt x="4304" y="176495"/>
                  </a:lnTo>
                  <a:lnTo>
                    <a:pt x="5579" y="181631"/>
                  </a:lnTo>
                  <a:lnTo>
                    <a:pt x="7016" y="186724"/>
                  </a:lnTo>
                  <a:lnTo>
                    <a:pt x="8613" y="191769"/>
                  </a:lnTo>
                  <a:lnTo>
                    <a:pt x="10369" y="196760"/>
                  </a:lnTo>
                  <a:lnTo>
                    <a:pt x="12283" y="201694"/>
                  </a:lnTo>
                  <a:lnTo>
                    <a:pt x="14351" y="206564"/>
                  </a:lnTo>
                  <a:lnTo>
                    <a:pt x="16573" y="211367"/>
                  </a:lnTo>
                  <a:lnTo>
                    <a:pt x="18945" y="216097"/>
                  </a:lnTo>
                  <a:lnTo>
                    <a:pt x="21466" y="220749"/>
                  </a:lnTo>
                  <a:lnTo>
                    <a:pt x="24133" y="225320"/>
                  </a:lnTo>
                  <a:lnTo>
                    <a:pt x="26944" y="229803"/>
                  </a:lnTo>
                  <a:lnTo>
                    <a:pt x="29895" y="234196"/>
                  </a:lnTo>
                  <a:lnTo>
                    <a:pt x="32983" y="238493"/>
                  </a:lnTo>
                  <a:lnTo>
                    <a:pt x="36206" y="242689"/>
                  </a:lnTo>
                  <a:lnTo>
                    <a:pt x="39560" y="246782"/>
                  </a:lnTo>
                  <a:lnTo>
                    <a:pt x="43042" y="250767"/>
                  </a:lnTo>
                  <a:lnTo>
                    <a:pt x="46648" y="254639"/>
                  </a:lnTo>
                  <a:lnTo>
                    <a:pt x="50375" y="258396"/>
                  </a:lnTo>
                  <a:lnTo>
                    <a:pt x="54219" y="262032"/>
                  </a:lnTo>
                  <a:lnTo>
                    <a:pt x="58176" y="265545"/>
                  </a:lnTo>
                  <a:lnTo>
                    <a:pt x="62243" y="268931"/>
                  </a:lnTo>
                  <a:lnTo>
                    <a:pt x="66414" y="272187"/>
                  </a:lnTo>
                  <a:lnTo>
                    <a:pt x="70687" y="275309"/>
                  </a:lnTo>
                  <a:lnTo>
                    <a:pt x="75056" y="278294"/>
                  </a:lnTo>
                  <a:lnTo>
                    <a:pt x="79517" y="281139"/>
                  </a:lnTo>
                  <a:lnTo>
                    <a:pt x="84067" y="283842"/>
                  </a:lnTo>
                  <a:lnTo>
                    <a:pt x="88699" y="286399"/>
                  </a:lnTo>
                  <a:lnTo>
                    <a:pt x="93410" y="288809"/>
                  </a:lnTo>
                  <a:lnTo>
                    <a:pt x="98195" y="291068"/>
                  </a:lnTo>
                  <a:lnTo>
                    <a:pt x="103050" y="293175"/>
                  </a:lnTo>
                  <a:lnTo>
                    <a:pt x="107968" y="295127"/>
                  </a:lnTo>
                  <a:lnTo>
                    <a:pt x="112946" y="296922"/>
                  </a:lnTo>
                  <a:lnTo>
                    <a:pt x="117978" y="298559"/>
                  </a:lnTo>
                  <a:lnTo>
                    <a:pt x="123059" y="300035"/>
                  </a:lnTo>
                  <a:lnTo>
                    <a:pt x="128185" y="301350"/>
                  </a:lnTo>
                  <a:lnTo>
                    <a:pt x="133349" y="302503"/>
                  </a:lnTo>
                  <a:lnTo>
                    <a:pt x="138548" y="303491"/>
                  </a:lnTo>
                  <a:lnTo>
                    <a:pt x="143775" y="304314"/>
                  </a:lnTo>
                  <a:lnTo>
                    <a:pt x="149026" y="304972"/>
                  </a:lnTo>
                  <a:lnTo>
                    <a:pt x="154294" y="305462"/>
                  </a:lnTo>
                  <a:lnTo>
                    <a:pt x="159576" y="305786"/>
                  </a:lnTo>
                  <a:lnTo>
                    <a:pt x="164865" y="305943"/>
                  </a:lnTo>
                  <a:lnTo>
                    <a:pt x="170157" y="305932"/>
                  </a:lnTo>
                  <a:lnTo>
                    <a:pt x="175445" y="305753"/>
                  </a:lnTo>
                  <a:lnTo>
                    <a:pt x="180726" y="305407"/>
                  </a:lnTo>
                  <a:lnTo>
                    <a:pt x="185992" y="304895"/>
                  </a:lnTo>
                  <a:lnTo>
                    <a:pt x="191240" y="304216"/>
                  </a:lnTo>
                  <a:lnTo>
                    <a:pt x="196464" y="303371"/>
                  </a:lnTo>
                  <a:lnTo>
                    <a:pt x="201658" y="302361"/>
                  </a:lnTo>
                  <a:lnTo>
                    <a:pt x="206818" y="301187"/>
                  </a:lnTo>
                  <a:lnTo>
                    <a:pt x="211938" y="299851"/>
                  </a:lnTo>
                  <a:lnTo>
                    <a:pt x="217013" y="298353"/>
                  </a:lnTo>
                  <a:lnTo>
                    <a:pt x="222038" y="296695"/>
                  </a:lnTo>
                  <a:lnTo>
                    <a:pt x="227009" y="294879"/>
                  </a:lnTo>
                  <a:lnTo>
                    <a:pt x="231919" y="292907"/>
                  </a:lnTo>
                  <a:lnTo>
                    <a:pt x="236764" y="290780"/>
                  </a:lnTo>
                  <a:lnTo>
                    <a:pt x="241540" y="288501"/>
                  </a:lnTo>
                  <a:lnTo>
                    <a:pt x="246241" y="286072"/>
                  </a:lnTo>
                  <a:lnTo>
                    <a:pt x="250863" y="283496"/>
                  </a:lnTo>
                  <a:lnTo>
                    <a:pt x="255401" y="280774"/>
                  </a:lnTo>
                  <a:lnTo>
                    <a:pt x="259851" y="277910"/>
                  </a:lnTo>
                  <a:lnTo>
                    <a:pt x="264207" y="274907"/>
                  </a:lnTo>
                  <a:lnTo>
                    <a:pt x="268467" y="271767"/>
                  </a:lnTo>
                  <a:lnTo>
                    <a:pt x="272625" y="268494"/>
                  </a:lnTo>
                  <a:lnTo>
                    <a:pt x="276677" y="265091"/>
                  </a:lnTo>
                  <a:lnTo>
                    <a:pt x="280620" y="261562"/>
                  </a:lnTo>
                  <a:lnTo>
                    <a:pt x="284449" y="257910"/>
                  </a:lnTo>
                  <a:lnTo>
                    <a:pt x="288160" y="254138"/>
                  </a:lnTo>
                  <a:lnTo>
                    <a:pt x="291750" y="250250"/>
                  </a:lnTo>
                  <a:lnTo>
                    <a:pt x="295216" y="246251"/>
                  </a:lnTo>
                  <a:lnTo>
                    <a:pt x="298553" y="242145"/>
                  </a:lnTo>
                  <a:lnTo>
                    <a:pt x="301758" y="237934"/>
                  </a:lnTo>
                  <a:lnTo>
                    <a:pt x="304829" y="233625"/>
                  </a:lnTo>
                  <a:lnTo>
                    <a:pt x="307761" y="229220"/>
                  </a:lnTo>
                  <a:lnTo>
                    <a:pt x="310553" y="224725"/>
                  </a:lnTo>
                  <a:lnTo>
                    <a:pt x="313201" y="220143"/>
                  </a:lnTo>
                  <a:lnTo>
                    <a:pt x="315702" y="215481"/>
                  </a:lnTo>
                  <a:lnTo>
                    <a:pt x="318055" y="210741"/>
                  </a:lnTo>
                  <a:lnTo>
                    <a:pt x="320257" y="205929"/>
                  </a:lnTo>
                  <a:lnTo>
                    <a:pt x="322305" y="201050"/>
                  </a:lnTo>
                  <a:lnTo>
                    <a:pt x="324198" y="196108"/>
                  </a:lnTo>
                  <a:lnTo>
                    <a:pt x="325933" y="191110"/>
                  </a:lnTo>
                  <a:lnTo>
                    <a:pt x="327510" y="186058"/>
                  </a:lnTo>
                  <a:lnTo>
                    <a:pt x="328925" y="180960"/>
                  </a:lnTo>
                  <a:lnTo>
                    <a:pt x="330179" y="175819"/>
                  </a:lnTo>
                  <a:lnTo>
                    <a:pt x="331269" y="170641"/>
                  </a:lnTo>
                  <a:lnTo>
                    <a:pt x="332195" y="165431"/>
                  </a:lnTo>
                  <a:lnTo>
                    <a:pt x="332956" y="160194"/>
                  </a:lnTo>
                  <a:lnTo>
                    <a:pt x="333550" y="154936"/>
                  </a:lnTo>
                  <a:lnTo>
                    <a:pt x="333978" y="149662"/>
                  </a:lnTo>
                  <a:lnTo>
                    <a:pt x="334238" y="144376"/>
                  </a:lnTo>
                  <a:lnTo>
                    <a:pt x="334331" y="139086"/>
                  </a:lnTo>
                  <a:lnTo>
                    <a:pt x="334257" y="133795"/>
                  </a:lnTo>
                  <a:lnTo>
                    <a:pt x="334015" y="128509"/>
                  </a:lnTo>
                  <a:lnTo>
                    <a:pt x="333606" y="123233"/>
                  </a:lnTo>
                  <a:lnTo>
                    <a:pt x="333030" y="117973"/>
                  </a:lnTo>
                  <a:lnTo>
                    <a:pt x="332288" y="112733"/>
                  </a:lnTo>
                  <a:lnTo>
                    <a:pt x="331381" y="107520"/>
                  </a:lnTo>
                  <a:lnTo>
                    <a:pt x="330309" y="102338"/>
                  </a:lnTo>
                  <a:lnTo>
                    <a:pt x="329073" y="97193"/>
                  </a:lnTo>
                  <a:lnTo>
                    <a:pt x="327675" y="92089"/>
                  </a:lnTo>
                  <a:lnTo>
                    <a:pt x="326117" y="87032"/>
                  </a:lnTo>
                  <a:lnTo>
                    <a:pt x="324399" y="82027"/>
                  </a:lnTo>
                  <a:lnTo>
                    <a:pt x="322524" y="77079"/>
                  </a:lnTo>
                  <a:lnTo>
                    <a:pt x="320493" y="72193"/>
                  </a:lnTo>
                  <a:lnTo>
                    <a:pt x="318308" y="67374"/>
                  </a:lnTo>
                  <a:lnTo>
                    <a:pt x="315972" y="62626"/>
                  </a:lnTo>
                  <a:lnTo>
                    <a:pt x="313487" y="57954"/>
                  </a:lnTo>
                  <a:lnTo>
                    <a:pt x="310855" y="53363"/>
                  </a:lnTo>
                  <a:lnTo>
                    <a:pt x="308079" y="48858"/>
                  </a:lnTo>
                  <a:lnTo>
                    <a:pt x="305162" y="44443"/>
                  </a:lnTo>
                  <a:lnTo>
                    <a:pt x="302107" y="40123"/>
                  </a:lnTo>
                  <a:lnTo>
                    <a:pt x="298916" y="35901"/>
                  </a:lnTo>
                  <a:lnTo>
                    <a:pt x="295594" y="31783"/>
                  </a:lnTo>
                  <a:lnTo>
                    <a:pt x="292142" y="27771"/>
                  </a:lnTo>
                  <a:lnTo>
                    <a:pt x="288566" y="23871"/>
                  </a:lnTo>
                  <a:lnTo>
                    <a:pt x="284868" y="20087"/>
                  </a:lnTo>
                  <a:lnTo>
                    <a:pt x="281052" y="16421"/>
                  </a:lnTo>
                  <a:lnTo>
                    <a:pt x="277122" y="12877"/>
                  </a:lnTo>
                  <a:lnTo>
                    <a:pt x="273082" y="9460"/>
                  </a:lnTo>
                  <a:lnTo>
                    <a:pt x="268935" y="6173"/>
                  </a:lnTo>
                  <a:lnTo>
                    <a:pt x="264687" y="3018"/>
                  </a:lnTo>
                  <a:lnTo>
                    <a:pt x="260341" y="0"/>
                  </a:lnTo>
                  <a:lnTo>
                    <a:pt x="167164" y="1387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023544" y="941493"/>
              <a:ext cx="93176" cy="167167"/>
            </a:xfrm>
            <a:custGeom>
              <a:avLst/>
              <a:pathLst>
                <a:path w="93176" h="167167">
                  <a:moveTo>
                    <a:pt x="93176" y="28375"/>
                  </a:moveTo>
                  <a:lnTo>
                    <a:pt x="88294" y="25219"/>
                  </a:lnTo>
                  <a:lnTo>
                    <a:pt x="83305" y="22235"/>
                  </a:lnTo>
                  <a:lnTo>
                    <a:pt x="78215" y="19426"/>
                  </a:lnTo>
                  <a:lnTo>
                    <a:pt x="73030" y="16796"/>
                  </a:lnTo>
                  <a:lnTo>
                    <a:pt x="67758" y="14347"/>
                  </a:lnTo>
                  <a:lnTo>
                    <a:pt x="62403" y="12084"/>
                  </a:lnTo>
                  <a:lnTo>
                    <a:pt x="56973" y="10008"/>
                  </a:lnTo>
                  <a:lnTo>
                    <a:pt x="51474" y="8122"/>
                  </a:lnTo>
                  <a:lnTo>
                    <a:pt x="45912" y="6428"/>
                  </a:lnTo>
                  <a:lnTo>
                    <a:pt x="40295" y="4929"/>
                  </a:lnTo>
                  <a:lnTo>
                    <a:pt x="34630" y="3626"/>
                  </a:lnTo>
                  <a:lnTo>
                    <a:pt x="28922" y="2521"/>
                  </a:lnTo>
                  <a:lnTo>
                    <a:pt x="23180" y="1614"/>
                  </a:lnTo>
                  <a:lnTo>
                    <a:pt x="17409" y="909"/>
                  </a:lnTo>
                  <a:lnTo>
                    <a:pt x="11618" y="404"/>
                  </a:lnTo>
                  <a:lnTo>
                    <a:pt x="5812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377316" y="941493"/>
              <a:ext cx="108899" cy="167167"/>
            </a:xfrm>
            <a:custGeom>
              <a:avLst/>
              <a:pathLst>
                <a:path w="108899" h="167167">
                  <a:moveTo>
                    <a:pt x="108899" y="0"/>
                  </a:moveTo>
                  <a:lnTo>
                    <a:pt x="103252" y="95"/>
                  </a:lnTo>
                  <a:lnTo>
                    <a:pt x="97612" y="381"/>
                  </a:lnTo>
                  <a:lnTo>
                    <a:pt x="91985" y="857"/>
                  </a:lnTo>
                  <a:lnTo>
                    <a:pt x="86377" y="1524"/>
                  </a:lnTo>
                  <a:lnTo>
                    <a:pt x="80794" y="2379"/>
                  </a:lnTo>
                  <a:lnTo>
                    <a:pt x="75244" y="3422"/>
                  </a:lnTo>
                  <a:lnTo>
                    <a:pt x="69732" y="4652"/>
                  </a:lnTo>
                  <a:lnTo>
                    <a:pt x="64265" y="6068"/>
                  </a:lnTo>
                  <a:lnTo>
                    <a:pt x="58849" y="7668"/>
                  </a:lnTo>
                  <a:lnTo>
                    <a:pt x="53490" y="9449"/>
                  </a:lnTo>
                  <a:lnTo>
                    <a:pt x="48194" y="11411"/>
                  </a:lnTo>
                  <a:lnTo>
                    <a:pt x="42968" y="13550"/>
                  </a:lnTo>
                  <a:lnTo>
                    <a:pt x="37816" y="15865"/>
                  </a:lnTo>
                  <a:lnTo>
                    <a:pt x="32746" y="18352"/>
                  </a:lnTo>
                  <a:lnTo>
                    <a:pt x="27763" y="21010"/>
                  </a:lnTo>
                  <a:lnTo>
                    <a:pt x="22872" y="23834"/>
                  </a:lnTo>
                  <a:lnTo>
                    <a:pt x="18080" y="26821"/>
                  </a:lnTo>
                  <a:lnTo>
                    <a:pt x="13391" y="29969"/>
                  </a:lnTo>
                  <a:lnTo>
                    <a:pt x="8811" y="33273"/>
                  </a:lnTo>
                  <a:lnTo>
                    <a:pt x="4346" y="36731"/>
                  </a:lnTo>
                  <a:lnTo>
                    <a:pt x="0" y="40337"/>
                  </a:lnTo>
                  <a:lnTo>
                    <a:pt x="10889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377316" y="981830"/>
              <a:ext cx="108899" cy="126830"/>
            </a:xfrm>
            <a:custGeom>
              <a:avLst/>
              <a:pathLst>
                <a:path w="108899" h="126830">
                  <a:moveTo>
                    <a:pt x="0" y="0"/>
                  </a:moveTo>
                  <a:lnTo>
                    <a:pt x="108899" y="1268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377316" y="981830"/>
              <a:ext cx="108899" cy="126830"/>
            </a:xfrm>
            <a:custGeom>
              <a:avLst/>
              <a:pathLst>
                <a:path w="108899" h="126830">
                  <a:moveTo>
                    <a:pt x="0" y="0"/>
                  </a:moveTo>
                  <a:lnTo>
                    <a:pt x="108899" y="1268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377316" y="981830"/>
              <a:ext cx="108899" cy="126830"/>
            </a:xfrm>
            <a:custGeom>
              <a:avLst/>
              <a:pathLst>
                <a:path w="108899" h="126830">
                  <a:moveTo>
                    <a:pt x="0" y="0"/>
                  </a:moveTo>
                  <a:lnTo>
                    <a:pt x="108899" y="1268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377316" y="981830"/>
              <a:ext cx="108899" cy="126830"/>
            </a:xfrm>
            <a:custGeom>
              <a:avLst/>
              <a:pathLst>
                <a:path w="108899" h="126830">
                  <a:moveTo>
                    <a:pt x="0" y="0"/>
                  </a:moveTo>
                  <a:lnTo>
                    <a:pt x="108899" y="1268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377316" y="981830"/>
              <a:ext cx="108899" cy="126830"/>
            </a:xfrm>
            <a:custGeom>
              <a:avLst/>
              <a:pathLst>
                <a:path w="108899" h="126830">
                  <a:moveTo>
                    <a:pt x="0" y="0"/>
                  </a:moveTo>
                  <a:lnTo>
                    <a:pt x="108899" y="126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377316" y="981830"/>
              <a:ext cx="108899" cy="126830"/>
            </a:xfrm>
            <a:custGeom>
              <a:avLst/>
              <a:pathLst>
                <a:path w="108899" h="126830">
                  <a:moveTo>
                    <a:pt x="0" y="0"/>
                  </a:moveTo>
                  <a:lnTo>
                    <a:pt x="108899" y="126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377316" y="981830"/>
              <a:ext cx="108899" cy="126830"/>
            </a:xfrm>
            <a:custGeom>
              <a:avLst/>
              <a:pathLst>
                <a:path w="108899" h="126830">
                  <a:moveTo>
                    <a:pt x="0" y="0"/>
                  </a:moveTo>
                  <a:lnTo>
                    <a:pt x="108899" y="126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377316" y="981830"/>
              <a:ext cx="108899" cy="126830"/>
            </a:xfrm>
            <a:custGeom>
              <a:avLst/>
              <a:pathLst>
                <a:path w="108899" h="126830">
                  <a:moveTo>
                    <a:pt x="0" y="0"/>
                  </a:moveTo>
                  <a:lnTo>
                    <a:pt x="108899" y="1268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77316" y="981830"/>
              <a:ext cx="108899" cy="126830"/>
            </a:xfrm>
            <a:custGeom>
              <a:avLst/>
              <a:pathLst>
                <a:path w="108899" h="126830">
                  <a:moveTo>
                    <a:pt x="0" y="0"/>
                  </a:moveTo>
                  <a:lnTo>
                    <a:pt x="108899" y="1268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77316" y="981830"/>
              <a:ext cx="108899" cy="126830"/>
            </a:xfrm>
            <a:custGeom>
              <a:avLst/>
              <a:pathLst>
                <a:path w="108899" h="126830">
                  <a:moveTo>
                    <a:pt x="0" y="0"/>
                  </a:moveTo>
                  <a:lnTo>
                    <a:pt x="108899" y="1268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77316" y="981830"/>
              <a:ext cx="108899" cy="126830"/>
            </a:xfrm>
            <a:custGeom>
              <a:avLst/>
              <a:pathLst>
                <a:path w="108899" h="126830">
                  <a:moveTo>
                    <a:pt x="0" y="0"/>
                  </a:moveTo>
                  <a:lnTo>
                    <a:pt x="108899" y="1268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77316" y="981830"/>
              <a:ext cx="108899" cy="126830"/>
            </a:xfrm>
            <a:custGeom>
              <a:avLst/>
              <a:pathLst>
                <a:path w="108899" h="126830">
                  <a:moveTo>
                    <a:pt x="0" y="0"/>
                  </a:moveTo>
                  <a:lnTo>
                    <a:pt x="108899" y="1268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77316" y="981830"/>
              <a:ext cx="108899" cy="126830"/>
            </a:xfrm>
            <a:custGeom>
              <a:avLst/>
              <a:pathLst>
                <a:path w="108899" h="126830">
                  <a:moveTo>
                    <a:pt x="0" y="0"/>
                  </a:moveTo>
                  <a:lnTo>
                    <a:pt x="108899" y="126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77316" y="981830"/>
              <a:ext cx="108899" cy="126830"/>
            </a:xfrm>
            <a:custGeom>
              <a:avLst/>
              <a:pathLst>
                <a:path w="108899" h="126830">
                  <a:moveTo>
                    <a:pt x="0" y="0"/>
                  </a:moveTo>
                  <a:lnTo>
                    <a:pt x="108899" y="126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77316" y="981830"/>
              <a:ext cx="108899" cy="126830"/>
            </a:xfrm>
            <a:custGeom>
              <a:avLst/>
              <a:pathLst>
                <a:path w="108899" h="126830">
                  <a:moveTo>
                    <a:pt x="0" y="0"/>
                  </a:moveTo>
                  <a:lnTo>
                    <a:pt x="108899" y="126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77316" y="981830"/>
              <a:ext cx="108899" cy="126830"/>
            </a:xfrm>
            <a:custGeom>
              <a:avLst/>
              <a:pathLst>
                <a:path w="108899" h="126830">
                  <a:moveTo>
                    <a:pt x="0" y="0"/>
                  </a:moveTo>
                  <a:lnTo>
                    <a:pt x="108899" y="1268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77316" y="981830"/>
              <a:ext cx="108899" cy="126830"/>
            </a:xfrm>
            <a:custGeom>
              <a:avLst/>
              <a:pathLst>
                <a:path w="108899" h="126830">
                  <a:moveTo>
                    <a:pt x="0" y="0"/>
                  </a:moveTo>
                  <a:lnTo>
                    <a:pt x="108899" y="1268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77316" y="981830"/>
              <a:ext cx="108899" cy="126830"/>
            </a:xfrm>
            <a:custGeom>
              <a:avLst/>
              <a:pathLst>
                <a:path w="108899" h="126830">
                  <a:moveTo>
                    <a:pt x="0" y="0"/>
                  </a:moveTo>
                  <a:lnTo>
                    <a:pt x="108899" y="1268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19067" y="981830"/>
              <a:ext cx="167148" cy="257386"/>
            </a:xfrm>
            <a:custGeom>
              <a:avLst/>
              <a:pathLst>
                <a:path w="167148" h="257386">
                  <a:moveTo>
                    <a:pt x="58249" y="0"/>
                  </a:moveTo>
                  <a:lnTo>
                    <a:pt x="54179" y="3610"/>
                  </a:lnTo>
                  <a:lnTo>
                    <a:pt x="50229" y="7352"/>
                  </a:lnTo>
                  <a:lnTo>
                    <a:pt x="46403" y="11220"/>
                  </a:lnTo>
                  <a:lnTo>
                    <a:pt x="42705" y="15210"/>
                  </a:lnTo>
                  <a:lnTo>
                    <a:pt x="39138" y="19319"/>
                  </a:lnTo>
                  <a:lnTo>
                    <a:pt x="35708" y="23542"/>
                  </a:lnTo>
                  <a:lnTo>
                    <a:pt x="32416" y="27874"/>
                  </a:lnTo>
                  <a:lnTo>
                    <a:pt x="29267" y="32311"/>
                  </a:lnTo>
                  <a:lnTo>
                    <a:pt x="26264" y="36848"/>
                  </a:lnTo>
                  <a:lnTo>
                    <a:pt x="23411" y="41480"/>
                  </a:lnTo>
                  <a:lnTo>
                    <a:pt x="20709" y="46203"/>
                  </a:lnTo>
                  <a:lnTo>
                    <a:pt x="18163" y="51011"/>
                  </a:lnTo>
                  <a:lnTo>
                    <a:pt x="15775" y="55899"/>
                  </a:lnTo>
                  <a:lnTo>
                    <a:pt x="13547" y="60863"/>
                  </a:lnTo>
                  <a:lnTo>
                    <a:pt x="11482" y="65896"/>
                  </a:lnTo>
                  <a:lnTo>
                    <a:pt x="9581" y="70994"/>
                  </a:lnTo>
                  <a:lnTo>
                    <a:pt x="7848" y="76151"/>
                  </a:lnTo>
                  <a:lnTo>
                    <a:pt x="6283" y="81362"/>
                  </a:lnTo>
                  <a:lnTo>
                    <a:pt x="4888" y="86621"/>
                  </a:lnTo>
                  <a:lnTo>
                    <a:pt x="3666" y="91922"/>
                  </a:lnTo>
                  <a:lnTo>
                    <a:pt x="2616" y="97261"/>
                  </a:lnTo>
                  <a:lnTo>
                    <a:pt x="1741" y="102631"/>
                  </a:lnTo>
                  <a:lnTo>
                    <a:pt x="1041" y="108026"/>
                  </a:lnTo>
                  <a:lnTo>
                    <a:pt x="517" y="113441"/>
                  </a:lnTo>
                  <a:lnTo>
                    <a:pt x="170" y="118871"/>
                  </a:lnTo>
                  <a:lnTo>
                    <a:pt x="0" y="124309"/>
                  </a:lnTo>
                  <a:lnTo>
                    <a:pt x="6" y="129750"/>
                  </a:lnTo>
                  <a:lnTo>
                    <a:pt x="190" y="135187"/>
                  </a:lnTo>
                  <a:lnTo>
                    <a:pt x="550" y="140616"/>
                  </a:lnTo>
                  <a:lnTo>
                    <a:pt x="1087" y="146030"/>
                  </a:lnTo>
                  <a:lnTo>
                    <a:pt x="1800" y="151424"/>
                  </a:lnTo>
                  <a:lnTo>
                    <a:pt x="2687" y="156792"/>
                  </a:lnTo>
                  <a:lnTo>
                    <a:pt x="3750" y="162128"/>
                  </a:lnTo>
                  <a:lnTo>
                    <a:pt x="4985" y="167426"/>
                  </a:lnTo>
                  <a:lnTo>
                    <a:pt x="6392" y="172682"/>
                  </a:lnTo>
                  <a:lnTo>
                    <a:pt x="7969" y="177889"/>
                  </a:lnTo>
                  <a:lnTo>
                    <a:pt x="9715" y="183042"/>
                  </a:lnTo>
                  <a:lnTo>
                    <a:pt x="11628" y="188135"/>
                  </a:lnTo>
                  <a:lnTo>
                    <a:pt x="13705" y="193164"/>
                  </a:lnTo>
                  <a:lnTo>
                    <a:pt x="15945" y="198122"/>
                  </a:lnTo>
                  <a:lnTo>
                    <a:pt x="18345" y="203004"/>
                  </a:lnTo>
                  <a:lnTo>
                    <a:pt x="20903" y="207806"/>
                  </a:lnTo>
                  <a:lnTo>
                    <a:pt x="23615" y="212523"/>
                  </a:lnTo>
                  <a:lnTo>
                    <a:pt x="26480" y="217148"/>
                  </a:lnTo>
                  <a:lnTo>
                    <a:pt x="29493" y="221678"/>
                  </a:lnTo>
                  <a:lnTo>
                    <a:pt x="32653" y="226107"/>
                  </a:lnTo>
                  <a:lnTo>
                    <a:pt x="35955" y="230431"/>
                  </a:lnTo>
                  <a:lnTo>
                    <a:pt x="39396" y="234646"/>
                  </a:lnTo>
                  <a:lnTo>
                    <a:pt x="42972" y="238746"/>
                  </a:lnTo>
                  <a:lnTo>
                    <a:pt x="46680" y="242728"/>
                  </a:lnTo>
                  <a:lnTo>
                    <a:pt x="50515" y="246586"/>
                  </a:lnTo>
                  <a:lnTo>
                    <a:pt x="54474" y="250318"/>
                  </a:lnTo>
                  <a:lnTo>
                    <a:pt x="58552" y="253920"/>
                  </a:lnTo>
                  <a:lnTo>
                    <a:pt x="62745" y="257386"/>
                  </a:lnTo>
                  <a:lnTo>
                    <a:pt x="167148" y="1268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1813" y="941493"/>
              <a:ext cx="271557" cy="334331"/>
            </a:xfrm>
            <a:custGeom>
              <a:avLst/>
              <a:pathLst>
                <a:path w="271557" h="334331">
                  <a:moveTo>
                    <a:pt x="0" y="297724"/>
                  </a:moveTo>
                  <a:lnTo>
                    <a:pt x="4203" y="300977"/>
                  </a:lnTo>
                  <a:lnTo>
                    <a:pt x="8509" y="304095"/>
                  </a:lnTo>
                  <a:lnTo>
                    <a:pt x="12911" y="307075"/>
                  </a:lnTo>
                  <a:lnTo>
                    <a:pt x="17406" y="309913"/>
                  </a:lnTo>
                  <a:lnTo>
                    <a:pt x="21988" y="312607"/>
                  </a:lnTo>
                  <a:lnTo>
                    <a:pt x="26654" y="315154"/>
                  </a:lnTo>
                  <a:lnTo>
                    <a:pt x="31399" y="317551"/>
                  </a:lnTo>
                  <a:lnTo>
                    <a:pt x="36218" y="319797"/>
                  </a:lnTo>
                  <a:lnTo>
                    <a:pt x="41105" y="321887"/>
                  </a:lnTo>
                  <a:lnTo>
                    <a:pt x="46057" y="323822"/>
                  </a:lnTo>
                  <a:lnTo>
                    <a:pt x="51067" y="325598"/>
                  </a:lnTo>
                  <a:lnTo>
                    <a:pt x="56131" y="327213"/>
                  </a:lnTo>
                  <a:lnTo>
                    <a:pt x="61245" y="328667"/>
                  </a:lnTo>
                  <a:lnTo>
                    <a:pt x="66401" y="329958"/>
                  </a:lnTo>
                  <a:lnTo>
                    <a:pt x="71597" y="331084"/>
                  </a:lnTo>
                  <a:lnTo>
                    <a:pt x="76825" y="332044"/>
                  </a:lnTo>
                  <a:lnTo>
                    <a:pt x="82082" y="332838"/>
                  </a:lnTo>
                  <a:lnTo>
                    <a:pt x="87360" y="333463"/>
                  </a:lnTo>
                  <a:lnTo>
                    <a:pt x="92657" y="333921"/>
                  </a:lnTo>
                  <a:lnTo>
                    <a:pt x="97965" y="334210"/>
                  </a:lnTo>
                  <a:lnTo>
                    <a:pt x="103279" y="334331"/>
                  </a:lnTo>
                  <a:lnTo>
                    <a:pt x="108595" y="334282"/>
                  </a:lnTo>
                  <a:lnTo>
                    <a:pt x="113906" y="334064"/>
                  </a:lnTo>
                  <a:lnTo>
                    <a:pt x="119208" y="333677"/>
                  </a:lnTo>
                  <a:lnTo>
                    <a:pt x="124495" y="333122"/>
                  </a:lnTo>
                  <a:lnTo>
                    <a:pt x="129761" y="332400"/>
                  </a:lnTo>
                  <a:lnTo>
                    <a:pt x="135002" y="331510"/>
                  </a:lnTo>
                  <a:lnTo>
                    <a:pt x="140212" y="330454"/>
                  </a:lnTo>
                  <a:lnTo>
                    <a:pt x="145386" y="329233"/>
                  </a:lnTo>
                  <a:lnTo>
                    <a:pt x="150518" y="327848"/>
                  </a:lnTo>
                  <a:lnTo>
                    <a:pt x="155604" y="326300"/>
                  </a:lnTo>
                  <a:lnTo>
                    <a:pt x="160638" y="324592"/>
                  </a:lnTo>
                  <a:lnTo>
                    <a:pt x="165615" y="322724"/>
                  </a:lnTo>
                  <a:lnTo>
                    <a:pt x="170530" y="320699"/>
                  </a:lnTo>
                  <a:lnTo>
                    <a:pt x="175378" y="318519"/>
                  </a:lnTo>
                  <a:lnTo>
                    <a:pt x="180155" y="316186"/>
                  </a:lnTo>
                  <a:lnTo>
                    <a:pt x="184854" y="313702"/>
                  </a:lnTo>
                  <a:lnTo>
                    <a:pt x="189473" y="311069"/>
                  </a:lnTo>
                  <a:lnTo>
                    <a:pt x="194005" y="308292"/>
                  </a:lnTo>
                  <a:lnTo>
                    <a:pt x="198447" y="305371"/>
                  </a:lnTo>
                  <a:lnTo>
                    <a:pt x="202794" y="302311"/>
                  </a:lnTo>
                  <a:lnTo>
                    <a:pt x="207041" y="299115"/>
                  </a:lnTo>
                  <a:lnTo>
                    <a:pt x="211185" y="295784"/>
                  </a:lnTo>
                  <a:lnTo>
                    <a:pt x="215220" y="292324"/>
                  </a:lnTo>
                  <a:lnTo>
                    <a:pt x="219144" y="288737"/>
                  </a:lnTo>
                  <a:lnTo>
                    <a:pt x="222951" y="285028"/>
                  </a:lnTo>
                  <a:lnTo>
                    <a:pt x="226639" y="281199"/>
                  </a:lnTo>
                  <a:lnTo>
                    <a:pt x="230203" y="277254"/>
                  </a:lnTo>
                  <a:lnTo>
                    <a:pt x="233639" y="273199"/>
                  </a:lnTo>
                  <a:lnTo>
                    <a:pt x="236945" y="269036"/>
                  </a:lnTo>
                  <a:lnTo>
                    <a:pt x="240117" y="264770"/>
                  </a:lnTo>
                  <a:lnTo>
                    <a:pt x="243152" y="260406"/>
                  </a:lnTo>
                  <a:lnTo>
                    <a:pt x="246046" y="255947"/>
                  </a:lnTo>
                  <a:lnTo>
                    <a:pt x="248798" y="251398"/>
                  </a:lnTo>
                  <a:lnTo>
                    <a:pt x="251403" y="246765"/>
                  </a:lnTo>
                  <a:lnTo>
                    <a:pt x="253859" y="242050"/>
                  </a:lnTo>
                  <a:lnTo>
                    <a:pt x="256165" y="237260"/>
                  </a:lnTo>
                  <a:lnTo>
                    <a:pt x="258317" y="232399"/>
                  </a:lnTo>
                  <a:lnTo>
                    <a:pt x="260313" y="227473"/>
                  </a:lnTo>
                  <a:lnTo>
                    <a:pt x="262152" y="222485"/>
                  </a:lnTo>
                  <a:lnTo>
                    <a:pt x="263831" y="217441"/>
                  </a:lnTo>
                  <a:lnTo>
                    <a:pt x="265349" y="212347"/>
                  </a:lnTo>
                  <a:lnTo>
                    <a:pt x="266704" y="207206"/>
                  </a:lnTo>
                  <a:lnTo>
                    <a:pt x="267895" y="202026"/>
                  </a:lnTo>
                  <a:lnTo>
                    <a:pt x="268921" y="196810"/>
                  </a:lnTo>
                  <a:lnTo>
                    <a:pt x="269780" y="191564"/>
                  </a:lnTo>
                  <a:lnTo>
                    <a:pt x="270472" y="186293"/>
                  </a:lnTo>
                  <a:lnTo>
                    <a:pt x="270996" y="181003"/>
                  </a:lnTo>
                  <a:lnTo>
                    <a:pt x="271352" y="175699"/>
                  </a:lnTo>
                  <a:lnTo>
                    <a:pt x="271539" y="170386"/>
                  </a:lnTo>
                  <a:lnTo>
                    <a:pt x="271557" y="165071"/>
                  </a:lnTo>
                  <a:lnTo>
                    <a:pt x="271405" y="159757"/>
                  </a:lnTo>
                  <a:lnTo>
                    <a:pt x="271085" y="154451"/>
                  </a:lnTo>
                  <a:lnTo>
                    <a:pt x="270597" y="149157"/>
                  </a:lnTo>
                  <a:lnTo>
                    <a:pt x="269940" y="143882"/>
                  </a:lnTo>
                  <a:lnTo>
                    <a:pt x="269116" y="138630"/>
                  </a:lnTo>
                  <a:lnTo>
                    <a:pt x="268125" y="133408"/>
                  </a:lnTo>
                  <a:lnTo>
                    <a:pt x="266969" y="128219"/>
                  </a:lnTo>
                  <a:lnTo>
                    <a:pt x="265649" y="123070"/>
                  </a:lnTo>
                  <a:lnTo>
                    <a:pt x="264165" y="117965"/>
                  </a:lnTo>
                  <a:lnTo>
                    <a:pt x="262520" y="112910"/>
                  </a:lnTo>
                  <a:lnTo>
                    <a:pt x="260715" y="107910"/>
                  </a:lnTo>
                  <a:lnTo>
                    <a:pt x="258752" y="102970"/>
                  </a:lnTo>
                  <a:lnTo>
                    <a:pt x="256632" y="98095"/>
                  </a:lnTo>
                  <a:lnTo>
                    <a:pt x="254359" y="93289"/>
                  </a:lnTo>
                  <a:lnTo>
                    <a:pt x="251934" y="88559"/>
                  </a:lnTo>
                  <a:lnTo>
                    <a:pt x="249360" y="83908"/>
                  </a:lnTo>
                  <a:lnTo>
                    <a:pt x="246640" y="79341"/>
                  </a:lnTo>
                  <a:lnTo>
                    <a:pt x="243775" y="74863"/>
                  </a:lnTo>
                  <a:lnTo>
                    <a:pt x="240770" y="70478"/>
                  </a:lnTo>
                  <a:lnTo>
                    <a:pt x="237627" y="66191"/>
                  </a:lnTo>
                  <a:lnTo>
                    <a:pt x="234349" y="62006"/>
                  </a:lnTo>
                  <a:lnTo>
                    <a:pt x="230939" y="57927"/>
                  </a:lnTo>
                  <a:lnTo>
                    <a:pt x="227402" y="53959"/>
                  </a:lnTo>
                  <a:lnTo>
                    <a:pt x="223740" y="50105"/>
                  </a:lnTo>
                  <a:lnTo>
                    <a:pt x="219958" y="46370"/>
                  </a:lnTo>
                  <a:lnTo>
                    <a:pt x="216059" y="42757"/>
                  </a:lnTo>
                  <a:lnTo>
                    <a:pt x="212046" y="39270"/>
                  </a:lnTo>
                  <a:lnTo>
                    <a:pt x="207925" y="35912"/>
                  </a:lnTo>
                  <a:lnTo>
                    <a:pt x="203700" y="32687"/>
                  </a:lnTo>
                  <a:lnTo>
                    <a:pt x="199374" y="29597"/>
                  </a:lnTo>
                  <a:lnTo>
                    <a:pt x="194951" y="26647"/>
                  </a:lnTo>
                  <a:lnTo>
                    <a:pt x="190438" y="23839"/>
                  </a:lnTo>
                  <a:lnTo>
                    <a:pt x="185837" y="21176"/>
                  </a:lnTo>
                  <a:lnTo>
                    <a:pt x="181154" y="18661"/>
                  </a:lnTo>
                  <a:lnTo>
                    <a:pt x="176393" y="16295"/>
                  </a:lnTo>
                  <a:lnTo>
                    <a:pt x="171560" y="14083"/>
                  </a:lnTo>
                  <a:lnTo>
                    <a:pt x="166658" y="12025"/>
                  </a:lnTo>
                  <a:lnTo>
                    <a:pt x="161694" y="10124"/>
                  </a:lnTo>
                  <a:lnTo>
                    <a:pt x="156672" y="8381"/>
                  </a:lnTo>
                  <a:lnTo>
                    <a:pt x="151597" y="6800"/>
                  </a:lnTo>
                  <a:lnTo>
                    <a:pt x="146474" y="5380"/>
                  </a:lnTo>
                  <a:lnTo>
                    <a:pt x="141308" y="4124"/>
                  </a:lnTo>
                  <a:lnTo>
                    <a:pt x="136106" y="3033"/>
                  </a:lnTo>
                  <a:lnTo>
                    <a:pt x="130871" y="2108"/>
                  </a:lnTo>
                  <a:lnTo>
                    <a:pt x="125609" y="1350"/>
                  </a:lnTo>
                  <a:lnTo>
                    <a:pt x="120326" y="760"/>
                  </a:lnTo>
                  <a:lnTo>
                    <a:pt x="115027" y="338"/>
                  </a:lnTo>
                  <a:lnTo>
                    <a:pt x="109717" y="84"/>
                  </a:lnTo>
                  <a:lnTo>
                    <a:pt x="104402" y="0"/>
                  </a:lnTo>
                  <a:lnTo>
                    <a:pt x="10440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797345" y="1071028"/>
              <a:ext cx="173892" cy="334328"/>
            </a:xfrm>
            <a:custGeom>
              <a:avLst/>
              <a:pathLst>
                <a:path w="173892" h="334328">
                  <a:moveTo>
                    <a:pt x="167156" y="0"/>
                  </a:moveTo>
                  <a:lnTo>
                    <a:pt x="161837" y="84"/>
                  </a:lnTo>
                  <a:lnTo>
                    <a:pt x="156525" y="338"/>
                  </a:lnTo>
                  <a:lnTo>
                    <a:pt x="151222" y="761"/>
                  </a:lnTo>
                  <a:lnTo>
                    <a:pt x="145937" y="1352"/>
                  </a:lnTo>
                  <a:lnTo>
                    <a:pt x="140672" y="2111"/>
                  </a:lnTo>
                  <a:lnTo>
                    <a:pt x="135434" y="3037"/>
                  </a:lnTo>
                  <a:lnTo>
                    <a:pt x="130229" y="4129"/>
                  </a:lnTo>
                  <a:lnTo>
                    <a:pt x="125061" y="5386"/>
                  </a:lnTo>
                  <a:lnTo>
                    <a:pt x="119935" y="6807"/>
                  </a:lnTo>
                  <a:lnTo>
                    <a:pt x="114858" y="8391"/>
                  </a:lnTo>
                  <a:lnTo>
                    <a:pt x="109833" y="10135"/>
                  </a:lnTo>
                  <a:lnTo>
                    <a:pt x="104866" y="12038"/>
                  </a:lnTo>
                  <a:lnTo>
                    <a:pt x="99962" y="14098"/>
                  </a:lnTo>
                  <a:lnTo>
                    <a:pt x="95127" y="16313"/>
                  </a:lnTo>
                  <a:lnTo>
                    <a:pt x="90364" y="18681"/>
                  </a:lnTo>
                  <a:lnTo>
                    <a:pt x="85679" y="21199"/>
                  </a:lnTo>
                  <a:lnTo>
                    <a:pt x="81076" y="23865"/>
                  </a:lnTo>
                  <a:lnTo>
                    <a:pt x="76561" y="26676"/>
                  </a:lnTo>
                  <a:lnTo>
                    <a:pt x="72137" y="29630"/>
                  </a:lnTo>
                  <a:lnTo>
                    <a:pt x="67810" y="32722"/>
                  </a:lnTo>
                  <a:lnTo>
                    <a:pt x="63583" y="35951"/>
                  </a:lnTo>
                  <a:lnTo>
                    <a:pt x="59461" y="39312"/>
                  </a:lnTo>
                  <a:lnTo>
                    <a:pt x="55448" y="42803"/>
                  </a:lnTo>
                  <a:lnTo>
                    <a:pt x="51548" y="46420"/>
                  </a:lnTo>
                  <a:lnTo>
                    <a:pt x="47765" y="50159"/>
                  </a:lnTo>
                  <a:lnTo>
                    <a:pt x="44103" y="54016"/>
                  </a:lnTo>
                  <a:lnTo>
                    <a:pt x="40566" y="57988"/>
                  </a:lnTo>
                  <a:lnTo>
                    <a:pt x="37156" y="62071"/>
                  </a:lnTo>
                  <a:lnTo>
                    <a:pt x="33879" y="66260"/>
                  </a:lnTo>
                  <a:lnTo>
                    <a:pt x="30736" y="70551"/>
                  </a:lnTo>
                  <a:lnTo>
                    <a:pt x="27731" y="74940"/>
                  </a:lnTo>
                  <a:lnTo>
                    <a:pt x="24868" y="79422"/>
                  </a:lnTo>
                  <a:lnTo>
                    <a:pt x="22148" y="83993"/>
                  </a:lnTo>
                  <a:lnTo>
                    <a:pt x="19576" y="88649"/>
                  </a:lnTo>
                  <a:lnTo>
                    <a:pt x="17152" y="93383"/>
                  </a:lnTo>
                  <a:lnTo>
                    <a:pt x="14881" y="98193"/>
                  </a:lnTo>
                  <a:lnTo>
                    <a:pt x="12764" y="103072"/>
                  </a:lnTo>
                  <a:lnTo>
                    <a:pt x="10803" y="108017"/>
                  </a:lnTo>
                  <a:lnTo>
                    <a:pt x="9000" y="113021"/>
                  </a:lnTo>
                  <a:lnTo>
                    <a:pt x="7358" y="118080"/>
                  </a:lnTo>
                  <a:lnTo>
                    <a:pt x="5877" y="123188"/>
                  </a:lnTo>
                  <a:lnTo>
                    <a:pt x="4559" y="128341"/>
                  </a:lnTo>
                  <a:lnTo>
                    <a:pt x="3406" y="133534"/>
                  </a:lnTo>
                  <a:lnTo>
                    <a:pt x="2419" y="138760"/>
                  </a:lnTo>
                  <a:lnTo>
                    <a:pt x="1599" y="144015"/>
                  </a:lnTo>
                  <a:lnTo>
                    <a:pt x="946" y="149294"/>
                  </a:lnTo>
                  <a:lnTo>
                    <a:pt x="462" y="154591"/>
                  </a:lnTo>
                  <a:lnTo>
                    <a:pt x="146" y="159900"/>
                  </a:lnTo>
                  <a:lnTo>
                    <a:pt x="0" y="165217"/>
                  </a:lnTo>
                  <a:lnTo>
                    <a:pt x="22" y="170536"/>
                  </a:lnTo>
                  <a:lnTo>
                    <a:pt x="214" y="175852"/>
                  </a:lnTo>
                  <a:lnTo>
                    <a:pt x="575" y="181158"/>
                  </a:lnTo>
                  <a:lnTo>
                    <a:pt x="1104" y="186451"/>
                  </a:lnTo>
                  <a:lnTo>
                    <a:pt x="1802" y="191724"/>
                  </a:lnTo>
                  <a:lnTo>
                    <a:pt x="2667" y="196972"/>
                  </a:lnTo>
                  <a:lnTo>
                    <a:pt x="3698" y="202190"/>
                  </a:lnTo>
                  <a:lnTo>
                    <a:pt x="4895" y="207372"/>
                  </a:lnTo>
                  <a:lnTo>
                    <a:pt x="6256" y="212514"/>
                  </a:lnTo>
                  <a:lnTo>
                    <a:pt x="7780" y="217610"/>
                  </a:lnTo>
                  <a:lnTo>
                    <a:pt x="9466" y="222654"/>
                  </a:lnTo>
                  <a:lnTo>
                    <a:pt x="11311" y="227643"/>
                  </a:lnTo>
                  <a:lnTo>
                    <a:pt x="13314" y="232570"/>
                  </a:lnTo>
                  <a:lnTo>
                    <a:pt x="15472" y="237432"/>
                  </a:lnTo>
                  <a:lnTo>
                    <a:pt x="17784" y="242222"/>
                  </a:lnTo>
                  <a:lnTo>
                    <a:pt x="20248" y="246936"/>
                  </a:lnTo>
                  <a:lnTo>
                    <a:pt x="22860" y="251569"/>
                  </a:lnTo>
                  <a:lnTo>
                    <a:pt x="25618" y="256117"/>
                  </a:lnTo>
                  <a:lnTo>
                    <a:pt x="28519" y="260575"/>
                  </a:lnTo>
                  <a:lnTo>
                    <a:pt x="31561" y="264938"/>
                  </a:lnTo>
                  <a:lnTo>
                    <a:pt x="34740" y="269202"/>
                  </a:lnTo>
                  <a:lnTo>
                    <a:pt x="38054" y="273363"/>
                  </a:lnTo>
                  <a:lnTo>
                    <a:pt x="41497" y="277417"/>
                  </a:lnTo>
                  <a:lnTo>
                    <a:pt x="45068" y="281358"/>
                  </a:lnTo>
                  <a:lnTo>
                    <a:pt x="48763" y="285185"/>
                  </a:lnTo>
                  <a:lnTo>
                    <a:pt x="52578" y="288891"/>
                  </a:lnTo>
                  <a:lnTo>
                    <a:pt x="56508" y="292475"/>
                  </a:lnTo>
                  <a:lnTo>
                    <a:pt x="60551" y="295932"/>
                  </a:lnTo>
                  <a:lnTo>
                    <a:pt x="64701" y="299258"/>
                  </a:lnTo>
                  <a:lnTo>
                    <a:pt x="68955" y="302450"/>
                  </a:lnTo>
                  <a:lnTo>
                    <a:pt x="73309" y="305506"/>
                  </a:lnTo>
                  <a:lnTo>
                    <a:pt x="77757" y="308422"/>
                  </a:lnTo>
                  <a:lnTo>
                    <a:pt x="82296" y="311194"/>
                  </a:lnTo>
                  <a:lnTo>
                    <a:pt x="86921" y="313821"/>
                  </a:lnTo>
                  <a:lnTo>
                    <a:pt x="91628" y="316299"/>
                  </a:lnTo>
                  <a:lnTo>
                    <a:pt x="96410" y="318627"/>
                  </a:lnTo>
                  <a:lnTo>
                    <a:pt x="101265" y="320801"/>
                  </a:lnTo>
                  <a:lnTo>
                    <a:pt x="106186" y="322819"/>
                  </a:lnTo>
                  <a:lnTo>
                    <a:pt x="111168" y="324680"/>
                  </a:lnTo>
                  <a:lnTo>
                    <a:pt x="116208" y="326381"/>
                  </a:lnTo>
                  <a:lnTo>
                    <a:pt x="121299" y="327922"/>
                  </a:lnTo>
                  <a:lnTo>
                    <a:pt x="126436" y="329299"/>
                  </a:lnTo>
                  <a:lnTo>
                    <a:pt x="131615" y="330513"/>
                  </a:lnTo>
                  <a:lnTo>
                    <a:pt x="136829" y="331561"/>
                  </a:lnTo>
                  <a:lnTo>
                    <a:pt x="142075" y="332442"/>
                  </a:lnTo>
                  <a:lnTo>
                    <a:pt x="147345" y="333156"/>
                  </a:lnTo>
                  <a:lnTo>
                    <a:pt x="152636" y="333703"/>
                  </a:lnTo>
                  <a:lnTo>
                    <a:pt x="157942" y="334080"/>
                  </a:lnTo>
                  <a:lnTo>
                    <a:pt x="163256" y="334289"/>
                  </a:lnTo>
                  <a:lnTo>
                    <a:pt x="168575" y="334328"/>
                  </a:lnTo>
                  <a:lnTo>
                    <a:pt x="173892" y="334199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6736" cy="167031"/>
            </a:xfrm>
            <a:custGeom>
              <a:avLst/>
              <a:pathLst>
                <a:path w="6736" h="167031">
                  <a:moveTo>
                    <a:pt x="6736" y="16703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83732"/>
              <a:ext cx="167167" cy="321495"/>
            </a:xfrm>
            <a:custGeom>
              <a:avLst/>
              <a:pathLst>
                <a:path w="167167" h="321495">
                  <a:moveTo>
                    <a:pt x="6736" y="321495"/>
                  </a:moveTo>
                  <a:lnTo>
                    <a:pt x="12055" y="321196"/>
                  </a:lnTo>
                  <a:lnTo>
                    <a:pt x="17362" y="320727"/>
                  </a:lnTo>
                  <a:lnTo>
                    <a:pt x="22651" y="320089"/>
                  </a:lnTo>
                  <a:lnTo>
                    <a:pt x="27917" y="319283"/>
                  </a:lnTo>
                  <a:lnTo>
                    <a:pt x="33155" y="318310"/>
                  </a:lnTo>
                  <a:lnTo>
                    <a:pt x="38359" y="317170"/>
                  </a:lnTo>
                  <a:lnTo>
                    <a:pt x="43524" y="315866"/>
                  </a:lnTo>
                  <a:lnTo>
                    <a:pt x="48645" y="314397"/>
                  </a:lnTo>
                  <a:lnTo>
                    <a:pt x="53716" y="312765"/>
                  </a:lnTo>
                  <a:lnTo>
                    <a:pt x="58733" y="310973"/>
                  </a:lnTo>
                  <a:lnTo>
                    <a:pt x="63690" y="309022"/>
                  </a:lnTo>
                  <a:lnTo>
                    <a:pt x="68583" y="306914"/>
                  </a:lnTo>
                  <a:lnTo>
                    <a:pt x="73406" y="304652"/>
                  </a:lnTo>
                  <a:lnTo>
                    <a:pt x="78154" y="302236"/>
                  </a:lnTo>
                  <a:lnTo>
                    <a:pt x="82823" y="299671"/>
                  </a:lnTo>
                  <a:lnTo>
                    <a:pt x="87408" y="296958"/>
                  </a:lnTo>
                  <a:lnTo>
                    <a:pt x="91904" y="294101"/>
                  </a:lnTo>
                  <a:lnTo>
                    <a:pt x="96307" y="291101"/>
                  </a:lnTo>
                  <a:lnTo>
                    <a:pt x="100612" y="287963"/>
                  </a:lnTo>
                  <a:lnTo>
                    <a:pt x="104814" y="284689"/>
                  </a:lnTo>
                  <a:lnTo>
                    <a:pt x="108911" y="281283"/>
                  </a:lnTo>
                  <a:lnTo>
                    <a:pt x="112897" y="277749"/>
                  </a:lnTo>
                  <a:lnTo>
                    <a:pt x="116768" y="274089"/>
                  </a:lnTo>
                  <a:lnTo>
                    <a:pt x="120520" y="270307"/>
                  </a:lnTo>
                  <a:lnTo>
                    <a:pt x="124150" y="266408"/>
                  </a:lnTo>
                  <a:lnTo>
                    <a:pt x="127654" y="262395"/>
                  </a:lnTo>
                  <a:lnTo>
                    <a:pt x="131028" y="258273"/>
                  </a:lnTo>
                  <a:lnTo>
                    <a:pt x="134270" y="254045"/>
                  </a:lnTo>
                  <a:lnTo>
                    <a:pt x="137375" y="249716"/>
                  </a:lnTo>
                  <a:lnTo>
                    <a:pt x="140340" y="245290"/>
                  </a:lnTo>
                  <a:lnTo>
                    <a:pt x="143163" y="240772"/>
                  </a:lnTo>
                  <a:lnTo>
                    <a:pt x="145840" y="236167"/>
                  </a:lnTo>
                  <a:lnTo>
                    <a:pt x="148370" y="231478"/>
                  </a:lnTo>
                  <a:lnTo>
                    <a:pt x="150748" y="226711"/>
                  </a:lnTo>
                  <a:lnTo>
                    <a:pt x="152974" y="221871"/>
                  </a:lnTo>
                  <a:lnTo>
                    <a:pt x="155044" y="216963"/>
                  </a:lnTo>
                  <a:lnTo>
                    <a:pt x="156957" y="211990"/>
                  </a:lnTo>
                  <a:lnTo>
                    <a:pt x="158710" y="206960"/>
                  </a:lnTo>
                  <a:lnTo>
                    <a:pt x="160302" y="201876"/>
                  </a:lnTo>
                  <a:lnTo>
                    <a:pt x="161732" y="196744"/>
                  </a:lnTo>
                  <a:lnTo>
                    <a:pt x="162997" y="191569"/>
                  </a:lnTo>
                  <a:lnTo>
                    <a:pt x="164096" y="186356"/>
                  </a:lnTo>
                  <a:lnTo>
                    <a:pt x="165029" y="181111"/>
                  </a:lnTo>
                  <a:lnTo>
                    <a:pt x="165795" y="175839"/>
                  </a:lnTo>
                  <a:lnTo>
                    <a:pt x="166392" y="170546"/>
                  </a:lnTo>
                  <a:lnTo>
                    <a:pt x="166820" y="165235"/>
                  </a:lnTo>
                  <a:lnTo>
                    <a:pt x="167078" y="159914"/>
                  </a:lnTo>
                  <a:lnTo>
                    <a:pt x="167167" y="154588"/>
                  </a:lnTo>
                  <a:lnTo>
                    <a:pt x="167086" y="149261"/>
                  </a:lnTo>
                  <a:lnTo>
                    <a:pt x="166835" y="143940"/>
                  </a:lnTo>
                  <a:lnTo>
                    <a:pt x="166415" y="138629"/>
                  </a:lnTo>
                  <a:lnTo>
                    <a:pt x="165826" y="133334"/>
                  </a:lnTo>
                  <a:lnTo>
                    <a:pt x="165069" y="128061"/>
                  </a:lnTo>
                  <a:lnTo>
                    <a:pt x="164144" y="122815"/>
                  </a:lnTo>
                  <a:lnTo>
                    <a:pt x="163052" y="117600"/>
                  </a:lnTo>
                  <a:lnTo>
                    <a:pt x="161794" y="112423"/>
                  </a:lnTo>
                  <a:lnTo>
                    <a:pt x="160373" y="107289"/>
                  </a:lnTo>
                  <a:lnTo>
                    <a:pt x="158788" y="102203"/>
                  </a:lnTo>
                  <a:lnTo>
                    <a:pt x="157042" y="97170"/>
                  </a:lnTo>
                  <a:lnTo>
                    <a:pt x="155137" y="92195"/>
                  </a:lnTo>
                  <a:lnTo>
                    <a:pt x="153074" y="87283"/>
                  </a:lnTo>
                  <a:lnTo>
                    <a:pt x="150856" y="82440"/>
                  </a:lnTo>
                  <a:lnTo>
                    <a:pt x="148484" y="77670"/>
                  </a:lnTo>
                  <a:lnTo>
                    <a:pt x="145962" y="72977"/>
                  </a:lnTo>
                  <a:lnTo>
                    <a:pt x="143291" y="68368"/>
                  </a:lnTo>
                  <a:lnTo>
                    <a:pt x="140475" y="63845"/>
                  </a:lnTo>
                  <a:lnTo>
                    <a:pt x="137516" y="59415"/>
                  </a:lnTo>
                  <a:lnTo>
                    <a:pt x="134418" y="55082"/>
                  </a:lnTo>
                  <a:lnTo>
                    <a:pt x="131183" y="50849"/>
                  </a:lnTo>
                  <a:lnTo>
                    <a:pt x="127814" y="46722"/>
                  </a:lnTo>
                  <a:lnTo>
                    <a:pt x="124316" y="42704"/>
                  </a:lnTo>
                  <a:lnTo>
                    <a:pt x="120692" y="38799"/>
                  </a:lnTo>
                  <a:lnTo>
                    <a:pt x="116945" y="35012"/>
                  </a:lnTo>
                  <a:lnTo>
                    <a:pt x="113080" y="31346"/>
                  </a:lnTo>
                  <a:lnTo>
                    <a:pt x="109099" y="27806"/>
                  </a:lnTo>
                  <a:lnTo>
                    <a:pt x="105008" y="24394"/>
                  </a:lnTo>
                  <a:lnTo>
                    <a:pt x="100810" y="21114"/>
                  </a:lnTo>
                  <a:lnTo>
                    <a:pt x="96510" y="17969"/>
                  </a:lnTo>
                  <a:lnTo>
                    <a:pt x="92111" y="14963"/>
                  </a:lnTo>
                  <a:lnTo>
                    <a:pt x="87620" y="12099"/>
                  </a:lnTo>
                  <a:lnTo>
                    <a:pt x="83039" y="9379"/>
                  </a:lnTo>
                  <a:lnTo>
                    <a:pt x="78374" y="6807"/>
                  </a:lnTo>
                  <a:lnTo>
                    <a:pt x="73629" y="4385"/>
                  </a:lnTo>
                  <a:lnTo>
                    <a:pt x="68809" y="2115"/>
                  </a:lnTo>
                  <a:lnTo>
                    <a:pt x="63920" y="0"/>
                  </a:lnTo>
                  <a:lnTo>
                    <a:pt x="0" y="1544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63920" cy="167167"/>
            </a:xfrm>
            <a:custGeom>
              <a:avLst/>
              <a:pathLst>
                <a:path w="63920" h="167167">
                  <a:moveTo>
                    <a:pt x="63920" y="12703"/>
                  </a:moveTo>
                  <a:lnTo>
                    <a:pt x="58371" y="10522"/>
                  </a:lnTo>
                  <a:lnTo>
                    <a:pt x="52747" y="8540"/>
                  </a:lnTo>
                  <a:lnTo>
                    <a:pt x="47057" y="6759"/>
                  </a:lnTo>
                  <a:lnTo>
                    <a:pt x="41306" y="5183"/>
                  </a:lnTo>
                  <a:lnTo>
                    <a:pt x="35504" y="3813"/>
                  </a:lnTo>
                  <a:lnTo>
                    <a:pt x="29655" y="2651"/>
                  </a:lnTo>
                  <a:lnTo>
                    <a:pt x="23770" y="1698"/>
                  </a:lnTo>
                  <a:lnTo>
                    <a:pt x="17854" y="956"/>
                  </a:lnTo>
                  <a:lnTo>
                    <a:pt x="11915" y="425"/>
                  </a:lnTo>
                  <a:lnTo>
                    <a:pt x="5961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342548" y="1322571"/>
              <a:ext cx="146172" cy="167167"/>
            </a:xfrm>
            <a:custGeom>
              <a:avLst/>
              <a:pathLst>
                <a:path w="146172" h="167167">
                  <a:moveTo>
                    <a:pt x="146172" y="0"/>
                  </a:moveTo>
                  <a:lnTo>
                    <a:pt x="140614" y="92"/>
                  </a:lnTo>
                  <a:lnTo>
                    <a:pt x="135062" y="369"/>
                  </a:lnTo>
                  <a:lnTo>
                    <a:pt x="129522" y="831"/>
                  </a:lnTo>
                  <a:lnTo>
                    <a:pt x="124000" y="1476"/>
                  </a:lnTo>
                  <a:lnTo>
                    <a:pt x="118503" y="2305"/>
                  </a:lnTo>
                  <a:lnTo>
                    <a:pt x="113037" y="3316"/>
                  </a:lnTo>
                  <a:lnTo>
                    <a:pt x="107607" y="4509"/>
                  </a:lnTo>
                  <a:lnTo>
                    <a:pt x="102220" y="5881"/>
                  </a:lnTo>
                  <a:lnTo>
                    <a:pt x="96881" y="7432"/>
                  </a:lnTo>
                  <a:lnTo>
                    <a:pt x="91597" y="9159"/>
                  </a:lnTo>
                  <a:lnTo>
                    <a:pt x="86373" y="11061"/>
                  </a:lnTo>
                  <a:lnTo>
                    <a:pt x="81216" y="13136"/>
                  </a:lnTo>
                  <a:lnTo>
                    <a:pt x="76130" y="15381"/>
                  </a:lnTo>
                  <a:lnTo>
                    <a:pt x="71122" y="17794"/>
                  </a:lnTo>
                  <a:lnTo>
                    <a:pt x="66196" y="20372"/>
                  </a:lnTo>
                  <a:lnTo>
                    <a:pt x="61360" y="23112"/>
                  </a:lnTo>
                  <a:lnTo>
                    <a:pt x="56617" y="26012"/>
                  </a:lnTo>
                  <a:lnTo>
                    <a:pt x="51973" y="29068"/>
                  </a:lnTo>
                  <a:lnTo>
                    <a:pt x="47433" y="32276"/>
                  </a:lnTo>
                  <a:lnTo>
                    <a:pt x="43002" y="35634"/>
                  </a:lnTo>
                  <a:lnTo>
                    <a:pt x="38686" y="39137"/>
                  </a:lnTo>
                  <a:lnTo>
                    <a:pt x="34488" y="42782"/>
                  </a:lnTo>
                  <a:lnTo>
                    <a:pt x="30414" y="46564"/>
                  </a:lnTo>
                  <a:lnTo>
                    <a:pt x="26468" y="50480"/>
                  </a:lnTo>
                  <a:lnTo>
                    <a:pt x="22654" y="54525"/>
                  </a:lnTo>
                  <a:lnTo>
                    <a:pt x="18977" y="58694"/>
                  </a:lnTo>
                  <a:lnTo>
                    <a:pt x="15441" y="62984"/>
                  </a:lnTo>
                  <a:lnTo>
                    <a:pt x="12049" y="67388"/>
                  </a:lnTo>
                  <a:lnTo>
                    <a:pt x="8805" y="71903"/>
                  </a:lnTo>
                  <a:lnTo>
                    <a:pt x="5714" y="76523"/>
                  </a:lnTo>
                  <a:lnTo>
                    <a:pt x="2777" y="81244"/>
                  </a:lnTo>
                  <a:lnTo>
                    <a:pt x="0" y="86059"/>
                  </a:lnTo>
                  <a:lnTo>
                    <a:pt x="14617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42548" y="1408631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21554" y="1358345"/>
              <a:ext cx="334320" cy="298556"/>
            </a:xfrm>
            <a:custGeom>
              <a:avLst/>
              <a:pathLst>
                <a:path w="334320" h="298556">
                  <a:moveTo>
                    <a:pt x="20993" y="50286"/>
                  </a:moveTo>
                  <a:lnTo>
                    <a:pt x="18486" y="54980"/>
                  </a:lnTo>
                  <a:lnTo>
                    <a:pt x="16129" y="59751"/>
                  </a:lnTo>
                  <a:lnTo>
                    <a:pt x="13925" y="64595"/>
                  </a:lnTo>
                  <a:lnTo>
                    <a:pt x="11876" y="69506"/>
                  </a:lnTo>
                  <a:lnTo>
                    <a:pt x="9985" y="74481"/>
                  </a:lnTo>
                  <a:lnTo>
                    <a:pt x="8253" y="79513"/>
                  </a:lnTo>
                  <a:lnTo>
                    <a:pt x="6683" y="84597"/>
                  </a:lnTo>
                  <a:lnTo>
                    <a:pt x="5274" y="89729"/>
                  </a:lnTo>
                  <a:lnTo>
                    <a:pt x="4030" y="94903"/>
                  </a:lnTo>
                  <a:lnTo>
                    <a:pt x="2951" y="100114"/>
                  </a:lnTo>
                  <a:lnTo>
                    <a:pt x="2039" y="105357"/>
                  </a:lnTo>
                  <a:lnTo>
                    <a:pt x="1294" y="110626"/>
                  </a:lnTo>
                  <a:lnTo>
                    <a:pt x="717" y="115917"/>
                  </a:lnTo>
                  <a:lnTo>
                    <a:pt x="309" y="121223"/>
                  </a:lnTo>
                  <a:lnTo>
                    <a:pt x="69" y="126539"/>
                  </a:lnTo>
                  <a:lnTo>
                    <a:pt x="0" y="131860"/>
                  </a:lnTo>
                  <a:lnTo>
                    <a:pt x="99" y="137181"/>
                  </a:lnTo>
                  <a:lnTo>
                    <a:pt x="368" y="142496"/>
                  </a:lnTo>
                  <a:lnTo>
                    <a:pt x="806" y="147799"/>
                  </a:lnTo>
                  <a:lnTo>
                    <a:pt x="1412" y="153086"/>
                  </a:lnTo>
                  <a:lnTo>
                    <a:pt x="2187" y="158351"/>
                  </a:lnTo>
                  <a:lnTo>
                    <a:pt x="3128" y="163589"/>
                  </a:lnTo>
                  <a:lnTo>
                    <a:pt x="4236" y="168794"/>
                  </a:lnTo>
                  <a:lnTo>
                    <a:pt x="5509" y="173961"/>
                  </a:lnTo>
                  <a:lnTo>
                    <a:pt x="6946" y="179085"/>
                  </a:lnTo>
                  <a:lnTo>
                    <a:pt x="8545" y="184161"/>
                  </a:lnTo>
                  <a:lnTo>
                    <a:pt x="10305" y="189183"/>
                  </a:lnTo>
                  <a:lnTo>
                    <a:pt x="12224" y="194147"/>
                  </a:lnTo>
                  <a:lnTo>
                    <a:pt x="14300" y="199047"/>
                  </a:lnTo>
                  <a:lnTo>
                    <a:pt x="16531" y="203878"/>
                  </a:lnTo>
                  <a:lnTo>
                    <a:pt x="18915" y="208636"/>
                  </a:lnTo>
                  <a:lnTo>
                    <a:pt x="21448" y="213316"/>
                  </a:lnTo>
                  <a:lnTo>
                    <a:pt x="24130" y="217913"/>
                  </a:lnTo>
                  <a:lnTo>
                    <a:pt x="26956" y="222422"/>
                  </a:lnTo>
                  <a:lnTo>
                    <a:pt x="29925" y="226838"/>
                  </a:lnTo>
                  <a:lnTo>
                    <a:pt x="33032" y="231158"/>
                  </a:lnTo>
                  <a:lnTo>
                    <a:pt x="36276" y="235377"/>
                  </a:lnTo>
                  <a:lnTo>
                    <a:pt x="39652" y="239491"/>
                  </a:lnTo>
                  <a:lnTo>
                    <a:pt x="43157" y="243495"/>
                  </a:lnTo>
                  <a:lnTo>
                    <a:pt x="46788" y="247385"/>
                  </a:lnTo>
                  <a:lnTo>
                    <a:pt x="50541" y="251158"/>
                  </a:lnTo>
                  <a:lnTo>
                    <a:pt x="54413" y="254810"/>
                  </a:lnTo>
                  <a:lnTo>
                    <a:pt x="58398" y="258336"/>
                  </a:lnTo>
                  <a:lnTo>
                    <a:pt x="62494" y="261734"/>
                  </a:lnTo>
                  <a:lnTo>
                    <a:pt x="66696" y="265000"/>
                  </a:lnTo>
                  <a:lnTo>
                    <a:pt x="70999" y="268130"/>
                  </a:lnTo>
                  <a:lnTo>
                    <a:pt x="75400" y="271122"/>
                  </a:lnTo>
                  <a:lnTo>
                    <a:pt x="79894" y="273972"/>
                  </a:lnTo>
                  <a:lnTo>
                    <a:pt x="84477" y="276678"/>
                  </a:lnTo>
                  <a:lnTo>
                    <a:pt x="89143" y="279236"/>
                  </a:lnTo>
                  <a:lnTo>
                    <a:pt x="93889" y="281645"/>
                  </a:lnTo>
                  <a:lnTo>
                    <a:pt x="98708" y="283901"/>
                  </a:lnTo>
                  <a:lnTo>
                    <a:pt x="103597" y="286003"/>
                  </a:lnTo>
                  <a:lnTo>
                    <a:pt x="108551" y="287948"/>
                  </a:lnTo>
                  <a:lnTo>
                    <a:pt x="113564" y="289734"/>
                  </a:lnTo>
                  <a:lnTo>
                    <a:pt x="118631" y="291360"/>
                  </a:lnTo>
                  <a:lnTo>
                    <a:pt x="123747" y="292824"/>
                  </a:lnTo>
                  <a:lnTo>
                    <a:pt x="128908" y="294124"/>
                  </a:lnTo>
                  <a:lnTo>
                    <a:pt x="134107" y="295259"/>
                  </a:lnTo>
                  <a:lnTo>
                    <a:pt x="139339" y="296229"/>
                  </a:lnTo>
                  <a:lnTo>
                    <a:pt x="144600" y="297031"/>
                  </a:lnTo>
                  <a:lnTo>
                    <a:pt x="149884" y="297665"/>
                  </a:lnTo>
                  <a:lnTo>
                    <a:pt x="155185" y="298131"/>
                  </a:lnTo>
                  <a:lnTo>
                    <a:pt x="160498" y="298428"/>
                  </a:lnTo>
                  <a:lnTo>
                    <a:pt x="165819" y="298556"/>
                  </a:lnTo>
                  <a:lnTo>
                    <a:pt x="171140" y="298514"/>
                  </a:lnTo>
                  <a:lnTo>
                    <a:pt x="176457" y="298303"/>
                  </a:lnTo>
                  <a:lnTo>
                    <a:pt x="181766" y="297922"/>
                  </a:lnTo>
                  <a:lnTo>
                    <a:pt x="187059" y="297373"/>
                  </a:lnTo>
                  <a:lnTo>
                    <a:pt x="192332" y="296656"/>
                  </a:lnTo>
                  <a:lnTo>
                    <a:pt x="197579" y="295771"/>
                  </a:lnTo>
                  <a:lnTo>
                    <a:pt x="202796" y="294720"/>
                  </a:lnTo>
                  <a:lnTo>
                    <a:pt x="207977" y="293503"/>
                  </a:lnTo>
                  <a:lnTo>
                    <a:pt x="213116" y="292122"/>
                  </a:lnTo>
                  <a:lnTo>
                    <a:pt x="218209" y="290578"/>
                  </a:lnTo>
                  <a:lnTo>
                    <a:pt x="223250" y="288872"/>
                  </a:lnTo>
                  <a:lnTo>
                    <a:pt x="228234" y="287007"/>
                  </a:lnTo>
                  <a:lnTo>
                    <a:pt x="233156" y="284985"/>
                  </a:lnTo>
                  <a:lnTo>
                    <a:pt x="238012" y="282807"/>
                  </a:lnTo>
                  <a:lnTo>
                    <a:pt x="242795" y="280475"/>
                  </a:lnTo>
                  <a:lnTo>
                    <a:pt x="247502" y="277992"/>
                  </a:lnTo>
                  <a:lnTo>
                    <a:pt x="252128" y="275361"/>
                  </a:lnTo>
                  <a:lnTo>
                    <a:pt x="256667" y="272583"/>
                  </a:lnTo>
                  <a:lnTo>
                    <a:pt x="261116" y="269663"/>
                  </a:lnTo>
                  <a:lnTo>
                    <a:pt x="265470" y="266602"/>
                  </a:lnTo>
                  <a:lnTo>
                    <a:pt x="269723" y="263405"/>
                  </a:lnTo>
                  <a:lnTo>
                    <a:pt x="273873" y="260074"/>
                  </a:lnTo>
                  <a:lnTo>
                    <a:pt x="277915" y="256612"/>
                  </a:lnTo>
                  <a:lnTo>
                    <a:pt x="281845" y="253023"/>
                  </a:lnTo>
                  <a:lnTo>
                    <a:pt x="285658" y="249311"/>
                  </a:lnTo>
                  <a:lnTo>
                    <a:pt x="289352" y="245480"/>
                  </a:lnTo>
                  <a:lnTo>
                    <a:pt x="292921" y="241533"/>
                  </a:lnTo>
                  <a:lnTo>
                    <a:pt x="296363" y="237474"/>
                  </a:lnTo>
                  <a:lnTo>
                    <a:pt x="299674" y="233308"/>
                  </a:lnTo>
                  <a:lnTo>
                    <a:pt x="302851" y="229039"/>
                  </a:lnTo>
                  <a:lnTo>
                    <a:pt x="305890" y="224670"/>
                  </a:lnTo>
                  <a:lnTo>
                    <a:pt x="308789" y="220208"/>
                  </a:lnTo>
                  <a:lnTo>
                    <a:pt x="311544" y="215655"/>
                  </a:lnTo>
                  <a:lnTo>
                    <a:pt x="314153" y="211016"/>
                  </a:lnTo>
                  <a:lnTo>
                    <a:pt x="316613" y="206297"/>
                  </a:lnTo>
                  <a:lnTo>
                    <a:pt x="318922" y="201503"/>
                  </a:lnTo>
                  <a:lnTo>
                    <a:pt x="321076" y="196637"/>
                  </a:lnTo>
                  <a:lnTo>
                    <a:pt x="323075" y="191705"/>
                  </a:lnTo>
                  <a:lnTo>
                    <a:pt x="324916" y="186711"/>
                  </a:lnTo>
                  <a:lnTo>
                    <a:pt x="326597" y="181662"/>
                  </a:lnTo>
                  <a:lnTo>
                    <a:pt x="328116" y="176562"/>
                  </a:lnTo>
                  <a:lnTo>
                    <a:pt x="329472" y="171416"/>
                  </a:lnTo>
                  <a:lnTo>
                    <a:pt x="330664" y="166230"/>
                  </a:lnTo>
                  <a:lnTo>
                    <a:pt x="331690" y="161008"/>
                  </a:lnTo>
                  <a:lnTo>
                    <a:pt x="332549" y="155756"/>
                  </a:lnTo>
                  <a:lnTo>
                    <a:pt x="333241" y="150479"/>
                  </a:lnTo>
                  <a:lnTo>
                    <a:pt x="333764" y="145184"/>
                  </a:lnTo>
                  <a:lnTo>
                    <a:pt x="334118" y="139874"/>
                  </a:lnTo>
                  <a:lnTo>
                    <a:pt x="334304" y="134555"/>
                  </a:lnTo>
                  <a:lnTo>
                    <a:pt x="334320" y="129234"/>
                  </a:lnTo>
                  <a:lnTo>
                    <a:pt x="334166" y="123914"/>
                  </a:lnTo>
                  <a:lnTo>
                    <a:pt x="333844" y="118602"/>
                  </a:lnTo>
                  <a:lnTo>
                    <a:pt x="333352" y="113304"/>
                  </a:lnTo>
                  <a:lnTo>
                    <a:pt x="332692" y="108023"/>
                  </a:lnTo>
                  <a:lnTo>
                    <a:pt x="331864" y="102766"/>
                  </a:lnTo>
                  <a:lnTo>
                    <a:pt x="330870" y="97538"/>
                  </a:lnTo>
                  <a:lnTo>
                    <a:pt x="329709" y="92345"/>
                  </a:lnTo>
                  <a:lnTo>
                    <a:pt x="328384" y="87191"/>
                  </a:lnTo>
                  <a:lnTo>
                    <a:pt x="326895" y="82082"/>
                  </a:lnTo>
                  <a:lnTo>
                    <a:pt x="325245" y="77022"/>
                  </a:lnTo>
                  <a:lnTo>
                    <a:pt x="323434" y="72018"/>
                  </a:lnTo>
                  <a:lnTo>
                    <a:pt x="321465" y="67074"/>
                  </a:lnTo>
                  <a:lnTo>
                    <a:pt x="319339" y="62196"/>
                  </a:lnTo>
                  <a:lnTo>
                    <a:pt x="317059" y="57387"/>
                  </a:lnTo>
                  <a:lnTo>
                    <a:pt x="314628" y="52653"/>
                  </a:lnTo>
                  <a:lnTo>
                    <a:pt x="312047" y="47999"/>
                  </a:lnTo>
                  <a:lnTo>
                    <a:pt x="309319" y="43430"/>
                  </a:lnTo>
                  <a:lnTo>
                    <a:pt x="306447" y="38950"/>
                  </a:lnTo>
                  <a:lnTo>
                    <a:pt x="303434" y="34563"/>
                  </a:lnTo>
                  <a:lnTo>
                    <a:pt x="300283" y="30275"/>
                  </a:lnTo>
                  <a:lnTo>
                    <a:pt x="296997" y="26089"/>
                  </a:lnTo>
                  <a:lnTo>
                    <a:pt x="293579" y="22010"/>
                  </a:lnTo>
                  <a:lnTo>
                    <a:pt x="290033" y="18042"/>
                  </a:lnTo>
                  <a:lnTo>
                    <a:pt x="286363" y="14188"/>
                  </a:lnTo>
                  <a:lnTo>
                    <a:pt x="282572" y="10454"/>
                  </a:lnTo>
                  <a:lnTo>
                    <a:pt x="278664" y="6842"/>
                  </a:lnTo>
                  <a:lnTo>
                    <a:pt x="274643" y="3356"/>
                  </a:lnTo>
                  <a:lnTo>
                    <a:pt x="270513" y="0"/>
                  </a:lnTo>
                  <a:lnTo>
                    <a:pt x="167166" y="1313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103346" cy="167167"/>
            </a:xfrm>
            <a:custGeom>
              <a:avLst/>
              <a:pathLst>
                <a:path w="103346" h="167167">
                  <a:moveTo>
                    <a:pt x="103346" y="35773"/>
                  </a:moveTo>
                  <a:lnTo>
                    <a:pt x="98911" y="32403"/>
                  </a:lnTo>
                  <a:lnTo>
                    <a:pt x="94366" y="29182"/>
                  </a:lnTo>
                  <a:lnTo>
                    <a:pt x="89716" y="26114"/>
                  </a:lnTo>
                  <a:lnTo>
                    <a:pt x="84967" y="23203"/>
                  </a:lnTo>
                  <a:lnTo>
                    <a:pt x="80123" y="20452"/>
                  </a:lnTo>
                  <a:lnTo>
                    <a:pt x="75191" y="17864"/>
                  </a:lnTo>
                  <a:lnTo>
                    <a:pt x="70174" y="15442"/>
                  </a:lnTo>
                  <a:lnTo>
                    <a:pt x="65080" y="13188"/>
                  </a:lnTo>
                  <a:lnTo>
                    <a:pt x="59914" y="11105"/>
                  </a:lnTo>
                  <a:lnTo>
                    <a:pt x="54681" y="9196"/>
                  </a:lnTo>
                  <a:lnTo>
                    <a:pt x="49387" y="7462"/>
                  </a:lnTo>
                  <a:lnTo>
                    <a:pt x="44039" y="5905"/>
                  </a:lnTo>
                  <a:lnTo>
                    <a:pt x="38642" y="4527"/>
                  </a:lnTo>
                  <a:lnTo>
                    <a:pt x="33201" y="3330"/>
                  </a:lnTo>
                  <a:lnTo>
                    <a:pt x="27724" y="2315"/>
                  </a:lnTo>
                  <a:lnTo>
                    <a:pt x="22216" y="1482"/>
                  </a:lnTo>
                  <a:lnTo>
                    <a:pt x="16684" y="834"/>
                  </a:lnTo>
                  <a:lnTo>
                    <a:pt x="11133" y="371"/>
                  </a:lnTo>
                  <a:lnTo>
                    <a:pt x="556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995598" y="1681503"/>
              <a:ext cx="90926" cy="167167"/>
            </a:xfrm>
            <a:custGeom>
              <a:avLst/>
              <a:pathLst>
                <a:path w="90926" h="167167">
                  <a:moveTo>
                    <a:pt x="90926" y="0"/>
                  </a:moveTo>
                  <a:lnTo>
                    <a:pt x="85272" y="95"/>
                  </a:lnTo>
                  <a:lnTo>
                    <a:pt x="79624" y="382"/>
                  </a:lnTo>
                  <a:lnTo>
                    <a:pt x="73989" y="860"/>
                  </a:lnTo>
                  <a:lnTo>
                    <a:pt x="68374" y="1528"/>
                  </a:lnTo>
                  <a:lnTo>
                    <a:pt x="62784" y="2385"/>
                  </a:lnTo>
                  <a:lnTo>
                    <a:pt x="57227" y="3431"/>
                  </a:lnTo>
                  <a:lnTo>
                    <a:pt x="51708" y="4665"/>
                  </a:lnTo>
                  <a:lnTo>
                    <a:pt x="46234" y="6084"/>
                  </a:lnTo>
                  <a:lnTo>
                    <a:pt x="40812" y="7688"/>
                  </a:lnTo>
                  <a:lnTo>
                    <a:pt x="35446" y="9474"/>
                  </a:lnTo>
                  <a:lnTo>
                    <a:pt x="30144" y="11441"/>
                  </a:lnTo>
                  <a:lnTo>
                    <a:pt x="24912" y="13586"/>
                  </a:lnTo>
                  <a:lnTo>
                    <a:pt x="19755" y="15907"/>
                  </a:lnTo>
                  <a:lnTo>
                    <a:pt x="14679" y="18401"/>
                  </a:lnTo>
                  <a:lnTo>
                    <a:pt x="9691" y="21065"/>
                  </a:lnTo>
                  <a:lnTo>
                    <a:pt x="4796" y="23896"/>
                  </a:lnTo>
                  <a:lnTo>
                    <a:pt x="0" y="26891"/>
                  </a:lnTo>
                  <a:lnTo>
                    <a:pt x="9092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995598" y="1708394"/>
              <a:ext cx="90926" cy="140275"/>
            </a:xfrm>
            <a:custGeom>
              <a:avLst/>
              <a:pathLst>
                <a:path w="90926" h="140275">
                  <a:moveTo>
                    <a:pt x="0" y="0"/>
                  </a:moveTo>
                  <a:lnTo>
                    <a:pt x="90926" y="1402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995598" y="1708394"/>
              <a:ext cx="90926" cy="140275"/>
            </a:xfrm>
            <a:custGeom>
              <a:avLst/>
              <a:pathLst>
                <a:path w="90926" h="140275">
                  <a:moveTo>
                    <a:pt x="0" y="0"/>
                  </a:moveTo>
                  <a:lnTo>
                    <a:pt x="90926" y="140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995598" y="1708394"/>
              <a:ext cx="90926" cy="140275"/>
            </a:xfrm>
            <a:custGeom>
              <a:avLst/>
              <a:pathLst>
                <a:path w="90926" h="140275">
                  <a:moveTo>
                    <a:pt x="0" y="0"/>
                  </a:moveTo>
                  <a:lnTo>
                    <a:pt x="90926" y="140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995598" y="1708394"/>
              <a:ext cx="90926" cy="140275"/>
            </a:xfrm>
            <a:custGeom>
              <a:avLst/>
              <a:pathLst>
                <a:path w="90926" h="140275">
                  <a:moveTo>
                    <a:pt x="0" y="0"/>
                  </a:moveTo>
                  <a:lnTo>
                    <a:pt x="90926" y="140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995598" y="1708394"/>
              <a:ext cx="90926" cy="140275"/>
            </a:xfrm>
            <a:custGeom>
              <a:avLst/>
              <a:pathLst>
                <a:path w="90926" h="140275">
                  <a:moveTo>
                    <a:pt x="0" y="0"/>
                  </a:moveTo>
                  <a:lnTo>
                    <a:pt x="90926" y="1402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995598" y="1708394"/>
              <a:ext cx="90926" cy="140275"/>
            </a:xfrm>
            <a:custGeom>
              <a:avLst/>
              <a:pathLst>
                <a:path w="90926" h="140275">
                  <a:moveTo>
                    <a:pt x="0" y="0"/>
                  </a:moveTo>
                  <a:lnTo>
                    <a:pt x="90926" y="1402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995598" y="1708394"/>
              <a:ext cx="90926" cy="140275"/>
            </a:xfrm>
            <a:custGeom>
              <a:avLst/>
              <a:pathLst>
                <a:path w="90926" h="140275">
                  <a:moveTo>
                    <a:pt x="0" y="0"/>
                  </a:moveTo>
                  <a:lnTo>
                    <a:pt x="90926" y="1402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995598" y="1708394"/>
              <a:ext cx="90926" cy="140275"/>
            </a:xfrm>
            <a:custGeom>
              <a:avLst/>
              <a:pathLst>
                <a:path w="90926" h="140275">
                  <a:moveTo>
                    <a:pt x="0" y="0"/>
                  </a:moveTo>
                  <a:lnTo>
                    <a:pt x="90926" y="1402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995598" y="1708394"/>
              <a:ext cx="90926" cy="140275"/>
            </a:xfrm>
            <a:custGeom>
              <a:avLst/>
              <a:pathLst>
                <a:path w="90926" h="140275">
                  <a:moveTo>
                    <a:pt x="0" y="0"/>
                  </a:moveTo>
                  <a:lnTo>
                    <a:pt x="90926" y="1402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995598" y="1708394"/>
              <a:ext cx="90926" cy="140275"/>
            </a:xfrm>
            <a:custGeom>
              <a:avLst/>
              <a:pathLst>
                <a:path w="90926" h="140275">
                  <a:moveTo>
                    <a:pt x="0" y="0"/>
                  </a:moveTo>
                  <a:lnTo>
                    <a:pt x="90926" y="140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95598" y="1708394"/>
              <a:ext cx="90926" cy="140275"/>
            </a:xfrm>
            <a:custGeom>
              <a:avLst/>
              <a:pathLst>
                <a:path w="90926" h="140275">
                  <a:moveTo>
                    <a:pt x="0" y="0"/>
                  </a:moveTo>
                  <a:lnTo>
                    <a:pt x="90926" y="140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95598" y="1708394"/>
              <a:ext cx="90926" cy="140275"/>
            </a:xfrm>
            <a:custGeom>
              <a:avLst/>
              <a:pathLst>
                <a:path w="90926" h="140275">
                  <a:moveTo>
                    <a:pt x="0" y="0"/>
                  </a:moveTo>
                  <a:lnTo>
                    <a:pt x="90926" y="140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95598" y="1708394"/>
              <a:ext cx="90926" cy="140275"/>
            </a:xfrm>
            <a:custGeom>
              <a:avLst/>
              <a:pathLst>
                <a:path w="90926" h="140275">
                  <a:moveTo>
                    <a:pt x="0" y="0"/>
                  </a:moveTo>
                  <a:lnTo>
                    <a:pt x="90926" y="1402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95598" y="1708394"/>
              <a:ext cx="90926" cy="140275"/>
            </a:xfrm>
            <a:custGeom>
              <a:avLst/>
              <a:pathLst>
                <a:path w="90926" h="140275">
                  <a:moveTo>
                    <a:pt x="0" y="0"/>
                  </a:moveTo>
                  <a:lnTo>
                    <a:pt x="90926" y="1402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95598" y="1708394"/>
              <a:ext cx="90926" cy="140275"/>
            </a:xfrm>
            <a:custGeom>
              <a:avLst/>
              <a:pathLst>
                <a:path w="90926" h="140275">
                  <a:moveTo>
                    <a:pt x="0" y="0"/>
                  </a:moveTo>
                  <a:lnTo>
                    <a:pt x="90926" y="1402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5598" y="1708394"/>
              <a:ext cx="90926" cy="140275"/>
            </a:xfrm>
            <a:custGeom>
              <a:avLst/>
              <a:pathLst>
                <a:path w="90926" h="140275">
                  <a:moveTo>
                    <a:pt x="0" y="0"/>
                  </a:moveTo>
                  <a:lnTo>
                    <a:pt x="90926" y="1402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19370" y="1681503"/>
              <a:ext cx="334303" cy="334334"/>
            </a:xfrm>
            <a:custGeom>
              <a:avLst/>
              <a:pathLst>
                <a:path w="334303" h="334334">
                  <a:moveTo>
                    <a:pt x="76227" y="26891"/>
                  </a:moveTo>
                  <a:lnTo>
                    <a:pt x="71825" y="29845"/>
                  </a:lnTo>
                  <a:lnTo>
                    <a:pt x="67519" y="32936"/>
                  </a:lnTo>
                  <a:lnTo>
                    <a:pt x="63313" y="36163"/>
                  </a:lnTo>
                  <a:lnTo>
                    <a:pt x="59212" y="39521"/>
                  </a:lnTo>
                  <a:lnTo>
                    <a:pt x="55219" y="43007"/>
                  </a:lnTo>
                  <a:lnTo>
                    <a:pt x="51339" y="46619"/>
                  </a:lnTo>
                  <a:lnTo>
                    <a:pt x="47575" y="50352"/>
                  </a:lnTo>
                  <a:lnTo>
                    <a:pt x="43931" y="54202"/>
                  </a:lnTo>
                  <a:lnTo>
                    <a:pt x="40411" y="58165"/>
                  </a:lnTo>
                  <a:lnTo>
                    <a:pt x="37019" y="62239"/>
                  </a:lnTo>
                  <a:lnTo>
                    <a:pt x="33757" y="66418"/>
                  </a:lnTo>
                  <a:lnTo>
                    <a:pt x="30630" y="70698"/>
                  </a:lnTo>
                  <a:lnTo>
                    <a:pt x="27640" y="75075"/>
                  </a:lnTo>
                  <a:lnTo>
                    <a:pt x="24790" y="79545"/>
                  </a:lnTo>
                  <a:lnTo>
                    <a:pt x="22084" y="84103"/>
                  </a:lnTo>
                  <a:lnTo>
                    <a:pt x="19523" y="88744"/>
                  </a:lnTo>
                  <a:lnTo>
                    <a:pt x="17111" y="93464"/>
                  </a:lnTo>
                  <a:lnTo>
                    <a:pt x="14849" y="98258"/>
                  </a:lnTo>
                  <a:lnTo>
                    <a:pt x="12741" y="103122"/>
                  </a:lnTo>
                  <a:lnTo>
                    <a:pt x="10788" y="108050"/>
                  </a:lnTo>
                  <a:lnTo>
                    <a:pt x="8992" y="113038"/>
                  </a:lnTo>
                  <a:lnTo>
                    <a:pt x="7356" y="118080"/>
                  </a:lnTo>
                  <a:lnTo>
                    <a:pt x="5880" y="123171"/>
                  </a:lnTo>
                  <a:lnTo>
                    <a:pt x="4566" y="128306"/>
                  </a:lnTo>
                  <a:lnTo>
                    <a:pt x="3415" y="133481"/>
                  </a:lnTo>
                  <a:lnTo>
                    <a:pt x="2430" y="138689"/>
                  </a:lnTo>
                  <a:lnTo>
                    <a:pt x="1610" y="143926"/>
                  </a:lnTo>
                  <a:lnTo>
                    <a:pt x="956" y="149187"/>
                  </a:lnTo>
                  <a:lnTo>
                    <a:pt x="469" y="154465"/>
                  </a:lnTo>
                  <a:lnTo>
                    <a:pt x="150" y="159757"/>
                  </a:lnTo>
                  <a:lnTo>
                    <a:pt x="0" y="165056"/>
                  </a:lnTo>
                  <a:lnTo>
                    <a:pt x="17" y="170356"/>
                  </a:lnTo>
                  <a:lnTo>
                    <a:pt x="202" y="175654"/>
                  </a:lnTo>
                  <a:lnTo>
                    <a:pt x="555" y="180943"/>
                  </a:lnTo>
                  <a:lnTo>
                    <a:pt x="1075" y="186219"/>
                  </a:lnTo>
                  <a:lnTo>
                    <a:pt x="1763" y="191475"/>
                  </a:lnTo>
                  <a:lnTo>
                    <a:pt x="2617" y="196706"/>
                  </a:lnTo>
                  <a:lnTo>
                    <a:pt x="3636" y="201908"/>
                  </a:lnTo>
                  <a:lnTo>
                    <a:pt x="4820" y="207075"/>
                  </a:lnTo>
                  <a:lnTo>
                    <a:pt x="6167" y="212202"/>
                  </a:lnTo>
                  <a:lnTo>
                    <a:pt x="7676" y="217284"/>
                  </a:lnTo>
                  <a:lnTo>
                    <a:pt x="9345" y="222315"/>
                  </a:lnTo>
                  <a:lnTo>
                    <a:pt x="11173" y="227291"/>
                  </a:lnTo>
                  <a:lnTo>
                    <a:pt x="13157" y="232206"/>
                  </a:lnTo>
                  <a:lnTo>
                    <a:pt x="15297" y="237056"/>
                  </a:lnTo>
                  <a:lnTo>
                    <a:pt x="17589" y="241836"/>
                  </a:lnTo>
                  <a:lnTo>
                    <a:pt x="20032" y="246541"/>
                  </a:lnTo>
                  <a:lnTo>
                    <a:pt x="22623" y="251165"/>
                  </a:lnTo>
                  <a:lnTo>
                    <a:pt x="25358" y="255706"/>
                  </a:lnTo>
                  <a:lnTo>
                    <a:pt x="28237" y="260157"/>
                  </a:lnTo>
                  <a:lnTo>
                    <a:pt x="31255" y="264515"/>
                  </a:lnTo>
                  <a:lnTo>
                    <a:pt x="34410" y="268775"/>
                  </a:lnTo>
                  <a:lnTo>
                    <a:pt x="37698" y="272932"/>
                  </a:lnTo>
                  <a:lnTo>
                    <a:pt x="41117" y="276984"/>
                  </a:lnTo>
                  <a:lnTo>
                    <a:pt x="44662" y="280925"/>
                  </a:lnTo>
                  <a:lnTo>
                    <a:pt x="48331" y="284751"/>
                  </a:lnTo>
                  <a:lnTo>
                    <a:pt x="52118" y="288459"/>
                  </a:lnTo>
                  <a:lnTo>
                    <a:pt x="56022" y="292046"/>
                  </a:lnTo>
                  <a:lnTo>
                    <a:pt x="60037" y="295507"/>
                  </a:lnTo>
                  <a:lnTo>
                    <a:pt x="64160" y="298838"/>
                  </a:lnTo>
                  <a:lnTo>
                    <a:pt x="68387" y="302038"/>
                  </a:lnTo>
                  <a:lnTo>
                    <a:pt x="72713" y="305101"/>
                  </a:lnTo>
                  <a:lnTo>
                    <a:pt x="77134" y="308026"/>
                  </a:lnTo>
                  <a:lnTo>
                    <a:pt x="81645" y="310810"/>
                  </a:lnTo>
                  <a:lnTo>
                    <a:pt x="86242" y="313449"/>
                  </a:lnTo>
                  <a:lnTo>
                    <a:pt x="90921" y="315940"/>
                  </a:lnTo>
                  <a:lnTo>
                    <a:pt x="95677" y="318283"/>
                  </a:lnTo>
                  <a:lnTo>
                    <a:pt x="100504" y="320473"/>
                  </a:lnTo>
                  <a:lnTo>
                    <a:pt x="105398" y="322509"/>
                  </a:lnTo>
                  <a:lnTo>
                    <a:pt x="110354" y="324389"/>
                  </a:lnTo>
                  <a:lnTo>
                    <a:pt x="115368" y="326111"/>
                  </a:lnTo>
                  <a:lnTo>
                    <a:pt x="120433" y="327673"/>
                  </a:lnTo>
                  <a:lnTo>
                    <a:pt x="125546" y="329074"/>
                  </a:lnTo>
                  <a:lnTo>
                    <a:pt x="130700" y="330311"/>
                  </a:lnTo>
                  <a:lnTo>
                    <a:pt x="135891" y="331385"/>
                  </a:lnTo>
                  <a:lnTo>
                    <a:pt x="141114" y="332294"/>
                  </a:lnTo>
                  <a:lnTo>
                    <a:pt x="146362" y="333036"/>
                  </a:lnTo>
                  <a:lnTo>
                    <a:pt x="151632" y="333612"/>
                  </a:lnTo>
                  <a:lnTo>
                    <a:pt x="156917" y="334021"/>
                  </a:lnTo>
                  <a:lnTo>
                    <a:pt x="162213" y="334261"/>
                  </a:lnTo>
                  <a:lnTo>
                    <a:pt x="167513" y="334334"/>
                  </a:lnTo>
                  <a:lnTo>
                    <a:pt x="172813" y="334239"/>
                  </a:lnTo>
                  <a:lnTo>
                    <a:pt x="178107" y="333975"/>
                  </a:lnTo>
                  <a:lnTo>
                    <a:pt x="183391" y="333544"/>
                  </a:lnTo>
                  <a:lnTo>
                    <a:pt x="188658" y="332945"/>
                  </a:lnTo>
                  <a:lnTo>
                    <a:pt x="193903" y="332180"/>
                  </a:lnTo>
                  <a:lnTo>
                    <a:pt x="199122" y="331249"/>
                  </a:lnTo>
                  <a:lnTo>
                    <a:pt x="204308" y="330153"/>
                  </a:lnTo>
                  <a:lnTo>
                    <a:pt x="209457" y="328893"/>
                  </a:lnTo>
                  <a:lnTo>
                    <a:pt x="214564" y="327471"/>
                  </a:lnTo>
                  <a:lnTo>
                    <a:pt x="219622" y="325887"/>
                  </a:lnTo>
                  <a:lnTo>
                    <a:pt x="224628" y="324143"/>
                  </a:lnTo>
                  <a:lnTo>
                    <a:pt x="229577" y="322242"/>
                  </a:lnTo>
                  <a:lnTo>
                    <a:pt x="234462" y="320185"/>
                  </a:lnTo>
                  <a:lnTo>
                    <a:pt x="239280" y="317974"/>
                  </a:lnTo>
                  <a:lnTo>
                    <a:pt x="244025" y="315611"/>
                  </a:lnTo>
                  <a:lnTo>
                    <a:pt x="248693" y="313099"/>
                  </a:lnTo>
                  <a:lnTo>
                    <a:pt x="253279" y="310441"/>
                  </a:lnTo>
                  <a:lnTo>
                    <a:pt x="257778" y="307638"/>
                  </a:lnTo>
                  <a:lnTo>
                    <a:pt x="262187" y="304694"/>
                  </a:lnTo>
                  <a:lnTo>
                    <a:pt x="266499" y="301612"/>
                  </a:lnTo>
                  <a:lnTo>
                    <a:pt x="270712" y="298394"/>
                  </a:lnTo>
                  <a:lnTo>
                    <a:pt x="274821" y="295045"/>
                  </a:lnTo>
                  <a:lnTo>
                    <a:pt x="278821" y="291567"/>
                  </a:lnTo>
                  <a:lnTo>
                    <a:pt x="282709" y="287964"/>
                  </a:lnTo>
                  <a:lnTo>
                    <a:pt x="286481" y="284239"/>
                  </a:lnTo>
                  <a:lnTo>
                    <a:pt x="290133" y="280397"/>
                  </a:lnTo>
                  <a:lnTo>
                    <a:pt x="293661" y="276441"/>
                  </a:lnTo>
                  <a:lnTo>
                    <a:pt x="297062" y="272375"/>
                  </a:lnTo>
                  <a:lnTo>
                    <a:pt x="300333" y="268203"/>
                  </a:lnTo>
                  <a:lnTo>
                    <a:pt x="303469" y="263929"/>
                  </a:lnTo>
                  <a:lnTo>
                    <a:pt x="306469" y="259559"/>
                  </a:lnTo>
                  <a:lnTo>
                    <a:pt x="309328" y="255095"/>
                  </a:lnTo>
                  <a:lnTo>
                    <a:pt x="312045" y="250543"/>
                  </a:lnTo>
                  <a:lnTo>
                    <a:pt x="314615" y="245907"/>
                  </a:lnTo>
                  <a:lnTo>
                    <a:pt x="317038" y="241192"/>
                  </a:lnTo>
                  <a:lnTo>
                    <a:pt x="319309" y="236403"/>
                  </a:lnTo>
                  <a:lnTo>
                    <a:pt x="321428" y="231544"/>
                  </a:lnTo>
                  <a:lnTo>
                    <a:pt x="323392" y="226620"/>
                  </a:lnTo>
                  <a:lnTo>
                    <a:pt x="325198" y="221636"/>
                  </a:lnTo>
                  <a:lnTo>
                    <a:pt x="326846" y="216598"/>
                  </a:lnTo>
                  <a:lnTo>
                    <a:pt x="328333" y="211510"/>
                  </a:lnTo>
                  <a:lnTo>
                    <a:pt x="329658" y="206377"/>
                  </a:lnTo>
                  <a:lnTo>
                    <a:pt x="330819" y="201205"/>
                  </a:lnTo>
                  <a:lnTo>
                    <a:pt x="331816" y="195999"/>
                  </a:lnTo>
                  <a:lnTo>
                    <a:pt x="332647" y="190763"/>
                  </a:lnTo>
                  <a:lnTo>
                    <a:pt x="333312" y="185504"/>
                  </a:lnTo>
                  <a:lnTo>
                    <a:pt x="333810" y="180227"/>
                  </a:lnTo>
                  <a:lnTo>
                    <a:pt x="334140" y="174936"/>
                  </a:lnTo>
                  <a:lnTo>
                    <a:pt x="334303" y="169638"/>
                  </a:lnTo>
                  <a:lnTo>
                    <a:pt x="334297" y="164337"/>
                  </a:lnTo>
                  <a:lnTo>
                    <a:pt x="334123" y="159039"/>
                  </a:lnTo>
                  <a:lnTo>
                    <a:pt x="333782" y="153749"/>
                  </a:lnTo>
                  <a:lnTo>
                    <a:pt x="333272" y="148472"/>
                  </a:lnTo>
                  <a:lnTo>
                    <a:pt x="332596" y="143215"/>
                  </a:lnTo>
                  <a:lnTo>
                    <a:pt x="331754" y="137981"/>
                  </a:lnTo>
                  <a:lnTo>
                    <a:pt x="330745" y="132777"/>
                  </a:lnTo>
                  <a:lnTo>
                    <a:pt x="329573" y="127608"/>
                  </a:lnTo>
                  <a:lnTo>
                    <a:pt x="328237" y="122478"/>
                  </a:lnTo>
                  <a:lnTo>
                    <a:pt x="326739" y="117393"/>
                  </a:lnTo>
                  <a:lnTo>
                    <a:pt x="325081" y="112358"/>
                  </a:lnTo>
                  <a:lnTo>
                    <a:pt x="323263" y="107378"/>
                  </a:lnTo>
                  <a:lnTo>
                    <a:pt x="321289" y="102459"/>
                  </a:lnTo>
                  <a:lnTo>
                    <a:pt x="319160" y="97604"/>
                  </a:lnTo>
                  <a:lnTo>
                    <a:pt x="316878" y="92820"/>
                  </a:lnTo>
                  <a:lnTo>
                    <a:pt x="314446" y="88110"/>
                  </a:lnTo>
                  <a:lnTo>
                    <a:pt x="311865" y="83479"/>
                  </a:lnTo>
                  <a:lnTo>
                    <a:pt x="309139" y="78933"/>
                  </a:lnTo>
                  <a:lnTo>
                    <a:pt x="306270" y="74476"/>
                  </a:lnTo>
                  <a:lnTo>
                    <a:pt x="303261" y="70112"/>
                  </a:lnTo>
                  <a:lnTo>
                    <a:pt x="300115" y="65845"/>
                  </a:lnTo>
                  <a:lnTo>
                    <a:pt x="296836" y="61680"/>
                  </a:lnTo>
                  <a:lnTo>
                    <a:pt x="293426" y="57621"/>
                  </a:lnTo>
                  <a:lnTo>
                    <a:pt x="289889" y="53673"/>
                  </a:lnTo>
                  <a:lnTo>
                    <a:pt x="286229" y="49839"/>
                  </a:lnTo>
                  <a:lnTo>
                    <a:pt x="282449" y="46122"/>
                  </a:lnTo>
                  <a:lnTo>
                    <a:pt x="278553" y="42527"/>
                  </a:lnTo>
                  <a:lnTo>
                    <a:pt x="274546" y="39058"/>
                  </a:lnTo>
                  <a:lnTo>
                    <a:pt x="270430" y="35717"/>
                  </a:lnTo>
                  <a:lnTo>
                    <a:pt x="266210" y="32509"/>
                  </a:lnTo>
                  <a:lnTo>
                    <a:pt x="261891" y="29436"/>
                  </a:lnTo>
                  <a:lnTo>
                    <a:pt x="257476" y="26501"/>
                  </a:lnTo>
                  <a:lnTo>
                    <a:pt x="252971" y="23708"/>
                  </a:lnTo>
                  <a:lnTo>
                    <a:pt x="248379" y="21060"/>
                  </a:lnTo>
                  <a:lnTo>
                    <a:pt x="243706" y="18558"/>
                  </a:lnTo>
                  <a:lnTo>
                    <a:pt x="238955" y="16205"/>
                  </a:lnTo>
                  <a:lnTo>
                    <a:pt x="234133" y="14005"/>
                  </a:lnTo>
                  <a:lnTo>
                    <a:pt x="229243" y="11958"/>
                  </a:lnTo>
                  <a:lnTo>
                    <a:pt x="224291" y="10067"/>
                  </a:lnTo>
                  <a:lnTo>
                    <a:pt x="219281" y="8335"/>
                  </a:lnTo>
                  <a:lnTo>
                    <a:pt x="214219" y="6762"/>
                  </a:lnTo>
                  <a:lnTo>
                    <a:pt x="209109" y="5350"/>
                  </a:lnTo>
                  <a:lnTo>
                    <a:pt x="203958" y="4101"/>
                  </a:lnTo>
                  <a:lnTo>
                    <a:pt x="198769" y="3016"/>
                  </a:lnTo>
                  <a:lnTo>
                    <a:pt x="193548" y="2096"/>
                  </a:lnTo>
                  <a:lnTo>
                    <a:pt x="188301" y="1343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58186" y="2126963"/>
              <a:ext cx="123101" cy="167167"/>
            </a:xfrm>
            <a:custGeom>
              <a:avLst/>
              <a:pathLst>
                <a:path w="123101" h="167167">
                  <a:moveTo>
                    <a:pt x="123101" y="0"/>
                  </a:moveTo>
                  <a:lnTo>
                    <a:pt x="117567" y="91"/>
                  </a:lnTo>
                  <a:lnTo>
                    <a:pt x="112039" y="366"/>
                  </a:lnTo>
                  <a:lnTo>
                    <a:pt x="106524" y="823"/>
                  </a:lnTo>
                  <a:lnTo>
                    <a:pt x="101026" y="1463"/>
                  </a:lnTo>
                  <a:lnTo>
                    <a:pt x="95553" y="2285"/>
                  </a:lnTo>
                  <a:lnTo>
                    <a:pt x="90110" y="3287"/>
                  </a:lnTo>
                  <a:lnTo>
                    <a:pt x="84703" y="4469"/>
                  </a:lnTo>
                  <a:lnTo>
                    <a:pt x="79339" y="5829"/>
                  </a:lnTo>
                  <a:lnTo>
                    <a:pt x="74022" y="7366"/>
                  </a:lnTo>
                  <a:lnTo>
                    <a:pt x="68759" y="9079"/>
                  </a:lnTo>
                  <a:lnTo>
                    <a:pt x="63555" y="10964"/>
                  </a:lnTo>
                  <a:lnTo>
                    <a:pt x="58417" y="13021"/>
                  </a:lnTo>
                  <a:lnTo>
                    <a:pt x="53350" y="15247"/>
                  </a:lnTo>
                  <a:lnTo>
                    <a:pt x="48359" y="17639"/>
                  </a:lnTo>
                  <a:lnTo>
                    <a:pt x="43450" y="20195"/>
                  </a:lnTo>
                  <a:lnTo>
                    <a:pt x="38629" y="22912"/>
                  </a:lnTo>
                  <a:lnTo>
                    <a:pt x="33900" y="25787"/>
                  </a:lnTo>
                  <a:lnTo>
                    <a:pt x="29269" y="28818"/>
                  </a:lnTo>
                  <a:lnTo>
                    <a:pt x="24740" y="32000"/>
                  </a:lnTo>
                  <a:lnTo>
                    <a:pt x="20320" y="35330"/>
                  </a:lnTo>
                  <a:lnTo>
                    <a:pt x="16012" y="38804"/>
                  </a:lnTo>
                  <a:lnTo>
                    <a:pt x="11821" y="42420"/>
                  </a:lnTo>
                  <a:lnTo>
                    <a:pt x="7753" y="46172"/>
                  </a:lnTo>
                  <a:lnTo>
                    <a:pt x="3811" y="50056"/>
                  </a:lnTo>
                  <a:lnTo>
                    <a:pt x="0" y="54069"/>
                  </a:lnTo>
                  <a:lnTo>
                    <a:pt x="12310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58186" y="2181033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58186" y="2181033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58186" y="2181033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58186" y="2181033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58186" y="2181033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58186" y="2181033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58186" y="2181033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58186" y="2181033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58186" y="2181033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58186" y="2181033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58186" y="2181033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58186" y="2181033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58186" y="2181033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58186" y="2181033"/>
              <a:ext cx="123101" cy="113097"/>
            </a:xfrm>
            <a:custGeom>
              <a:avLst/>
              <a:pathLst>
                <a:path w="123101" h="113097">
                  <a:moveTo>
                    <a:pt x="0" y="0"/>
                  </a:moveTo>
                  <a:lnTo>
                    <a:pt x="123101" y="1130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14140" y="2127506"/>
              <a:ext cx="334312" cy="333789"/>
            </a:xfrm>
            <a:custGeom>
              <a:avLst/>
              <a:pathLst>
                <a:path w="334312" h="333789">
                  <a:moveTo>
                    <a:pt x="44045" y="53526"/>
                  </a:moveTo>
                  <a:lnTo>
                    <a:pt x="40531" y="57474"/>
                  </a:lnTo>
                  <a:lnTo>
                    <a:pt x="37144" y="61531"/>
                  </a:lnTo>
                  <a:lnTo>
                    <a:pt x="33887" y="65693"/>
                  </a:lnTo>
                  <a:lnTo>
                    <a:pt x="30763" y="69956"/>
                  </a:lnTo>
                  <a:lnTo>
                    <a:pt x="27776" y="74316"/>
                  </a:lnTo>
                  <a:lnTo>
                    <a:pt x="24927" y="78768"/>
                  </a:lnTo>
                  <a:lnTo>
                    <a:pt x="22221" y="83307"/>
                  </a:lnTo>
                  <a:lnTo>
                    <a:pt x="19660" y="87930"/>
                  </a:lnTo>
                  <a:lnTo>
                    <a:pt x="17246" y="92632"/>
                  </a:lnTo>
                  <a:lnTo>
                    <a:pt x="14982" y="97407"/>
                  </a:lnTo>
                  <a:lnTo>
                    <a:pt x="12870" y="102252"/>
                  </a:lnTo>
                  <a:lnTo>
                    <a:pt x="10912" y="107161"/>
                  </a:lnTo>
                  <a:lnTo>
                    <a:pt x="9110" y="112130"/>
                  </a:lnTo>
                  <a:lnTo>
                    <a:pt x="7467" y="117153"/>
                  </a:lnTo>
                  <a:lnTo>
                    <a:pt x="5983" y="122225"/>
                  </a:lnTo>
                  <a:lnTo>
                    <a:pt x="4660" y="127342"/>
                  </a:lnTo>
                  <a:lnTo>
                    <a:pt x="3499" y="132498"/>
                  </a:lnTo>
                  <a:lnTo>
                    <a:pt x="2502" y="137688"/>
                  </a:lnTo>
                  <a:lnTo>
                    <a:pt x="1670" y="142907"/>
                  </a:lnTo>
                  <a:lnTo>
                    <a:pt x="1003" y="148150"/>
                  </a:lnTo>
                  <a:lnTo>
                    <a:pt x="502" y="153411"/>
                  </a:lnTo>
                  <a:lnTo>
                    <a:pt x="167" y="158686"/>
                  </a:lnTo>
                  <a:lnTo>
                    <a:pt x="0" y="163968"/>
                  </a:lnTo>
                  <a:lnTo>
                    <a:pt x="0" y="169253"/>
                  </a:lnTo>
                  <a:lnTo>
                    <a:pt x="166" y="174536"/>
                  </a:lnTo>
                  <a:lnTo>
                    <a:pt x="500" y="179810"/>
                  </a:lnTo>
                  <a:lnTo>
                    <a:pt x="1000" y="185072"/>
                  </a:lnTo>
                  <a:lnTo>
                    <a:pt x="1666" y="190314"/>
                  </a:lnTo>
                  <a:lnTo>
                    <a:pt x="2498" y="195534"/>
                  </a:lnTo>
                  <a:lnTo>
                    <a:pt x="3494" y="200724"/>
                  </a:lnTo>
                  <a:lnTo>
                    <a:pt x="4654" y="205880"/>
                  </a:lnTo>
                  <a:lnTo>
                    <a:pt x="5976" y="210997"/>
                  </a:lnTo>
                  <a:lnTo>
                    <a:pt x="7459" y="216070"/>
                  </a:lnTo>
                  <a:lnTo>
                    <a:pt x="9102" y="221093"/>
                  </a:lnTo>
                  <a:lnTo>
                    <a:pt x="10903" y="226062"/>
                  </a:lnTo>
                  <a:lnTo>
                    <a:pt x="12860" y="230971"/>
                  </a:lnTo>
                  <a:lnTo>
                    <a:pt x="14971" y="235816"/>
                  </a:lnTo>
                  <a:lnTo>
                    <a:pt x="17234" y="240592"/>
                  </a:lnTo>
                  <a:lnTo>
                    <a:pt x="19647" y="245294"/>
                  </a:lnTo>
                  <a:lnTo>
                    <a:pt x="22208" y="249918"/>
                  </a:lnTo>
                  <a:lnTo>
                    <a:pt x="24913" y="254458"/>
                  </a:lnTo>
                  <a:lnTo>
                    <a:pt x="27761" y="258910"/>
                  </a:lnTo>
                  <a:lnTo>
                    <a:pt x="30748" y="263270"/>
                  </a:lnTo>
                  <a:lnTo>
                    <a:pt x="33871" y="267533"/>
                  </a:lnTo>
                  <a:lnTo>
                    <a:pt x="37128" y="271696"/>
                  </a:lnTo>
                  <a:lnTo>
                    <a:pt x="40514" y="275754"/>
                  </a:lnTo>
                  <a:lnTo>
                    <a:pt x="44027" y="279702"/>
                  </a:lnTo>
                  <a:lnTo>
                    <a:pt x="47663" y="283538"/>
                  </a:lnTo>
                  <a:lnTo>
                    <a:pt x="51419" y="287256"/>
                  </a:lnTo>
                  <a:lnTo>
                    <a:pt x="55290" y="290854"/>
                  </a:lnTo>
                  <a:lnTo>
                    <a:pt x="59273" y="294328"/>
                  </a:lnTo>
                  <a:lnTo>
                    <a:pt x="63364" y="297674"/>
                  </a:lnTo>
                  <a:lnTo>
                    <a:pt x="67558" y="300889"/>
                  </a:lnTo>
                  <a:lnTo>
                    <a:pt x="71853" y="303970"/>
                  </a:lnTo>
                  <a:lnTo>
                    <a:pt x="76242" y="306914"/>
                  </a:lnTo>
                  <a:lnTo>
                    <a:pt x="80722" y="309718"/>
                  </a:lnTo>
                  <a:lnTo>
                    <a:pt x="85289" y="312378"/>
                  </a:lnTo>
                  <a:lnTo>
                    <a:pt x="89937" y="314893"/>
                  </a:lnTo>
                  <a:lnTo>
                    <a:pt x="94663" y="317260"/>
                  </a:lnTo>
                  <a:lnTo>
                    <a:pt x="99461" y="319476"/>
                  </a:lnTo>
                  <a:lnTo>
                    <a:pt x="104326" y="321539"/>
                  </a:lnTo>
                  <a:lnTo>
                    <a:pt x="109255" y="323447"/>
                  </a:lnTo>
                  <a:lnTo>
                    <a:pt x="114241" y="325199"/>
                  </a:lnTo>
                  <a:lnTo>
                    <a:pt x="119280" y="326792"/>
                  </a:lnTo>
                  <a:lnTo>
                    <a:pt x="124367" y="328225"/>
                  </a:lnTo>
                  <a:lnTo>
                    <a:pt x="129497" y="329497"/>
                  </a:lnTo>
                  <a:lnTo>
                    <a:pt x="134665" y="330605"/>
                  </a:lnTo>
                  <a:lnTo>
                    <a:pt x="139865" y="331550"/>
                  </a:lnTo>
                  <a:lnTo>
                    <a:pt x="145092" y="332330"/>
                  </a:lnTo>
                  <a:lnTo>
                    <a:pt x="150341" y="332945"/>
                  </a:lnTo>
                  <a:lnTo>
                    <a:pt x="155607" y="333393"/>
                  </a:lnTo>
                  <a:lnTo>
                    <a:pt x="160885" y="333674"/>
                  </a:lnTo>
                  <a:lnTo>
                    <a:pt x="166168" y="333789"/>
                  </a:lnTo>
                  <a:lnTo>
                    <a:pt x="171453" y="333736"/>
                  </a:lnTo>
                  <a:lnTo>
                    <a:pt x="176734" y="333516"/>
                  </a:lnTo>
                  <a:lnTo>
                    <a:pt x="182005" y="333130"/>
                  </a:lnTo>
                  <a:lnTo>
                    <a:pt x="187261" y="332577"/>
                  </a:lnTo>
                  <a:lnTo>
                    <a:pt x="192497" y="331858"/>
                  </a:lnTo>
                  <a:lnTo>
                    <a:pt x="197707" y="330974"/>
                  </a:lnTo>
                  <a:lnTo>
                    <a:pt x="202887" y="329926"/>
                  </a:lnTo>
                  <a:lnTo>
                    <a:pt x="208032" y="328714"/>
                  </a:lnTo>
                  <a:lnTo>
                    <a:pt x="213135" y="327341"/>
                  </a:lnTo>
                  <a:lnTo>
                    <a:pt x="218193" y="325807"/>
                  </a:lnTo>
                  <a:lnTo>
                    <a:pt x="223199" y="324114"/>
                  </a:lnTo>
                  <a:lnTo>
                    <a:pt x="228150" y="322263"/>
                  </a:lnTo>
                  <a:lnTo>
                    <a:pt x="233039" y="320257"/>
                  </a:lnTo>
                  <a:lnTo>
                    <a:pt x="237863" y="318097"/>
                  </a:lnTo>
                  <a:lnTo>
                    <a:pt x="242616" y="315786"/>
                  </a:lnTo>
                  <a:lnTo>
                    <a:pt x="247293" y="313326"/>
                  </a:lnTo>
                  <a:lnTo>
                    <a:pt x="251891" y="310719"/>
                  </a:lnTo>
                  <a:lnTo>
                    <a:pt x="256403" y="307968"/>
                  </a:lnTo>
                  <a:lnTo>
                    <a:pt x="260827" y="305076"/>
                  </a:lnTo>
                  <a:lnTo>
                    <a:pt x="265157" y="302045"/>
                  </a:lnTo>
                  <a:lnTo>
                    <a:pt x="269389" y="298879"/>
                  </a:lnTo>
                  <a:lnTo>
                    <a:pt x="273518" y="295581"/>
                  </a:lnTo>
                  <a:lnTo>
                    <a:pt x="277542" y="292154"/>
                  </a:lnTo>
                  <a:lnTo>
                    <a:pt x="281455" y="288602"/>
                  </a:lnTo>
                  <a:lnTo>
                    <a:pt x="285253" y="284927"/>
                  </a:lnTo>
                  <a:lnTo>
                    <a:pt x="288934" y="281135"/>
                  </a:lnTo>
                  <a:lnTo>
                    <a:pt x="292493" y="277227"/>
                  </a:lnTo>
                  <a:lnTo>
                    <a:pt x="295927" y="273210"/>
                  </a:lnTo>
                  <a:lnTo>
                    <a:pt x="299232" y="269086"/>
                  </a:lnTo>
                  <a:lnTo>
                    <a:pt x="302405" y="264859"/>
                  </a:lnTo>
                  <a:lnTo>
                    <a:pt x="305442" y="260534"/>
                  </a:lnTo>
                  <a:lnTo>
                    <a:pt x="308342" y="256116"/>
                  </a:lnTo>
                  <a:lnTo>
                    <a:pt x="311100" y="251607"/>
                  </a:lnTo>
                  <a:lnTo>
                    <a:pt x="313715" y="247014"/>
                  </a:lnTo>
                  <a:lnTo>
                    <a:pt x="316183" y="242341"/>
                  </a:lnTo>
                  <a:lnTo>
                    <a:pt x="318502" y="237592"/>
                  </a:lnTo>
                  <a:lnTo>
                    <a:pt x="320670" y="232772"/>
                  </a:lnTo>
                  <a:lnTo>
                    <a:pt x="322684" y="227886"/>
                  </a:lnTo>
                  <a:lnTo>
                    <a:pt x="324543" y="222938"/>
                  </a:lnTo>
                  <a:lnTo>
                    <a:pt x="326244" y="217935"/>
                  </a:lnTo>
                  <a:lnTo>
                    <a:pt x="327787" y="212880"/>
                  </a:lnTo>
                  <a:lnTo>
                    <a:pt x="329169" y="207778"/>
                  </a:lnTo>
                  <a:lnTo>
                    <a:pt x="330389" y="202636"/>
                  </a:lnTo>
                  <a:lnTo>
                    <a:pt x="331445" y="197458"/>
                  </a:lnTo>
                  <a:lnTo>
                    <a:pt x="332338" y="192249"/>
                  </a:lnTo>
                  <a:lnTo>
                    <a:pt x="333066" y="187014"/>
                  </a:lnTo>
                  <a:lnTo>
                    <a:pt x="333627" y="181759"/>
                  </a:lnTo>
                  <a:lnTo>
                    <a:pt x="334022" y="176488"/>
                  </a:lnTo>
                  <a:lnTo>
                    <a:pt x="334251" y="171208"/>
                  </a:lnTo>
                  <a:lnTo>
                    <a:pt x="334312" y="165924"/>
                  </a:lnTo>
                  <a:lnTo>
                    <a:pt x="334207" y="160640"/>
                  </a:lnTo>
                  <a:lnTo>
                    <a:pt x="333934" y="155362"/>
                  </a:lnTo>
                  <a:lnTo>
                    <a:pt x="333495" y="150095"/>
                  </a:lnTo>
                  <a:lnTo>
                    <a:pt x="332889" y="144845"/>
                  </a:lnTo>
                  <a:lnTo>
                    <a:pt x="332118" y="139616"/>
                  </a:lnTo>
                  <a:lnTo>
                    <a:pt x="331181" y="134415"/>
                  </a:lnTo>
                  <a:lnTo>
                    <a:pt x="330081" y="129245"/>
                  </a:lnTo>
                  <a:lnTo>
                    <a:pt x="328818" y="124113"/>
                  </a:lnTo>
                  <a:lnTo>
                    <a:pt x="327394" y="119024"/>
                  </a:lnTo>
                  <a:lnTo>
                    <a:pt x="325809" y="113982"/>
                  </a:lnTo>
                  <a:lnTo>
                    <a:pt x="324065" y="108993"/>
                  </a:lnTo>
                  <a:lnTo>
                    <a:pt x="322165" y="104061"/>
                  </a:lnTo>
                  <a:lnTo>
                    <a:pt x="320110" y="99192"/>
                  </a:lnTo>
                  <a:lnTo>
                    <a:pt x="317902" y="94390"/>
                  </a:lnTo>
                  <a:lnTo>
                    <a:pt x="315543" y="89661"/>
                  </a:lnTo>
                  <a:lnTo>
                    <a:pt x="313036" y="85008"/>
                  </a:lnTo>
                  <a:lnTo>
                    <a:pt x="310383" y="80437"/>
                  </a:lnTo>
                  <a:lnTo>
                    <a:pt x="307587" y="75953"/>
                  </a:lnTo>
                  <a:lnTo>
                    <a:pt x="304651" y="71558"/>
                  </a:lnTo>
                  <a:lnTo>
                    <a:pt x="301577" y="67259"/>
                  </a:lnTo>
                  <a:lnTo>
                    <a:pt x="298369" y="63059"/>
                  </a:lnTo>
                  <a:lnTo>
                    <a:pt x="295029" y="58963"/>
                  </a:lnTo>
                  <a:lnTo>
                    <a:pt x="291562" y="54974"/>
                  </a:lnTo>
                  <a:lnTo>
                    <a:pt x="287970" y="51097"/>
                  </a:lnTo>
                  <a:lnTo>
                    <a:pt x="284258" y="47335"/>
                  </a:lnTo>
                  <a:lnTo>
                    <a:pt x="280429" y="43693"/>
                  </a:lnTo>
                  <a:lnTo>
                    <a:pt x="276486" y="40173"/>
                  </a:lnTo>
                  <a:lnTo>
                    <a:pt x="272434" y="36780"/>
                  </a:lnTo>
                  <a:lnTo>
                    <a:pt x="268277" y="33517"/>
                  </a:lnTo>
                  <a:lnTo>
                    <a:pt x="264019" y="30386"/>
                  </a:lnTo>
                  <a:lnTo>
                    <a:pt x="259664" y="27392"/>
                  </a:lnTo>
                  <a:lnTo>
                    <a:pt x="255216" y="24537"/>
                  </a:lnTo>
                  <a:lnTo>
                    <a:pt x="250680" y="21824"/>
                  </a:lnTo>
                  <a:lnTo>
                    <a:pt x="246061" y="19256"/>
                  </a:lnTo>
                  <a:lnTo>
                    <a:pt x="241363" y="16835"/>
                  </a:lnTo>
                  <a:lnTo>
                    <a:pt x="236591" y="14564"/>
                  </a:lnTo>
                  <a:lnTo>
                    <a:pt x="231750" y="12444"/>
                  </a:lnTo>
                  <a:lnTo>
                    <a:pt x="226844" y="10479"/>
                  </a:lnTo>
                  <a:lnTo>
                    <a:pt x="221878" y="8670"/>
                  </a:lnTo>
                  <a:lnTo>
                    <a:pt x="216857" y="7019"/>
                  </a:lnTo>
                  <a:lnTo>
                    <a:pt x="211787" y="5527"/>
                  </a:lnTo>
                  <a:lnTo>
                    <a:pt x="206672" y="4197"/>
                  </a:lnTo>
                  <a:lnTo>
                    <a:pt x="201518" y="3028"/>
                  </a:lnTo>
                  <a:lnTo>
                    <a:pt x="196329" y="2024"/>
                  </a:lnTo>
                  <a:lnTo>
                    <a:pt x="191111" y="1183"/>
                  </a:lnTo>
                  <a:lnTo>
                    <a:pt x="185870" y="508"/>
                  </a:lnTo>
                  <a:lnTo>
                    <a:pt x="180609" y="0"/>
                  </a:lnTo>
                  <a:lnTo>
                    <a:pt x="167146" y="1666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13462" cy="167167"/>
            </a:xfrm>
            <a:custGeom>
              <a:avLst/>
              <a:pathLst>
                <a:path w="13462" h="167167">
                  <a:moveTo>
                    <a:pt x="13462" y="54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423593" y="2633064"/>
              <a:ext cx="334320" cy="334330"/>
            </a:xfrm>
            <a:custGeom>
              <a:avLst/>
              <a:pathLst>
                <a:path w="334320" h="334330">
                  <a:moveTo>
                    <a:pt x="167155" y="0"/>
                  </a:moveTo>
                  <a:lnTo>
                    <a:pt x="161863" y="83"/>
                  </a:lnTo>
                  <a:lnTo>
                    <a:pt x="156577" y="334"/>
                  </a:lnTo>
                  <a:lnTo>
                    <a:pt x="151301" y="753"/>
                  </a:lnTo>
                  <a:lnTo>
                    <a:pt x="146042" y="1338"/>
                  </a:lnTo>
                  <a:lnTo>
                    <a:pt x="140803" y="2090"/>
                  </a:lnTo>
                  <a:lnTo>
                    <a:pt x="135591" y="3006"/>
                  </a:lnTo>
                  <a:lnTo>
                    <a:pt x="130410" y="4088"/>
                  </a:lnTo>
                  <a:lnTo>
                    <a:pt x="125267" y="5333"/>
                  </a:lnTo>
                  <a:lnTo>
                    <a:pt x="120165" y="6740"/>
                  </a:lnTo>
                  <a:lnTo>
                    <a:pt x="115111" y="8307"/>
                  </a:lnTo>
                  <a:lnTo>
                    <a:pt x="110108" y="10034"/>
                  </a:lnTo>
                  <a:lnTo>
                    <a:pt x="105163" y="11919"/>
                  </a:lnTo>
                  <a:lnTo>
                    <a:pt x="100280" y="13959"/>
                  </a:lnTo>
                  <a:lnTo>
                    <a:pt x="95464" y="16153"/>
                  </a:lnTo>
                  <a:lnTo>
                    <a:pt x="90719" y="18497"/>
                  </a:lnTo>
                  <a:lnTo>
                    <a:pt x="86052" y="20991"/>
                  </a:lnTo>
                  <a:lnTo>
                    <a:pt x="81465" y="23632"/>
                  </a:lnTo>
                  <a:lnTo>
                    <a:pt x="76965" y="26416"/>
                  </a:lnTo>
                  <a:lnTo>
                    <a:pt x="72555" y="29342"/>
                  </a:lnTo>
                  <a:lnTo>
                    <a:pt x="68239" y="32405"/>
                  </a:lnTo>
                  <a:lnTo>
                    <a:pt x="64023" y="35604"/>
                  </a:lnTo>
                  <a:lnTo>
                    <a:pt x="59910" y="38934"/>
                  </a:lnTo>
                  <a:lnTo>
                    <a:pt x="55905" y="42393"/>
                  </a:lnTo>
                  <a:lnTo>
                    <a:pt x="52011" y="45977"/>
                  </a:lnTo>
                  <a:lnTo>
                    <a:pt x="48233" y="49683"/>
                  </a:lnTo>
                  <a:lnTo>
                    <a:pt x="44574" y="53506"/>
                  </a:lnTo>
                  <a:lnTo>
                    <a:pt x="41037" y="57443"/>
                  </a:lnTo>
                  <a:lnTo>
                    <a:pt x="37627" y="61490"/>
                  </a:lnTo>
                  <a:lnTo>
                    <a:pt x="34347" y="65643"/>
                  </a:lnTo>
                  <a:lnTo>
                    <a:pt x="31200" y="69898"/>
                  </a:lnTo>
                  <a:lnTo>
                    <a:pt x="28189" y="74250"/>
                  </a:lnTo>
                  <a:lnTo>
                    <a:pt x="25318" y="78695"/>
                  </a:lnTo>
                  <a:lnTo>
                    <a:pt x="22588" y="83229"/>
                  </a:lnTo>
                  <a:lnTo>
                    <a:pt x="20004" y="87847"/>
                  </a:lnTo>
                  <a:lnTo>
                    <a:pt x="17567" y="92545"/>
                  </a:lnTo>
                  <a:lnTo>
                    <a:pt x="15280" y="97317"/>
                  </a:lnTo>
                  <a:lnTo>
                    <a:pt x="13145" y="102160"/>
                  </a:lnTo>
                  <a:lnTo>
                    <a:pt x="11164" y="107067"/>
                  </a:lnTo>
                  <a:lnTo>
                    <a:pt x="9340" y="112035"/>
                  </a:lnTo>
                  <a:lnTo>
                    <a:pt x="7674" y="117058"/>
                  </a:lnTo>
                  <a:lnTo>
                    <a:pt x="6168" y="122132"/>
                  </a:lnTo>
                  <a:lnTo>
                    <a:pt x="4823" y="127250"/>
                  </a:lnTo>
                  <a:lnTo>
                    <a:pt x="3641" y="132408"/>
                  </a:lnTo>
                  <a:lnTo>
                    <a:pt x="2622" y="137602"/>
                  </a:lnTo>
                  <a:lnTo>
                    <a:pt x="1769" y="142825"/>
                  </a:lnTo>
                  <a:lnTo>
                    <a:pt x="1081" y="148072"/>
                  </a:lnTo>
                  <a:lnTo>
                    <a:pt x="560" y="153338"/>
                  </a:lnTo>
                  <a:lnTo>
                    <a:pt x="206" y="158619"/>
                  </a:lnTo>
                  <a:lnTo>
                    <a:pt x="19" y="163907"/>
                  </a:lnTo>
                  <a:lnTo>
                    <a:pt x="0" y="169199"/>
                  </a:lnTo>
                  <a:lnTo>
                    <a:pt x="148" y="174490"/>
                  </a:lnTo>
                  <a:lnTo>
                    <a:pt x="463" y="179772"/>
                  </a:lnTo>
                  <a:lnTo>
                    <a:pt x="946" y="185042"/>
                  </a:lnTo>
                  <a:lnTo>
                    <a:pt x="1595" y="190295"/>
                  </a:lnTo>
                  <a:lnTo>
                    <a:pt x="2410" y="195524"/>
                  </a:lnTo>
                  <a:lnTo>
                    <a:pt x="3390" y="200724"/>
                  </a:lnTo>
                  <a:lnTo>
                    <a:pt x="4534" y="205891"/>
                  </a:lnTo>
                  <a:lnTo>
                    <a:pt x="5841" y="211019"/>
                  </a:lnTo>
                  <a:lnTo>
                    <a:pt x="7310" y="216104"/>
                  </a:lnTo>
                  <a:lnTo>
                    <a:pt x="8940" y="221139"/>
                  </a:lnTo>
                  <a:lnTo>
                    <a:pt x="10727" y="226120"/>
                  </a:lnTo>
                  <a:lnTo>
                    <a:pt x="12672" y="231042"/>
                  </a:lnTo>
                  <a:lnTo>
                    <a:pt x="14771" y="235900"/>
                  </a:lnTo>
                  <a:lnTo>
                    <a:pt x="17023" y="240689"/>
                  </a:lnTo>
                  <a:lnTo>
                    <a:pt x="19425" y="245404"/>
                  </a:lnTo>
                  <a:lnTo>
                    <a:pt x="21976" y="250041"/>
                  </a:lnTo>
                  <a:lnTo>
                    <a:pt x="24672" y="254595"/>
                  </a:lnTo>
                  <a:lnTo>
                    <a:pt x="27511" y="259061"/>
                  </a:lnTo>
                  <a:lnTo>
                    <a:pt x="30490" y="263436"/>
                  </a:lnTo>
                  <a:lnTo>
                    <a:pt x="33605" y="267713"/>
                  </a:lnTo>
                  <a:lnTo>
                    <a:pt x="36855" y="271890"/>
                  </a:lnTo>
                  <a:lnTo>
                    <a:pt x="40235" y="275962"/>
                  </a:lnTo>
                  <a:lnTo>
                    <a:pt x="43743" y="279925"/>
                  </a:lnTo>
                  <a:lnTo>
                    <a:pt x="47374" y="283775"/>
                  </a:lnTo>
                  <a:lnTo>
                    <a:pt x="51125" y="287508"/>
                  </a:lnTo>
                  <a:lnTo>
                    <a:pt x="54992" y="291121"/>
                  </a:lnTo>
                  <a:lnTo>
                    <a:pt x="58972" y="294609"/>
                  </a:lnTo>
                  <a:lnTo>
                    <a:pt x="63060" y="297970"/>
                  </a:lnTo>
                  <a:lnTo>
                    <a:pt x="67253" y="301199"/>
                  </a:lnTo>
                  <a:lnTo>
                    <a:pt x="71545" y="304294"/>
                  </a:lnTo>
                  <a:lnTo>
                    <a:pt x="75934" y="307252"/>
                  </a:lnTo>
                  <a:lnTo>
                    <a:pt x="80414" y="310069"/>
                  </a:lnTo>
                  <a:lnTo>
                    <a:pt x="84981" y="312743"/>
                  </a:lnTo>
                  <a:lnTo>
                    <a:pt x="89630" y="315271"/>
                  </a:lnTo>
                  <a:lnTo>
                    <a:pt x="94357" y="317651"/>
                  </a:lnTo>
                  <a:lnTo>
                    <a:pt x="99157" y="319880"/>
                  </a:lnTo>
                  <a:lnTo>
                    <a:pt x="104025" y="321956"/>
                  </a:lnTo>
                  <a:lnTo>
                    <a:pt x="108956" y="323877"/>
                  </a:lnTo>
                  <a:lnTo>
                    <a:pt x="113946" y="325640"/>
                  </a:lnTo>
                  <a:lnTo>
                    <a:pt x="118989" y="327245"/>
                  </a:lnTo>
                  <a:lnTo>
                    <a:pt x="124080" y="328689"/>
                  </a:lnTo>
                  <a:lnTo>
                    <a:pt x="129214" y="329972"/>
                  </a:lnTo>
                  <a:lnTo>
                    <a:pt x="134387" y="331091"/>
                  </a:lnTo>
                  <a:lnTo>
                    <a:pt x="139592" y="332046"/>
                  </a:lnTo>
                  <a:lnTo>
                    <a:pt x="144825" y="332836"/>
                  </a:lnTo>
                  <a:lnTo>
                    <a:pt x="150080" y="333460"/>
                  </a:lnTo>
                  <a:lnTo>
                    <a:pt x="155352" y="333917"/>
                  </a:lnTo>
                  <a:lnTo>
                    <a:pt x="160637" y="334207"/>
                  </a:lnTo>
                  <a:lnTo>
                    <a:pt x="165927" y="334330"/>
                  </a:lnTo>
                  <a:lnTo>
                    <a:pt x="171219" y="334285"/>
                  </a:lnTo>
                  <a:lnTo>
                    <a:pt x="176507" y="334073"/>
                  </a:lnTo>
                  <a:lnTo>
                    <a:pt x="181786" y="333693"/>
                  </a:lnTo>
                  <a:lnTo>
                    <a:pt x="187050" y="333146"/>
                  </a:lnTo>
                  <a:lnTo>
                    <a:pt x="192293" y="332433"/>
                  </a:lnTo>
                  <a:lnTo>
                    <a:pt x="197512" y="331555"/>
                  </a:lnTo>
                  <a:lnTo>
                    <a:pt x="202701" y="330511"/>
                  </a:lnTo>
                  <a:lnTo>
                    <a:pt x="207853" y="329304"/>
                  </a:lnTo>
                  <a:lnTo>
                    <a:pt x="212965" y="327935"/>
                  </a:lnTo>
                  <a:lnTo>
                    <a:pt x="218031" y="326404"/>
                  </a:lnTo>
                  <a:lnTo>
                    <a:pt x="223046" y="324714"/>
                  </a:lnTo>
                  <a:lnTo>
                    <a:pt x="228005" y="322866"/>
                  </a:lnTo>
                  <a:lnTo>
                    <a:pt x="232903" y="320862"/>
                  </a:lnTo>
                  <a:lnTo>
                    <a:pt x="237735" y="318704"/>
                  </a:lnTo>
                  <a:lnTo>
                    <a:pt x="242496" y="316394"/>
                  </a:lnTo>
                  <a:lnTo>
                    <a:pt x="247182" y="313934"/>
                  </a:lnTo>
                  <a:lnTo>
                    <a:pt x="251788" y="311327"/>
                  </a:lnTo>
                  <a:lnTo>
                    <a:pt x="256309" y="308576"/>
                  </a:lnTo>
                  <a:lnTo>
                    <a:pt x="260740" y="305683"/>
                  </a:lnTo>
                  <a:lnTo>
                    <a:pt x="265078" y="302651"/>
                  </a:lnTo>
                  <a:lnTo>
                    <a:pt x="269317" y="299484"/>
                  </a:lnTo>
                  <a:lnTo>
                    <a:pt x="273454" y="296184"/>
                  </a:lnTo>
                  <a:lnTo>
                    <a:pt x="277485" y="292754"/>
                  </a:lnTo>
                  <a:lnTo>
                    <a:pt x="281405" y="289199"/>
                  </a:lnTo>
                  <a:lnTo>
                    <a:pt x="285211" y="285521"/>
                  </a:lnTo>
                  <a:lnTo>
                    <a:pt x="288898" y="281725"/>
                  </a:lnTo>
                  <a:lnTo>
                    <a:pt x="292463" y="277814"/>
                  </a:lnTo>
                  <a:lnTo>
                    <a:pt x="295903" y="273792"/>
                  </a:lnTo>
                  <a:lnTo>
                    <a:pt x="299213" y="269663"/>
                  </a:lnTo>
                  <a:lnTo>
                    <a:pt x="302391" y="265432"/>
                  </a:lnTo>
                  <a:lnTo>
                    <a:pt x="305434" y="261102"/>
                  </a:lnTo>
                  <a:lnTo>
                    <a:pt x="308338" y="256678"/>
                  </a:lnTo>
                  <a:lnTo>
                    <a:pt x="311101" y="252164"/>
                  </a:lnTo>
                  <a:lnTo>
                    <a:pt x="313719" y="247565"/>
                  </a:lnTo>
                  <a:lnTo>
                    <a:pt x="316191" y="242885"/>
                  </a:lnTo>
                  <a:lnTo>
                    <a:pt x="318513" y="238130"/>
                  </a:lnTo>
                  <a:lnTo>
                    <a:pt x="320683" y="233303"/>
                  </a:lnTo>
                  <a:lnTo>
                    <a:pt x="322700" y="228410"/>
                  </a:lnTo>
                  <a:lnTo>
                    <a:pt x="324560" y="223456"/>
                  </a:lnTo>
                  <a:lnTo>
                    <a:pt x="326263" y="218445"/>
                  </a:lnTo>
                  <a:lnTo>
                    <a:pt x="327806" y="213383"/>
                  </a:lnTo>
                  <a:lnTo>
                    <a:pt x="329189" y="208275"/>
                  </a:lnTo>
                  <a:lnTo>
                    <a:pt x="330409" y="203125"/>
                  </a:lnTo>
                  <a:lnTo>
                    <a:pt x="331465" y="197939"/>
                  </a:lnTo>
                  <a:lnTo>
                    <a:pt x="332357" y="192723"/>
                  </a:lnTo>
                  <a:lnTo>
                    <a:pt x="333083" y="187481"/>
                  </a:lnTo>
                  <a:lnTo>
                    <a:pt x="333643" y="182218"/>
                  </a:lnTo>
                  <a:lnTo>
                    <a:pt x="334036" y="176941"/>
                  </a:lnTo>
                  <a:lnTo>
                    <a:pt x="334262" y="171653"/>
                  </a:lnTo>
                  <a:lnTo>
                    <a:pt x="334320" y="166362"/>
                  </a:lnTo>
                  <a:lnTo>
                    <a:pt x="334211" y="161071"/>
                  </a:lnTo>
                  <a:lnTo>
                    <a:pt x="333934" y="155786"/>
                  </a:lnTo>
                  <a:lnTo>
                    <a:pt x="333490" y="150512"/>
                  </a:lnTo>
                  <a:lnTo>
                    <a:pt x="332880" y="145255"/>
                  </a:lnTo>
                  <a:lnTo>
                    <a:pt x="332103" y="140020"/>
                  </a:lnTo>
                  <a:lnTo>
                    <a:pt x="331161" y="134813"/>
                  </a:lnTo>
                  <a:lnTo>
                    <a:pt x="330055" y="129638"/>
                  </a:lnTo>
                  <a:lnTo>
                    <a:pt x="328785" y="124500"/>
                  </a:lnTo>
                  <a:lnTo>
                    <a:pt x="327354" y="119405"/>
                  </a:lnTo>
                  <a:lnTo>
                    <a:pt x="325762" y="114358"/>
                  </a:lnTo>
                  <a:lnTo>
                    <a:pt x="324011" y="109364"/>
                  </a:lnTo>
                  <a:lnTo>
                    <a:pt x="322102" y="104428"/>
                  </a:lnTo>
                  <a:lnTo>
                    <a:pt x="320039" y="99555"/>
                  </a:lnTo>
                  <a:lnTo>
                    <a:pt x="317822" y="94749"/>
                  </a:lnTo>
                  <a:lnTo>
                    <a:pt x="315454" y="90016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723081"/>
              <a:ext cx="148299" cy="77150"/>
            </a:xfrm>
            <a:custGeom>
              <a:avLst/>
              <a:pathLst>
                <a:path w="148299" h="77150">
                  <a:moveTo>
                    <a:pt x="148299" y="0"/>
                  </a:moveTo>
                  <a:lnTo>
                    <a:pt x="0" y="7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723081"/>
              <a:ext cx="148299" cy="77150"/>
            </a:xfrm>
            <a:custGeom>
              <a:avLst/>
              <a:pathLst>
                <a:path w="148299" h="77150">
                  <a:moveTo>
                    <a:pt x="148299" y="0"/>
                  </a:moveTo>
                  <a:lnTo>
                    <a:pt x="0" y="7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723081"/>
              <a:ext cx="148299" cy="77150"/>
            </a:xfrm>
            <a:custGeom>
              <a:avLst/>
              <a:pathLst>
                <a:path w="148299" h="77150">
                  <a:moveTo>
                    <a:pt x="148299" y="0"/>
                  </a:moveTo>
                  <a:lnTo>
                    <a:pt x="0" y="7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723081"/>
              <a:ext cx="148299" cy="77150"/>
            </a:xfrm>
            <a:custGeom>
              <a:avLst/>
              <a:pathLst>
                <a:path w="148299" h="77150">
                  <a:moveTo>
                    <a:pt x="148299" y="0"/>
                  </a:moveTo>
                  <a:lnTo>
                    <a:pt x="0" y="771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723081"/>
              <a:ext cx="148299" cy="77150"/>
            </a:xfrm>
            <a:custGeom>
              <a:avLst/>
              <a:pathLst>
                <a:path w="148299" h="77150">
                  <a:moveTo>
                    <a:pt x="148299" y="0"/>
                  </a:moveTo>
                  <a:lnTo>
                    <a:pt x="0" y="7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723081"/>
              <a:ext cx="148299" cy="77150"/>
            </a:xfrm>
            <a:custGeom>
              <a:avLst/>
              <a:pathLst>
                <a:path w="148299" h="77150">
                  <a:moveTo>
                    <a:pt x="148299" y="0"/>
                  </a:moveTo>
                  <a:lnTo>
                    <a:pt x="0" y="7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723081"/>
              <a:ext cx="148299" cy="77150"/>
            </a:xfrm>
            <a:custGeom>
              <a:avLst/>
              <a:pathLst>
                <a:path w="148299" h="77150">
                  <a:moveTo>
                    <a:pt x="148299" y="0"/>
                  </a:moveTo>
                  <a:lnTo>
                    <a:pt x="0" y="771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723081"/>
              <a:ext cx="148299" cy="77150"/>
            </a:xfrm>
            <a:custGeom>
              <a:avLst/>
              <a:pathLst>
                <a:path w="148299" h="77150">
                  <a:moveTo>
                    <a:pt x="148299" y="0"/>
                  </a:moveTo>
                  <a:lnTo>
                    <a:pt x="0" y="7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723081"/>
              <a:ext cx="148299" cy="77150"/>
            </a:xfrm>
            <a:custGeom>
              <a:avLst/>
              <a:pathLst>
                <a:path w="148299" h="77150">
                  <a:moveTo>
                    <a:pt x="148299" y="0"/>
                  </a:moveTo>
                  <a:lnTo>
                    <a:pt x="0" y="7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23081"/>
              <a:ext cx="148299" cy="77150"/>
            </a:xfrm>
            <a:custGeom>
              <a:avLst/>
              <a:pathLst>
                <a:path w="148299" h="77150">
                  <a:moveTo>
                    <a:pt x="148299" y="0"/>
                  </a:moveTo>
                  <a:lnTo>
                    <a:pt x="0" y="7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23081"/>
              <a:ext cx="148299" cy="77150"/>
            </a:xfrm>
            <a:custGeom>
              <a:avLst/>
              <a:pathLst>
                <a:path w="148299" h="77150">
                  <a:moveTo>
                    <a:pt x="148299" y="0"/>
                  </a:moveTo>
                  <a:lnTo>
                    <a:pt x="0" y="7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23081"/>
              <a:ext cx="148299" cy="77150"/>
            </a:xfrm>
            <a:custGeom>
              <a:avLst/>
              <a:pathLst>
                <a:path w="148299" h="77150">
                  <a:moveTo>
                    <a:pt x="148299" y="0"/>
                  </a:moveTo>
                  <a:lnTo>
                    <a:pt x="0" y="771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23081"/>
              <a:ext cx="148299" cy="77150"/>
            </a:xfrm>
            <a:custGeom>
              <a:avLst/>
              <a:pathLst>
                <a:path w="148299" h="77150">
                  <a:moveTo>
                    <a:pt x="148299" y="0"/>
                  </a:moveTo>
                  <a:lnTo>
                    <a:pt x="0" y="771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9801"/>
              <a:ext cx="148299" cy="160430"/>
            </a:xfrm>
            <a:custGeom>
              <a:avLst/>
              <a:pathLst>
                <a:path w="148299" h="160430">
                  <a:moveTo>
                    <a:pt x="148299" y="83279"/>
                  </a:moveTo>
                  <a:lnTo>
                    <a:pt x="145624" y="78342"/>
                  </a:lnTo>
                  <a:lnTo>
                    <a:pt x="142785" y="73497"/>
                  </a:lnTo>
                  <a:lnTo>
                    <a:pt x="139785" y="68751"/>
                  </a:lnTo>
                  <a:lnTo>
                    <a:pt x="136627" y="64108"/>
                  </a:lnTo>
                  <a:lnTo>
                    <a:pt x="133314" y="59573"/>
                  </a:lnTo>
                  <a:lnTo>
                    <a:pt x="129852" y="55152"/>
                  </a:lnTo>
                  <a:lnTo>
                    <a:pt x="126243" y="50851"/>
                  </a:lnTo>
                  <a:lnTo>
                    <a:pt x="122491" y="46672"/>
                  </a:lnTo>
                  <a:lnTo>
                    <a:pt x="118601" y="42622"/>
                  </a:lnTo>
                  <a:lnTo>
                    <a:pt x="114578" y="38706"/>
                  </a:lnTo>
                  <a:lnTo>
                    <a:pt x="110425" y="34926"/>
                  </a:lnTo>
                  <a:lnTo>
                    <a:pt x="106147" y="31288"/>
                  </a:lnTo>
                  <a:lnTo>
                    <a:pt x="101750" y="27796"/>
                  </a:lnTo>
                  <a:lnTo>
                    <a:pt x="97238" y="24453"/>
                  </a:lnTo>
                  <a:lnTo>
                    <a:pt x="92616" y="21264"/>
                  </a:lnTo>
                  <a:lnTo>
                    <a:pt x="87889" y="18232"/>
                  </a:lnTo>
                  <a:lnTo>
                    <a:pt x="83064" y="15360"/>
                  </a:lnTo>
                  <a:lnTo>
                    <a:pt x="78145" y="12652"/>
                  </a:lnTo>
                  <a:lnTo>
                    <a:pt x="73137" y="10111"/>
                  </a:lnTo>
                  <a:lnTo>
                    <a:pt x="68047" y="7739"/>
                  </a:lnTo>
                  <a:lnTo>
                    <a:pt x="62881" y="5540"/>
                  </a:lnTo>
                  <a:lnTo>
                    <a:pt x="57643" y="3515"/>
                  </a:lnTo>
                  <a:lnTo>
                    <a:pt x="52340" y="1668"/>
                  </a:lnTo>
                  <a:lnTo>
                    <a:pt x="46978" y="0"/>
                  </a:lnTo>
                  <a:lnTo>
                    <a:pt x="0" y="1604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46978" cy="167167"/>
            </a:xfrm>
            <a:custGeom>
              <a:avLst/>
              <a:pathLst>
                <a:path w="46978" h="167167">
                  <a:moveTo>
                    <a:pt x="46978" y="6736"/>
                  </a:moveTo>
                  <a:lnTo>
                    <a:pt x="41237" y="5166"/>
                  </a:lnTo>
                  <a:lnTo>
                    <a:pt x="35444" y="3800"/>
                  </a:lnTo>
                  <a:lnTo>
                    <a:pt x="29605" y="2642"/>
                  </a:lnTo>
                  <a:lnTo>
                    <a:pt x="23729" y="1692"/>
                  </a:lnTo>
                  <a:lnTo>
                    <a:pt x="17823" y="952"/>
                  </a:lnTo>
                  <a:lnTo>
                    <a:pt x="11895" y="423"/>
                  </a:lnTo>
                  <a:lnTo>
                    <a:pt x="5951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358820" y="3170392"/>
              <a:ext cx="334326" cy="334320"/>
            </a:xfrm>
            <a:custGeom>
              <a:avLst/>
              <a:pathLst>
                <a:path w="334326" h="334320">
                  <a:moveTo>
                    <a:pt x="167160" y="0"/>
                  </a:moveTo>
                  <a:lnTo>
                    <a:pt x="161878" y="83"/>
                  </a:lnTo>
                  <a:lnTo>
                    <a:pt x="156602" y="333"/>
                  </a:lnTo>
                  <a:lnTo>
                    <a:pt x="151337" y="750"/>
                  </a:lnTo>
                  <a:lnTo>
                    <a:pt x="146087" y="1333"/>
                  </a:lnTo>
                  <a:lnTo>
                    <a:pt x="140858" y="2082"/>
                  </a:lnTo>
                  <a:lnTo>
                    <a:pt x="135655" y="2995"/>
                  </a:lnTo>
                  <a:lnTo>
                    <a:pt x="130484" y="4072"/>
                  </a:lnTo>
                  <a:lnTo>
                    <a:pt x="125350" y="5313"/>
                  </a:lnTo>
                  <a:lnTo>
                    <a:pt x="120257" y="6714"/>
                  </a:lnTo>
                  <a:lnTo>
                    <a:pt x="115211" y="8276"/>
                  </a:lnTo>
                  <a:lnTo>
                    <a:pt x="110217" y="9997"/>
                  </a:lnTo>
                  <a:lnTo>
                    <a:pt x="105280" y="11874"/>
                  </a:lnTo>
                  <a:lnTo>
                    <a:pt x="100404" y="13907"/>
                  </a:lnTo>
                  <a:lnTo>
                    <a:pt x="95595" y="16093"/>
                  </a:lnTo>
                  <a:lnTo>
                    <a:pt x="90858" y="18429"/>
                  </a:lnTo>
                  <a:lnTo>
                    <a:pt x="86197" y="20914"/>
                  </a:lnTo>
                  <a:lnTo>
                    <a:pt x="81617" y="23545"/>
                  </a:lnTo>
                  <a:lnTo>
                    <a:pt x="77122" y="26319"/>
                  </a:lnTo>
                  <a:lnTo>
                    <a:pt x="72717" y="29234"/>
                  </a:lnTo>
                  <a:lnTo>
                    <a:pt x="68406" y="32287"/>
                  </a:lnTo>
                  <a:lnTo>
                    <a:pt x="64194" y="35474"/>
                  </a:lnTo>
                  <a:lnTo>
                    <a:pt x="60085" y="38793"/>
                  </a:lnTo>
                  <a:lnTo>
                    <a:pt x="56082" y="42240"/>
                  </a:lnTo>
                  <a:lnTo>
                    <a:pt x="52191" y="45812"/>
                  </a:lnTo>
                  <a:lnTo>
                    <a:pt x="48414" y="49505"/>
                  </a:lnTo>
                  <a:lnTo>
                    <a:pt x="44756" y="53315"/>
                  </a:lnTo>
                  <a:lnTo>
                    <a:pt x="41220" y="57239"/>
                  </a:lnTo>
                  <a:lnTo>
                    <a:pt x="37810" y="61273"/>
                  </a:lnTo>
                  <a:lnTo>
                    <a:pt x="34529" y="65413"/>
                  </a:lnTo>
                  <a:lnTo>
                    <a:pt x="31380" y="69654"/>
                  </a:lnTo>
                  <a:lnTo>
                    <a:pt x="28367" y="73992"/>
                  </a:lnTo>
                  <a:lnTo>
                    <a:pt x="25493" y="78424"/>
                  </a:lnTo>
                  <a:lnTo>
                    <a:pt x="22760" y="82944"/>
                  </a:lnTo>
                  <a:lnTo>
                    <a:pt x="20171" y="87548"/>
                  </a:lnTo>
                  <a:lnTo>
                    <a:pt x="17729" y="92232"/>
                  </a:lnTo>
                  <a:lnTo>
                    <a:pt x="15436" y="96991"/>
                  </a:lnTo>
                  <a:lnTo>
                    <a:pt x="13294" y="101819"/>
                  </a:lnTo>
                  <a:lnTo>
                    <a:pt x="11306" y="106713"/>
                  </a:lnTo>
                  <a:lnTo>
                    <a:pt x="9474" y="111667"/>
                  </a:lnTo>
                  <a:lnTo>
                    <a:pt x="7800" y="116677"/>
                  </a:lnTo>
                  <a:lnTo>
                    <a:pt x="6284" y="121737"/>
                  </a:lnTo>
                  <a:lnTo>
                    <a:pt x="4929" y="126842"/>
                  </a:lnTo>
                  <a:lnTo>
                    <a:pt x="3736" y="131988"/>
                  </a:lnTo>
                  <a:lnTo>
                    <a:pt x="2706" y="137169"/>
                  </a:lnTo>
                  <a:lnTo>
                    <a:pt x="1840" y="142380"/>
                  </a:lnTo>
                  <a:lnTo>
                    <a:pt x="1140" y="147615"/>
                  </a:lnTo>
                  <a:lnTo>
                    <a:pt x="605" y="152870"/>
                  </a:lnTo>
                  <a:lnTo>
                    <a:pt x="236" y="158139"/>
                  </a:lnTo>
                  <a:lnTo>
                    <a:pt x="35" y="163418"/>
                  </a:lnTo>
                  <a:lnTo>
                    <a:pt x="0" y="168700"/>
                  </a:lnTo>
                  <a:lnTo>
                    <a:pt x="131" y="173980"/>
                  </a:lnTo>
                  <a:lnTo>
                    <a:pt x="430" y="179254"/>
                  </a:lnTo>
                  <a:lnTo>
                    <a:pt x="895" y="184516"/>
                  </a:lnTo>
                  <a:lnTo>
                    <a:pt x="1526" y="189760"/>
                  </a:lnTo>
                  <a:lnTo>
                    <a:pt x="2323" y="194982"/>
                  </a:lnTo>
                  <a:lnTo>
                    <a:pt x="3284" y="200176"/>
                  </a:lnTo>
                  <a:lnTo>
                    <a:pt x="4409" y="205337"/>
                  </a:lnTo>
                  <a:lnTo>
                    <a:pt x="5696" y="210460"/>
                  </a:lnTo>
                  <a:lnTo>
                    <a:pt x="7144" y="215539"/>
                  </a:lnTo>
                  <a:lnTo>
                    <a:pt x="8752" y="220571"/>
                  </a:lnTo>
                  <a:lnTo>
                    <a:pt x="10519" y="225549"/>
                  </a:lnTo>
                  <a:lnTo>
                    <a:pt x="12441" y="230469"/>
                  </a:lnTo>
                  <a:lnTo>
                    <a:pt x="14519" y="235325"/>
                  </a:lnTo>
                  <a:lnTo>
                    <a:pt x="16748" y="240114"/>
                  </a:lnTo>
                  <a:lnTo>
                    <a:pt x="19128" y="244829"/>
                  </a:lnTo>
                  <a:lnTo>
                    <a:pt x="21655" y="249468"/>
                  </a:lnTo>
                  <a:lnTo>
                    <a:pt x="24328" y="254024"/>
                  </a:lnTo>
                  <a:lnTo>
                    <a:pt x="27144" y="258493"/>
                  </a:lnTo>
                  <a:lnTo>
                    <a:pt x="30099" y="262871"/>
                  </a:lnTo>
                  <a:lnTo>
                    <a:pt x="33191" y="267154"/>
                  </a:lnTo>
                  <a:lnTo>
                    <a:pt x="36417" y="271336"/>
                  </a:lnTo>
                  <a:lnTo>
                    <a:pt x="39773" y="275415"/>
                  </a:lnTo>
                  <a:lnTo>
                    <a:pt x="43257" y="279386"/>
                  </a:lnTo>
                  <a:lnTo>
                    <a:pt x="46864" y="283244"/>
                  </a:lnTo>
                  <a:lnTo>
                    <a:pt x="50592" y="286987"/>
                  </a:lnTo>
                  <a:lnTo>
                    <a:pt x="54435" y="290610"/>
                  </a:lnTo>
                  <a:lnTo>
                    <a:pt x="58392" y="294110"/>
                  </a:lnTo>
                  <a:lnTo>
                    <a:pt x="62457" y="297483"/>
                  </a:lnTo>
                  <a:lnTo>
                    <a:pt x="66626" y="300726"/>
                  </a:lnTo>
                  <a:lnTo>
                    <a:pt x="70896" y="303835"/>
                  </a:lnTo>
                  <a:lnTo>
                    <a:pt x="75262" y="306808"/>
                  </a:lnTo>
                  <a:lnTo>
                    <a:pt x="79720" y="309642"/>
                  </a:lnTo>
                  <a:lnTo>
                    <a:pt x="84265" y="312334"/>
                  </a:lnTo>
                  <a:lnTo>
                    <a:pt x="88893" y="314880"/>
                  </a:lnTo>
                  <a:lnTo>
                    <a:pt x="93598" y="317279"/>
                  </a:lnTo>
                  <a:lnTo>
                    <a:pt x="98378" y="319528"/>
                  </a:lnTo>
                  <a:lnTo>
                    <a:pt x="103226" y="321625"/>
                  </a:lnTo>
                  <a:lnTo>
                    <a:pt x="108138" y="323568"/>
                  </a:lnTo>
                  <a:lnTo>
                    <a:pt x="113109" y="325355"/>
                  </a:lnTo>
                  <a:lnTo>
                    <a:pt x="118133" y="326984"/>
                  </a:lnTo>
                  <a:lnTo>
                    <a:pt x="123207" y="328453"/>
                  </a:lnTo>
                  <a:lnTo>
                    <a:pt x="128325" y="329761"/>
                  </a:lnTo>
                  <a:lnTo>
                    <a:pt x="133481" y="330907"/>
                  </a:lnTo>
                  <a:lnTo>
                    <a:pt x="138671" y="331889"/>
                  </a:lnTo>
                  <a:lnTo>
                    <a:pt x="143890" y="332707"/>
                  </a:lnTo>
                  <a:lnTo>
                    <a:pt x="149131" y="333359"/>
                  </a:lnTo>
                  <a:lnTo>
                    <a:pt x="154391" y="333846"/>
                  </a:lnTo>
                  <a:lnTo>
                    <a:pt x="159663" y="334166"/>
                  </a:lnTo>
                  <a:lnTo>
                    <a:pt x="164943" y="334320"/>
                  </a:lnTo>
                  <a:lnTo>
                    <a:pt x="170225" y="334306"/>
                  </a:lnTo>
                  <a:lnTo>
                    <a:pt x="175505" y="334126"/>
                  </a:lnTo>
                  <a:lnTo>
                    <a:pt x="180775" y="333779"/>
                  </a:lnTo>
                  <a:lnTo>
                    <a:pt x="186032" y="333266"/>
                  </a:lnTo>
                  <a:lnTo>
                    <a:pt x="191271" y="332586"/>
                  </a:lnTo>
                  <a:lnTo>
                    <a:pt x="196485" y="331742"/>
                  </a:lnTo>
                  <a:lnTo>
                    <a:pt x="201670" y="330733"/>
                  </a:lnTo>
                  <a:lnTo>
                    <a:pt x="206820" y="329561"/>
                  </a:lnTo>
                  <a:lnTo>
                    <a:pt x="211931" y="328227"/>
                  </a:lnTo>
                  <a:lnTo>
                    <a:pt x="216998" y="326732"/>
                  </a:lnTo>
                  <a:lnTo>
                    <a:pt x="222014" y="325078"/>
                  </a:lnTo>
                  <a:lnTo>
                    <a:pt x="226976" y="323266"/>
                  </a:lnTo>
                  <a:lnTo>
                    <a:pt x="231878" y="321299"/>
                  </a:lnTo>
                  <a:lnTo>
                    <a:pt x="236715" y="319177"/>
                  </a:lnTo>
                  <a:lnTo>
                    <a:pt x="241483" y="316904"/>
                  </a:lnTo>
                  <a:lnTo>
                    <a:pt x="246177" y="314481"/>
                  </a:lnTo>
                  <a:lnTo>
                    <a:pt x="250791" y="311911"/>
                  </a:lnTo>
                  <a:lnTo>
                    <a:pt x="255323" y="309196"/>
                  </a:lnTo>
                  <a:lnTo>
                    <a:pt x="259766" y="306340"/>
                  </a:lnTo>
                  <a:lnTo>
                    <a:pt x="264117" y="303345"/>
                  </a:lnTo>
                  <a:lnTo>
                    <a:pt x="268371" y="300213"/>
                  </a:lnTo>
                  <a:lnTo>
                    <a:pt x="272524" y="296949"/>
                  </a:lnTo>
                  <a:lnTo>
                    <a:pt x="276571" y="293556"/>
                  </a:lnTo>
                  <a:lnTo>
                    <a:pt x="280510" y="290036"/>
                  </a:lnTo>
                  <a:lnTo>
                    <a:pt x="284335" y="286393"/>
                  </a:lnTo>
                  <a:lnTo>
                    <a:pt x="288044" y="282632"/>
                  </a:lnTo>
                  <a:lnTo>
                    <a:pt x="291631" y="278755"/>
                  </a:lnTo>
                  <a:lnTo>
                    <a:pt x="295095" y="274766"/>
                  </a:lnTo>
                  <a:lnTo>
                    <a:pt x="298430" y="270671"/>
                  </a:lnTo>
                  <a:lnTo>
                    <a:pt x="301635" y="266472"/>
                  </a:lnTo>
                  <a:lnTo>
                    <a:pt x="304705" y="262174"/>
                  </a:lnTo>
                  <a:lnTo>
                    <a:pt x="307638" y="257781"/>
                  </a:lnTo>
                  <a:lnTo>
                    <a:pt x="310431" y="253297"/>
                  </a:lnTo>
                  <a:lnTo>
                    <a:pt x="313081" y="248727"/>
                  </a:lnTo>
                  <a:lnTo>
                    <a:pt x="315585" y="244077"/>
                  </a:lnTo>
                  <a:lnTo>
                    <a:pt x="317940" y="239349"/>
                  </a:lnTo>
                  <a:lnTo>
                    <a:pt x="320146" y="234549"/>
                  </a:lnTo>
                  <a:lnTo>
                    <a:pt x="322198" y="229682"/>
                  </a:lnTo>
                  <a:lnTo>
                    <a:pt x="324096" y="224752"/>
                  </a:lnTo>
                  <a:lnTo>
                    <a:pt x="325837" y="219765"/>
                  </a:lnTo>
                  <a:lnTo>
                    <a:pt x="327419" y="214726"/>
                  </a:lnTo>
                  <a:lnTo>
                    <a:pt x="328842" y="209639"/>
                  </a:lnTo>
                  <a:lnTo>
                    <a:pt x="330103" y="204510"/>
                  </a:lnTo>
                  <a:lnTo>
                    <a:pt x="331202" y="199343"/>
                  </a:lnTo>
                  <a:lnTo>
                    <a:pt x="332136" y="194144"/>
                  </a:lnTo>
                  <a:lnTo>
                    <a:pt x="332906" y="188918"/>
                  </a:lnTo>
                  <a:lnTo>
                    <a:pt x="333511" y="183671"/>
                  </a:lnTo>
                  <a:lnTo>
                    <a:pt x="333949" y="178407"/>
                  </a:lnTo>
                  <a:lnTo>
                    <a:pt x="334221" y="173132"/>
                  </a:lnTo>
                  <a:lnTo>
                    <a:pt x="334326" y="167851"/>
                  </a:lnTo>
                  <a:lnTo>
                    <a:pt x="334264" y="162569"/>
                  </a:lnTo>
                  <a:lnTo>
                    <a:pt x="334035" y="157292"/>
                  </a:lnTo>
                  <a:lnTo>
                    <a:pt x="333640" y="152024"/>
                  </a:lnTo>
                  <a:lnTo>
                    <a:pt x="333079" y="146772"/>
                  </a:lnTo>
                  <a:lnTo>
                    <a:pt x="332351" y="141540"/>
                  </a:lnTo>
                  <a:lnTo>
                    <a:pt x="331459" y="136334"/>
                  </a:lnTo>
                  <a:lnTo>
                    <a:pt x="330403" y="131158"/>
                  </a:lnTo>
                  <a:lnTo>
                    <a:pt x="329184" y="126019"/>
                  </a:lnTo>
                  <a:lnTo>
                    <a:pt x="327803" y="120920"/>
                  </a:lnTo>
                  <a:lnTo>
                    <a:pt x="326262" y="115868"/>
                  </a:lnTo>
                  <a:lnTo>
                    <a:pt x="324562" y="110867"/>
                  </a:lnTo>
                  <a:lnTo>
                    <a:pt x="322704" y="105922"/>
                  </a:lnTo>
                  <a:lnTo>
                    <a:pt x="320692" y="101039"/>
                  </a:lnTo>
                  <a:lnTo>
                    <a:pt x="318526" y="96221"/>
                  </a:lnTo>
                  <a:lnTo>
                    <a:pt x="316209" y="91474"/>
                  </a:lnTo>
                  <a:lnTo>
                    <a:pt x="313743" y="86803"/>
                  </a:lnTo>
                  <a:lnTo>
                    <a:pt x="311131" y="82212"/>
                  </a:lnTo>
                  <a:lnTo>
                    <a:pt x="308375" y="77706"/>
                  </a:lnTo>
                  <a:lnTo>
                    <a:pt x="305478" y="73289"/>
                  </a:lnTo>
                  <a:lnTo>
                    <a:pt x="302443" y="68966"/>
                  </a:lnTo>
                  <a:lnTo>
                    <a:pt x="299273" y="64740"/>
                  </a:lnTo>
                  <a:lnTo>
                    <a:pt x="295971" y="60618"/>
                  </a:lnTo>
                  <a:lnTo>
                    <a:pt x="292540" y="56601"/>
                  </a:lnTo>
                  <a:lnTo>
                    <a:pt x="288984" y="52695"/>
                  </a:lnTo>
                  <a:lnTo>
                    <a:pt x="285307" y="48903"/>
                  </a:lnTo>
                  <a:lnTo>
                    <a:pt x="281511" y="45230"/>
                  </a:lnTo>
                  <a:lnTo>
                    <a:pt x="277602" y="41678"/>
                  </a:lnTo>
                  <a:lnTo>
                    <a:pt x="273582" y="38251"/>
                  </a:lnTo>
                  <a:lnTo>
                    <a:pt x="269456" y="34953"/>
                  </a:lnTo>
                  <a:lnTo>
                    <a:pt x="265227" y="31787"/>
                  </a:lnTo>
                  <a:lnTo>
                    <a:pt x="260901" y="28756"/>
                  </a:lnTo>
                  <a:lnTo>
                    <a:pt x="256482" y="25864"/>
                  </a:lnTo>
                  <a:lnTo>
                    <a:pt x="251973" y="23112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93505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93505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93505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93505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93505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93505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93505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93505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93505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93505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93505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93505"/>
              <a:ext cx="84812" cy="144054"/>
            </a:xfrm>
            <a:custGeom>
              <a:avLst/>
              <a:pathLst>
                <a:path w="84812" h="144054">
                  <a:moveTo>
                    <a:pt x="84812" y="0"/>
                  </a:moveTo>
                  <a:lnTo>
                    <a:pt x="0" y="144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9572"/>
              <a:ext cx="84812" cy="147987"/>
            </a:xfrm>
            <a:custGeom>
              <a:avLst/>
              <a:pathLst>
                <a:path w="84812" h="147987">
                  <a:moveTo>
                    <a:pt x="84812" y="3932"/>
                  </a:moveTo>
                  <a:lnTo>
                    <a:pt x="77747" y="0"/>
                  </a:lnTo>
                  <a:lnTo>
                    <a:pt x="0" y="1479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77747" cy="167167"/>
            </a:xfrm>
            <a:custGeom>
              <a:avLst/>
              <a:pathLst>
                <a:path w="77747" h="167167">
                  <a:moveTo>
                    <a:pt x="77747" y="19180"/>
                  </a:moveTo>
                  <a:lnTo>
                    <a:pt x="72589" y="16582"/>
                  </a:lnTo>
                  <a:lnTo>
                    <a:pt x="67343" y="14164"/>
                  </a:lnTo>
                  <a:lnTo>
                    <a:pt x="62017" y="11929"/>
                  </a:lnTo>
                  <a:lnTo>
                    <a:pt x="56618" y="9879"/>
                  </a:lnTo>
                  <a:lnTo>
                    <a:pt x="51150" y="8017"/>
                  </a:lnTo>
                  <a:lnTo>
                    <a:pt x="45622" y="6345"/>
                  </a:lnTo>
                  <a:lnTo>
                    <a:pt x="40039" y="4865"/>
                  </a:lnTo>
                  <a:lnTo>
                    <a:pt x="34408" y="3579"/>
                  </a:lnTo>
                  <a:lnTo>
                    <a:pt x="28736" y="2488"/>
                  </a:lnTo>
                  <a:lnTo>
                    <a:pt x="23030" y="1594"/>
                  </a:lnTo>
                  <a:lnTo>
                    <a:pt x="17297" y="897"/>
                  </a:lnTo>
                  <a:lnTo>
                    <a:pt x="11542" y="398"/>
                  </a:lnTo>
                  <a:lnTo>
                    <a:pt x="577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423592" y="3707720"/>
              <a:ext cx="334322" cy="334329"/>
            </a:xfrm>
            <a:custGeom>
              <a:avLst/>
              <a:pathLst>
                <a:path w="334322" h="334329">
                  <a:moveTo>
                    <a:pt x="167155" y="0"/>
                  </a:moveTo>
                  <a:lnTo>
                    <a:pt x="161865" y="83"/>
                  </a:lnTo>
                  <a:lnTo>
                    <a:pt x="156580" y="334"/>
                  </a:lnTo>
                  <a:lnTo>
                    <a:pt x="151306" y="753"/>
                  </a:lnTo>
                  <a:lnTo>
                    <a:pt x="146047" y="1338"/>
                  </a:lnTo>
                  <a:lnTo>
                    <a:pt x="140810" y="2089"/>
                  </a:lnTo>
                  <a:lnTo>
                    <a:pt x="135599" y="3005"/>
                  </a:lnTo>
                  <a:lnTo>
                    <a:pt x="130420" y="4086"/>
                  </a:lnTo>
                  <a:lnTo>
                    <a:pt x="125277" y="5330"/>
                  </a:lnTo>
                  <a:lnTo>
                    <a:pt x="120176" y="6736"/>
                  </a:lnTo>
                  <a:lnTo>
                    <a:pt x="115123" y="8304"/>
                  </a:lnTo>
                  <a:lnTo>
                    <a:pt x="110121" y="10030"/>
                  </a:lnTo>
                  <a:lnTo>
                    <a:pt x="105177" y="11913"/>
                  </a:lnTo>
                  <a:lnTo>
                    <a:pt x="100295" y="13953"/>
                  </a:lnTo>
                  <a:lnTo>
                    <a:pt x="95480" y="16145"/>
                  </a:lnTo>
                  <a:lnTo>
                    <a:pt x="90736" y="18489"/>
                  </a:lnTo>
                  <a:lnTo>
                    <a:pt x="86069" y="20982"/>
                  </a:lnTo>
                  <a:lnTo>
                    <a:pt x="81484" y="23621"/>
                  </a:lnTo>
                  <a:lnTo>
                    <a:pt x="76984" y="26404"/>
                  </a:lnTo>
                  <a:lnTo>
                    <a:pt x="72575" y="29329"/>
                  </a:lnTo>
                  <a:lnTo>
                    <a:pt x="68260" y="32391"/>
                  </a:lnTo>
                  <a:lnTo>
                    <a:pt x="64044" y="35588"/>
                  </a:lnTo>
                  <a:lnTo>
                    <a:pt x="59932" y="38917"/>
                  </a:lnTo>
                  <a:lnTo>
                    <a:pt x="55927" y="42374"/>
                  </a:lnTo>
                  <a:lnTo>
                    <a:pt x="52033" y="45957"/>
                  </a:lnTo>
                  <a:lnTo>
                    <a:pt x="48255" y="49661"/>
                  </a:lnTo>
                  <a:lnTo>
                    <a:pt x="44596" y="53483"/>
                  </a:lnTo>
                  <a:lnTo>
                    <a:pt x="41060" y="57418"/>
                  </a:lnTo>
                  <a:lnTo>
                    <a:pt x="37650" y="61463"/>
                  </a:lnTo>
                  <a:lnTo>
                    <a:pt x="34369" y="65615"/>
                  </a:lnTo>
                  <a:lnTo>
                    <a:pt x="31222" y="69868"/>
                  </a:lnTo>
                  <a:lnTo>
                    <a:pt x="28211" y="74218"/>
                  </a:lnTo>
                  <a:lnTo>
                    <a:pt x="25339" y="78662"/>
                  </a:lnTo>
                  <a:lnTo>
                    <a:pt x="22609" y="83194"/>
                  </a:lnTo>
                  <a:lnTo>
                    <a:pt x="20024" y="87811"/>
                  </a:lnTo>
                  <a:lnTo>
                    <a:pt x="17587" y="92507"/>
                  </a:lnTo>
                  <a:lnTo>
                    <a:pt x="15299" y="97278"/>
                  </a:lnTo>
                  <a:lnTo>
                    <a:pt x="13163" y="102118"/>
                  </a:lnTo>
                  <a:lnTo>
                    <a:pt x="11182" y="107024"/>
                  </a:lnTo>
                  <a:lnTo>
                    <a:pt x="9356" y="111990"/>
                  </a:lnTo>
                  <a:lnTo>
                    <a:pt x="7689" y="117012"/>
                  </a:lnTo>
                  <a:lnTo>
                    <a:pt x="6182" y="122083"/>
                  </a:lnTo>
                  <a:lnTo>
                    <a:pt x="4836" y="127200"/>
                  </a:lnTo>
                  <a:lnTo>
                    <a:pt x="3652" y="132357"/>
                  </a:lnTo>
                  <a:lnTo>
                    <a:pt x="2633" y="137549"/>
                  </a:lnTo>
                  <a:lnTo>
                    <a:pt x="1778" y="142770"/>
                  </a:lnTo>
                  <a:lnTo>
                    <a:pt x="1088" y="148016"/>
                  </a:lnTo>
                  <a:lnTo>
                    <a:pt x="566" y="153281"/>
                  </a:lnTo>
                  <a:lnTo>
                    <a:pt x="210" y="158560"/>
                  </a:lnTo>
                  <a:lnTo>
                    <a:pt x="21" y="163848"/>
                  </a:lnTo>
                  <a:lnTo>
                    <a:pt x="0" y="169139"/>
                  </a:lnTo>
                  <a:lnTo>
                    <a:pt x="146" y="174428"/>
                  </a:lnTo>
                  <a:lnTo>
                    <a:pt x="459" y="179709"/>
                  </a:lnTo>
                  <a:lnTo>
                    <a:pt x="939" y="184978"/>
                  </a:lnTo>
                  <a:lnTo>
                    <a:pt x="1586" y="190229"/>
                  </a:lnTo>
                  <a:lnTo>
                    <a:pt x="2399" y="195458"/>
                  </a:lnTo>
                  <a:lnTo>
                    <a:pt x="3377" y="200657"/>
                  </a:lnTo>
                  <a:lnTo>
                    <a:pt x="4519" y="205824"/>
                  </a:lnTo>
                  <a:lnTo>
                    <a:pt x="5824" y="210951"/>
                  </a:lnTo>
                  <a:lnTo>
                    <a:pt x="7290" y="216035"/>
                  </a:lnTo>
                  <a:lnTo>
                    <a:pt x="8917" y="221070"/>
                  </a:lnTo>
                  <a:lnTo>
                    <a:pt x="10702" y="226050"/>
                  </a:lnTo>
                  <a:lnTo>
                    <a:pt x="12644" y="230972"/>
                  </a:lnTo>
                  <a:lnTo>
                    <a:pt x="14740" y="235830"/>
                  </a:lnTo>
                  <a:lnTo>
                    <a:pt x="16989" y="240619"/>
                  </a:lnTo>
                  <a:lnTo>
                    <a:pt x="19389" y="245334"/>
                  </a:lnTo>
                  <a:lnTo>
                    <a:pt x="21937" y="249971"/>
                  </a:lnTo>
                  <a:lnTo>
                    <a:pt x="24630" y="254526"/>
                  </a:lnTo>
                  <a:lnTo>
                    <a:pt x="27466" y="258992"/>
                  </a:lnTo>
                  <a:lnTo>
                    <a:pt x="30442" y="263367"/>
                  </a:lnTo>
                  <a:lnTo>
                    <a:pt x="33555" y="267645"/>
                  </a:lnTo>
                  <a:lnTo>
                    <a:pt x="36802" y="271823"/>
                  </a:lnTo>
                  <a:lnTo>
                    <a:pt x="40179" y="275896"/>
                  </a:lnTo>
                  <a:lnTo>
                    <a:pt x="43683" y="279860"/>
                  </a:lnTo>
                  <a:lnTo>
                    <a:pt x="47312" y="283711"/>
                  </a:lnTo>
                  <a:lnTo>
                    <a:pt x="51060" y="287445"/>
                  </a:lnTo>
                  <a:lnTo>
                    <a:pt x="54924" y="291059"/>
                  </a:lnTo>
                  <a:lnTo>
                    <a:pt x="58901" y="294548"/>
                  </a:lnTo>
                  <a:lnTo>
                    <a:pt x="62987" y="297910"/>
                  </a:lnTo>
                  <a:lnTo>
                    <a:pt x="67176" y="301141"/>
                  </a:lnTo>
                  <a:lnTo>
                    <a:pt x="71466" y="304238"/>
                  </a:lnTo>
                  <a:lnTo>
                    <a:pt x="75852" y="307198"/>
                  </a:lnTo>
                  <a:lnTo>
                    <a:pt x="80329" y="310017"/>
                  </a:lnTo>
                  <a:lnTo>
                    <a:pt x="84894" y="312693"/>
                  </a:lnTo>
                  <a:lnTo>
                    <a:pt x="89540" y="315224"/>
                  </a:lnTo>
                  <a:lnTo>
                    <a:pt x="94265" y="317606"/>
                  </a:lnTo>
                  <a:lnTo>
                    <a:pt x="99062" y="319837"/>
                  </a:lnTo>
                  <a:lnTo>
                    <a:pt x="103927" y="321916"/>
                  </a:lnTo>
                  <a:lnTo>
                    <a:pt x="108856" y="323839"/>
                  </a:lnTo>
                  <a:lnTo>
                    <a:pt x="113844" y="325606"/>
                  </a:lnTo>
                  <a:lnTo>
                    <a:pt x="118884" y="327213"/>
                  </a:lnTo>
                  <a:lnTo>
                    <a:pt x="123974" y="328661"/>
                  </a:lnTo>
                  <a:lnTo>
                    <a:pt x="129106" y="329947"/>
                  </a:lnTo>
                  <a:lnTo>
                    <a:pt x="134276" y="331069"/>
                  </a:lnTo>
                  <a:lnTo>
                    <a:pt x="139480" y="332028"/>
                  </a:lnTo>
                  <a:lnTo>
                    <a:pt x="144711" y="332821"/>
                  </a:lnTo>
                  <a:lnTo>
                    <a:pt x="149965" y="333448"/>
                  </a:lnTo>
                  <a:lnTo>
                    <a:pt x="155235" y="333909"/>
                  </a:lnTo>
                  <a:lnTo>
                    <a:pt x="160518" y="334203"/>
                  </a:lnTo>
                  <a:lnTo>
                    <a:pt x="165808" y="334329"/>
                  </a:lnTo>
                  <a:lnTo>
                    <a:pt x="171098" y="334288"/>
                  </a:lnTo>
                  <a:lnTo>
                    <a:pt x="176385" y="334079"/>
                  </a:lnTo>
                  <a:lnTo>
                    <a:pt x="181663" y="333704"/>
                  </a:lnTo>
                  <a:lnTo>
                    <a:pt x="186926" y="333161"/>
                  </a:lnTo>
                  <a:lnTo>
                    <a:pt x="192169" y="332452"/>
                  </a:lnTo>
                  <a:lnTo>
                    <a:pt x="197387" y="331578"/>
                  </a:lnTo>
                  <a:lnTo>
                    <a:pt x="202575" y="330539"/>
                  </a:lnTo>
                  <a:lnTo>
                    <a:pt x="207728" y="329336"/>
                  </a:lnTo>
                  <a:lnTo>
                    <a:pt x="212839" y="327971"/>
                  </a:lnTo>
                  <a:lnTo>
                    <a:pt x="217905" y="326445"/>
                  </a:lnTo>
                  <a:lnTo>
                    <a:pt x="222920" y="324759"/>
                  </a:lnTo>
                  <a:lnTo>
                    <a:pt x="227880" y="322915"/>
                  </a:lnTo>
                  <a:lnTo>
                    <a:pt x="232778" y="320915"/>
                  </a:lnTo>
                  <a:lnTo>
                    <a:pt x="237611" y="318762"/>
                  </a:lnTo>
                  <a:lnTo>
                    <a:pt x="242373" y="316456"/>
                  </a:lnTo>
                  <a:lnTo>
                    <a:pt x="247060" y="314001"/>
                  </a:lnTo>
                  <a:lnTo>
                    <a:pt x="251667" y="311399"/>
                  </a:lnTo>
                  <a:lnTo>
                    <a:pt x="256189" y="308652"/>
                  </a:lnTo>
                  <a:lnTo>
                    <a:pt x="260622" y="305763"/>
                  </a:lnTo>
                  <a:lnTo>
                    <a:pt x="264961" y="302736"/>
                  </a:lnTo>
                  <a:lnTo>
                    <a:pt x="269202" y="299573"/>
                  </a:lnTo>
                  <a:lnTo>
                    <a:pt x="273341" y="296277"/>
                  </a:lnTo>
                  <a:lnTo>
                    <a:pt x="277374" y="292852"/>
                  </a:lnTo>
                  <a:lnTo>
                    <a:pt x="281296" y="289301"/>
                  </a:lnTo>
                  <a:lnTo>
                    <a:pt x="285104" y="285628"/>
                  </a:lnTo>
                  <a:lnTo>
                    <a:pt x="288794" y="281836"/>
                  </a:lnTo>
                  <a:lnTo>
                    <a:pt x="292362" y="277929"/>
                  </a:lnTo>
                  <a:lnTo>
                    <a:pt x="295805" y="273911"/>
                  </a:lnTo>
                  <a:lnTo>
                    <a:pt x="299118" y="269786"/>
                  </a:lnTo>
                  <a:lnTo>
                    <a:pt x="302300" y="265559"/>
                  </a:lnTo>
                  <a:lnTo>
                    <a:pt x="305346" y="261233"/>
                  </a:lnTo>
                  <a:lnTo>
                    <a:pt x="308253" y="256812"/>
                  </a:lnTo>
                  <a:lnTo>
                    <a:pt x="311020" y="252302"/>
                  </a:lnTo>
                  <a:lnTo>
                    <a:pt x="313642" y="247707"/>
                  </a:lnTo>
                  <a:lnTo>
                    <a:pt x="316117" y="243030"/>
                  </a:lnTo>
                  <a:lnTo>
                    <a:pt x="318444" y="238278"/>
                  </a:lnTo>
                  <a:lnTo>
                    <a:pt x="320618" y="233455"/>
                  </a:lnTo>
                  <a:lnTo>
                    <a:pt x="322639" y="228565"/>
                  </a:lnTo>
                  <a:lnTo>
                    <a:pt x="324504" y="223614"/>
                  </a:lnTo>
                  <a:lnTo>
                    <a:pt x="326212" y="218606"/>
                  </a:lnTo>
                  <a:lnTo>
                    <a:pt x="327760" y="213547"/>
                  </a:lnTo>
                  <a:lnTo>
                    <a:pt x="329147" y="208441"/>
                  </a:lnTo>
                  <a:lnTo>
                    <a:pt x="330372" y="203294"/>
                  </a:lnTo>
                  <a:lnTo>
                    <a:pt x="331434" y="198110"/>
                  </a:lnTo>
                  <a:lnTo>
                    <a:pt x="332331" y="192896"/>
                  </a:lnTo>
                  <a:lnTo>
                    <a:pt x="333062" y="187656"/>
                  </a:lnTo>
                  <a:lnTo>
                    <a:pt x="333628" y="182395"/>
                  </a:lnTo>
                  <a:lnTo>
                    <a:pt x="334026" y="177119"/>
                  </a:lnTo>
                  <a:lnTo>
                    <a:pt x="334258" y="171834"/>
                  </a:lnTo>
                  <a:lnTo>
                    <a:pt x="334322" y="166543"/>
                  </a:lnTo>
                  <a:lnTo>
                    <a:pt x="334218" y="161253"/>
                  </a:lnTo>
                  <a:lnTo>
                    <a:pt x="333947" y="155969"/>
                  </a:lnTo>
                  <a:lnTo>
                    <a:pt x="333509" y="150696"/>
                  </a:lnTo>
                  <a:lnTo>
                    <a:pt x="332905" y="145440"/>
                  </a:lnTo>
                  <a:lnTo>
                    <a:pt x="332134" y="140205"/>
                  </a:lnTo>
                  <a:lnTo>
                    <a:pt x="331198" y="134998"/>
                  </a:lnTo>
                  <a:lnTo>
                    <a:pt x="330098" y="129823"/>
                  </a:lnTo>
                  <a:lnTo>
                    <a:pt x="328835" y="124685"/>
                  </a:lnTo>
                  <a:lnTo>
                    <a:pt x="327409" y="119590"/>
                  </a:lnTo>
                  <a:lnTo>
                    <a:pt x="325823" y="114542"/>
                  </a:lnTo>
                  <a:lnTo>
                    <a:pt x="324079" y="109547"/>
                  </a:lnTo>
                  <a:lnTo>
                    <a:pt x="322176" y="104610"/>
                  </a:lnTo>
                  <a:lnTo>
                    <a:pt x="320119" y="99735"/>
                  </a:lnTo>
                  <a:lnTo>
                    <a:pt x="317908" y="94928"/>
                  </a:lnTo>
                  <a:lnTo>
                    <a:pt x="315547" y="90194"/>
                  </a:lnTo>
                  <a:lnTo>
                    <a:pt x="313037" y="85536"/>
                  </a:lnTo>
                  <a:lnTo>
                    <a:pt x="310380" y="80960"/>
                  </a:lnTo>
                  <a:lnTo>
                    <a:pt x="307580" y="76471"/>
                  </a:lnTo>
                  <a:lnTo>
                    <a:pt x="304640" y="72072"/>
                  </a:lnTo>
                  <a:lnTo>
                    <a:pt x="301561" y="67769"/>
                  </a:lnTo>
                  <a:lnTo>
                    <a:pt x="298349" y="63565"/>
                  </a:lnTo>
                  <a:lnTo>
                    <a:pt x="295004" y="59465"/>
                  </a:lnTo>
                  <a:lnTo>
                    <a:pt x="291532" y="55473"/>
                  </a:lnTo>
                  <a:lnTo>
                    <a:pt x="287935" y="51593"/>
                  </a:lnTo>
                  <a:lnTo>
                    <a:pt x="284217" y="47829"/>
                  </a:lnTo>
                  <a:lnTo>
                    <a:pt x="280382" y="44184"/>
                  </a:lnTo>
                  <a:lnTo>
                    <a:pt x="276433" y="40662"/>
                  </a:lnTo>
                  <a:lnTo>
                    <a:pt x="272375" y="37268"/>
                  </a:lnTo>
                  <a:lnTo>
                    <a:pt x="268211" y="34003"/>
                  </a:lnTo>
                  <a:lnTo>
                    <a:pt x="263946" y="30871"/>
                  </a:lnTo>
                  <a:lnTo>
                    <a:pt x="259585" y="27877"/>
                  </a:lnTo>
                  <a:lnTo>
                    <a:pt x="255130" y="25021"/>
                  </a:lnTo>
                  <a:lnTo>
                    <a:pt x="250588" y="22308"/>
                  </a:lnTo>
                  <a:lnTo>
                    <a:pt x="245962" y="19741"/>
                  </a:lnTo>
                  <a:lnTo>
                    <a:pt x="241257" y="17321"/>
                  </a:lnTo>
                  <a:lnTo>
                    <a:pt x="236477" y="15051"/>
                  </a:lnTo>
                  <a:lnTo>
                    <a:pt x="231629" y="12933"/>
                  </a:lnTo>
                  <a:lnTo>
                    <a:pt x="226715" y="10970"/>
                  </a:lnTo>
                  <a:lnTo>
                    <a:pt x="221743" y="9163"/>
                  </a:lnTo>
                  <a:lnTo>
                    <a:pt x="216715" y="7515"/>
                  </a:lnTo>
                  <a:lnTo>
                    <a:pt x="211638" y="6026"/>
                  </a:lnTo>
                  <a:lnTo>
                    <a:pt x="206516" y="4699"/>
                  </a:lnTo>
                  <a:lnTo>
                    <a:pt x="201355" y="3535"/>
                  </a:lnTo>
                  <a:lnTo>
                    <a:pt x="196159" y="2535"/>
                  </a:lnTo>
                  <a:lnTo>
                    <a:pt x="190934" y="1699"/>
                  </a:lnTo>
                  <a:lnTo>
                    <a:pt x="185686" y="1030"/>
                  </a:lnTo>
                  <a:lnTo>
                    <a:pt x="180419" y="527"/>
                  </a:lnTo>
                  <a:lnTo>
                    <a:pt x="175139" y="190"/>
                  </a:lnTo>
                  <a:lnTo>
                    <a:pt x="169851" y="21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42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2695" cy="167167"/>
            </a:xfrm>
            <a:custGeom>
              <a:avLst/>
              <a:pathLst>
                <a:path w="2695" h="167167">
                  <a:moveTo>
                    <a:pt x="2695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14131" y="4213821"/>
              <a:ext cx="334322" cy="334329"/>
            </a:xfrm>
            <a:custGeom>
              <a:avLst/>
              <a:pathLst>
                <a:path w="334322" h="334329">
                  <a:moveTo>
                    <a:pt x="167155" y="0"/>
                  </a:moveTo>
                  <a:lnTo>
                    <a:pt x="161865" y="83"/>
                  </a:lnTo>
                  <a:lnTo>
                    <a:pt x="156580" y="334"/>
                  </a:lnTo>
                  <a:lnTo>
                    <a:pt x="151306" y="753"/>
                  </a:lnTo>
                  <a:lnTo>
                    <a:pt x="146047" y="1338"/>
                  </a:lnTo>
                  <a:lnTo>
                    <a:pt x="140810" y="2089"/>
                  </a:lnTo>
                  <a:lnTo>
                    <a:pt x="135599" y="3005"/>
                  </a:lnTo>
                  <a:lnTo>
                    <a:pt x="130420" y="4086"/>
                  </a:lnTo>
                  <a:lnTo>
                    <a:pt x="125277" y="5330"/>
                  </a:lnTo>
                  <a:lnTo>
                    <a:pt x="120176" y="6736"/>
                  </a:lnTo>
                  <a:lnTo>
                    <a:pt x="115123" y="8304"/>
                  </a:lnTo>
                  <a:lnTo>
                    <a:pt x="110121" y="10030"/>
                  </a:lnTo>
                  <a:lnTo>
                    <a:pt x="105177" y="11913"/>
                  </a:lnTo>
                  <a:lnTo>
                    <a:pt x="100295" y="13953"/>
                  </a:lnTo>
                  <a:lnTo>
                    <a:pt x="95480" y="16145"/>
                  </a:lnTo>
                  <a:lnTo>
                    <a:pt x="90736" y="18489"/>
                  </a:lnTo>
                  <a:lnTo>
                    <a:pt x="86069" y="20982"/>
                  </a:lnTo>
                  <a:lnTo>
                    <a:pt x="81484" y="23621"/>
                  </a:lnTo>
                  <a:lnTo>
                    <a:pt x="76984" y="26404"/>
                  </a:lnTo>
                  <a:lnTo>
                    <a:pt x="72575" y="29329"/>
                  </a:lnTo>
                  <a:lnTo>
                    <a:pt x="68260" y="32391"/>
                  </a:lnTo>
                  <a:lnTo>
                    <a:pt x="64044" y="35588"/>
                  </a:lnTo>
                  <a:lnTo>
                    <a:pt x="59932" y="38917"/>
                  </a:lnTo>
                  <a:lnTo>
                    <a:pt x="55927" y="42374"/>
                  </a:lnTo>
                  <a:lnTo>
                    <a:pt x="52033" y="45957"/>
                  </a:lnTo>
                  <a:lnTo>
                    <a:pt x="48255" y="49661"/>
                  </a:lnTo>
                  <a:lnTo>
                    <a:pt x="44596" y="53483"/>
                  </a:lnTo>
                  <a:lnTo>
                    <a:pt x="41060" y="57418"/>
                  </a:lnTo>
                  <a:lnTo>
                    <a:pt x="37650" y="61463"/>
                  </a:lnTo>
                  <a:lnTo>
                    <a:pt x="34369" y="65615"/>
                  </a:lnTo>
                  <a:lnTo>
                    <a:pt x="31222" y="69868"/>
                  </a:lnTo>
                  <a:lnTo>
                    <a:pt x="28211" y="74218"/>
                  </a:lnTo>
                  <a:lnTo>
                    <a:pt x="25339" y="78662"/>
                  </a:lnTo>
                  <a:lnTo>
                    <a:pt x="22609" y="83194"/>
                  </a:lnTo>
                  <a:lnTo>
                    <a:pt x="20024" y="87811"/>
                  </a:lnTo>
                  <a:lnTo>
                    <a:pt x="17587" y="92507"/>
                  </a:lnTo>
                  <a:lnTo>
                    <a:pt x="15299" y="97278"/>
                  </a:lnTo>
                  <a:lnTo>
                    <a:pt x="13163" y="102118"/>
                  </a:lnTo>
                  <a:lnTo>
                    <a:pt x="11182" y="107024"/>
                  </a:lnTo>
                  <a:lnTo>
                    <a:pt x="9356" y="111990"/>
                  </a:lnTo>
                  <a:lnTo>
                    <a:pt x="7689" y="117012"/>
                  </a:lnTo>
                  <a:lnTo>
                    <a:pt x="6182" y="122083"/>
                  </a:lnTo>
                  <a:lnTo>
                    <a:pt x="4836" y="127200"/>
                  </a:lnTo>
                  <a:lnTo>
                    <a:pt x="3652" y="132357"/>
                  </a:lnTo>
                  <a:lnTo>
                    <a:pt x="2633" y="137549"/>
                  </a:lnTo>
                  <a:lnTo>
                    <a:pt x="1778" y="142770"/>
                  </a:lnTo>
                  <a:lnTo>
                    <a:pt x="1088" y="148016"/>
                  </a:lnTo>
                  <a:lnTo>
                    <a:pt x="566" y="153281"/>
                  </a:lnTo>
                  <a:lnTo>
                    <a:pt x="210" y="158560"/>
                  </a:lnTo>
                  <a:lnTo>
                    <a:pt x="21" y="163848"/>
                  </a:lnTo>
                  <a:lnTo>
                    <a:pt x="0" y="169139"/>
                  </a:lnTo>
                  <a:lnTo>
                    <a:pt x="146" y="174428"/>
                  </a:lnTo>
                  <a:lnTo>
                    <a:pt x="459" y="179709"/>
                  </a:lnTo>
                  <a:lnTo>
                    <a:pt x="939" y="184978"/>
                  </a:lnTo>
                  <a:lnTo>
                    <a:pt x="1586" y="190229"/>
                  </a:lnTo>
                  <a:lnTo>
                    <a:pt x="2399" y="195458"/>
                  </a:lnTo>
                  <a:lnTo>
                    <a:pt x="3377" y="200657"/>
                  </a:lnTo>
                  <a:lnTo>
                    <a:pt x="4519" y="205824"/>
                  </a:lnTo>
                  <a:lnTo>
                    <a:pt x="5824" y="210951"/>
                  </a:lnTo>
                  <a:lnTo>
                    <a:pt x="7290" y="216035"/>
                  </a:lnTo>
                  <a:lnTo>
                    <a:pt x="8917" y="221070"/>
                  </a:lnTo>
                  <a:lnTo>
                    <a:pt x="10702" y="226050"/>
                  </a:lnTo>
                  <a:lnTo>
                    <a:pt x="12644" y="230972"/>
                  </a:lnTo>
                  <a:lnTo>
                    <a:pt x="14740" y="235830"/>
                  </a:lnTo>
                  <a:lnTo>
                    <a:pt x="16989" y="240619"/>
                  </a:lnTo>
                  <a:lnTo>
                    <a:pt x="19389" y="245334"/>
                  </a:lnTo>
                  <a:lnTo>
                    <a:pt x="21937" y="249971"/>
                  </a:lnTo>
                  <a:lnTo>
                    <a:pt x="24630" y="254526"/>
                  </a:lnTo>
                  <a:lnTo>
                    <a:pt x="27466" y="258992"/>
                  </a:lnTo>
                  <a:lnTo>
                    <a:pt x="30442" y="263367"/>
                  </a:lnTo>
                  <a:lnTo>
                    <a:pt x="33555" y="267645"/>
                  </a:lnTo>
                  <a:lnTo>
                    <a:pt x="36802" y="271823"/>
                  </a:lnTo>
                  <a:lnTo>
                    <a:pt x="40179" y="275896"/>
                  </a:lnTo>
                  <a:lnTo>
                    <a:pt x="43683" y="279860"/>
                  </a:lnTo>
                  <a:lnTo>
                    <a:pt x="47312" y="283711"/>
                  </a:lnTo>
                  <a:lnTo>
                    <a:pt x="51060" y="287445"/>
                  </a:lnTo>
                  <a:lnTo>
                    <a:pt x="54924" y="291059"/>
                  </a:lnTo>
                  <a:lnTo>
                    <a:pt x="58901" y="294548"/>
                  </a:lnTo>
                  <a:lnTo>
                    <a:pt x="62987" y="297910"/>
                  </a:lnTo>
                  <a:lnTo>
                    <a:pt x="67176" y="301141"/>
                  </a:lnTo>
                  <a:lnTo>
                    <a:pt x="71466" y="304238"/>
                  </a:lnTo>
                  <a:lnTo>
                    <a:pt x="75852" y="307198"/>
                  </a:lnTo>
                  <a:lnTo>
                    <a:pt x="80329" y="310017"/>
                  </a:lnTo>
                  <a:lnTo>
                    <a:pt x="84894" y="312693"/>
                  </a:lnTo>
                  <a:lnTo>
                    <a:pt x="89540" y="315224"/>
                  </a:lnTo>
                  <a:lnTo>
                    <a:pt x="94265" y="317606"/>
                  </a:lnTo>
                  <a:lnTo>
                    <a:pt x="99062" y="319837"/>
                  </a:lnTo>
                  <a:lnTo>
                    <a:pt x="103927" y="321916"/>
                  </a:lnTo>
                  <a:lnTo>
                    <a:pt x="108856" y="323839"/>
                  </a:lnTo>
                  <a:lnTo>
                    <a:pt x="113844" y="325606"/>
                  </a:lnTo>
                  <a:lnTo>
                    <a:pt x="118884" y="327213"/>
                  </a:lnTo>
                  <a:lnTo>
                    <a:pt x="123974" y="328661"/>
                  </a:lnTo>
                  <a:lnTo>
                    <a:pt x="129106" y="329947"/>
                  </a:lnTo>
                  <a:lnTo>
                    <a:pt x="134276" y="331069"/>
                  </a:lnTo>
                  <a:lnTo>
                    <a:pt x="139480" y="332028"/>
                  </a:lnTo>
                  <a:lnTo>
                    <a:pt x="144711" y="332821"/>
                  </a:lnTo>
                  <a:lnTo>
                    <a:pt x="149965" y="333448"/>
                  </a:lnTo>
                  <a:lnTo>
                    <a:pt x="155235" y="333909"/>
                  </a:lnTo>
                  <a:lnTo>
                    <a:pt x="160518" y="334203"/>
                  </a:lnTo>
                  <a:lnTo>
                    <a:pt x="165808" y="334329"/>
                  </a:lnTo>
                  <a:lnTo>
                    <a:pt x="171098" y="334288"/>
                  </a:lnTo>
                  <a:lnTo>
                    <a:pt x="176385" y="334079"/>
                  </a:lnTo>
                  <a:lnTo>
                    <a:pt x="181663" y="333704"/>
                  </a:lnTo>
                  <a:lnTo>
                    <a:pt x="186926" y="333161"/>
                  </a:lnTo>
                  <a:lnTo>
                    <a:pt x="192169" y="332452"/>
                  </a:lnTo>
                  <a:lnTo>
                    <a:pt x="197387" y="331578"/>
                  </a:lnTo>
                  <a:lnTo>
                    <a:pt x="202575" y="330539"/>
                  </a:lnTo>
                  <a:lnTo>
                    <a:pt x="207728" y="329336"/>
                  </a:lnTo>
                  <a:lnTo>
                    <a:pt x="212839" y="327971"/>
                  </a:lnTo>
                  <a:lnTo>
                    <a:pt x="217905" y="326445"/>
                  </a:lnTo>
                  <a:lnTo>
                    <a:pt x="222920" y="324759"/>
                  </a:lnTo>
                  <a:lnTo>
                    <a:pt x="227880" y="322915"/>
                  </a:lnTo>
                  <a:lnTo>
                    <a:pt x="232778" y="320915"/>
                  </a:lnTo>
                  <a:lnTo>
                    <a:pt x="237611" y="318762"/>
                  </a:lnTo>
                  <a:lnTo>
                    <a:pt x="242373" y="316456"/>
                  </a:lnTo>
                  <a:lnTo>
                    <a:pt x="247060" y="314001"/>
                  </a:lnTo>
                  <a:lnTo>
                    <a:pt x="251667" y="311399"/>
                  </a:lnTo>
                  <a:lnTo>
                    <a:pt x="256189" y="308652"/>
                  </a:lnTo>
                  <a:lnTo>
                    <a:pt x="260622" y="305763"/>
                  </a:lnTo>
                  <a:lnTo>
                    <a:pt x="264961" y="302736"/>
                  </a:lnTo>
                  <a:lnTo>
                    <a:pt x="269202" y="299573"/>
                  </a:lnTo>
                  <a:lnTo>
                    <a:pt x="273341" y="296277"/>
                  </a:lnTo>
                  <a:lnTo>
                    <a:pt x="277374" y="292852"/>
                  </a:lnTo>
                  <a:lnTo>
                    <a:pt x="281296" y="289301"/>
                  </a:lnTo>
                  <a:lnTo>
                    <a:pt x="285104" y="285628"/>
                  </a:lnTo>
                  <a:lnTo>
                    <a:pt x="288794" y="281836"/>
                  </a:lnTo>
                  <a:lnTo>
                    <a:pt x="292362" y="277929"/>
                  </a:lnTo>
                  <a:lnTo>
                    <a:pt x="295805" y="273911"/>
                  </a:lnTo>
                  <a:lnTo>
                    <a:pt x="299118" y="269786"/>
                  </a:lnTo>
                  <a:lnTo>
                    <a:pt x="302300" y="265559"/>
                  </a:lnTo>
                  <a:lnTo>
                    <a:pt x="305346" y="261233"/>
                  </a:lnTo>
                  <a:lnTo>
                    <a:pt x="308253" y="256812"/>
                  </a:lnTo>
                  <a:lnTo>
                    <a:pt x="311020" y="252302"/>
                  </a:lnTo>
                  <a:lnTo>
                    <a:pt x="313642" y="247707"/>
                  </a:lnTo>
                  <a:lnTo>
                    <a:pt x="316117" y="243030"/>
                  </a:lnTo>
                  <a:lnTo>
                    <a:pt x="318444" y="238278"/>
                  </a:lnTo>
                  <a:lnTo>
                    <a:pt x="320618" y="233455"/>
                  </a:lnTo>
                  <a:lnTo>
                    <a:pt x="322639" y="228565"/>
                  </a:lnTo>
                  <a:lnTo>
                    <a:pt x="324504" y="223614"/>
                  </a:lnTo>
                  <a:lnTo>
                    <a:pt x="326212" y="218606"/>
                  </a:lnTo>
                  <a:lnTo>
                    <a:pt x="327760" y="213547"/>
                  </a:lnTo>
                  <a:lnTo>
                    <a:pt x="329147" y="208441"/>
                  </a:lnTo>
                  <a:lnTo>
                    <a:pt x="330372" y="203294"/>
                  </a:lnTo>
                  <a:lnTo>
                    <a:pt x="331434" y="198110"/>
                  </a:lnTo>
                  <a:lnTo>
                    <a:pt x="332331" y="192896"/>
                  </a:lnTo>
                  <a:lnTo>
                    <a:pt x="333062" y="187656"/>
                  </a:lnTo>
                  <a:lnTo>
                    <a:pt x="333628" y="182395"/>
                  </a:lnTo>
                  <a:lnTo>
                    <a:pt x="334026" y="177119"/>
                  </a:lnTo>
                  <a:lnTo>
                    <a:pt x="334258" y="171834"/>
                  </a:lnTo>
                  <a:lnTo>
                    <a:pt x="334322" y="166543"/>
                  </a:lnTo>
                  <a:lnTo>
                    <a:pt x="334218" y="161253"/>
                  </a:lnTo>
                  <a:lnTo>
                    <a:pt x="333947" y="155969"/>
                  </a:lnTo>
                  <a:lnTo>
                    <a:pt x="333509" y="150696"/>
                  </a:lnTo>
                  <a:lnTo>
                    <a:pt x="332905" y="145440"/>
                  </a:lnTo>
                  <a:lnTo>
                    <a:pt x="332134" y="140205"/>
                  </a:lnTo>
                  <a:lnTo>
                    <a:pt x="331198" y="134998"/>
                  </a:lnTo>
                  <a:lnTo>
                    <a:pt x="330098" y="129823"/>
                  </a:lnTo>
                  <a:lnTo>
                    <a:pt x="328835" y="124685"/>
                  </a:lnTo>
                  <a:lnTo>
                    <a:pt x="327409" y="119590"/>
                  </a:lnTo>
                  <a:lnTo>
                    <a:pt x="325823" y="114542"/>
                  </a:lnTo>
                  <a:lnTo>
                    <a:pt x="324079" y="109547"/>
                  </a:lnTo>
                  <a:lnTo>
                    <a:pt x="322176" y="104610"/>
                  </a:lnTo>
                  <a:lnTo>
                    <a:pt x="320119" y="99735"/>
                  </a:lnTo>
                  <a:lnTo>
                    <a:pt x="317908" y="94928"/>
                  </a:lnTo>
                  <a:lnTo>
                    <a:pt x="315547" y="90194"/>
                  </a:lnTo>
                  <a:lnTo>
                    <a:pt x="313037" y="85536"/>
                  </a:lnTo>
                  <a:lnTo>
                    <a:pt x="310380" y="80960"/>
                  </a:lnTo>
                  <a:lnTo>
                    <a:pt x="307580" y="76471"/>
                  </a:lnTo>
                  <a:lnTo>
                    <a:pt x="304640" y="72072"/>
                  </a:lnTo>
                  <a:lnTo>
                    <a:pt x="301561" y="67769"/>
                  </a:lnTo>
                  <a:lnTo>
                    <a:pt x="298349" y="63565"/>
                  </a:lnTo>
                  <a:lnTo>
                    <a:pt x="295004" y="59465"/>
                  </a:lnTo>
                  <a:lnTo>
                    <a:pt x="291532" y="55473"/>
                  </a:lnTo>
                  <a:lnTo>
                    <a:pt x="287935" y="51593"/>
                  </a:lnTo>
                  <a:lnTo>
                    <a:pt x="284217" y="47829"/>
                  </a:lnTo>
                  <a:lnTo>
                    <a:pt x="280382" y="44184"/>
                  </a:lnTo>
                  <a:lnTo>
                    <a:pt x="276433" y="40662"/>
                  </a:lnTo>
                  <a:lnTo>
                    <a:pt x="272375" y="37268"/>
                  </a:lnTo>
                  <a:lnTo>
                    <a:pt x="268211" y="34003"/>
                  </a:lnTo>
                  <a:lnTo>
                    <a:pt x="263946" y="30871"/>
                  </a:lnTo>
                  <a:lnTo>
                    <a:pt x="259585" y="27877"/>
                  </a:lnTo>
                  <a:lnTo>
                    <a:pt x="255130" y="25021"/>
                  </a:lnTo>
                  <a:lnTo>
                    <a:pt x="250588" y="22308"/>
                  </a:lnTo>
                  <a:lnTo>
                    <a:pt x="245962" y="19741"/>
                  </a:lnTo>
                  <a:lnTo>
                    <a:pt x="241257" y="17321"/>
                  </a:lnTo>
                  <a:lnTo>
                    <a:pt x="236477" y="15051"/>
                  </a:lnTo>
                  <a:lnTo>
                    <a:pt x="231629" y="12933"/>
                  </a:lnTo>
                  <a:lnTo>
                    <a:pt x="226715" y="10970"/>
                  </a:lnTo>
                  <a:lnTo>
                    <a:pt x="221743" y="9163"/>
                  </a:lnTo>
                  <a:lnTo>
                    <a:pt x="216715" y="7515"/>
                  </a:lnTo>
                  <a:lnTo>
                    <a:pt x="211638" y="6026"/>
                  </a:lnTo>
                  <a:lnTo>
                    <a:pt x="206516" y="4699"/>
                  </a:lnTo>
                  <a:lnTo>
                    <a:pt x="201355" y="3535"/>
                  </a:lnTo>
                  <a:lnTo>
                    <a:pt x="196159" y="2535"/>
                  </a:lnTo>
                  <a:lnTo>
                    <a:pt x="190934" y="1699"/>
                  </a:lnTo>
                  <a:lnTo>
                    <a:pt x="185686" y="1030"/>
                  </a:lnTo>
                  <a:lnTo>
                    <a:pt x="180419" y="527"/>
                  </a:lnTo>
                  <a:lnTo>
                    <a:pt x="175139" y="190"/>
                  </a:lnTo>
                  <a:lnTo>
                    <a:pt x="169851" y="21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43"/>
              <a:ext cx="2695" cy="167145"/>
            </a:xfrm>
            <a:custGeom>
              <a:avLst/>
              <a:pathLst>
                <a:path w="2695" h="167145">
                  <a:moveTo>
                    <a:pt x="2695" y="0"/>
                  </a:moveTo>
                  <a:lnTo>
                    <a:pt x="0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2695" cy="167167"/>
            </a:xfrm>
            <a:custGeom>
              <a:avLst/>
              <a:pathLst>
                <a:path w="2695" h="167167">
                  <a:moveTo>
                    <a:pt x="2695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919363" y="4659281"/>
              <a:ext cx="167161" cy="192896"/>
            </a:xfrm>
            <a:custGeom>
              <a:avLst/>
              <a:pathLst>
                <a:path w="167161" h="192896">
                  <a:moveTo>
                    <a:pt x="167161" y="0"/>
                  </a:moveTo>
                  <a:lnTo>
                    <a:pt x="161720" y="88"/>
                  </a:lnTo>
                  <a:lnTo>
                    <a:pt x="156285" y="354"/>
                  </a:lnTo>
                  <a:lnTo>
                    <a:pt x="150862" y="796"/>
                  </a:lnTo>
                  <a:lnTo>
                    <a:pt x="145455" y="1415"/>
                  </a:lnTo>
                  <a:lnTo>
                    <a:pt x="140072" y="2209"/>
                  </a:lnTo>
                  <a:lnTo>
                    <a:pt x="134717" y="3178"/>
                  </a:lnTo>
                  <a:lnTo>
                    <a:pt x="129397" y="4321"/>
                  </a:lnTo>
                  <a:lnTo>
                    <a:pt x="124117" y="5636"/>
                  </a:lnTo>
                  <a:lnTo>
                    <a:pt x="118882" y="7123"/>
                  </a:lnTo>
                  <a:lnTo>
                    <a:pt x="113699" y="8779"/>
                  </a:lnTo>
                  <a:lnTo>
                    <a:pt x="108572" y="10603"/>
                  </a:lnTo>
                  <a:lnTo>
                    <a:pt x="103507" y="12593"/>
                  </a:lnTo>
                  <a:lnTo>
                    <a:pt x="98510" y="14747"/>
                  </a:lnTo>
                  <a:lnTo>
                    <a:pt x="93586" y="17062"/>
                  </a:lnTo>
                  <a:lnTo>
                    <a:pt x="88739" y="19536"/>
                  </a:lnTo>
                  <a:lnTo>
                    <a:pt x="83975" y="22167"/>
                  </a:lnTo>
                  <a:lnTo>
                    <a:pt x="79300" y="24951"/>
                  </a:lnTo>
                  <a:lnTo>
                    <a:pt x="74718" y="27886"/>
                  </a:lnTo>
                  <a:lnTo>
                    <a:pt x="70234" y="30969"/>
                  </a:lnTo>
                  <a:lnTo>
                    <a:pt x="65852" y="34195"/>
                  </a:lnTo>
                  <a:lnTo>
                    <a:pt x="61578" y="37563"/>
                  </a:lnTo>
                  <a:lnTo>
                    <a:pt x="57416" y="41068"/>
                  </a:lnTo>
                  <a:lnTo>
                    <a:pt x="53369" y="44707"/>
                  </a:lnTo>
                  <a:lnTo>
                    <a:pt x="49444" y="48476"/>
                  </a:lnTo>
                  <a:lnTo>
                    <a:pt x="45643" y="52370"/>
                  </a:lnTo>
                  <a:lnTo>
                    <a:pt x="41971" y="56386"/>
                  </a:lnTo>
                  <a:lnTo>
                    <a:pt x="38432" y="60519"/>
                  </a:lnTo>
                  <a:lnTo>
                    <a:pt x="35029" y="64766"/>
                  </a:lnTo>
                  <a:lnTo>
                    <a:pt x="31766" y="69120"/>
                  </a:lnTo>
                  <a:lnTo>
                    <a:pt x="28647" y="73579"/>
                  </a:lnTo>
                  <a:lnTo>
                    <a:pt x="25674" y="78137"/>
                  </a:lnTo>
                  <a:lnTo>
                    <a:pt x="22851" y="82789"/>
                  </a:lnTo>
                  <a:lnTo>
                    <a:pt x="20182" y="87531"/>
                  </a:lnTo>
                  <a:lnTo>
                    <a:pt x="17667" y="92357"/>
                  </a:lnTo>
                  <a:lnTo>
                    <a:pt x="15312" y="97262"/>
                  </a:lnTo>
                  <a:lnTo>
                    <a:pt x="13117" y="102242"/>
                  </a:lnTo>
                  <a:lnTo>
                    <a:pt x="11085" y="107290"/>
                  </a:lnTo>
                  <a:lnTo>
                    <a:pt x="9219" y="112401"/>
                  </a:lnTo>
                  <a:lnTo>
                    <a:pt x="7520" y="117571"/>
                  </a:lnTo>
                  <a:lnTo>
                    <a:pt x="5991" y="122793"/>
                  </a:lnTo>
                  <a:lnTo>
                    <a:pt x="4632" y="128062"/>
                  </a:lnTo>
                  <a:lnTo>
                    <a:pt x="3445" y="133373"/>
                  </a:lnTo>
                  <a:lnTo>
                    <a:pt x="2432" y="138719"/>
                  </a:lnTo>
                  <a:lnTo>
                    <a:pt x="1593" y="144096"/>
                  </a:lnTo>
                  <a:lnTo>
                    <a:pt x="930" y="149497"/>
                  </a:lnTo>
                  <a:lnTo>
                    <a:pt x="443" y="154917"/>
                  </a:lnTo>
                  <a:lnTo>
                    <a:pt x="133" y="160350"/>
                  </a:lnTo>
                  <a:lnTo>
                    <a:pt x="0" y="165790"/>
                  </a:lnTo>
                  <a:lnTo>
                    <a:pt x="43" y="171231"/>
                  </a:lnTo>
                  <a:lnTo>
                    <a:pt x="264" y="176668"/>
                  </a:lnTo>
                  <a:lnTo>
                    <a:pt x="662" y="182095"/>
                  </a:lnTo>
                  <a:lnTo>
                    <a:pt x="1236" y="187506"/>
                  </a:lnTo>
                  <a:lnTo>
                    <a:pt x="1986" y="192896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921349" y="4826449"/>
              <a:ext cx="165175" cy="25729"/>
            </a:xfrm>
            <a:custGeom>
              <a:avLst/>
              <a:pathLst>
                <a:path w="165175" h="25729">
                  <a:moveTo>
                    <a:pt x="0" y="25729"/>
                  </a:moveTo>
                  <a:lnTo>
                    <a:pt x="1651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921349" y="4826449"/>
              <a:ext cx="165175" cy="25729"/>
            </a:xfrm>
            <a:custGeom>
              <a:avLst/>
              <a:pathLst>
                <a:path w="165175" h="25729">
                  <a:moveTo>
                    <a:pt x="0" y="25729"/>
                  </a:moveTo>
                  <a:lnTo>
                    <a:pt x="16517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921349" y="4826449"/>
              <a:ext cx="165175" cy="25729"/>
            </a:xfrm>
            <a:custGeom>
              <a:avLst/>
              <a:pathLst>
                <a:path w="165175" h="25729">
                  <a:moveTo>
                    <a:pt x="0" y="25729"/>
                  </a:moveTo>
                  <a:lnTo>
                    <a:pt x="16517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921349" y="4826449"/>
              <a:ext cx="165175" cy="25729"/>
            </a:xfrm>
            <a:custGeom>
              <a:avLst/>
              <a:pathLst>
                <a:path w="165175" h="25729">
                  <a:moveTo>
                    <a:pt x="0" y="25729"/>
                  </a:moveTo>
                  <a:lnTo>
                    <a:pt x="1651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921349" y="4826449"/>
              <a:ext cx="165175" cy="25729"/>
            </a:xfrm>
            <a:custGeom>
              <a:avLst/>
              <a:pathLst>
                <a:path w="165175" h="25729">
                  <a:moveTo>
                    <a:pt x="0" y="25729"/>
                  </a:moveTo>
                  <a:lnTo>
                    <a:pt x="1651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921349" y="4826449"/>
              <a:ext cx="165175" cy="25729"/>
            </a:xfrm>
            <a:custGeom>
              <a:avLst/>
              <a:pathLst>
                <a:path w="165175" h="25729">
                  <a:moveTo>
                    <a:pt x="0" y="25729"/>
                  </a:moveTo>
                  <a:lnTo>
                    <a:pt x="1651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921349" y="4826449"/>
              <a:ext cx="165175" cy="25729"/>
            </a:xfrm>
            <a:custGeom>
              <a:avLst/>
              <a:pathLst>
                <a:path w="165175" h="25729">
                  <a:moveTo>
                    <a:pt x="0" y="25729"/>
                  </a:moveTo>
                  <a:lnTo>
                    <a:pt x="16517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921349" y="4826449"/>
              <a:ext cx="165175" cy="25729"/>
            </a:xfrm>
            <a:custGeom>
              <a:avLst/>
              <a:pathLst>
                <a:path w="165175" h="25729">
                  <a:moveTo>
                    <a:pt x="0" y="25729"/>
                  </a:moveTo>
                  <a:lnTo>
                    <a:pt x="16517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21349" y="4826449"/>
              <a:ext cx="165175" cy="25729"/>
            </a:xfrm>
            <a:custGeom>
              <a:avLst/>
              <a:pathLst>
                <a:path w="165175" h="25729">
                  <a:moveTo>
                    <a:pt x="0" y="25729"/>
                  </a:moveTo>
                  <a:lnTo>
                    <a:pt x="16517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1349" y="4826449"/>
              <a:ext cx="165175" cy="45035"/>
            </a:xfrm>
            <a:custGeom>
              <a:avLst/>
              <a:pathLst>
                <a:path w="165175" h="45035">
                  <a:moveTo>
                    <a:pt x="0" y="25729"/>
                  </a:moveTo>
                  <a:lnTo>
                    <a:pt x="1808" y="35444"/>
                  </a:lnTo>
                  <a:lnTo>
                    <a:pt x="4188" y="45035"/>
                  </a:lnTo>
                  <a:lnTo>
                    <a:pt x="16517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5538" y="4659281"/>
              <a:ext cx="328136" cy="334334"/>
            </a:xfrm>
            <a:custGeom>
              <a:avLst/>
              <a:pathLst>
                <a:path w="328136" h="334334">
                  <a:moveTo>
                    <a:pt x="0" y="212202"/>
                  </a:moveTo>
                  <a:lnTo>
                    <a:pt x="1508" y="217284"/>
                  </a:lnTo>
                  <a:lnTo>
                    <a:pt x="3178" y="222315"/>
                  </a:lnTo>
                  <a:lnTo>
                    <a:pt x="5005" y="227291"/>
                  </a:lnTo>
                  <a:lnTo>
                    <a:pt x="6990" y="232206"/>
                  </a:lnTo>
                  <a:lnTo>
                    <a:pt x="9130" y="237056"/>
                  </a:lnTo>
                  <a:lnTo>
                    <a:pt x="11422" y="241836"/>
                  </a:lnTo>
                  <a:lnTo>
                    <a:pt x="13865" y="246541"/>
                  </a:lnTo>
                  <a:lnTo>
                    <a:pt x="16455" y="251165"/>
                  </a:lnTo>
                  <a:lnTo>
                    <a:pt x="19191" y="255706"/>
                  </a:lnTo>
                  <a:lnTo>
                    <a:pt x="22070" y="260157"/>
                  </a:lnTo>
                  <a:lnTo>
                    <a:pt x="25088" y="264515"/>
                  </a:lnTo>
                  <a:lnTo>
                    <a:pt x="28243" y="268775"/>
                  </a:lnTo>
                  <a:lnTo>
                    <a:pt x="31531" y="272932"/>
                  </a:lnTo>
                  <a:lnTo>
                    <a:pt x="34950" y="276984"/>
                  </a:lnTo>
                  <a:lnTo>
                    <a:pt x="38495" y="280925"/>
                  </a:lnTo>
                  <a:lnTo>
                    <a:pt x="42163" y="284751"/>
                  </a:lnTo>
                  <a:lnTo>
                    <a:pt x="45951" y="288459"/>
                  </a:lnTo>
                  <a:lnTo>
                    <a:pt x="49855" y="292046"/>
                  </a:lnTo>
                  <a:lnTo>
                    <a:pt x="53870" y="295507"/>
                  </a:lnTo>
                  <a:lnTo>
                    <a:pt x="57993" y="298838"/>
                  </a:lnTo>
                  <a:lnTo>
                    <a:pt x="62220" y="302038"/>
                  </a:lnTo>
                  <a:lnTo>
                    <a:pt x="66546" y="305101"/>
                  </a:lnTo>
                  <a:lnTo>
                    <a:pt x="70966" y="308026"/>
                  </a:lnTo>
                  <a:lnTo>
                    <a:pt x="75478" y="310810"/>
                  </a:lnTo>
                  <a:lnTo>
                    <a:pt x="80075" y="313449"/>
                  </a:lnTo>
                  <a:lnTo>
                    <a:pt x="84754" y="315940"/>
                  </a:lnTo>
                  <a:lnTo>
                    <a:pt x="89509" y="318283"/>
                  </a:lnTo>
                  <a:lnTo>
                    <a:pt x="94336" y="320473"/>
                  </a:lnTo>
                  <a:lnTo>
                    <a:pt x="99231" y="322509"/>
                  </a:lnTo>
                  <a:lnTo>
                    <a:pt x="104187" y="324389"/>
                  </a:lnTo>
                  <a:lnTo>
                    <a:pt x="109201" y="326111"/>
                  </a:lnTo>
                  <a:lnTo>
                    <a:pt x="114266" y="327673"/>
                  </a:lnTo>
                  <a:lnTo>
                    <a:pt x="119379" y="329074"/>
                  </a:lnTo>
                  <a:lnTo>
                    <a:pt x="124533" y="330311"/>
                  </a:lnTo>
                  <a:lnTo>
                    <a:pt x="129724" y="331385"/>
                  </a:lnTo>
                  <a:lnTo>
                    <a:pt x="134947" y="332294"/>
                  </a:lnTo>
                  <a:lnTo>
                    <a:pt x="140195" y="333036"/>
                  </a:lnTo>
                  <a:lnTo>
                    <a:pt x="145465" y="333612"/>
                  </a:lnTo>
                  <a:lnTo>
                    <a:pt x="150750" y="334021"/>
                  </a:lnTo>
                  <a:lnTo>
                    <a:pt x="156045" y="334261"/>
                  </a:lnTo>
                  <a:lnTo>
                    <a:pt x="161346" y="334334"/>
                  </a:lnTo>
                  <a:lnTo>
                    <a:pt x="166646" y="334239"/>
                  </a:lnTo>
                  <a:lnTo>
                    <a:pt x="171940" y="333975"/>
                  </a:lnTo>
                  <a:lnTo>
                    <a:pt x="177224" y="333544"/>
                  </a:lnTo>
                  <a:lnTo>
                    <a:pt x="182491" y="332945"/>
                  </a:lnTo>
                  <a:lnTo>
                    <a:pt x="187736" y="332180"/>
                  </a:lnTo>
                  <a:lnTo>
                    <a:pt x="192954" y="331249"/>
                  </a:lnTo>
                  <a:lnTo>
                    <a:pt x="198141" y="330153"/>
                  </a:lnTo>
                  <a:lnTo>
                    <a:pt x="203290" y="328893"/>
                  </a:lnTo>
                  <a:lnTo>
                    <a:pt x="208396" y="327471"/>
                  </a:lnTo>
                  <a:lnTo>
                    <a:pt x="213455" y="325887"/>
                  </a:lnTo>
                  <a:lnTo>
                    <a:pt x="218461" y="324143"/>
                  </a:lnTo>
                  <a:lnTo>
                    <a:pt x="223409" y="322242"/>
                  </a:lnTo>
                  <a:lnTo>
                    <a:pt x="228295" y="320185"/>
                  </a:lnTo>
                  <a:lnTo>
                    <a:pt x="233113" y="317974"/>
                  </a:lnTo>
                  <a:lnTo>
                    <a:pt x="237858" y="315611"/>
                  </a:lnTo>
                  <a:lnTo>
                    <a:pt x="242526" y="313099"/>
                  </a:lnTo>
                  <a:lnTo>
                    <a:pt x="247112" y="310441"/>
                  </a:lnTo>
                  <a:lnTo>
                    <a:pt x="251611" y="307638"/>
                  </a:lnTo>
                  <a:lnTo>
                    <a:pt x="256019" y="304694"/>
                  </a:lnTo>
                  <a:lnTo>
                    <a:pt x="260332" y="301612"/>
                  </a:lnTo>
                  <a:lnTo>
                    <a:pt x="264545" y="298394"/>
                  </a:lnTo>
                  <a:lnTo>
                    <a:pt x="268653" y="295045"/>
                  </a:lnTo>
                  <a:lnTo>
                    <a:pt x="272654" y="291567"/>
                  </a:lnTo>
                  <a:lnTo>
                    <a:pt x="276542" y="287964"/>
                  </a:lnTo>
                  <a:lnTo>
                    <a:pt x="280314" y="284239"/>
                  </a:lnTo>
                  <a:lnTo>
                    <a:pt x="283966" y="280397"/>
                  </a:lnTo>
                  <a:lnTo>
                    <a:pt x="287494" y="276441"/>
                  </a:lnTo>
                  <a:lnTo>
                    <a:pt x="290895" y="272375"/>
                  </a:lnTo>
                  <a:lnTo>
                    <a:pt x="294166" y="268203"/>
                  </a:lnTo>
                  <a:lnTo>
                    <a:pt x="297302" y="263929"/>
                  </a:lnTo>
                  <a:lnTo>
                    <a:pt x="300302" y="259559"/>
                  </a:lnTo>
                  <a:lnTo>
                    <a:pt x="303161" y="255095"/>
                  </a:lnTo>
                  <a:lnTo>
                    <a:pt x="305877" y="250543"/>
                  </a:lnTo>
                  <a:lnTo>
                    <a:pt x="308448" y="245907"/>
                  </a:lnTo>
                  <a:lnTo>
                    <a:pt x="310870" y="241192"/>
                  </a:lnTo>
                  <a:lnTo>
                    <a:pt x="313142" y="236403"/>
                  </a:lnTo>
                  <a:lnTo>
                    <a:pt x="315261" y="231544"/>
                  </a:lnTo>
                  <a:lnTo>
                    <a:pt x="317224" y="226620"/>
                  </a:lnTo>
                  <a:lnTo>
                    <a:pt x="319031" y="221636"/>
                  </a:lnTo>
                  <a:lnTo>
                    <a:pt x="320678" y="216598"/>
                  </a:lnTo>
                  <a:lnTo>
                    <a:pt x="322165" y="211510"/>
                  </a:lnTo>
                  <a:lnTo>
                    <a:pt x="323490" y="206377"/>
                  </a:lnTo>
                  <a:lnTo>
                    <a:pt x="324652" y="201205"/>
                  </a:lnTo>
                  <a:lnTo>
                    <a:pt x="325649" y="195999"/>
                  </a:lnTo>
                  <a:lnTo>
                    <a:pt x="326480" y="190763"/>
                  </a:lnTo>
                  <a:lnTo>
                    <a:pt x="327145" y="185504"/>
                  </a:lnTo>
                  <a:lnTo>
                    <a:pt x="327643" y="180227"/>
                  </a:lnTo>
                  <a:lnTo>
                    <a:pt x="327973" y="174936"/>
                  </a:lnTo>
                  <a:lnTo>
                    <a:pt x="328136" y="169638"/>
                  </a:lnTo>
                  <a:lnTo>
                    <a:pt x="328130" y="164337"/>
                  </a:lnTo>
                  <a:lnTo>
                    <a:pt x="327956" y="159039"/>
                  </a:lnTo>
                  <a:lnTo>
                    <a:pt x="327614" y="153749"/>
                  </a:lnTo>
                  <a:lnTo>
                    <a:pt x="327105" y="148472"/>
                  </a:lnTo>
                  <a:lnTo>
                    <a:pt x="326429" y="143215"/>
                  </a:lnTo>
                  <a:lnTo>
                    <a:pt x="325586" y="137981"/>
                  </a:lnTo>
                  <a:lnTo>
                    <a:pt x="324578" y="132777"/>
                  </a:lnTo>
                  <a:lnTo>
                    <a:pt x="323406" y="127608"/>
                  </a:lnTo>
                  <a:lnTo>
                    <a:pt x="322070" y="122478"/>
                  </a:lnTo>
                  <a:lnTo>
                    <a:pt x="320572" y="117393"/>
                  </a:lnTo>
                  <a:lnTo>
                    <a:pt x="318913" y="112358"/>
                  </a:lnTo>
                  <a:lnTo>
                    <a:pt x="317096" y="107378"/>
                  </a:lnTo>
                  <a:lnTo>
                    <a:pt x="315122" y="102459"/>
                  </a:lnTo>
                  <a:lnTo>
                    <a:pt x="312993" y="97604"/>
                  </a:lnTo>
                  <a:lnTo>
                    <a:pt x="310711" y="92820"/>
                  </a:lnTo>
                  <a:lnTo>
                    <a:pt x="308278" y="88110"/>
                  </a:lnTo>
                  <a:lnTo>
                    <a:pt x="305698" y="83479"/>
                  </a:lnTo>
                  <a:lnTo>
                    <a:pt x="302971" y="78933"/>
                  </a:lnTo>
                  <a:lnTo>
                    <a:pt x="300103" y="74476"/>
                  </a:lnTo>
                  <a:lnTo>
                    <a:pt x="297094" y="70112"/>
                  </a:lnTo>
                  <a:lnTo>
                    <a:pt x="293948" y="65845"/>
                  </a:lnTo>
                  <a:lnTo>
                    <a:pt x="290669" y="61680"/>
                  </a:lnTo>
                  <a:lnTo>
                    <a:pt x="287259" y="57621"/>
                  </a:lnTo>
                  <a:lnTo>
                    <a:pt x="283722" y="53673"/>
                  </a:lnTo>
                  <a:lnTo>
                    <a:pt x="280062" y="49839"/>
                  </a:lnTo>
                  <a:lnTo>
                    <a:pt x="276282" y="46122"/>
                  </a:lnTo>
                  <a:lnTo>
                    <a:pt x="272386" y="42527"/>
                  </a:lnTo>
                  <a:lnTo>
                    <a:pt x="268378" y="39058"/>
                  </a:lnTo>
                  <a:lnTo>
                    <a:pt x="264262" y="35717"/>
                  </a:lnTo>
                  <a:lnTo>
                    <a:pt x="260043" y="32509"/>
                  </a:lnTo>
                  <a:lnTo>
                    <a:pt x="255723" y="29436"/>
                  </a:lnTo>
                  <a:lnTo>
                    <a:pt x="251309" y="26501"/>
                  </a:lnTo>
                  <a:lnTo>
                    <a:pt x="246804" y="23708"/>
                  </a:lnTo>
                  <a:lnTo>
                    <a:pt x="242212" y="21060"/>
                  </a:lnTo>
                  <a:lnTo>
                    <a:pt x="237539" y="18558"/>
                  </a:lnTo>
                  <a:lnTo>
                    <a:pt x="232788" y="16205"/>
                  </a:lnTo>
                  <a:lnTo>
                    <a:pt x="227966" y="14005"/>
                  </a:lnTo>
                  <a:lnTo>
                    <a:pt x="223076" y="11958"/>
                  </a:lnTo>
                  <a:lnTo>
                    <a:pt x="218123" y="10067"/>
                  </a:lnTo>
                  <a:lnTo>
                    <a:pt x="213114" y="8335"/>
                  </a:lnTo>
                  <a:lnTo>
                    <a:pt x="208052" y="6762"/>
                  </a:lnTo>
                  <a:lnTo>
                    <a:pt x="202942" y="5350"/>
                  </a:lnTo>
                  <a:lnTo>
                    <a:pt x="197790" y="4101"/>
                  </a:lnTo>
                  <a:lnTo>
                    <a:pt x="192602" y="3016"/>
                  </a:lnTo>
                  <a:lnTo>
                    <a:pt x="187381" y="2096"/>
                  </a:lnTo>
                  <a:lnTo>
                    <a:pt x="182134" y="1343"/>
                  </a:lnTo>
                  <a:lnTo>
                    <a:pt x="176866" y="755"/>
                  </a:lnTo>
                  <a:lnTo>
                    <a:pt x="171582" y="336"/>
                  </a:lnTo>
                  <a:lnTo>
                    <a:pt x="166287" y="84"/>
                  </a:lnTo>
                  <a:lnTo>
                    <a:pt x="160986" y="0"/>
                  </a:lnTo>
                  <a:lnTo>
                    <a:pt x="16098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3330" y="5018213"/>
              <a:ext cx="5390" cy="167167"/>
            </a:xfrm>
            <a:custGeom>
              <a:avLst/>
              <a:pathLst>
                <a:path w="5390" h="167167">
                  <a:moveTo>
                    <a:pt x="5390" y="0"/>
                  </a:moveTo>
                  <a:lnTo>
                    <a:pt x="0" y="86"/>
                  </a:lnTo>
                  <a:lnTo>
                    <a:pt x="539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3330" y="5018300"/>
              <a:ext cx="5390" cy="167080"/>
            </a:xfrm>
            <a:custGeom>
              <a:avLst/>
              <a:pathLst>
                <a:path w="5390" h="167080">
                  <a:moveTo>
                    <a:pt x="0" y="0"/>
                  </a:moveTo>
                  <a:lnTo>
                    <a:pt x="5390" y="1670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321574" y="5018300"/>
              <a:ext cx="334295" cy="334247"/>
            </a:xfrm>
            <a:custGeom>
              <a:avLst/>
              <a:pathLst>
                <a:path w="334295" h="334247">
                  <a:moveTo>
                    <a:pt x="161756" y="0"/>
                  </a:moveTo>
                  <a:lnTo>
                    <a:pt x="156459" y="255"/>
                  </a:lnTo>
                  <a:lnTo>
                    <a:pt x="151173" y="677"/>
                  </a:lnTo>
                  <a:lnTo>
                    <a:pt x="145904" y="1268"/>
                  </a:lnTo>
                  <a:lnTo>
                    <a:pt x="140655" y="2025"/>
                  </a:lnTo>
                  <a:lnTo>
                    <a:pt x="135433" y="2948"/>
                  </a:lnTo>
                  <a:lnTo>
                    <a:pt x="130243" y="4037"/>
                  </a:lnTo>
                  <a:lnTo>
                    <a:pt x="125091" y="5289"/>
                  </a:lnTo>
                  <a:lnTo>
                    <a:pt x="119980" y="6704"/>
                  </a:lnTo>
                  <a:lnTo>
                    <a:pt x="114917" y="8281"/>
                  </a:lnTo>
                  <a:lnTo>
                    <a:pt x="109907" y="10017"/>
                  </a:lnTo>
                  <a:lnTo>
                    <a:pt x="104954" y="11912"/>
                  </a:lnTo>
                  <a:lnTo>
                    <a:pt x="100064" y="13963"/>
                  </a:lnTo>
                  <a:lnTo>
                    <a:pt x="95241" y="16167"/>
                  </a:lnTo>
                  <a:lnTo>
                    <a:pt x="90491" y="18524"/>
                  </a:lnTo>
                  <a:lnTo>
                    <a:pt x="85818" y="21030"/>
                  </a:lnTo>
                  <a:lnTo>
                    <a:pt x="81226" y="23683"/>
                  </a:lnTo>
                  <a:lnTo>
                    <a:pt x="76721" y="26480"/>
                  </a:lnTo>
                  <a:lnTo>
                    <a:pt x="72307" y="29419"/>
                  </a:lnTo>
                  <a:lnTo>
                    <a:pt x="67989" y="32496"/>
                  </a:lnTo>
                  <a:lnTo>
                    <a:pt x="63770" y="35709"/>
                  </a:lnTo>
                  <a:lnTo>
                    <a:pt x="59655" y="39054"/>
                  </a:lnTo>
                  <a:lnTo>
                    <a:pt x="55649" y="42527"/>
                  </a:lnTo>
                  <a:lnTo>
                    <a:pt x="51754" y="46127"/>
                  </a:lnTo>
                  <a:lnTo>
                    <a:pt x="47976" y="49847"/>
                  </a:lnTo>
                  <a:lnTo>
                    <a:pt x="44318" y="53686"/>
                  </a:lnTo>
                  <a:lnTo>
                    <a:pt x="40783" y="57639"/>
                  </a:lnTo>
                  <a:lnTo>
                    <a:pt x="37375" y="61702"/>
                  </a:lnTo>
                  <a:lnTo>
                    <a:pt x="34098" y="65871"/>
                  </a:lnTo>
                  <a:lnTo>
                    <a:pt x="30955" y="70142"/>
                  </a:lnTo>
                  <a:lnTo>
                    <a:pt x="27949" y="74510"/>
                  </a:lnTo>
                  <a:lnTo>
                    <a:pt x="25083" y="78972"/>
                  </a:lnTo>
                  <a:lnTo>
                    <a:pt x="22360" y="83522"/>
                  </a:lnTo>
                  <a:lnTo>
                    <a:pt x="19783" y="88156"/>
                  </a:lnTo>
                  <a:lnTo>
                    <a:pt x="17353" y="92870"/>
                  </a:lnTo>
                  <a:lnTo>
                    <a:pt x="15075" y="97658"/>
                  </a:lnTo>
                  <a:lnTo>
                    <a:pt x="12950" y="102516"/>
                  </a:lnTo>
                  <a:lnTo>
                    <a:pt x="10980" y="107439"/>
                  </a:lnTo>
                  <a:lnTo>
                    <a:pt x="9166" y="112423"/>
                  </a:lnTo>
                  <a:lnTo>
                    <a:pt x="7512" y="117461"/>
                  </a:lnTo>
                  <a:lnTo>
                    <a:pt x="6019" y="122549"/>
                  </a:lnTo>
                  <a:lnTo>
                    <a:pt x="4688" y="127682"/>
                  </a:lnTo>
                  <a:lnTo>
                    <a:pt x="3520" y="132854"/>
                  </a:lnTo>
                  <a:lnTo>
                    <a:pt x="2516" y="138061"/>
                  </a:lnTo>
                  <a:lnTo>
                    <a:pt x="1679" y="143298"/>
                  </a:lnTo>
                  <a:lnTo>
                    <a:pt x="1008" y="148558"/>
                  </a:lnTo>
                  <a:lnTo>
                    <a:pt x="504" y="153836"/>
                  </a:lnTo>
                  <a:lnTo>
                    <a:pt x="168" y="159129"/>
                  </a:lnTo>
                  <a:lnTo>
                    <a:pt x="0" y="164429"/>
                  </a:lnTo>
                  <a:lnTo>
                    <a:pt x="0" y="169731"/>
                  </a:lnTo>
                  <a:lnTo>
                    <a:pt x="168" y="175032"/>
                  </a:lnTo>
                  <a:lnTo>
                    <a:pt x="504" y="180324"/>
                  </a:lnTo>
                  <a:lnTo>
                    <a:pt x="1008" y="185602"/>
                  </a:lnTo>
                  <a:lnTo>
                    <a:pt x="1679" y="190863"/>
                  </a:lnTo>
                  <a:lnTo>
                    <a:pt x="2516" y="196099"/>
                  </a:lnTo>
                  <a:lnTo>
                    <a:pt x="3520" y="201306"/>
                  </a:lnTo>
                  <a:lnTo>
                    <a:pt x="4688" y="206478"/>
                  </a:lnTo>
                  <a:lnTo>
                    <a:pt x="6019" y="211611"/>
                  </a:lnTo>
                  <a:lnTo>
                    <a:pt x="7512" y="216699"/>
                  </a:lnTo>
                  <a:lnTo>
                    <a:pt x="9166" y="221737"/>
                  </a:lnTo>
                  <a:lnTo>
                    <a:pt x="10980" y="226721"/>
                  </a:lnTo>
                  <a:lnTo>
                    <a:pt x="12950" y="231644"/>
                  </a:lnTo>
                  <a:lnTo>
                    <a:pt x="15075" y="236502"/>
                  </a:lnTo>
                  <a:lnTo>
                    <a:pt x="17353" y="241290"/>
                  </a:lnTo>
                  <a:lnTo>
                    <a:pt x="19783" y="246004"/>
                  </a:lnTo>
                  <a:lnTo>
                    <a:pt x="22360" y="250638"/>
                  </a:lnTo>
                  <a:lnTo>
                    <a:pt x="25083" y="255189"/>
                  </a:lnTo>
                  <a:lnTo>
                    <a:pt x="27949" y="259650"/>
                  </a:lnTo>
                  <a:lnTo>
                    <a:pt x="30955" y="264018"/>
                  </a:lnTo>
                  <a:lnTo>
                    <a:pt x="34098" y="268289"/>
                  </a:lnTo>
                  <a:lnTo>
                    <a:pt x="37375" y="272458"/>
                  </a:lnTo>
                  <a:lnTo>
                    <a:pt x="40783" y="276521"/>
                  </a:lnTo>
                  <a:lnTo>
                    <a:pt x="44318" y="280474"/>
                  </a:lnTo>
                  <a:lnTo>
                    <a:pt x="47976" y="284313"/>
                  </a:lnTo>
                  <a:lnTo>
                    <a:pt x="51754" y="288034"/>
                  </a:lnTo>
                  <a:lnTo>
                    <a:pt x="55649" y="291633"/>
                  </a:lnTo>
                  <a:lnTo>
                    <a:pt x="59655" y="295106"/>
                  </a:lnTo>
                  <a:lnTo>
                    <a:pt x="63770" y="298451"/>
                  </a:lnTo>
                  <a:lnTo>
                    <a:pt x="67989" y="301664"/>
                  </a:lnTo>
                  <a:lnTo>
                    <a:pt x="72307" y="304741"/>
                  </a:lnTo>
                  <a:lnTo>
                    <a:pt x="76721" y="307680"/>
                  </a:lnTo>
                  <a:lnTo>
                    <a:pt x="81226" y="310477"/>
                  </a:lnTo>
                  <a:lnTo>
                    <a:pt x="85818" y="313130"/>
                  </a:lnTo>
                  <a:lnTo>
                    <a:pt x="90491" y="315636"/>
                  </a:lnTo>
                  <a:lnTo>
                    <a:pt x="95241" y="317993"/>
                  </a:lnTo>
                  <a:lnTo>
                    <a:pt x="100064" y="320198"/>
                  </a:lnTo>
                  <a:lnTo>
                    <a:pt x="104954" y="322248"/>
                  </a:lnTo>
                  <a:lnTo>
                    <a:pt x="109907" y="324143"/>
                  </a:lnTo>
                  <a:lnTo>
                    <a:pt x="114917" y="325879"/>
                  </a:lnTo>
                  <a:lnTo>
                    <a:pt x="119980" y="327456"/>
                  </a:lnTo>
                  <a:lnTo>
                    <a:pt x="125091" y="328871"/>
                  </a:lnTo>
                  <a:lnTo>
                    <a:pt x="130243" y="330123"/>
                  </a:lnTo>
                  <a:lnTo>
                    <a:pt x="135433" y="331212"/>
                  </a:lnTo>
                  <a:lnTo>
                    <a:pt x="140655" y="332135"/>
                  </a:lnTo>
                  <a:lnTo>
                    <a:pt x="145904" y="332892"/>
                  </a:lnTo>
                  <a:lnTo>
                    <a:pt x="151173" y="333483"/>
                  </a:lnTo>
                  <a:lnTo>
                    <a:pt x="156459" y="333906"/>
                  </a:lnTo>
                  <a:lnTo>
                    <a:pt x="161756" y="334161"/>
                  </a:lnTo>
                  <a:lnTo>
                    <a:pt x="167058" y="334247"/>
                  </a:lnTo>
                  <a:lnTo>
                    <a:pt x="172360" y="334166"/>
                  </a:lnTo>
                  <a:lnTo>
                    <a:pt x="177657" y="333917"/>
                  </a:lnTo>
                  <a:lnTo>
                    <a:pt x="182943" y="333499"/>
                  </a:lnTo>
                  <a:lnTo>
                    <a:pt x="188214" y="332915"/>
                  </a:lnTo>
                  <a:lnTo>
                    <a:pt x="193463" y="332163"/>
                  </a:lnTo>
                  <a:lnTo>
                    <a:pt x="198686" y="331245"/>
                  </a:lnTo>
                  <a:lnTo>
                    <a:pt x="203877" y="330162"/>
                  </a:lnTo>
                  <a:lnTo>
                    <a:pt x="209031" y="328915"/>
                  </a:lnTo>
                  <a:lnTo>
                    <a:pt x="214143" y="327505"/>
                  </a:lnTo>
                  <a:lnTo>
                    <a:pt x="219207" y="325934"/>
                  </a:lnTo>
                  <a:lnTo>
                    <a:pt x="224219" y="324203"/>
                  </a:lnTo>
                  <a:lnTo>
                    <a:pt x="229174" y="322314"/>
                  </a:lnTo>
                  <a:lnTo>
                    <a:pt x="234067" y="320268"/>
                  </a:lnTo>
                  <a:lnTo>
                    <a:pt x="238892" y="318068"/>
                  </a:lnTo>
                  <a:lnTo>
                    <a:pt x="243645" y="315717"/>
                  </a:lnTo>
                  <a:lnTo>
                    <a:pt x="248320" y="313216"/>
                  </a:lnTo>
                  <a:lnTo>
                    <a:pt x="252915" y="310568"/>
                  </a:lnTo>
                  <a:lnTo>
                    <a:pt x="257422" y="307775"/>
                  </a:lnTo>
                  <a:lnTo>
                    <a:pt x="261840" y="304841"/>
                  </a:lnTo>
                  <a:lnTo>
                    <a:pt x="266161" y="301768"/>
                  </a:lnTo>
                  <a:lnTo>
                    <a:pt x="270383" y="298560"/>
                  </a:lnTo>
                  <a:lnTo>
                    <a:pt x="274502" y="295219"/>
                  </a:lnTo>
                  <a:lnTo>
                    <a:pt x="278512" y="291750"/>
                  </a:lnTo>
                  <a:lnTo>
                    <a:pt x="282410" y="288155"/>
                  </a:lnTo>
                  <a:lnTo>
                    <a:pt x="286192" y="284438"/>
                  </a:lnTo>
                  <a:lnTo>
                    <a:pt x="289855" y="280603"/>
                  </a:lnTo>
                  <a:lnTo>
                    <a:pt x="293394" y="276654"/>
                  </a:lnTo>
                  <a:lnTo>
                    <a:pt x="296805" y="272595"/>
                  </a:lnTo>
                  <a:lnTo>
                    <a:pt x="300087" y="268429"/>
                  </a:lnTo>
                  <a:lnTo>
                    <a:pt x="303234" y="264162"/>
                  </a:lnTo>
                  <a:lnTo>
                    <a:pt x="306245" y="259797"/>
                  </a:lnTo>
                  <a:lnTo>
                    <a:pt x="309116" y="255338"/>
                  </a:lnTo>
                  <a:lnTo>
                    <a:pt x="311844" y="250791"/>
                  </a:lnTo>
                  <a:lnTo>
                    <a:pt x="314426" y="246159"/>
                  </a:lnTo>
                  <a:lnTo>
                    <a:pt x="316860" y="241448"/>
                  </a:lnTo>
                  <a:lnTo>
                    <a:pt x="319144" y="236662"/>
                  </a:lnTo>
                  <a:lnTo>
                    <a:pt x="321274" y="231806"/>
                  </a:lnTo>
                  <a:lnTo>
                    <a:pt x="323249" y="226885"/>
                  </a:lnTo>
                  <a:lnTo>
                    <a:pt x="325068" y="221904"/>
                  </a:lnTo>
                  <a:lnTo>
                    <a:pt x="326727" y="216867"/>
                  </a:lnTo>
                  <a:lnTo>
                    <a:pt x="328226" y="211781"/>
                  </a:lnTo>
                  <a:lnTo>
                    <a:pt x="329563" y="206649"/>
                  </a:lnTo>
                  <a:lnTo>
                    <a:pt x="330736" y="201478"/>
                  </a:lnTo>
                  <a:lnTo>
                    <a:pt x="331745" y="196272"/>
                  </a:lnTo>
                  <a:lnTo>
                    <a:pt x="332588" y="191037"/>
                  </a:lnTo>
                  <a:lnTo>
                    <a:pt x="333264" y="185777"/>
                  </a:lnTo>
                  <a:lnTo>
                    <a:pt x="333774" y="180499"/>
                  </a:lnTo>
                  <a:lnTo>
                    <a:pt x="334116" y="175207"/>
                  </a:lnTo>
                  <a:lnTo>
                    <a:pt x="334289" y="169907"/>
                  </a:lnTo>
                  <a:lnTo>
                    <a:pt x="334295" y="164605"/>
                  </a:lnTo>
                  <a:lnTo>
                    <a:pt x="334132" y="159304"/>
                  </a:lnTo>
                  <a:lnTo>
                    <a:pt x="333802" y="154012"/>
                  </a:lnTo>
                  <a:lnTo>
                    <a:pt x="333303" y="148733"/>
                  </a:lnTo>
                  <a:lnTo>
                    <a:pt x="332638" y="143472"/>
                  </a:lnTo>
                  <a:lnTo>
                    <a:pt x="331806" y="138235"/>
                  </a:lnTo>
                  <a:lnTo>
                    <a:pt x="330808" y="133027"/>
                  </a:lnTo>
                  <a:lnTo>
                    <a:pt x="329646" y="127853"/>
                  </a:lnTo>
                  <a:lnTo>
                    <a:pt x="328320" y="122719"/>
                  </a:lnTo>
                  <a:lnTo>
                    <a:pt x="326832" y="117629"/>
                  </a:lnTo>
                  <a:lnTo>
                    <a:pt x="325183" y="112589"/>
                  </a:lnTo>
                  <a:lnTo>
                    <a:pt x="323375" y="107604"/>
                  </a:lnTo>
                  <a:lnTo>
                    <a:pt x="321410" y="102679"/>
                  </a:lnTo>
                  <a:lnTo>
                    <a:pt x="319290" y="97818"/>
                  </a:lnTo>
                  <a:lnTo>
                    <a:pt x="317016" y="93027"/>
                  </a:lnTo>
                  <a:lnTo>
                    <a:pt x="314592" y="88311"/>
                  </a:lnTo>
                  <a:lnTo>
                    <a:pt x="312020" y="83674"/>
                  </a:lnTo>
                  <a:lnTo>
                    <a:pt x="309301" y="79121"/>
                  </a:lnTo>
                  <a:lnTo>
                    <a:pt x="306440" y="74657"/>
                  </a:lnTo>
                  <a:lnTo>
                    <a:pt x="303439" y="70285"/>
                  </a:lnTo>
                  <a:lnTo>
                    <a:pt x="300300" y="66011"/>
                  </a:lnTo>
                  <a:lnTo>
                    <a:pt x="297027" y="61838"/>
                  </a:lnTo>
                  <a:lnTo>
                    <a:pt x="293624" y="57772"/>
                  </a:lnTo>
                  <a:lnTo>
                    <a:pt x="290093" y="53815"/>
                  </a:lnTo>
                  <a:lnTo>
                    <a:pt x="286439" y="49973"/>
                  </a:lnTo>
                  <a:lnTo>
                    <a:pt x="282665" y="46248"/>
                  </a:lnTo>
                  <a:lnTo>
                    <a:pt x="278774" y="42645"/>
                  </a:lnTo>
                  <a:lnTo>
                    <a:pt x="274771" y="39167"/>
                  </a:lnTo>
                  <a:lnTo>
                    <a:pt x="270660" y="35818"/>
                  </a:lnTo>
                  <a:lnTo>
                    <a:pt x="266445" y="32601"/>
                  </a:lnTo>
                  <a:lnTo>
                    <a:pt x="262129" y="29519"/>
                  </a:lnTo>
                  <a:lnTo>
                    <a:pt x="257719" y="26575"/>
                  </a:lnTo>
                  <a:lnTo>
                    <a:pt x="253217" y="23773"/>
                  </a:lnTo>
                  <a:lnTo>
                    <a:pt x="248628" y="21116"/>
                  </a:lnTo>
                  <a:lnTo>
                    <a:pt x="243957" y="18605"/>
                  </a:lnTo>
                  <a:lnTo>
                    <a:pt x="239209" y="16243"/>
                  </a:lnTo>
                  <a:lnTo>
                    <a:pt x="234389" y="14033"/>
                  </a:lnTo>
                  <a:lnTo>
                    <a:pt x="229501" y="11977"/>
                  </a:lnTo>
                  <a:lnTo>
                    <a:pt x="224550" y="10078"/>
                  </a:lnTo>
                  <a:lnTo>
                    <a:pt x="219542" y="8336"/>
                  </a:lnTo>
                  <a:lnTo>
                    <a:pt x="214480" y="6754"/>
                  </a:lnTo>
                  <a:lnTo>
                    <a:pt x="209371" y="5333"/>
                  </a:lnTo>
                  <a:lnTo>
                    <a:pt x="204220" y="4076"/>
                  </a:lnTo>
                  <a:lnTo>
                    <a:pt x="199031" y="2982"/>
                  </a:lnTo>
                  <a:lnTo>
                    <a:pt x="193810" y="2053"/>
                  </a:lnTo>
                  <a:lnTo>
                    <a:pt x="188563" y="1290"/>
                  </a:lnTo>
                  <a:lnTo>
                    <a:pt x="183294" y="694"/>
                  </a:lnTo>
                  <a:lnTo>
                    <a:pt x="167146" y="1670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16147" cy="167167"/>
            </a:xfrm>
            <a:custGeom>
              <a:avLst/>
              <a:pathLst>
                <a:path w="16147" h="167167">
                  <a:moveTo>
                    <a:pt x="16147" y="781"/>
                  </a:moveTo>
                  <a:lnTo>
                    <a:pt x="8083" y="1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797350" y="5269756"/>
              <a:ext cx="167150" cy="206988"/>
            </a:xfrm>
            <a:custGeom>
              <a:avLst/>
              <a:pathLst>
                <a:path w="167150" h="206988">
                  <a:moveTo>
                    <a:pt x="167150" y="0"/>
                  </a:moveTo>
                  <a:lnTo>
                    <a:pt x="161744" y="87"/>
                  </a:lnTo>
                  <a:lnTo>
                    <a:pt x="156344" y="349"/>
                  </a:lnTo>
                  <a:lnTo>
                    <a:pt x="150955" y="786"/>
                  </a:lnTo>
                  <a:lnTo>
                    <a:pt x="145582" y="1397"/>
                  </a:lnTo>
                  <a:lnTo>
                    <a:pt x="140233" y="2181"/>
                  </a:lnTo>
                  <a:lnTo>
                    <a:pt x="134911" y="3138"/>
                  </a:lnTo>
                  <a:lnTo>
                    <a:pt x="129624" y="4266"/>
                  </a:lnTo>
                  <a:lnTo>
                    <a:pt x="124375" y="5565"/>
                  </a:lnTo>
                  <a:lnTo>
                    <a:pt x="119171" y="7033"/>
                  </a:lnTo>
                  <a:lnTo>
                    <a:pt x="114018" y="8668"/>
                  </a:lnTo>
                  <a:lnTo>
                    <a:pt x="108920" y="10469"/>
                  </a:lnTo>
                  <a:lnTo>
                    <a:pt x="103883" y="12434"/>
                  </a:lnTo>
                  <a:lnTo>
                    <a:pt x="98912" y="14561"/>
                  </a:lnTo>
                  <a:lnTo>
                    <a:pt x="94013" y="16848"/>
                  </a:lnTo>
                  <a:lnTo>
                    <a:pt x="89190" y="19292"/>
                  </a:lnTo>
                  <a:lnTo>
                    <a:pt x="84448" y="21890"/>
                  </a:lnTo>
                  <a:lnTo>
                    <a:pt x="79793" y="24641"/>
                  </a:lnTo>
                  <a:lnTo>
                    <a:pt x="75230" y="27540"/>
                  </a:lnTo>
                  <a:lnTo>
                    <a:pt x="70762" y="30586"/>
                  </a:lnTo>
                  <a:lnTo>
                    <a:pt x="66396" y="33775"/>
                  </a:lnTo>
                  <a:lnTo>
                    <a:pt x="62135" y="37103"/>
                  </a:lnTo>
                  <a:lnTo>
                    <a:pt x="57983" y="40567"/>
                  </a:lnTo>
                  <a:lnTo>
                    <a:pt x="53946" y="44164"/>
                  </a:lnTo>
                  <a:lnTo>
                    <a:pt x="50028" y="47889"/>
                  </a:lnTo>
                  <a:lnTo>
                    <a:pt x="46232" y="51739"/>
                  </a:lnTo>
                  <a:lnTo>
                    <a:pt x="42562" y="55710"/>
                  </a:lnTo>
                  <a:lnTo>
                    <a:pt x="39023" y="59797"/>
                  </a:lnTo>
                  <a:lnTo>
                    <a:pt x="35617" y="63997"/>
                  </a:lnTo>
                  <a:lnTo>
                    <a:pt x="32350" y="68304"/>
                  </a:lnTo>
                  <a:lnTo>
                    <a:pt x="29223" y="72716"/>
                  </a:lnTo>
                  <a:lnTo>
                    <a:pt x="26241" y="77225"/>
                  </a:lnTo>
                  <a:lnTo>
                    <a:pt x="23406" y="81829"/>
                  </a:lnTo>
                  <a:lnTo>
                    <a:pt x="20721" y="86523"/>
                  </a:lnTo>
                  <a:lnTo>
                    <a:pt x="18190" y="91300"/>
                  </a:lnTo>
                  <a:lnTo>
                    <a:pt x="15814" y="96157"/>
                  </a:lnTo>
                  <a:lnTo>
                    <a:pt x="13597" y="101088"/>
                  </a:lnTo>
                  <a:lnTo>
                    <a:pt x="11540" y="106089"/>
                  </a:lnTo>
                  <a:lnTo>
                    <a:pt x="9647" y="111153"/>
                  </a:lnTo>
                  <a:lnTo>
                    <a:pt x="7918" y="116276"/>
                  </a:lnTo>
                  <a:lnTo>
                    <a:pt x="6355" y="121452"/>
                  </a:lnTo>
                  <a:lnTo>
                    <a:pt x="4961" y="126676"/>
                  </a:lnTo>
                  <a:lnTo>
                    <a:pt x="3736" y="131942"/>
                  </a:lnTo>
                  <a:lnTo>
                    <a:pt x="2683" y="137245"/>
                  </a:lnTo>
                  <a:lnTo>
                    <a:pt x="1801" y="142580"/>
                  </a:lnTo>
                  <a:lnTo>
                    <a:pt x="1092" y="147940"/>
                  </a:lnTo>
                  <a:lnTo>
                    <a:pt x="557" y="153320"/>
                  </a:lnTo>
                  <a:lnTo>
                    <a:pt x="197" y="158715"/>
                  </a:lnTo>
                  <a:lnTo>
                    <a:pt x="11" y="164119"/>
                  </a:lnTo>
                  <a:lnTo>
                    <a:pt x="0" y="169525"/>
                  </a:lnTo>
                  <a:lnTo>
                    <a:pt x="163" y="174930"/>
                  </a:lnTo>
                  <a:lnTo>
                    <a:pt x="502" y="180326"/>
                  </a:lnTo>
                  <a:lnTo>
                    <a:pt x="1014" y="185708"/>
                  </a:lnTo>
                  <a:lnTo>
                    <a:pt x="1701" y="191071"/>
                  </a:lnTo>
                  <a:lnTo>
                    <a:pt x="2560" y="196409"/>
                  </a:lnTo>
                  <a:lnTo>
                    <a:pt x="3592" y="201717"/>
                  </a:lnTo>
                  <a:lnTo>
                    <a:pt x="4795" y="206988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802146" y="5269756"/>
              <a:ext cx="329503" cy="334334"/>
            </a:xfrm>
            <a:custGeom>
              <a:avLst/>
              <a:pathLst>
                <a:path w="329503" h="334334">
                  <a:moveTo>
                    <a:pt x="0" y="206988"/>
                  </a:moveTo>
                  <a:lnTo>
                    <a:pt x="1344" y="212116"/>
                  </a:lnTo>
                  <a:lnTo>
                    <a:pt x="2850" y="217199"/>
                  </a:lnTo>
                  <a:lnTo>
                    <a:pt x="4517" y="222232"/>
                  </a:lnTo>
                  <a:lnTo>
                    <a:pt x="6342" y="227210"/>
                  </a:lnTo>
                  <a:lnTo>
                    <a:pt x="8325" y="232127"/>
                  </a:lnTo>
                  <a:lnTo>
                    <a:pt x="10462" y="236978"/>
                  </a:lnTo>
                  <a:lnTo>
                    <a:pt x="12752" y="241760"/>
                  </a:lnTo>
                  <a:lnTo>
                    <a:pt x="15193" y="246466"/>
                  </a:lnTo>
                  <a:lnTo>
                    <a:pt x="17781" y="251093"/>
                  </a:lnTo>
                  <a:lnTo>
                    <a:pt x="20515" y="255635"/>
                  </a:lnTo>
                  <a:lnTo>
                    <a:pt x="23392" y="260088"/>
                  </a:lnTo>
                  <a:lnTo>
                    <a:pt x="26408" y="264448"/>
                  </a:lnTo>
                  <a:lnTo>
                    <a:pt x="29562" y="268710"/>
                  </a:lnTo>
                  <a:lnTo>
                    <a:pt x="32848" y="272870"/>
                  </a:lnTo>
                  <a:lnTo>
                    <a:pt x="36265" y="276923"/>
                  </a:lnTo>
                  <a:lnTo>
                    <a:pt x="39809" y="280866"/>
                  </a:lnTo>
                  <a:lnTo>
                    <a:pt x="43476" y="284695"/>
                  </a:lnTo>
                  <a:lnTo>
                    <a:pt x="47263" y="288405"/>
                  </a:lnTo>
                  <a:lnTo>
                    <a:pt x="51165" y="291994"/>
                  </a:lnTo>
                  <a:lnTo>
                    <a:pt x="55179" y="295457"/>
                  </a:lnTo>
                  <a:lnTo>
                    <a:pt x="59301" y="298791"/>
                  </a:lnTo>
                  <a:lnTo>
                    <a:pt x="63527" y="301993"/>
                  </a:lnTo>
                  <a:lnTo>
                    <a:pt x="67852" y="305059"/>
                  </a:lnTo>
                  <a:lnTo>
                    <a:pt x="72272" y="307986"/>
                  </a:lnTo>
                  <a:lnTo>
                    <a:pt x="76783" y="310772"/>
                  </a:lnTo>
                  <a:lnTo>
                    <a:pt x="81379" y="313413"/>
                  </a:lnTo>
                  <a:lnTo>
                    <a:pt x="86058" y="315907"/>
                  </a:lnTo>
                  <a:lnTo>
                    <a:pt x="90813" y="318252"/>
                  </a:lnTo>
                  <a:lnTo>
                    <a:pt x="95639" y="320445"/>
                  </a:lnTo>
                  <a:lnTo>
                    <a:pt x="100533" y="322483"/>
                  </a:lnTo>
                  <a:lnTo>
                    <a:pt x="105490" y="324365"/>
                  </a:lnTo>
                  <a:lnTo>
                    <a:pt x="110503" y="326089"/>
                  </a:lnTo>
                  <a:lnTo>
                    <a:pt x="115568" y="327654"/>
                  </a:lnTo>
                  <a:lnTo>
                    <a:pt x="120681" y="329057"/>
                  </a:lnTo>
                  <a:lnTo>
                    <a:pt x="125836" y="330297"/>
                  </a:lnTo>
                  <a:lnTo>
                    <a:pt x="131027" y="331373"/>
                  </a:lnTo>
                  <a:lnTo>
                    <a:pt x="136249" y="332283"/>
                  </a:lnTo>
                  <a:lnTo>
                    <a:pt x="141498" y="333028"/>
                  </a:lnTo>
                  <a:lnTo>
                    <a:pt x="146768" y="333606"/>
                  </a:lnTo>
                  <a:lnTo>
                    <a:pt x="152054" y="334017"/>
                  </a:lnTo>
                  <a:lnTo>
                    <a:pt x="157350" y="334259"/>
                  </a:lnTo>
                  <a:lnTo>
                    <a:pt x="162651" y="334334"/>
                  </a:lnTo>
                  <a:lnTo>
                    <a:pt x="167952" y="334241"/>
                  </a:lnTo>
                  <a:lnTo>
                    <a:pt x="173247" y="333979"/>
                  </a:lnTo>
                  <a:lnTo>
                    <a:pt x="178531" y="333550"/>
                  </a:lnTo>
                  <a:lnTo>
                    <a:pt x="183799" y="332953"/>
                  </a:lnTo>
                  <a:lnTo>
                    <a:pt x="189045" y="332190"/>
                  </a:lnTo>
                  <a:lnTo>
                    <a:pt x="194265" y="331261"/>
                  </a:lnTo>
                  <a:lnTo>
                    <a:pt x="199452" y="330166"/>
                  </a:lnTo>
                  <a:lnTo>
                    <a:pt x="204602" y="328908"/>
                  </a:lnTo>
                  <a:lnTo>
                    <a:pt x="209710" y="327487"/>
                  </a:lnTo>
                  <a:lnTo>
                    <a:pt x="214770" y="325905"/>
                  </a:lnTo>
                  <a:lnTo>
                    <a:pt x="219777" y="324163"/>
                  </a:lnTo>
                  <a:lnTo>
                    <a:pt x="224726" y="322263"/>
                  </a:lnTo>
                  <a:lnTo>
                    <a:pt x="229613" y="320207"/>
                  </a:lnTo>
                  <a:lnTo>
                    <a:pt x="234432" y="317997"/>
                  </a:lnTo>
                  <a:lnTo>
                    <a:pt x="239179" y="315636"/>
                  </a:lnTo>
                  <a:lnTo>
                    <a:pt x="243848" y="313125"/>
                  </a:lnTo>
                  <a:lnTo>
                    <a:pt x="248435" y="310468"/>
                  </a:lnTo>
                  <a:lnTo>
                    <a:pt x="252936" y="307666"/>
                  </a:lnTo>
                  <a:lnTo>
                    <a:pt x="257346" y="304723"/>
                  </a:lnTo>
                  <a:lnTo>
                    <a:pt x="261660" y="301642"/>
                  </a:lnTo>
                  <a:lnTo>
                    <a:pt x="265874" y="298425"/>
                  </a:lnTo>
                  <a:lnTo>
                    <a:pt x="269984" y="295076"/>
                  </a:lnTo>
                  <a:lnTo>
                    <a:pt x="273986" y="291599"/>
                  </a:lnTo>
                  <a:lnTo>
                    <a:pt x="277876" y="287997"/>
                  </a:lnTo>
                  <a:lnTo>
                    <a:pt x="281649" y="284273"/>
                  </a:lnTo>
                  <a:lnTo>
                    <a:pt x="285303" y="280431"/>
                  </a:lnTo>
                  <a:lnTo>
                    <a:pt x="288832" y="276475"/>
                  </a:lnTo>
                  <a:lnTo>
                    <a:pt x="292235" y="272410"/>
                  </a:lnTo>
                  <a:lnTo>
                    <a:pt x="295507" y="268238"/>
                  </a:lnTo>
                  <a:lnTo>
                    <a:pt x="298645" y="263965"/>
                  </a:lnTo>
                  <a:lnTo>
                    <a:pt x="301646" y="259595"/>
                  </a:lnTo>
                  <a:lnTo>
                    <a:pt x="304507" y="255131"/>
                  </a:lnTo>
                  <a:lnTo>
                    <a:pt x="307225" y="250580"/>
                  </a:lnTo>
                  <a:lnTo>
                    <a:pt x="309797" y="245944"/>
                  </a:lnTo>
                  <a:lnTo>
                    <a:pt x="312221" y="241229"/>
                  </a:lnTo>
                  <a:lnTo>
                    <a:pt x="314494" y="236439"/>
                  </a:lnTo>
                  <a:lnTo>
                    <a:pt x="316614" y="231580"/>
                  </a:lnTo>
                  <a:lnTo>
                    <a:pt x="318579" y="226656"/>
                  </a:lnTo>
                  <a:lnTo>
                    <a:pt x="320387" y="221672"/>
                  </a:lnTo>
                  <a:lnTo>
                    <a:pt x="322036" y="216634"/>
                  </a:lnTo>
                  <a:lnTo>
                    <a:pt x="323524" y="211545"/>
                  </a:lnTo>
                  <a:lnTo>
                    <a:pt x="324850" y="206412"/>
                  </a:lnTo>
                  <a:lnTo>
                    <a:pt x="326013" y="201240"/>
                  </a:lnTo>
                  <a:lnTo>
                    <a:pt x="327011" y="196033"/>
                  </a:lnTo>
                  <a:lnTo>
                    <a:pt x="327844" y="190797"/>
                  </a:lnTo>
                  <a:lnTo>
                    <a:pt x="328510" y="185538"/>
                  </a:lnTo>
                  <a:lnTo>
                    <a:pt x="329009" y="180260"/>
                  </a:lnTo>
                  <a:lnTo>
                    <a:pt x="329340" y="174969"/>
                  </a:lnTo>
                  <a:lnTo>
                    <a:pt x="329503" y="169670"/>
                  </a:lnTo>
                  <a:lnTo>
                    <a:pt x="329499" y="164368"/>
                  </a:lnTo>
                  <a:lnTo>
                    <a:pt x="329326" y="159069"/>
                  </a:lnTo>
                  <a:lnTo>
                    <a:pt x="328985" y="153779"/>
                  </a:lnTo>
                  <a:lnTo>
                    <a:pt x="328477" y="148502"/>
                  </a:lnTo>
                  <a:lnTo>
                    <a:pt x="327801" y="143243"/>
                  </a:lnTo>
                  <a:lnTo>
                    <a:pt x="326960" y="138009"/>
                  </a:lnTo>
                  <a:lnTo>
                    <a:pt x="325952" y="132804"/>
                  </a:lnTo>
                  <a:lnTo>
                    <a:pt x="324780" y="127634"/>
                  </a:lnTo>
                  <a:lnTo>
                    <a:pt x="323445" y="122503"/>
                  </a:lnTo>
                  <a:lnTo>
                    <a:pt x="321948" y="117417"/>
                  </a:lnTo>
                  <a:lnTo>
                    <a:pt x="320290" y="112382"/>
                  </a:lnTo>
                  <a:lnTo>
                    <a:pt x="318473" y="107401"/>
                  </a:lnTo>
                  <a:lnTo>
                    <a:pt x="316500" y="102480"/>
                  </a:lnTo>
                  <a:lnTo>
                    <a:pt x="314371" y="97625"/>
                  </a:lnTo>
                  <a:lnTo>
                    <a:pt x="312089" y="92840"/>
                  </a:lnTo>
                  <a:lnTo>
                    <a:pt x="309657" y="88129"/>
                  </a:lnTo>
                  <a:lnTo>
                    <a:pt x="307077" y="83498"/>
                  </a:lnTo>
                  <a:lnTo>
                    <a:pt x="304351" y="78951"/>
                  </a:lnTo>
                  <a:lnTo>
                    <a:pt x="301482" y="74492"/>
                  </a:lnTo>
                  <a:lnTo>
                    <a:pt x="298473" y="70127"/>
                  </a:lnTo>
                  <a:lnTo>
                    <a:pt x="295328" y="65860"/>
                  </a:lnTo>
                  <a:lnTo>
                    <a:pt x="292048" y="61694"/>
                  </a:lnTo>
                  <a:lnTo>
                    <a:pt x="288639" y="57634"/>
                  </a:lnTo>
                  <a:lnTo>
                    <a:pt x="285102" y="53685"/>
                  </a:lnTo>
                  <a:lnTo>
                    <a:pt x="281442" y="49850"/>
                  </a:lnTo>
                  <a:lnTo>
                    <a:pt x="277661" y="46133"/>
                  </a:lnTo>
                  <a:lnTo>
                    <a:pt x="273765" y="42537"/>
                  </a:lnTo>
                  <a:lnTo>
                    <a:pt x="269757" y="39067"/>
                  </a:lnTo>
                  <a:lnTo>
                    <a:pt x="265641" y="35726"/>
                  </a:lnTo>
                  <a:lnTo>
                    <a:pt x="261421" y="32516"/>
                  </a:lnTo>
                  <a:lnTo>
                    <a:pt x="257102" y="29443"/>
                  </a:lnTo>
                  <a:lnTo>
                    <a:pt x="252687" y="26508"/>
                  </a:lnTo>
                  <a:lnTo>
                    <a:pt x="248181" y="23714"/>
                  </a:lnTo>
                  <a:lnTo>
                    <a:pt x="243589" y="21064"/>
                  </a:lnTo>
                  <a:lnTo>
                    <a:pt x="238915" y="18562"/>
                  </a:lnTo>
                  <a:lnTo>
                    <a:pt x="234165" y="16209"/>
                  </a:lnTo>
                  <a:lnTo>
                    <a:pt x="229342" y="14008"/>
                  </a:lnTo>
                  <a:lnTo>
                    <a:pt x="224451" y="11961"/>
                  </a:lnTo>
                  <a:lnTo>
                    <a:pt x="219498" y="10070"/>
                  </a:lnTo>
                  <a:lnTo>
                    <a:pt x="214488" y="8337"/>
                  </a:lnTo>
                  <a:lnTo>
                    <a:pt x="209425" y="6763"/>
                  </a:lnTo>
                  <a:lnTo>
                    <a:pt x="204315" y="5351"/>
                  </a:lnTo>
                  <a:lnTo>
                    <a:pt x="199163" y="4102"/>
                  </a:lnTo>
                  <a:lnTo>
                    <a:pt x="193974" y="3017"/>
                  </a:lnTo>
                  <a:lnTo>
                    <a:pt x="188753" y="2097"/>
                  </a:lnTo>
                  <a:lnTo>
                    <a:pt x="183505" y="1343"/>
                  </a:lnTo>
                  <a:lnTo>
                    <a:pt x="178236" y="756"/>
                  </a:lnTo>
                  <a:lnTo>
                    <a:pt x="172951" y="336"/>
                  </a:lnTo>
                  <a:lnTo>
                    <a:pt x="167656" y="84"/>
                  </a:lnTo>
                  <a:lnTo>
                    <a:pt x="162355" y="0"/>
                  </a:lnTo>
                  <a:lnTo>
                    <a:pt x="1623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54953" y="5399291"/>
              <a:ext cx="31262" cy="167167"/>
            </a:xfrm>
            <a:custGeom>
              <a:avLst/>
              <a:pathLst>
                <a:path w="31262" h="167167">
                  <a:moveTo>
                    <a:pt x="31262" y="0"/>
                  </a:moveTo>
                  <a:lnTo>
                    <a:pt x="23403" y="184"/>
                  </a:lnTo>
                  <a:lnTo>
                    <a:pt x="15561" y="738"/>
                  </a:lnTo>
                  <a:lnTo>
                    <a:pt x="7754" y="1661"/>
                  </a:lnTo>
                  <a:lnTo>
                    <a:pt x="0" y="2949"/>
                  </a:lnTo>
                  <a:lnTo>
                    <a:pt x="3126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54953" y="5402241"/>
              <a:ext cx="31262" cy="164218"/>
            </a:xfrm>
            <a:custGeom>
              <a:avLst/>
              <a:pathLst>
                <a:path w="31262" h="164218">
                  <a:moveTo>
                    <a:pt x="0" y="0"/>
                  </a:moveTo>
                  <a:lnTo>
                    <a:pt x="31262" y="164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54953" y="5402241"/>
              <a:ext cx="31262" cy="164218"/>
            </a:xfrm>
            <a:custGeom>
              <a:avLst/>
              <a:pathLst>
                <a:path w="31262" h="164218">
                  <a:moveTo>
                    <a:pt x="0" y="0"/>
                  </a:moveTo>
                  <a:lnTo>
                    <a:pt x="31262" y="164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54953" y="5402241"/>
              <a:ext cx="31262" cy="164218"/>
            </a:xfrm>
            <a:custGeom>
              <a:avLst/>
              <a:pathLst>
                <a:path w="31262" h="164218">
                  <a:moveTo>
                    <a:pt x="0" y="0"/>
                  </a:moveTo>
                  <a:lnTo>
                    <a:pt x="31262" y="164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54953" y="5402241"/>
              <a:ext cx="31262" cy="164218"/>
            </a:xfrm>
            <a:custGeom>
              <a:avLst/>
              <a:pathLst>
                <a:path w="31262" h="164218">
                  <a:moveTo>
                    <a:pt x="0" y="0"/>
                  </a:moveTo>
                  <a:lnTo>
                    <a:pt x="31262" y="1642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54953" y="5402241"/>
              <a:ext cx="31262" cy="164218"/>
            </a:xfrm>
            <a:custGeom>
              <a:avLst/>
              <a:pathLst>
                <a:path w="31262" h="164218">
                  <a:moveTo>
                    <a:pt x="0" y="0"/>
                  </a:moveTo>
                  <a:lnTo>
                    <a:pt x="31262" y="1642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54953" y="5402241"/>
              <a:ext cx="31262" cy="164218"/>
            </a:xfrm>
            <a:custGeom>
              <a:avLst/>
              <a:pathLst>
                <a:path w="31262" h="164218">
                  <a:moveTo>
                    <a:pt x="0" y="0"/>
                  </a:moveTo>
                  <a:lnTo>
                    <a:pt x="31262" y="1642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319060" y="5401606"/>
              <a:ext cx="334315" cy="332017"/>
            </a:xfrm>
            <a:custGeom>
              <a:avLst/>
              <a:pathLst>
                <a:path w="334315" h="332017">
                  <a:moveTo>
                    <a:pt x="135892" y="634"/>
                  </a:moveTo>
                  <a:lnTo>
                    <a:pt x="130703" y="1707"/>
                  </a:lnTo>
                  <a:lnTo>
                    <a:pt x="125550" y="2944"/>
                  </a:lnTo>
                  <a:lnTo>
                    <a:pt x="120438" y="4345"/>
                  </a:lnTo>
                  <a:lnTo>
                    <a:pt x="115374" y="5906"/>
                  </a:lnTo>
                  <a:lnTo>
                    <a:pt x="110362" y="7627"/>
                  </a:lnTo>
                  <a:lnTo>
                    <a:pt x="105407" y="9506"/>
                  </a:lnTo>
                  <a:lnTo>
                    <a:pt x="100514" y="11542"/>
                  </a:lnTo>
                  <a:lnTo>
                    <a:pt x="95688" y="13731"/>
                  </a:lnTo>
                  <a:lnTo>
                    <a:pt x="90933" y="16072"/>
                  </a:lnTo>
                  <a:lnTo>
                    <a:pt x="86256" y="18563"/>
                  </a:lnTo>
                  <a:lnTo>
                    <a:pt x="81659" y="21201"/>
                  </a:lnTo>
                  <a:lnTo>
                    <a:pt x="77149" y="23983"/>
                  </a:lnTo>
                  <a:lnTo>
                    <a:pt x="72729" y="26907"/>
                  </a:lnTo>
                  <a:lnTo>
                    <a:pt x="68404" y="29969"/>
                  </a:lnTo>
                  <a:lnTo>
                    <a:pt x="64178" y="33167"/>
                  </a:lnTo>
                  <a:lnTo>
                    <a:pt x="60056" y="36497"/>
                  </a:lnTo>
                  <a:lnTo>
                    <a:pt x="56041" y="39957"/>
                  </a:lnTo>
                  <a:lnTo>
                    <a:pt x="52138" y="43542"/>
                  </a:lnTo>
                  <a:lnTo>
                    <a:pt x="48351" y="47248"/>
                  </a:lnTo>
                  <a:lnTo>
                    <a:pt x="44683" y="51073"/>
                  </a:lnTo>
                  <a:lnTo>
                    <a:pt x="41138" y="55012"/>
                  </a:lnTo>
                  <a:lnTo>
                    <a:pt x="37719" y="59062"/>
                  </a:lnTo>
                  <a:lnTo>
                    <a:pt x="34431" y="63218"/>
                  </a:lnTo>
                  <a:lnTo>
                    <a:pt x="31276" y="67476"/>
                  </a:lnTo>
                  <a:lnTo>
                    <a:pt x="28258" y="71832"/>
                  </a:lnTo>
                  <a:lnTo>
                    <a:pt x="25379" y="76281"/>
                  </a:lnTo>
                  <a:lnTo>
                    <a:pt x="22643" y="80820"/>
                  </a:lnTo>
                  <a:lnTo>
                    <a:pt x="20052" y="85443"/>
                  </a:lnTo>
                  <a:lnTo>
                    <a:pt x="17609" y="90145"/>
                  </a:lnTo>
                  <a:lnTo>
                    <a:pt x="15316" y="94923"/>
                  </a:lnTo>
                  <a:lnTo>
                    <a:pt x="13176" y="99771"/>
                  </a:lnTo>
                  <a:lnTo>
                    <a:pt x="11190" y="104685"/>
                  </a:lnTo>
                  <a:lnTo>
                    <a:pt x="9361" y="109659"/>
                  </a:lnTo>
                  <a:lnTo>
                    <a:pt x="7691" y="114688"/>
                  </a:lnTo>
                  <a:lnTo>
                    <a:pt x="6181" y="119768"/>
                  </a:lnTo>
                  <a:lnTo>
                    <a:pt x="4833" y="124893"/>
                  </a:lnTo>
                  <a:lnTo>
                    <a:pt x="3648" y="130058"/>
                  </a:lnTo>
                  <a:lnTo>
                    <a:pt x="2627" y="135258"/>
                  </a:lnTo>
                  <a:lnTo>
                    <a:pt x="1772" y="140488"/>
                  </a:lnTo>
                  <a:lnTo>
                    <a:pt x="1083" y="145743"/>
                  </a:lnTo>
                  <a:lnTo>
                    <a:pt x="560" y="151017"/>
                  </a:lnTo>
                  <a:lnTo>
                    <a:pt x="206" y="156304"/>
                  </a:lnTo>
                  <a:lnTo>
                    <a:pt x="19" y="161600"/>
                  </a:lnTo>
                  <a:lnTo>
                    <a:pt x="0" y="166900"/>
                  </a:lnTo>
                  <a:lnTo>
                    <a:pt x="148" y="172197"/>
                  </a:lnTo>
                  <a:lnTo>
                    <a:pt x="465" y="177487"/>
                  </a:lnTo>
                  <a:lnTo>
                    <a:pt x="949" y="182765"/>
                  </a:lnTo>
                  <a:lnTo>
                    <a:pt x="1601" y="188024"/>
                  </a:lnTo>
                  <a:lnTo>
                    <a:pt x="2418" y="193260"/>
                  </a:lnTo>
                  <a:lnTo>
                    <a:pt x="3402" y="198467"/>
                  </a:lnTo>
                  <a:lnTo>
                    <a:pt x="4549" y="203641"/>
                  </a:lnTo>
                  <a:lnTo>
                    <a:pt x="5861" y="208776"/>
                  </a:lnTo>
                  <a:lnTo>
                    <a:pt x="7334" y="213866"/>
                  </a:lnTo>
                  <a:lnTo>
                    <a:pt x="8968" y="218908"/>
                  </a:lnTo>
                  <a:lnTo>
                    <a:pt x="10761" y="223894"/>
                  </a:lnTo>
                  <a:lnTo>
                    <a:pt x="12711" y="228822"/>
                  </a:lnTo>
                  <a:lnTo>
                    <a:pt x="14816" y="233685"/>
                  </a:lnTo>
                  <a:lnTo>
                    <a:pt x="17075" y="238480"/>
                  </a:lnTo>
                  <a:lnTo>
                    <a:pt x="19484" y="243200"/>
                  </a:lnTo>
                  <a:lnTo>
                    <a:pt x="22042" y="247841"/>
                  </a:lnTo>
                  <a:lnTo>
                    <a:pt x="24745" y="252399"/>
                  </a:lnTo>
                  <a:lnTo>
                    <a:pt x="27592" y="256869"/>
                  </a:lnTo>
                  <a:lnTo>
                    <a:pt x="30579" y="261247"/>
                  </a:lnTo>
                  <a:lnTo>
                    <a:pt x="33703" y="265528"/>
                  </a:lnTo>
                  <a:lnTo>
                    <a:pt x="36961" y="269707"/>
                  </a:lnTo>
                  <a:lnTo>
                    <a:pt x="40350" y="273781"/>
                  </a:lnTo>
                  <a:lnTo>
                    <a:pt x="43867" y="277746"/>
                  </a:lnTo>
                  <a:lnTo>
                    <a:pt x="47507" y="281597"/>
                  </a:lnTo>
                  <a:lnTo>
                    <a:pt x="51268" y="285331"/>
                  </a:lnTo>
                  <a:lnTo>
                    <a:pt x="55145" y="288944"/>
                  </a:lnTo>
                  <a:lnTo>
                    <a:pt x="59134" y="292432"/>
                  </a:lnTo>
                  <a:lnTo>
                    <a:pt x="63233" y="295792"/>
                  </a:lnTo>
                  <a:lnTo>
                    <a:pt x="67435" y="299020"/>
                  </a:lnTo>
                  <a:lnTo>
                    <a:pt x="71738" y="302113"/>
                  </a:lnTo>
                  <a:lnTo>
                    <a:pt x="76137" y="305069"/>
                  </a:lnTo>
                  <a:lnTo>
                    <a:pt x="80627" y="307883"/>
                  </a:lnTo>
                  <a:lnTo>
                    <a:pt x="85205" y="310554"/>
                  </a:lnTo>
                  <a:lnTo>
                    <a:pt x="89864" y="313079"/>
                  </a:lnTo>
                  <a:lnTo>
                    <a:pt x="94602" y="315454"/>
                  </a:lnTo>
                  <a:lnTo>
                    <a:pt x="99412" y="317678"/>
                  </a:lnTo>
                  <a:lnTo>
                    <a:pt x="104290" y="319749"/>
                  </a:lnTo>
                  <a:lnTo>
                    <a:pt x="109231" y="321663"/>
                  </a:lnTo>
                  <a:lnTo>
                    <a:pt x="114231" y="323421"/>
                  </a:lnTo>
                  <a:lnTo>
                    <a:pt x="119284" y="325019"/>
                  </a:lnTo>
                  <a:lnTo>
                    <a:pt x="124385" y="326455"/>
                  </a:lnTo>
                  <a:lnTo>
                    <a:pt x="129529" y="327730"/>
                  </a:lnTo>
                  <a:lnTo>
                    <a:pt x="134711" y="328841"/>
                  </a:lnTo>
                  <a:lnTo>
                    <a:pt x="139925" y="329787"/>
                  </a:lnTo>
                  <a:lnTo>
                    <a:pt x="145167" y="330567"/>
                  </a:lnTo>
                  <a:lnTo>
                    <a:pt x="150430" y="331181"/>
                  </a:lnTo>
                  <a:lnTo>
                    <a:pt x="155711" y="331627"/>
                  </a:lnTo>
                  <a:lnTo>
                    <a:pt x="161003" y="331906"/>
                  </a:lnTo>
                  <a:lnTo>
                    <a:pt x="166302" y="332017"/>
                  </a:lnTo>
                  <a:lnTo>
                    <a:pt x="171601" y="331960"/>
                  </a:lnTo>
                  <a:lnTo>
                    <a:pt x="176895" y="331735"/>
                  </a:lnTo>
                  <a:lnTo>
                    <a:pt x="182180" y="331343"/>
                  </a:lnTo>
                  <a:lnTo>
                    <a:pt x="187450" y="330783"/>
                  </a:lnTo>
                  <a:lnTo>
                    <a:pt x="192700" y="330056"/>
                  </a:lnTo>
                  <a:lnTo>
                    <a:pt x="197923" y="329163"/>
                  </a:lnTo>
                  <a:lnTo>
                    <a:pt x="203116" y="328105"/>
                  </a:lnTo>
                  <a:lnTo>
                    <a:pt x="208273" y="326883"/>
                  </a:lnTo>
                  <a:lnTo>
                    <a:pt x="213388" y="325499"/>
                  </a:lnTo>
                  <a:lnTo>
                    <a:pt x="218457" y="323952"/>
                  </a:lnTo>
                  <a:lnTo>
                    <a:pt x="223474" y="322246"/>
                  </a:lnTo>
                  <a:lnTo>
                    <a:pt x="228435" y="320382"/>
                  </a:lnTo>
                  <a:lnTo>
                    <a:pt x="233334" y="318361"/>
                  </a:lnTo>
                  <a:lnTo>
                    <a:pt x="238167" y="316187"/>
                  </a:lnTo>
                  <a:lnTo>
                    <a:pt x="242928" y="313860"/>
                  </a:lnTo>
                  <a:lnTo>
                    <a:pt x="247613" y="311383"/>
                  </a:lnTo>
                  <a:lnTo>
                    <a:pt x="252217" y="308759"/>
                  </a:lnTo>
                  <a:lnTo>
                    <a:pt x="256736" y="305990"/>
                  </a:lnTo>
                  <a:lnTo>
                    <a:pt x="261165" y="303080"/>
                  </a:lnTo>
                  <a:lnTo>
                    <a:pt x="265499" y="300030"/>
                  </a:lnTo>
                  <a:lnTo>
                    <a:pt x="269735" y="296845"/>
                  </a:lnTo>
                  <a:lnTo>
                    <a:pt x="273867" y="293527"/>
                  </a:lnTo>
                  <a:lnTo>
                    <a:pt x="277892" y="290080"/>
                  </a:lnTo>
                  <a:lnTo>
                    <a:pt x="281806" y="286507"/>
                  </a:lnTo>
                  <a:lnTo>
                    <a:pt x="285604" y="282812"/>
                  </a:lnTo>
                  <a:lnTo>
                    <a:pt x="289284" y="278998"/>
                  </a:lnTo>
                  <a:lnTo>
                    <a:pt x="292841" y="275069"/>
                  </a:lnTo>
                  <a:lnTo>
                    <a:pt x="296271" y="271030"/>
                  </a:lnTo>
                  <a:lnTo>
                    <a:pt x="299572" y="266884"/>
                  </a:lnTo>
                  <a:lnTo>
                    <a:pt x="302740" y="262635"/>
                  </a:lnTo>
                  <a:lnTo>
                    <a:pt x="305771" y="258288"/>
                  </a:lnTo>
                  <a:lnTo>
                    <a:pt x="308663" y="253848"/>
                  </a:lnTo>
                  <a:lnTo>
                    <a:pt x="311413" y="249318"/>
                  </a:lnTo>
                  <a:lnTo>
                    <a:pt x="314018" y="244702"/>
                  </a:lnTo>
                  <a:lnTo>
                    <a:pt x="316475" y="240007"/>
                  </a:lnTo>
                  <a:lnTo>
                    <a:pt x="318782" y="235236"/>
                  </a:lnTo>
                  <a:lnTo>
                    <a:pt x="320937" y="230395"/>
                  </a:lnTo>
                  <a:lnTo>
                    <a:pt x="322937" y="225487"/>
                  </a:lnTo>
                  <a:lnTo>
                    <a:pt x="324781" y="220519"/>
                  </a:lnTo>
                  <a:lnTo>
                    <a:pt x="326466" y="215494"/>
                  </a:lnTo>
                  <a:lnTo>
                    <a:pt x="327992" y="210419"/>
                  </a:lnTo>
                  <a:lnTo>
                    <a:pt x="329355" y="205298"/>
                  </a:lnTo>
                  <a:lnTo>
                    <a:pt x="330556" y="200136"/>
                  </a:lnTo>
                  <a:lnTo>
                    <a:pt x="331592" y="194939"/>
                  </a:lnTo>
                  <a:lnTo>
                    <a:pt x="332463" y="189712"/>
                  </a:lnTo>
                  <a:lnTo>
                    <a:pt x="333168" y="184459"/>
                  </a:lnTo>
                  <a:lnTo>
                    <a:pt x="333706" y="179187"/>
                  </a:lnTo>
                  <a:lnTo>
                    <a:pt x="334077" y="173901"/>
                  </a:lnTo>
                  <a:lnTo>
                    <a:pt x="334280" y="168605"/>
                  </a:lnTo>
                  <a:lnTo>
                    <a:pt x="334315" y="163306"/>
                  </a:lnTo>
                  <a:lnTo>
                    <a:pt x="334182" y="158008"/>
                  </a:lnTo>
                  <a:lnTo>
                    <a:pt x="333881" y="152717"/>
                  </a:lnTo>
                  <a:lnTo>
                    <a:pt x="333412" y="147438"/>
                  </a:lnTo>
                  <a:lnTo>
                    <a:pt x="332777" y="142177"/>
                  </a:lnTo>
                  <a:lnTo>
                    <a:pt x="331975" y="136939"/>
                  </a:lnTo>
                  <a:lnTo>
                    <a:pt x="331007" y="131728"/>
                  </a:lnTo>
                  <a:lnTo>
                    <a:pt x="329875" y="126551"/>
                  </a:lnTo>
                  <a:lnTo>
                    <a:pt x="328579" y="121413"/>
                  </a:lnTo>
                  <a:lnTo>
                    <a:pt x="327121" y="116318"/>
                  </a:lnTo>
                  <a:lnTo>
                    <a:pt x="325502" y="111272"/>
                  </a:lnTo>
                  <a:lnTo>
                    <a:pt x="323725" y="106279"/>
                  </a:lnTo>
                  <a:lnTo>
                    <a:pt x="321789" y="101346"/>
                  </a:lnTo>
                  <a:lnTo>
                    <a:pt x="319699" y="96476"/>
                  </a:lnTo>
                  <a:lnTo>
                    <a:pt x="317455" y="91675"/>
                  </a:lnTo>
                  <a:lnTo>
                    <a:pt x="315059" y="86948"/>
                  </a:lnTo>
                  <a:lnTo>
                    <a:pt x="312516" y="82299"/>
                  </a:lnTo>
                  <a:lnTo>
                    <a:pt x="309826" y="77733"/>
                  </a:lnTo>
                  <a:lnTo>
                    <a:pt x="306993" y="73254"/>
                  </a:lnTo>
                  <a:lnTo>
                    <a:pt x="304019" y="68867"/>
                  </a:lnTo>
                  <a:lnTo>
                    <a:pt x="300908" y="64577"/>
                  </a:lnTo>
                  <a:lnTo>
                    <a:pt x="297662" y="60388"/>
                  </a:lnTo>
                  <a:lnTo>
                    <a:pt x="294285" y="56304"/>
                  </a:lnTo>
                  <a:lnTo>
                    <a:pt x="290781" y="52329"/>
                  </a:lnTo>
                  <a:lnTo>
                    <a:pt x="287152" y="48467"/>
                  </a:lnTo>
                  <a:lnTo>
                    <a:pt x="283403" y="44721"/>
                  </a:lnTo>
                  <a:lnTo>
                    <a:pt x="279536" y="41097"/>
                  </a:lnTo>
                  <a:lnTo>
                    <a:pt x="275557" y="37597"/>
                  </a:lnTo>
                  <a:lnTo>
                    <a:pt x="271469" y="34225"/>
                  </a:lnTo>
                  <a:lnTo>
                    <a:pt x="267276" y="30984"/>
                  </a:lnTo>
                  <a:lnTo>
                    <a:pt x="262982" y="27878"/>
                  </a:lnTo>
                  <a:lnTo>
                    <a:pt x="258592" y="24909"/>
                  </a:lnTo>
                  <a:lnTo>
                    <a:pt x="254111" y="22081"/>
                  </a:lnTo>
                  <a:lnTo>
                    <a:pt x="249541" y="19396"/>
                  </a:lnTo>
                  <a:lnTo>
                    <a:pt x="244889" y="16858"/>
                  </a:lnTo>
                  <a:lnTo>
                    <a:pt x="240159" y="14468"/>
                  </a:lnTo>
                  <a:lnTo>
                    <a:pt x="235356" y="12230"/>
                  </a:lnTo>
                  <a:lnTo>
                    <a:pt x="230484" y="10145"/>
                  </a:lnTo>
                  <a:lnTo>
                    <a:pt x="225548" y="8215"/>
                  </a:lnTo>
                  <a:lnTo>
                    <a:pt x="220554" y="6443"/>
                  </a:lnTo>
                  <a:lnTo>
                    <a:pt x="215506" y="4830"/>
                  </a:lnTo>
                  <a:lnTo>
                    <a:pt x="210409" y="3377"/>
                  </a:lnTo>
                  <a:lnTo>
                    <a:pt x="205269" y="2087"/>
                  </a:lnTo>
                  <a:lnTo>
                    <a:pt x="200091" y="961"/>
                  </a:lnTo>
                  <a:lnTo>
                    <a:pt x="194879" y="0"/>
                  </a:lnTo>
                  <a:lnTo>
                    <a:pt x="167154" y="1648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27724" cy="167167"/>
            </a:xfrm>
            <a:custGeom>
              <a:avLst/>
              <a:pathLst>
                <a:path w="27724" h="167167">
                  <a:moveTo>
                    <a:pt x="27724" y="2315"/>
                  </a:moveTo>
                  <a:lnTo>
                    <a:pt x="20835" y="1303"/>
                  </a:lnTo>
                  <a:lnTo>
                    <a:pt x="13910" y="579"/>
                  </a:lnTo>
                  <a:lnTo>
                    <a:pt x="6961" y="14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856376" y="5399291"/>
              <a:ext cx="167167" cy="333509"/>
            </a:xfrm>
            <a:custGeom>
              <a:avLst/>
              <a:pathLst>
                <a:path w="167167" h="333509">
                  <a:moveTo>
                    <a:pt x="167167" y="0"/>
                  </a:moveTo>
                  <a:lnTo>
                    <a:pt x="161814" y="85"/>
                  </a:lnTo>
                  <a:lnTo>
                    <a:pt x="156468" y="342"/>
                  </a:lnTo>
                  <a:lnTo>
                    <a:pt x="151132" y="770"/>
                  </a:lnTo>
                  <a:lnTo>
                    <a:pt x="145813" y="1369"/>
                  </a:lnTo>
                  <a:lnTo>
                    <a:pt x="140515" y="2138"/>
                  </a:lnTo>
                  <a:lnTo>
                    <a:pt x="135245" y="3076"/>
                  </a:lnTo>
                  <a:lnTo>
                    <a:pt x="130008" y="4182"/>
                  </a:lnTo>
                  <a:lnTo>
                    <a:pt x="124808" y="5455"/>
                  </a:lnTo>
                  <a:lnTo>
                    <a:pt x="119653" y="6894"/>
                  </a:lnTo>
                  <a:lnTo>
                    <a:pt x="114545" y="8498"/>
                  </a:lnTo>
                  <a:lnTo>
                    <a:pt x="109492" y="10264"/>
                  </a:lnTo>
                  <a:lnTo>
                    <a:pt x="104498" y="12191"/>
                  </a:lnTo>
                  <a:lnTo>
                    <a:pt x="99568" y="14277"/>
                  </a:lnTo>
                  <a:lnTo>
                    <a:pt x="94708" y="16519"/>
                  </a:lnTo>
                  <a:lnTo>
                    <a:pt x="89922" y="18917"/>
                  </a:lnTo>
                  <a:lnTo>
                    <a:pt x="85215" y="21466"/>
                  </a:lnTo>
                  <a:lnTo>
                    <a:pt x="80592" y="24164"/>
                  </a:lnTo>
                  <a:lnTo>
                    <a:pt x="76058" y="27010"/>
                  </a:lnTo>
                  <a:lnTo>
                    <a:pt x="71617" y="29998"/>
                  </a:lnTo>
                  <a:lnTo>
                    <a:pt x="67274" y="33128"/>
                  </a:lnTo>
                  <a:lnTo>
                    <a:pt x="63034" y="36395"/>
                  </a:lnTo>
                  <a:lnTo>
                    <a:pt x="58900" y="39796"/>
                  </a:lnTo>
                  <a:lnTo>
                    <a:pt x="54878" y="43328"/>
                  </a:lnTo>
                  <a:lnTo>
                    <a:pt x="50970" y="46986"/>
                  </a:lnTo>
                  <a:lnTo>
                    <a:pt x="47182" y="50768"/>
                  </a:lnTo>
                  <a:lnTo>
                    <a:pt x="43517" y="54670"/>
                  </a:lnTo>
                  <a:lnTo>
                    <a:pt x="39978" y="58686"/>
                  </a:lnTo>
                  <a:lnTo>
                    <a:pt x="36570" y="62814"/>
                  </a:lnTo>
                  <a:lnTo>
                    <a:pt x="33296" y="67049"/>
                  </a:lnTo>
                  <a:lnTo>
                    <a:pt x="30159" y="71386"/>
                  </a:lnTo>
                  <a:lnTo>
                    <a:pt x="27163" y="75822"/>
                  </a:lnTo>
                  <a:lnTo>
                    <a:pt x="24310" y="80351"/>
                  </a:lnTo>
                  <a:lnTo>
                    <a:pt x="21604" y="84970"/>
                  </a:lnTo>
                  <a:lnTo>
                    <a:pt x="19047" y="89673"/>
                  </a:lnTo>
                  <a:lnTo>
                    <a:pt x="16641" y="94455"/>
                  </a:lnTo>
                  <a:lnTo>
                    <a:pt x="14390" y="99311"/>
                  </a:lnTo>
                  <a:lnTo>
                    <a:pt x="12296" y="104238"/>
                  </a:lnTo>
                  <a:lnTo>
                    <a:pt x="10361" y="109228"/>
                  </a:lnTo>
                  <a:lnTo>
                    <a:pt x="8586" y="114279"/>
                  </a:lnTo>
                  <a:lnTo>
                    <a:pt x="6974" y="119383"/>
                  </a:lnTo>
                  <a:lnTo>
                    <a:pt x="5526" y="124536"/>
                  </a:lnTo>
                  <a:lnTo>
                    <a:pt x="4244" y="129734"/>
                  </a:lnTo>
                  <a:lnTo>
                    <a:pt x="3129" y="134969"/>
                  </a:lnTo>
                  <a:lnTo>
                    <a:pt x="2183" y="140238"/>
                  </a:lnTo>
                  <a:lnTo>
                    <a:pt x="1405" y="145534"/>
                  </a:lnTo>
                  <a:lnTo>
                    <a:pt x="797" y="150852"/>
                  </a:lnTo>
                  <a:lnTo>
                    <a:pt x="360" y="156187"/>
                  </a:lnTo>
                  <a:lnTo>
                    <a:pt x="94" y="161533"/>
                  </a:lnTo>
                  <a:lnTo>
                    <a:pt x="0" y="166886"/>
                  </a:lnTo>
                  <a:lnTo>
                    <a:pt x="76" y="172238"/>
                  </a:lnTo>
                  <a:lnTo>
                    <a:pt x="324" y="177585"/>
                  </a:lnTo>
                  <a:lnTo>
                    <a:pt x="743" y="182922"/>
                  </a:lnTo>
                  <a:lnTo>
                    <a:pt x="1333" y="188242"/>
                  </a:lnTo>
                  <a:lnTo>
                    <a:pt x="2093" y="193541"/>
                  </a:lnTo>
                  <a:lnTo>
                    <a:pt x="3022" y="198812"/>
                  </a:lnTo>
                  <a:lnTo>
                    <a:pt x="4119" y="204052"/>
                  </a:lnTo>
                  <a:lnTo>
                    <a:pt x="5384" y="209253"/>
                  </a:lnTo>
                  <a:lnTo>
                    <a:pt x="6814" y="214411"/>
                  </a:lnTo>
                  <a:lnTo>
                    <a:pt x="8409" y="219521"/>
                  </a:lnTo>
                  <a:lnTo>
                    <a:pt x="10167" y="224577"/>
                  </a:lnTo>
                  <a:lnTo>
                    <a:pt x="12085" y="229575"/>
                  </a:lnTo>
                  <a:lnTo>
                    <a:pt x="14163" y="234508"/>
                  </a:lnTo>
                  <a:lnTo>
                    <a:pt x="16397" y="239372"/>
                  </a:lnTo>
                  <a:lnTo>
                    <a:pt x="18787" y="244162"/>
                  </a:lnTo>
                  <a:lnTo>
                    <a:pt x="21328" y="248874"/>
                  </a:lnTo>
                  <a:lnTo>
                    <a:pt x="24019" y="253501"/>
                  </a:lnTo>
                  <a:lnTo>
                    <a:pt x="26856" y="258040"/>
                  </a:lnTo>
                  <a:lnTo>
                    <a:pt x="29838" y="262486"/>
                  </a:lnTo>
                  <a:lnTo>
                    <a:pt x="32960" y="266834"/>
                  </a:lnTo>
                  <a:lnTo>
                    <a:pt x="36220" y="271080"/>
                  </a:lnTo>
                  <a:lnTo>
                    <a:pt x="39614" y="275219"/>
                  </a:lnTo>
                  <a:lnTo>
                    <a:pt x="43139" y="279247"/>
                  </a:lnTo>
                  <a:lnTo>
                    <a:pt x="46791" y="283161"/>
                  </a:lnTo>
                  <a:lnTo>
                    <a:pt x="50566" y="286956"/>
                  </a:lnTo>
                  <a:lnTo>
                    <a:pt x="54461" y="290627"/>
                  </a:lnTo>
                  <a:lnTo>
                    <a:pt x="58472" y="294173"/>
                  </a:lnTo>
                  <a:lnTo>
                    <a:pt x="62594" y="297588"/>
                  </a:lnTo>
                  <a:lnTo>
                    <a:pt x="66824" y="300869"/>
                  </a:lnTo>
                  <a:lnTo>
                    <a:pt x="71156" y="304013"/>
                  </a:lnTo>
                  <a:lnTo>
                    <a:pt x="75586" y="307017"/>
                  </a:lnTo>
                  <a:lnTo>
                    <a:pt x="80111" y="309877"/>
                  </a:lnTo>
                  <a:lnTo>
                    <a:pt x="84725" y="312591"/>
                  </a:lnTo>
                  <a:lnTo>
                    <a:pt x="89423" y="315156"/>
                  </a:lnTo>
                  <a:lnTo>
                    <a:pt x="94201" y="317570"/>
                  </a:lnTo>
                  <a:lnTo>
                    <a:pt x="99054" y="319829"/>
                  </a:lnTo>
                  <a:lnTo>
                    <a:pt x="103977" y="321931"/>
                  </a:lnTo>
                  <a:lnTo>
                    <a:pt x="108964" y="323875"/>
                  </a:lnTo>
                  <a:lnTo>
                    <a:pt x="114012" y="325658"/>
                  </a:lnTo>
                  <a:lnTo>
                    <a:pt x="119113" y="327279"/>
                  </a:lnTo>
                  <a:lnTo>
                    <a:pt x="124264" y="328735"/>
                  </a:lnTo>
                  <a:lnTo>
                    <a:pt x="129459" y="330026"/>
                  </a:lnTo>
                  <a:lnTo>
                    <a:pt x="134693" y="331150"/>
                  </a:lnTo>
                  <a:lnTo>
                    <a:pt x="139960" y="332106"/>
                  </a:lnTo>
                  <a:lnTo>
                    <a:pt x="145255" y="332892"/>
                  </a:lnTo>
                  <a:lnTo>
                    <a:pt x="150572" y="333509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06949" y="5566459"/>
              <a:ext cx="16594" cy="166341"/>
            </a:xfrm>
            <a:custGeom>
              <a:avLst/>
              <a:pathLst>
                <a:path w="16594" h="166341">
                  <a:moveTo>
                    <a:pt x="0" y="166341"/>
                  </a:moveTo>
                  <a:lnTo>
                    <a:pt x="1659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06949" y="5566459"/>
              <a:ext cx="16594" cy="166341"/>
            </a:xfrm>
            <a:custGeom>
              <a:avLst/>
              <a:pathLst>
                <a:path w="16594" h="166341">
                  <a:moveTo>
                    <a:pt x="0" y="166341"/>
                  </a:moveTo>
                  <a:lnTo>
                    <a:pt x="1659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06949" y="5566459"/>
              <a:ext cx="16594" cy="166341"/>
            </a:xfrm>
            <a:custGeom>
              <a:avLst/>
              <a:pathLst>
                <a:path w="16594" h="166341">
                  <a:moveTo>
                    <a:pt x="0" y="166341"/>
                  </a:moveTo>
                  <a:lnTo>
                    <a:pt x="1659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06949" y="5566459"/>
              <a:ext cx="16594" cy="166341"/>
            </a:xfrm>
            <a:custGeom>
              <a:avLst/>
              <a:pathLst>
                <a:path w="16594" h="166341">
                  <a:moveTo>
                    <a:pt x="0" y="166341"/>
                  </a:moveTo>
                  <a:lnTo>
                    <a:pt x="1659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06949" y="5566459"/>
              <a:ext cx="16594" cy="166341"/>
            </a:xfrm>
            <a:custGeom>
              <a:avLst/>
              <a:pathLst>
                <a:path w="16594" h="166341">
                  <a:moveTo>
                    <a:pt x="0" y="166341"/>
                  </a:moveTo>
                  <a:lnTo>
                    <a:pt x="1659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06949" y="5566459"/>
              <a:ext cx="125152" cy="167167"/>
            </a:xfrm>
            <a:custGeom>
              <a:avLst/>
              <a:pathLst>
                <a:path w="125152" h="167167">
                  <a:moveTo>
                    <a:pt x="0" y="166341"/>
                  </a:moveTo>
                  <a:lnTo>
                    <a:pt x="5596" y="166805"/>
                  </a:lnTo>
                  <a:lnTo>
                    <a:pt x="11204" y="167080"/>
                  </a:lnTo>
                  <a:lnTo>
                    <a:pt x="16819" y="167167"/>
                  </a:lnTo>
                  <a:lnTo>
                    <a:pt x="22433" y="167065"/>
                  </a:lnTo>
                  <a:lnTo>
                    <a:pt x="28041" y="166775"/>
                  </a:lnTo>
                  <a:lnTo>
                    <a:pt x="33636" y="166296"/>
                  </a:lnTo>
                  <a:lnTo>
                    <a:pt x="39212" y="165630"/>
                  </a:lnTo>
                  <a:lnTo>
                    <a:pt x="44762" y="164777"/>
                  </a:lnTo>
                  <a:lnTo>
                    <a:pt x="50280" y="163738"/>
                  </a:lnTo>
                  <a:lnTo>
                    <a:pt x="55761" y="162514"/>
                  </a:lnTo>
                  <a:lnTo>
                    <a:pt x="61197" y="161107"/>
                  </a:lnTo>
                  <a:lnTo>
                    <a:pt x="66583" y="159518"/>
                  </a:lnTo>
                  <a:lnTo>
                    <a:pt x="71912" y="157749"/>
                  </a:lnTo>
                  <a:lnTo>
                    <a:pt x="77179" y="155802"/>
                  </a:lnTo>
                  <a:lnTo>
                    <a:pt x="82378" y="153679"/>
                  </a:lnTo>
                  <a:lnTo>
                    <a:pt x="87502" y="151383"/>
                  </a:lnTo>
                  <a:lnTo>
                    <a:pt x="92547" y="148916"/>
                  </a:lnTo>
                  <a:lnTo>
                    <a:pt x="97506" y="146281"/>
                  </a:lnTo>
                  <a:lnTo>
                    <a:pt x="102373" y="143481"/>
                  </a:lnTo>
                  <a:lnTo>
                    <a:pt x="107144" y="140519"/>
                  </a:lnTo>
                  <a:lnTo>
                    <a:pt x="111812" y="137399"/>
                  </a:lnTo>
                  <a:lnTo>
                    <a:pt x="116373" y="134123"/>
                  </a:lnTo>
                  <a:lnTo>
                    <a:pt x="120822" y="130696"/>
                  </a:lnTo>
                  <a:lnTo>
                    <a:pt x="125152" y="127122"/>
                  </a:lnTo>
                  <a:lnTo>
                    <a:pt x="1659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167167" cy="294289"/>
            </a:xfrm>
            <a:custGeom>
              <a:avLst/>
              <a:pathLst>
                <a:path w="167167" h="294289">
                  <a:moveTo>
                    <a:pt x="108558" y="294289"/>
                  </a:moveTo>
                  <a:lnTo>
                    <a:pt x="112574" y="290747"/>
                  </a:lnTo>
                  <a:lnTo>
                    <a:pt x="116474" y="287078"/>
                  </a:lnTo>
                  <a:lnTo>
                    <a:pt x="120256" y="283285"/>
                  </a:lnTo>
                  <a:lnTo>
                    <a:pt x="123913" y="279374"/>
                  </a:lnTo>
                  <a:lnTo>
                    <a:pt x="127444" y="275347"/>
                  </a:lnTo>
                  <a:lnTo>
                    <a:pt x="130844" y="271209"/>
                  </a:lnTo>
                  <a:lnTo>
                    <a:pt x="134109" y="266965"/>
                  </a:lnTo>
                  <a:lnTo>
                    <a:pt x="137237" y="262618"/>
                  </a:lnTo>
                  <a:lnTo>
                    <a:pt x="140224" y="258173"/>
                  </a:lnTo>
                  <a:lnTo>
                    <a:pt x="143067" y="253635"/>
                  </a:lnTo>
                  <a:lnTo>
                    <a:pt x="145763" y="249008"/>
                  </a:lnTo>
                  <a:lnTo>
                    <a:pt x="148310" y="244297"/>
                  </a:lnTo>
                  <a:lnTo>
                    <a:pt x="150704" y="239506"/>
                  </a:lnTo>
                  <a:lnTo>
                    <a:pt x="152944" y="234642"/>
                  </a:lnTo>
                  <a:lnTo>
                    <a:pt x="155027" y="229708"/>
                  </a:lnTo>
                  <a:lnTo>
                    <a:pt x="156951" y="224710"/>
                  </a:lnTo>
                  <a:lnTo>
                    <a:pt x="158713" y="219654"/>
                  </a:lnTo>
                  <a:lnTo>
                    <a:pt x="160313" y="214543"/>
                  </a:lnTo>
                  <a:lnTo>
                    <a:pt x="161748" y="209383"/>
                  </a:lnTo>
                  <a:lnTo>
                    <a:pt x="163018" y="204181"/>
                  </a:lnTo>
                  <a:lnTo>
                    <a:pt x="164120" y="198940"/>
                  </a:lnTo>
                  <a:lnTo>
                    <a:pt x="165053" y="193667"/>
                  </a:lnTo>
                  <a:lnTo>
                    <a:pt x="165817" y="188366"/>
                  </a:lnTo>
                  <a:lnTo>
                    <a:pt x="166411" y="183044"/>
                  </a:lnTo>
                  <a:lnTo>
                    <a:pt x="166834" y="177705"/>
                  </a:lnTo>
                  <a:lnTo>
                    <a:pt x="167086" y="172356"/>
                  </a:lnTo>
                  <a:lnTo>
                    <a:pt x="167167" y="167001"/>
                  </a:lnTo>
                  <a:lnTo>
                    <a:pt x="167076" y="161647"/>
                  </a:lnTo>
                  <a:lnTo>
                    <a:pt x="166813" y="156298"/>
                  </a:lnTo>
                  <a:lnTo>
                    <a:pt x="166379" y="150960"/>
                  </a:lnTo>
                  <a:lnTo>
                    <a:pt x="165775" y="145639"/>
                  </a:lnTo>
                  <a:lnTo>
                    <a:pt x="165000" y="140340"/>
                  </a:lnTo>
                  <a:lnTo>
                    <a:pt x="164056" y="135069"/>
                  </a:lnTo>
                  <a:lnTo>
                    <a:pt x="162944" y="129830"/>
                  </a:lnTo>
                  <a:lnTo>
                    <a:pt x="161665" y="124630"/>
                  </a:lnTo>
                  <a:lnTo>
                    <a:pt x="160219" y="119474"/>
                  </a:lnTo>
                  <a:lnTo>
                    <a:pt x="158609" y="114366"/>
                  </a:lnTo>
                  <a:lnTo>
                    <a:pt x="156836" y="109313"/>
                  </a:lnTo>
                  <a:lnTo>
                    <a:pt x="154903" y="104319"/>
                  </a:lnTo>
                  <a:lnTo>
                    <a:pt x="152810" y="99389"/>
                  </a:lnTo>
                  <a:lnTo>
                    <a:pt x="150561" y="94529"/>
                  </a:lnTo>
                  <a:lnTo>
                    <a:pt x="148157" y="89744"/>
                  </a:lnTo>
                  <a:lnTo>
                    <a:pt x="145601" y="85038"/>
                  </a:lnTo>
                  <a:lnTo>
                    <a:pt x="142895" y="80416"/>
                  </a:lnTo>
                  <a:lnTo>
                    <a:pt x="140043" y="75884"/>
                  </a:lnTo>
                  <a:lnTo>
                    <a:pt x="137048" y="71445"/>
                  </a:lnTo>
                  <a:lnTo>
                    <a:pt x="133911" y="67104"/>
                  </a:lnTo>
                  <a:lnTo>
                    <a:pt x="130637" y="62866"/>
                  </a:lnTo>
                  <a:lnTo>
                    <a:pt x="127229" y="58735"/>
                  </a:lnTo>
                  <a:lnTo>
                    <a:pt x="123691" y="54715"/>
                  </a:lnTo>
                  <a:lnTo>
                    <a:pt x="120025" y="50811"/>
                  </a:lnTo>
                  <a:lnTo>
                    <a:pt x="116237" y="47026"/>
                  </a:lnTo>
                  <a:lnTo>
                    <a:pt x="112329" y="43364"/>
                  </a:lnTo>
                  <a:lnTo>
                    <a:pt x="108306" y="39830"/>
                  </a:lnTo>
                  <a:lnTo>
                    <a:pt x="104171" y="36426"/>
                  </a:lnTo>
                  <a:lnTo>
                    <a:pt x="99930" y="33156"/>
                  </a:lnTo>
                  <a:lnTo>
                    <a:pt x="95586" y="30024"/>
                  </a:lnTo>
                  <a:lnTo>
                    <a:pt x="91144" y="27033"/>
                  </a:lnTo>
                  <a:lnTo>
                    <a:pt x="86609" y="24185"/>
                  </a:lnTo>
                  <a:lnTo>
                    <a:pt x="81984" y="21484"/>
                  </a:lnTo>
                  <a:lnTo>
                    <a:pt x="77276" y="18933"/>
                  </a:lnTo>
                  <a:lnTo>
                    <a:pt x="72488" y="16534"/>
                  </a:lnTo>
                  <a:lnTo>
                    <a:pt x="67626" y="14289"/>
                  </a:lnTo>
                  <a:lnTo>
                    <a:pt x="62694" y="12201"/>
                  </a:lnTo>
                  <a:lnTo>
                    <a:pt x="57698" y="10273"/>
                  </a:lnTo>
                  <a:lnTo>
                    <a:pt x="52643" y="8505"/>
                  </a:lnTo>
                  <a:lnTo>
                    <a:pt x="47534" y="6900"/>
                  </a:lnTo>
                  <a:lnTo>
                    <a:pt x="42376" y="5460"/>
                  </a:lnTo>
                  <a:lnTo>
                    <a:pt x="37175" y="4185"/>
                  </a:lnTo>
                  <a:lnTo>
                    <a:pt x="31935" y="3078"/>
                  </a:lnTo>
                  <a:lnTo>
                    <a:pt x="26663" y="2140"/>
                  </a:lnTo>
                  <a:lnTo>
                    <a:pt x="21363" y="1370"/>
                  </a:lnTo>
                  <a:lnTo>
                    <a:pt x="16041" y="771"/>
                  </a:lnTo>
                  <a:lnTo>
                    <a:pt x="10703" y="343"/>
                  </a:lnTo>
                  <a:lnTo>
                    <a:pt x="535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407096" y="5269756"/>
              <a:ext cx="138162" cy="167167"/>
            </a:xfrm>
            <a:custGeom>
              <a:avLst/>
              <a:pathLst>
                <a:path w="138162" h="167167">
                  <a:moveTo>
                    <a:pt x="138162" y="0"/>
                  </a:moveTo>
                  <a:lnTo>
                    <a:pt x="132555" y="94"/>
                  </a:lnTo>
                  <a:lnTo>
                    <a:pt x="126955" y="376"/>
                  </a:lnTo>
                  <a:lnTo>
                    <a:pt x="121367" y="845"/>
                  </a:lnTo>
                  <a:lnTo>
                    <a:pt x="115798" y="1502"/>
                  </a:lnTo>
                  <a:lnTo>
                    <a:pt x="110254" y="2346"/>
                  </a:lnTo>
                  <a:lnTo>
                    <a:pt x="104741" y="3374"/>
                  </a:lnTo>
                  <a:lnTo>
                    <a:pt x="99267" y="4587"/>
                  </a:lnTo>
                  <a:lnTo>
                    <a:pt x="93836" y="5983"/>
                  </a:lnTo>
                  <a:lnTo>
                    <a:pt x="88454" y="7561"/>
                  </a:lnTo>
                  <a:lnTo>
                    <a:pt x="83129" y="9318"/>
                  </a:lnTo>
                  <a:lnTo>
                    <a:pt x="77866" y="11252"/>
                  </a:lnTo>
                  <a:lnTo>
                    <a:pt x="72670" y="13362"/>
                  </a:lnTo>
                  <a:lnTo>
                    <a:pt x="67549" y="15646"/>
                  </a:lnTo>
                  <a:lnTo>
                    <a:pt x="62506" y="18099"/>
                  </a:lnTo>
                  <a:lnTo>
                    <a:pt x="57549" y="20721"/>
                  </a:lnTo>
                  <a:lnTo>
                    <a:pt x="52683" y="23507"/>
                  </a:lnTo>
                  <a:lnTo>
                    <a:pt x="47912" y="26455"/>
                  </a:lnTo>
                  <a:lnTo>
                    <a:pt x="43244" y="29561"/>
                  </a:lnTo>
                  <a:lnTo>
                    <a:pt x="38682" y="32822"/>
                  </a:lnTo>
                  <a:lnTo>
                    <a:pt x="34232" y="36234"/>
                  </a:lnTo>
                  <a:lnTo>
                    <a:pt x="29899" y="39793"/>
                  </a:lnTo>
                  <a:lnTo>
                    <a:pt x="25687" y="43496"/>
                  </a:lnTo>
                  <a:lnTo>
                    <a:pt x="21603" y="47338"/>
                  </a:lnTo>
                  <a:lnTo>
                    <a:pt x="17649" y="51315"/>
                  </a:lnTo>
                  <a:lnTo>
                    <a:pt x="13831" y="55422"/>
                  </a:lnTo>
                  <a:lnTo>
                    <a:pt x="10153" y="59655"/>
                  </a:lnTo>
                  <a:lnTo>
                    <a:pt x="6620" y="64009"/>
                  </a:lnTo>
                  <a:lnTo>
                    <a:pt x="3234" y="68479"/>
                  </a:lnTo>
                  <a:lnTo>
                    <a:pt x="0" y="73060"/>
                  </a:lnTo>
                  <a:lnTo>
                    <a:pt x="1381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407096" y="5342816"/>
              <a:ext cx="138162" cy="94106"/>
            </a:xfrm>
            <a:custGeom>
              <a:avLst/>
              <a:pathLst>
                <a:path w="138162" h="94106">
                  <a:moveTo>
                    <a:pt x="0" y="0"/>
                  </a:moveTo>
                  <a:lnTo>
                    <a:pt x="138162" y="94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407096" y="5342816"/>
              <a:ext cx="138162" cy="94106"/>
            </a:xfrm>
            <a:custGeom>
              <a:avLst/>
              <a:pathLst>
                <a:path w="138162" h="94106">
                  <a:moveTo>
                    <a:pt x="0" y="0"/>
                  </a:moveTo>
                  <a:lnTo>
                    <a:pt x="138162" y="941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407096" y="5342816"/>
              <a:ext cx="138162" cy="94106"/>
            </a:xfrm>
            <a:custGeom>
              <a:avLst/>
              <a:pathLst>
                <a:path w="138162" h="94106">
                  <a:moveTo>
                    <a:pt x="0" y="0"/>
                  </a:moveTo>
                  <a:lnTo>
                    <a:pt x="138162" y="941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407096" y="5342816"/>
              <a:ext cx="138162" cy="94106"/>
            </a:xfrm>
            <a:custGeom>
              <a:avLst/>
              <a:pathLst>
                <a:path w="138162" h="94106">
                  <a:moveTo>
                    <a:pt x="0" y="0"/>
                  </a:moveTo>
                  <a:lnTo>
                    <a:pt x="138162" y="941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385673" y="5342816"/>
              <a:ext cx="159585" cy="94106"/>
            </a:xfrm>
            <a:custGeom>
              <a:avLst/>
              <a:pathLst>
                <a:path w="159585" h="94106">
                  <a:moveTo>
                    <a:pt x="21423" y="0"/>
                  </a:moveTo>
                  <a:lnTo>
                    <a:pt x="18040" y="5168"/>
                  </a:lnTo>
                  <a:lnTo>
                    <a:pt x="14851" y="10458"/>
                  </a:lnTo>
                  <a:lnTo>
                    <a:pt x="11860" y="15862"/>
                  </a:lnTo>
                  <a:lnTo>
                    <a:pt x="9070" y="21373"/>
                  </a:lnTo>
                  <a:lnTo>
                    <a:pt x="6486" y="26983"/>
                  </a:lnTo>
                  <a:lnTo>
                    <a:pt x="4110" y="32685"/>
                  </a:lnTo>
                  <a:lnTo>
                    <a:pt x="1947" y="38471"/>
                  </a:lnTo>
                  <a:lnTo>
                    <a:pt x="0" y="44332"/>
                  </a:lnTo>
                  <a:lnTo>
                    <a:pt x="159585" y="941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378110" y="5269756"/>
              <a:ext cx="334295" cy="334334"/>
            </a:xfrm>
            <a:custGeom>
              <a:avLst/>
              <a:pathLst>
                <a:path w="334295" h="334334">
                  <a:moveTo>
                    <a:pt x="7563" y="117393"/>
                  </a:moveTo>
                  <a:lnTo>
                    <a:pt x="6063" y="122482"/>
                  </a:lnTo>
                  <a:lnTo>
                    <a:pt x="4727" y="127616"/>
                  </a:lnTo>
                  <a:lnTo>
                    <a:pt x="3553" y="132791"/>
                  </a:lnTo>
                  <a:lnTo>
                    <a:pt x="2545" y="137999"/>
                  </a:lnTo>
                  <a:lnTo>
                    <a:pt x="1702" y="143237"/>
                  </a:lnTo>
                  <a:lnTo>
                    <a:pt x="1026" y="148500"/>
                  </a:lnTo>
                  <a:lnTo>
                    <a:pt x="517" y="153781"/>
                  </a:lnTo>
                  <a:lnTo>
                    <a:pt x="177" y="159075"/>
                  </a:lnTo>
                  <a:lnTo>
                    <a:pt x="4" y="164378"/>
                  </a:lnTo>
                  <a:lnTo>
                    <a:pt x="0" y="169683"/>
                  </a:lnTo>
                  <a:lnTo>
                    <a:pt x="164" y="174986"/>
                  </a:lnTo>
                  <a:lnTo>
                    <a:pt x="496" y="180281"/>
                  </a:lnTo>
                  <a:lnTo>
                    <a:pt x="996" y="185563"/>
                  </a:lnTo>
                  <a:lnTo>
                    <a:pt x="1663" y="190826"/>
                  </a:lnTo>
                  <a:lnTo>
                    <a:pt x="2497" y="196066"/>
                  </a:lnTo>
                  <a:lnTo>
                    <a:pt x="3497" y="201276"/>
                  </a:lnTo>
                  <a:lnTo>
                    <a:pt x="4662" y="206452"/>
                  </a:lnTo>
                  <a:lnTo>
                    <a:pt x="5991" y="211589"/>
                  </a:lnTo>
                  <a:lnTo>
                    <a:pt x="7482" y="216680"/>
                  </a:lnTo>
                  <a:lnTo>
                    <a:pt x="9133" y="221722"/>
                  </a:lnTo>
                  <a:lnTo>
                    <a:pt x="10944" y="226709"/>
                  </a:lnTo>
                  <a:lnTo>
                    <a:pt x="12912" y="231636"/>
                  </a:lnTo>
                  <a:lnTo>
                    <a:pt x="15036" y="236498"/>
                  </a:lnTo>
                  <a:lnTo>
                    <a:pt x="17312" y="241290"/>
                  </a:lnTo>
                  <a:lnTo>
                    <a:pt x="19740" y="246008"/>
                  </a:lnTo>
                  <a:lnTo>
                    <a:pt x="22316" y="250646"/>
                  </a:lnTo>
                  <a:lnTo>
                    <a:pt x="25038" y="255200"/>
                  </a:lnTo>
                  <a:lnTo>
                    <a:pt x="27903" y="259665"/>
                  </a:lnTo>
                  <a:lnTo>
                    <a:pt x="30909" y="264037"/>
                  </a:lnTo>
                  <a:lnTo>
                    <a:pt x="34051" y="268312"/>
                  </a:lnTo>
                  <a:lnTo>
                    <a:pt x="37328" y="272484"/>
                  </a:lnTo>
                  <a:lnTo>
                    <a:pt x="40735" y="276551"/>
                  </a:lnTo>
                  <a:lnTo>
                    <a:pt x="44270" y="280507"/>
                  </a:lnTo>
                  <a:lnTo>
                    <a:pt x="47929" y="284349"/>
                  </a:lnTo>
                  <a:lnTo>
                    <a:pt x="51707" y="288074"/>
                  </a:lnTo>
                  <a:lnTo>
                    <a:pt x="55602" y="291676"/>
                  </a:lnTo>
                  <a:lnTo>
                    <a:pt x="59610" y="295153"/>
                  </a:lnTo>
                  <a:lnTo>
                    <a:pt x="63725" y="298501"/>
                  </a:lnTo>
                  <a:lnTo>
                    <a:pt x="67945" y="301717"/>
                  </a:lnTo>
                  <a:lnTo>
                    <a:pt x="72265" y="304797"/>
                  </a:lnTo>
                  <a:lnTo>
                    <a:pt x="76680" y="307739"/>
                  </a:lnTo>
                  <a:lnTo>
                    <a:pt x="81186" y="310539"/>
                  </a:lnTo>
                  <a:lnTo>
                    <a:pt x="85779" y="313195"/>
                  </a:lnTo>
                  <a:lnTo>
                    <a:pt x="90454" y="315703"/>
                  </a:lnTo>
                  <a:lnTo>
                    <a:pt x="95207" y="318062"/>
                  </a:lnTo>
                  <a:lnTo>
                    <a:pt x="100031" y="320269"/>
                  </a:lnTo>
                  <a:lnTo>
                    <a:pt x="104923" y="322322"/>
                  </a:lnTo>
                  <a:lnTo>
                    <a:pt x="109878" y="324218"/>
                  </a:lnTo>
                  <a:lnTo>
                    <a:pt x="114891" y="325957"/>
                  </a:lnTo>
                  <a:lnTo>
                    <a:pt x="119956" y="327535"/>
                  </a:lnTo>
                  <a:lnTo>
                    <a:pt x="125069" y="328952"/>
                  </a:lnTo>
                  <a:lnTo>
                    <a:pt x="130224" y="330206"/>
                  </a:lnTo>
                  <a:lnTo>
                    <a:pt x="135417" y="331295"/>
                  </a:lnTo>
                  <a:lnTo>
                    <a:pt x="140641" y="332219"/>
                  </a:lnTo>
                  <a:lnTo>
                    <a:pt x="145892" y="332977"/>
                  </a:lnTo>
                  <a:lnTo>
                    <a:pt x="151164" y="333568"/>
                  </a:lnTo>
                  <a:lnTo>
                    <a:pt x="156453" y="333992"/>
                  </a:lnTo>
                  <a:lnTo>
                    <a:pt x="161752" y="334247"/>
                  </a:lnTo>
                  <a:lnTo>
                    <a:pt x="167057" y="334334"/>
                  </a:lnTo>
                  <a:lnTo>
                    <a:pt x="172362" y="334253"/>
                  </a:lnTo>
                  <a:lnTo>
                    <a:pt x="177661" y="334003"/>
                  </a:lnTo>
                  <a:lnTo>
                    <a:pt x="182950" y="333586"/>
                  </a:lnTo>
                  <a:lnTo>
                    <a:pt x="188224" y="333001"/>
                  </a:lnTo>
                  <a:lnTo>
                    <a:pt x="193475" y="332248"/>
                  </a:lnTo>
                  <a:lnTo>
                    <a:pt x="198701" y="331330"/>
                  </a:lnTo>
                  <a:lnTo>
                    <a:pt x="203894" y="330246"/>
                  </a:lnTo>
                  <a:lnTo>
                    <a:pt x="209051" y="328997"/>
                  </a:lnTo>
                  <a:lnTo>
                    <a:pt x="214165" y="327586"/>
                  </a:lnTo>
                  <a:lnTo>
                    <a:pt x="219232" y="326013"/>
                  </a:lnTo>
                  <a:lnTo>
                    <a:pt x="224247" y="324281"/>
                  </a:lnTo>
                  <a:lnTo>
                    <a:pt x="229204" y="322390"/>
                  </a:lnTo>
                  <a:lnTo>
                    <a:pt x="234098" y="320342"/>
                  </a:lnTo>
                  <a:lnTo>
                    <a:pt x="238925" y="318140"/>
                  </a:lnTo>
                  <a:lnTo>
                    <a:pt x="243680" y="315787"/>
                  </a:lnTo>
                  <a:lnTo>
                    <a:pt x="248358" y="313283"/>
                  </a:lnTo>
                  <a:lnTo>
                    <a:pt x="252953" y="310633"/>
                  </a:lnTo>
                  <a:lnTo>
                    <a:pt x="257463" y="307837"/>
                  </a:lnTo>
                  <a:lnTo>
                    <a:pt x="261881" y="304901"/>
                  </a:lnTo>
                  <a:lnTo>
                    <a:pt x="266204" y="301825"/>
                  </a:lnTo>
                  <a:lnTo>
                    <a:pt x="270428" y="298614"/>
                  </a:lnTo>
                  <a:lnTo>
                    <a:pt x="274547" y="295270"/>
                  </a:lnTo>
                  <a:lnTo>
                    <a:pt x="278558" y="291797"/>
                  </a:lnTo>
                  <a:lnTo>
                    <a:pt x="282457" y="288199"/>
                  </a:lnTo>
                  <a:lnTo>
                    <a:pt x="286240" y="284479"/>
                  </a:lnTo>
                  <a:lnTo>
                    <a:pt x="289902" y="280641"/>
                  </a:lnTo>
                  <a:lnTo>
                    <a:pt x="293441" y="276688"/>
                  </a:lnTo>
                  <a:lnTo>
                    <a:pt x="296853" y="272625"/>
                  </a:lnTo>
                  <a:lnTo>
                    <a:pt x="300135" y="268456"/>
                  </a:lnTo>
                  <a:lnTo>
                    <a:pt x="303282" y="264185"/>
                  </a:lnTo>
                  <a:lnTo>
                    <a:pt x="306292" y="259816"/>
                  </a:lnTo>
                  <a:lnTo>
                    <a:pt x="309162" y="255354"/>
                  </a:lnTo>
                  <a:lnTo>
                    <a:pt x="311889" y="250803"/>
                  </a:lnTo>
                  <a:lnTo>
                    <a:pt x="314470" y="246168"/>
                  </a:lnTo>
                  <a:lnTo>
                    <a:pt x="316903" y="241453"/>
                  </a:lnTo>
                  <a:lnTo>
                    <a:pt x="319185" y="236663"/>
                  </a:lnTo>
                  <a:lnTo>
                    <a:pt x="321314" y="231804"/>
                  </a:lnTo>
                  <a:lnTo>
                    <a:pt x="323287" y="226879"/>
                  </a:lnTo>
                  <a:lnTo>
                    <a:pt x="325103" y="221894"/>
                  </a:lnTo>
                  <a:lnTo>
                    <a:pt x="326760" y="216854"/>
                  </a:lnTo>
                  <a:lnTo>
                    <a:pt x="328257" y="211764"/>
                  </a:lnTo>
                  <a:lnTo>
                    <a:pt x="329591" y="206629"/>
                  </a:lnTo>
                  <a:lnTo>
                    <a:pt x="330761" y="201454"/>
                  </a:lnTo>
                  <a:lnTo>
                    <a:pt x="331767" y="196245"/>
                  </a:lnTo>
                  <a:lnTo>
                    <a:pt x="332607" y="191006"/>
                  </a:lnTo>
                  <a:lnTo>
                    <a:pt x="333280" y="185744"/>
                  </a:lnTo>
                  <a:lnTo>
                    <a:pt x="333786" y="180463"/>
                  </a:lnTo>
                  <a:lnTo>
                    <a:pt x="334124" y="175168"/>
                  </a:lnTo>
                  <a:lnTo>
                    <a:pt x="334294" y="169865"/>
                  </a:lnTo>
                  <a:lnTo>
                    <a:pt x="334295" y="164560"/>
                  </a:lnTo>
                  <a:lnTo>
                    <a:pt x="334128" y="159257"/>
                  </a:lnTo>
                  <a:lnTo>
                    <a:pt x="333793" y="153962"/>
                  </a:lnTo>
                  <a:lnTo>
                    <a:pt x="333290" y="148680"/>
                  </a:lnTo>
                  <a:lnTo>
                    <a:pt x="332620" y="143417"/>
                  </a:lnTo>
                  <a:lnTo>
                    <a:pt x="331783" y="138178"/>
                  </a:lnTo>
                  <a:lnTo>
                    <a:pt x="330780" y="132969"/>
                  </a:lnTo>
                  <a:lnTo>
                    <a:pt x="329612" y="127793"/>
                  </a:lnTo>
                  <a:lnTo>
                    <a:pt x="328281" y="122658"/>
                  </a:lnTo>
                  <a:lnTo>
                    <a:pt x="326787" y="117567"/>
                  </a:lnTo>
                  <a:lnTo>
                    <a:pt x="325133" y="112526"/>
                  </a:lnTo>
                  <a:lnTo>
                    <a:pt x="323320" y="107540"/>
                  </a:lnTo>
                  <a:lnTo>
                    <a:pt x="321349" y="102614"/>
                  </a:lnTo>
                  <a:lnTo>
                    <a:pt x="319223" y="97753"/>
                  </a:lnTo>
                  <a:lnTo>
                    <a:pt x="316943" y="92962"/>
                  </a:lnTo>
                  <a:lnTo>
                    <a:pt x="314513" y="88246"/>
                  </a:lnTo>
                  <a:lnTo>
                    <a:pt x="311934" y="83609"/>
                  </a:lnTo>
                  <a:lnTo>
                    <a:pt x="309210" y="79057"/>
                  </a:lnTo>
                  <a:lnTo>
                    <a:pt x="306342" y="74593"/>
                  </a:lnTo>
                  <a:lnTo>
                    <a:pt x="303335" y="70223"/>
                  </a:lnTo>
                  <a:lnTo>
                    <a:pt x="300190" y="65950"/>
                  </a:lnTo>
                  <a:lnTo>
                    <a:pt x="296911" y="61779"/>
                  </a:lnTo>
                  <a:lnTo>
                    <a:pt x="293501" y="57714"/>
                  </a:lnTo>
                  <a:lnTo>
                    <a:pt x="289964" y="53760"/>
                  </a:lnTo>
                  <a:lnTo>
                    <a:pt x="286303" y="49920"/>
                  </a:lnTo>
                  <a:lnTo>
                    <a:pt x="282523" y="46197"/>
                  </a:lnTo>
                  <a:lnTo>
                    <a:pt x="278626" y="42597"/>
                  </a:lnTo>
                  <a:lnTo>
                    <a:pt x="274617" y="39122"/>
                  </a:lnTo>
                  <a:lnTo>
                    <a:pt x="270499" y="35776"/>
                  </a:lnTo>
                  <a:lnTo>
                    <a:pt x="266278" y="32563"/>
                  </a:lnTo>
                  <a:lnTo>
                    <a:pt x="261956" y="29485"/>
                  </a:lnTo>
                  <a:lnTo>
                    <a:pt x="257539" y="26546"/>
                  </a:lnTo>
                  <a:lnTo>
                    <a:pt x="253032" y="23748"/>
                  </a:lnTo>
                  <a:lnTo>
                    <a:pt x="248437" y="21095"/>
                  </a:lnTo>
                  <a:lnTo>
                    <a:pt x="243761" y="18589"/>
                  </a:lnTo>
                  <a:lnTo>
                    <a:pt x="239007" y="16233"/>
                  </a:lnTo>
                  <a:lnTo>
                    <a:pt x="234181" y="14028"/>
                  </a:lnTo>
                  <a:lnTo>
                    <a:pt x="229288" y="11978"/>
                  </a:lnTo>
                  <a:lnTo>
                    <a:pt x="224332" y="10084"/>
                  </a:lnTo>
                  <a:lnTo>
                    <a:pt x="219319" y="8349"/>
                  </a:lnTo>
                  <a:lnTo>
                    <a:pt x="214252" y="6773"/>
                  </a:lnTo>
                  <a:lnTo>
                    <a:pt x="209139" y="5359"/>
                  </a:lnTo>
                  <a:lnTo>
                    <a:pt x="203983" y="4108"/>
                  </a:lnTo>
                  <a:lnTo>
                    <a:pt x="198790" y="3021"/>
                  </a:lnTo>
                  <a:lnTo>
                    <a:pt x="193565" y="2100"/>
                  </a:lnTo>
                  <a:lnTo>
                    <a:pt x="188314" y="1345"/>
                  </a:lnTo>
                  <a:lnTo>
                    <a:pt x="183041" y="757"/>
                  </a:lnTo>
                  <a:lnTo>
                    <a:pt x="177752" y="336"/>
                  </a:lnTo>
                  <a:lnTo>
                    <a:pt x="172453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853884" y="5018213"/>
              <a:ext cx="167154" cy="175923"/>
            </a:xfrm>
            <a:custGeom>
              <a:avLst/>
              <a:pathLst>
                <a:path w="167154" h="175923">
                  <a:moveTo>
                    <a:pt x="167154" y="0"/>
                  </a:moveTo>
                  <a:lnTo>
                    <a:pt x="161728" y="88"/>
                  </a:lnTo>
                  <a:lnTo>
                    <a:pt x="156308" y="352"/>
                  </a:lnTo>
                  <a:lnTo>
                    <a:pt x="150899" y="792"/>
                  </a:lnTo>
                  <a:lnTo>
                    <a:pt x="145507" y="1407"/>
                  </a:lnTo>
                  <a:lnTo>
                    <a:pt x="140138" y="2197"/>
                  </a:lnTo>
                  <a:lnTo>
                    <a:pt x="134798" y="3161"/>
                  </a:lnTo>
                  <a:lnTo>
                    <a:pt x="129491" y="4297"/>
                  </a:lnTo>
                  <a:lnTo>
                    <a:pt x="124225" y="5606"/>
                  </a:lnTo>
                  <a:lnTo>
                    <a:pt x="119003" y="7084"/>
                  </a:lnTo>
                  <a:lnTo>
                    <a:pt x="113833" y="8731"/>
                  </a:lnTo>
                  <a:lnTo>
                    <a:pt x="108718" y="10546"/>
                  </a:lnTo>
                  <a:lnTo>
                    <a:pt x="103665" y="12525"/>
                  </a:lnTo>
                  <a:lnTo>
                    <a:pt x="98680" y="14667"/>
                  </a:lnTo>
                  <a:lnTo>
                    <a:pt x="93766" y="16970"/>
                  </a:lnTo>
                  <a:lnTo>
                    <a:pt x="88929" y="19431"/>
                  </a:lnTo>
                  <a:lnTo>
                    <a:pt x="84175" y="22048"/>
                  </a:lnTo>
                  <a:lnTo>
                    <a:pt x="79509" y="24818"/>
                  </a:lnTo>
                  <a:lnTo>
                    <a:pt x="74934" y="27738"/>
                  </a:lnTo>
                  <a:lnTo>
                    <a:pt x="70457" y="30804"/>
                  </a:lnTo>
                  <a:lnTo>
                    <a:pt x="66082" y="34015"/>
                  </a:lnTo>
                  <a:lnTo>
                    <a:pt x="61814" y="37366"/>
                  </a:lnTo>
                  <a:lnTo>
                    <a:pt x="57656" y="40853"/>
                  </a:lnTo>
                  <a:lnTo>
                    <a:pt x="53614" y="44474"/>
                  </a:lnTo>
                  <a:lnTo>
                    <a:pt x="49691" y="48224"/>
                  </a:lnTo>
                  <a:lnTo>
                    <a:pt x="45892" y="52099"/>
                  </a:lnTo>
                  <a:lnTo>
                    <a:pt x="42221" y="56096"/>
                  </a:lnTo>
                  <a:lnTo>
                    <a:pt x="38682" y="60209"/>
                  </a:lnTo>
                  <a:lnTo>
                    <a:pt x="35278" y="64436"/>
                  </a:lnTo>
                  <a:lnTo>
                    <a:pt x="32013" y="68770"/>
                  </a:lnTo>
                  <a:lnTo>
                    <a:pt x="28890" y="73209"/>
                  </a:lnTo>
                  <a:lnTo>
                    <a:pt x="25913" y="77746"/>
                  </a:lnTo>
                  <a:lnTo>
                    <a:pt x="23085" y="82377"/>
                  </a:lnTo>
                  <a:lnTo>
                    <a:pt x="20409" y="87098"/>
                  </a:lnTo>
                  <a:lnTo>
                    <a:pt x="17888" y="91904"/>
                  </a:lnTo>
                  <a:lnTo>
                    <a:pt x="15523" y="96788"/>
                  </a:lnTo>
                  <a:lnTo>
                    <a:pt x="13319" y="101747"/>
                  </a:lnTo>
                  <a:lnTo>
                    <a:pt x="11277" y="106775"/>
                  </a:lnTo>
                  <a:lnTo>
                    <a:pt x="9398" y="111866"/>
                  </a:lnTo>
                  <a:lnTo>
                    <a:pt x="7687" y="117016"/>
                  </a:lnTo>
                  <a:lnTo>
                    <a:pt x="6143" y="122218"/>
                  </a:lnTo>
                  <a:lnTo>
                    <a:pt x="4769" y="127468"/>
                  </a:lnTo>
                  <a:lnTo>
                    <a:pt x="3566" y="132760"/>
                  </a:lnTo>
                  <a:lnTo>
                    <a:pt x="2535" y="138087"/>
                  </a:lnTo>
                  <a:lnTo>
                    <a:pt x="1678" y="143446"/>
                  </a:lnTo>
                  <a:lnTo>
                    <a:pt x="995" y="148830"/>
                  </a:lnTo>
                  <a:lnTo>
                    <a:pt x="488" y="154233"/>
                  </a:lnTo>
                  <a:lnTo>
                    <a:pt x="156" y="159649"/>
                  </a:lnTo>
                  <a:lnTo>
                    <a:pt x="0" y="165073"/>
                  </a:lnTo>
                  <a:lnTo>
                    <a:pt x="20" y="170500"/>
                  </a:lnTo>
                  <a:lnTo>
                    <a:pt x="216" y="175923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854101" y="5185380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854101" y="5185380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854101" y="5185380"/>
              <a:ext cx="166937" cy="8756"/>
            </a:xfrm>
            <a:custGeom>
              <a:avLst/>
              <a:pathLst>
                <a:path w="166937" h="8756">
                  <a:moveTo>
                    <a:pt x="0" y="8756"/>
                  </a:moveTo>
                  <a:lnTo>
                    <a:pt x="16693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854101" y="5185380"/>
              <a:ext cx="166937" cy="84619"/>
            </a:xfrm>
            <a:custGeom>
              <a:avLst/>
              <a:pathLst>
                <a:path w="166937" h="84619">
                  <a:moveTo>
                    <a:pt x="0" y="8756"/>
                  </a:moveTo>
                  <a:lnTo>
                    <a:pt x="396" y="14454"/>
                  </a:lnTo>
                  <a:lnTo>
                    <a:pt x="987" y="20135"/>
                  </a:lnTo>
                  <a:lnTo>
                    <a:pt x="1772" y="25792"/>
                  </a:lnTo>
                  <a:lnTo>
                    <a:pt x="2749" y="31419"/>
                  </a:lnTo>
                  <a:lnTo>
                    <a:pt x="3919" y="37010"/>
                  </a:lnTo>
                  <a:lnTo>
                    <a:pt x="5278" y="42557"/>
                  </a:lnTo>
                  <a:lnTo>
                    <a:pt x="6826" y="48055"/>
                  </a:lnTo>
                  <a:lnTo>
                    <a:pt x="8561" y="53497"/>
                  </a:lnTo>
                  <a:lnTo>
                    <a:pt x="10481" y="58876"/>
                  </a:lnTo>
                  <a:lnTo>
                    <a:pt x="12584" y="64187"/>
                  </a:lnTo>
                  <a:lnTo>
                    <a:pt x="14867" y="69422"/>
                  </a:lnTo>
                  <a:lnTo>
                    <a:pt x="17327" y="74577"/>
                  </a:lnTo>
                  <a:lnTo>
                    <a:pt x="19962" y="79644"/>
                  </a:lnTo>
                  <a:lnTo>
                    <a:pt x="22769" y="84619"/>
                  </a:lnTo>
                  <a:lnTo>
                    <a:pt x="16693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876870" y="5018213"/>
              <a:ext cx="311321" cy="334332"/>
            </a:xfrm>
            <a:custGeom>
              <a:avLst/>
              <a:pathLst>
                <a:path w="311321" h="334332">
                  <a:moveTo>
                    <a:pt x="0" y="251786"/>
                  </a:moveTo>
                  <a:lnTo>
                    <a:pt x="2752" y="256310"/>
                  </a:lnTo>
                  <a:lnTo>
                    <a:pt x="5646" y="260744"/>
                  </a:lnTo>
                  <a:lnTo>
                    <a:pt x="8680" y="265085"/>
                  </a:lnTo>
                  <a:lnTo>
                    <a:pt x="11849" y="269327"/>
                  </a:lnTo>
                  <a:lnTo>
                    <a:pt x="15151" y="273467"/>
                  </a:lnTo>
                  <a:lnTo>
                    <a:pt x="18583" y="277500"/>
                  </a:lnTo>
                  <a:lnTo>
                    <a:pt x="22141" y="281422"/>
                  </a:lnTo>
                  <a:lnTo>
                    <a:pt x="25821" y="285230"/>
                  </a:lnTo>
                  <a:lnTo>
                    <a:pt x="29620" y="288919"/>
                  </a:lnTo>
                  <a:lnTo>
                    <a:pt x="33534" y="292486"/>
                  </a:lnTo>
                  <a:lnTo>
                    <a:pt x="37558" y="295928"/>
                  </a:lnTo>
                  <a:lnTo>
                    <a:pt x="41690" y="299240"/>
                  </a:lnTo>
                  <a:lnTo>
                    <a:pt x="45925" y="302419"/>
                  </a:lnTo>
                  <a:lnTo>
                    <a:pt x="50258" y="305463"/>
                  </a:lnTo>
                  <a:lnTo>
                    <a:pt x="54686" y="308368"/>
                  </a:lnTo>
                  <a:lnTo>
                    <a:pt x="59203" y="311132"/>
                  </a:lnTo>
                  <a:lnTo>
                    <a:pt x="63805" y="313751"/>
                  </a:lnTo>
                  <a:lnTo>
                    <a:pt x="68489" y="316223"/>
                  </a:lnTo>
                  <a:lnTo>
                    <a:pt x="73248" y="318545"/>
                  </a:lnTo>
                  <a:lnTo>
                    <a:pt x="78078" y="320715"/>
                  </a:lnTo>
                  <a:lnTo>
                    <a:pt x="82975" y="322731"/>
                  </a:lnTo>
                  <a:lnTo>
                    <a:pt x="87933" y="324592"/>
                  </a:lnTo>
                  <a:lnTo>
                    <a:pt x="92947" y="326294"/>
                  </a:lnTo>
                  <a:lnTo>
                    <a:pt x="98013" y="327836"/>
                  </a:lnTo>
                  <a:lnTo>
                    <a:pt x="103125" y="329218"/>
                  </a:lnTo>
                  <a:lnTo>
                    <a:pt x="108278" y="330436"/>
                  </a:lnTo>
                  <a:lnTo>
                    <a:pt x="113468" y="331491"/>
                  </a:lnTo>
                  <a:lnTo>
                    <a:pt x="118688" y="332381"/>
                  </a:lnTo>
                  <a:lnTo>
                    <a:pt x="123934" y="333105"/>
                  </a:lnTo>
                  <a:lnTo>
                    <a:pt x="129200" y="333663"/>
                  </a:lnTo>
                  <a:lnTo>
                    <a:pt x="134481" y="334053"/>
                  </a:lnTo>
                  <a:lnTo>
                    <a:pt x="139771" y="334277"/>
                  </a:lnTo>
                  <a:lnTo>
                    <a:pt x="145067" y="334332"/>
                  </a:lnTo>
                  <a:lnTo>
                    <a:pt x="150361" y="334220"/>
                  </a:lnTo>
                  <a:lnTo>
                    <a:pt x="155649" y="333940"/>
                  </a:lnTo>
                  <a:lnTo>
                    <a:pt x="160925" y="333492"/>
                  </a:lnTo>
                  <a:lnTo>
                    <a:pt x="166185" y="332878"/>
                  </a:lnTo>
                  <a:lnTo>
                    <a:pt x="171423" y="332098"/>
                  </a:lnTo>
                  <a:lnTo>
                    <a:pt x="176633" y="331152"/>
                  </a:lnTo>
                  <a:lnTo>
                    <a:pt x="181811" y="330041"/>
                  </a:lnTo>
                  <a:lnTo>
                    <a:pt x="186951" y="328767"/>
                  </a:lnTo>
                  <a:lnTo>
                    <a:pt x="192048" y="327331"/>
                  </a:lnTo>
                  <a:lnTo>
                    <a:pt x="197097" y="325734"/>
                  </a:lnTo>
                  <a:lnTo>
                    <a:pt x="202093" y="323978"/>
                  </a:lnTo>
                  <a:lnTo>
                    <a:pt x="207030" y="322065"/>
                  </a:lnTo>
                  <a:lnTo>
                    <a:pt x="211905" y="319996"/>
                  </a:lnTo>
                  <a:lnTo>
                    <a:pt x="216712" y="317774"/>
                  </a:lnTo>
                  <a:lnTo>
                    <a:pt x="221445" y="315400"/>
                  </a:lnTo>
                  <a:lnTo>
                    <a:pt x="226102" y="312878"/>
                  </a:lnTo>
                  <a:lnTo>
                    <a:pt x="230676" y="310210"/>
                  </a:lnTo>
                  <a:lnTo>
                    <a:pt x="235163" y="307398"/>
                  </a:lnTo>
                  <a:lnTo>
                    <a:pt x="239559" y="304446"/>
                  </a:lnTo>
                  <a:lnTo>
                    <a:pt x="243859" y="301356"/>
                  </a:lnTo>
                  <a:lnTo>
                    <a:pt x="248060" y="298131"/>
                  </a:lnTo>
                  <a:lnTo>
                    <a:pt x="252156" y="294774"/>
                  </a:lnTo>
                  <a:lnTo>
                    <a:pt x="256143" y="291290"/>
                  </a:lnTo>
                  <a:lnTo>
                    <a:pt x="260018" y="287681"/>
                  </a:lnTo>
                  <a:lnTo>
                    <a:pt x="263777" y="283951"/>
                  </a:lnTo>
                  <a:lnTo>
                    <a:pt x="267416" y="280104"/>
                  </a:lnTo>
                  <a:lnTo>
                    <a:pt x="270932" y="276144"/>
                  </a:lnTo>
                  <a:lnTo>
                    <a:pt x="274320" y="272074"/>
                  </a:lnTo>
                  <a:lnTo>
                    <a:pt x="277577" y="267899"/>
                  </a:lnTo>
                  <a:lnTo>
                    <a:pt x="280701" y="263623"/>
                  </a:lnTo>
                  <a:lnTo>
                    <a:pt x="283688" y="259250"/>
                  </a:lnTo>
                  <a:lnTo>
                    <a:pt x="286534" y="254785"/>
                  </a:lnTo>
                  <a:lnTo>
                    <a:pt x="289238" y="250231"/>
                  </a:lnTo>
                  <a:lnTo>
                    <a:pt x="291796" y="245595"/>
                  </a:lnTo>
                  <a:lnTo>
                    <a:pt x="294206" y="240880"/>
                  </a:lnTo>
                  <a:lnTo>
                    <a:pt x="296466" y="236090"/>
                  </a:lnTo>
                  <a:lnTo>
                    <a:pt x="298572" y="231232"/>
                  </a:lnTo>
                  <a:lnTo>
                    <a:pt x="300524" y="226309"/>
                  </a:lnTo>
                  <a:lnTo>
                    <a:pt x="302319" y="221327"/>
                  </a:lnTo>
                  <a:lnTo>
                    <a:pt x="303955" y="216291"/>
                  </a:lnTo>
                  <a:lnTo>
                    <a:pt x="305431" y="211205"/>
                  </a:lnTo>
                  <a:lnTo>
                    <a:pt x="306744" y="206075"/>
                  </a:lnTo>
                  <a:lnTo>
                    <a:pt x="307895" y="200906"/>
                  </a:lnTo>
                  <a:lnTo>
                    <a:pt x="308882" y="195704"/>
                  </a:lnTo>
                  <a:lnTo>
                    <a:pt x="309703" y="190472"/>
                  </a:lnTo>
                  <a:lnTo>
                    <a:pt x="310358" y="185217"/>
                  </a:lnTo>
                  <a:lnTo>
                    <a:pt x="310846" y="179944"/>
                  </a:lnTo>
                  <a:lnTo>
                    <a:pt x="311168" y="174659"/>
                  </a:lnTo>
                  <a:lnTo>
                    <a:pt x="311321" y="169365"/>
                  </a:lnTo>
                  <a:lnTo>
                    <a:pt x="311307" y="164070"/>
                  </a:lnTo>
                  <a:lnTo>
                    <a:pt x="311125" y="158778"/>
                  </a:lnTo>
                  <a:lnTo>
                    <a:pt x="310775" y="153494"/>
                  </a:lnTo>
                  <a:lnTo>
                    <a:pt x="310259" y="148224"/>
                  </a:lnTo>
                  <a:lnTo>
                    <a:pt x="309575" y="142972"/>
                  </a:lnTo>
                  <a:lnTo>
                    <a:pt x="308726" y="137745"/>
                  </a:lnTo>
                  <a:lnTo>
                    <a:pt x="307712" y="132548"/>
                  </a:lnTo>
                  <a:lnTo>
                    <a:pt x="306533" y="127385"/>
                  </a:lnTo>
                  <a:lnTo>
                    <a:pt x="305192" y="122263"/>
                  </a:lnTo>
                  <a:lnTo>
                    <a:pt x="303688" y="117185"/>
                  </a:lnTo>
                  <a:lnTo>
                    <a:pt x="302025" y="112157"/>
                  </a:lnTo>
                  <a:lnTo>
                    <a:pt x="300204" y="107185"/>
                  </a:lnTo>
                  <a:lnTo>
                    <a:pt x="298226" y="102273"/>
                  </a:lnTo>
                  <a:lnTo>
                    <a:pt x="296093" y="97426"/>
                  </a:lnTo>
                  <a:lnTo>
                    <a:pt x="293808" y="92649"/>
                  </a:lnTo>
                  <a:lnTo>
                    <a:pt x="291372" y="87947"/>
                  </a:lnTo>
                  <a:lnTo>
                    <a:pt x="288789" y="83324"/>
                  </a:lnTo>
                  <a:lnTo>
                    <a:pt x="286061" y="78785"/>
                  </a:lnTo>
                  <a:lnTo>
                    <a:pt x="283191" y="74335"/>
                  </a:lnTo>
                  <a:lnTo>
                    <a:pt x="280181" y="69979"/>
                  </a:lnTo>
                  <a:lnTo>
                    <a:pt x="277034" y="65719"/>
                  </a:lnTo>
                  <a:lnTo>
                    <a:pt x="273754" y="61562"/>
                  </a:lnTo>
                  <a:lnTo>
                    <a:pt x="270344" y="57510"/>
                  </a:lnTo>
                  <a:lnTo>
                    <a:pt x="266808" y="53569"/>
                  </a:lnTo>
                  <a:lnTo>
                    <a:pt x="263148" y="49742"/>
                  </a:lnTo>
                  <a:lnTo>
                    <a:pt x="259369" y="46032"/>
                  </a:lnTo>
                  <a:lnTo>
                    <a:pt x="255474" y="42444"/>
                  </a:lnTo>
                  <a:lnTo>
                    <a:pt x="251468" y="38981"/>
                  </a:lnTo>
                  <a:lnTo>
                    <a:pt x="247354" y="35647"/>
                  </a:lnTo>
                  <a:lnTo>
                    <a:pt x="243137" y="32444"/>
                  </a:lnTo>
                  <a:lnTo>
                    <a:pt x="238820" y="29377"/>
                  </a:lnTo>
                  <a:lnTo>
                    <a:pt x="234408" y="26448"/>
                  </a:lnTo>
                  <a:lnTo>
                    <a:pt x="229906" y="23661"/>
                  </a:lnTo>
                  <a:lnTo>
                    <a:pt x="225317" y="21017"/>
                  </a:lnTo>
                  <a:lnTo>
                    <a:pt x="220648" y="18520"/>
                  </a:lnTo>
                  <a:lnTo>
                    <a:pt x="215901" y="16172"/>
                  </a:lnTo>
                  <a:lnTo>
                    <a:pt x="211082" y="13976"/>
                  </a:lnTo>
                  <a:lnTo>
                    <a:pt x="206197" y="11934"/>
                  </a:lnTo>
                  <a:lnTo>
                    <a:pt x="201249" y="10047"/>
                  </a:lnTo>
                  <a:lnTo>
                    <a:pt x="196244" y="8318"/>
                  </a:lnTo>
                  <a:lnTo>
                    <a:pt x="191186" y="6748"/>
                  </a:lnTo>
                  <a:lnTo>
                    <a:pt x="186082" y="5339"/>
                  </a:lnTo>
                  <a:lnTo>
                    <a:pt x="180935" y="4093"/>
                  </a:lnTo>
                  <a:lnTo>
                    <a:pt x="175751" y="3010"/>
                  </a:lnTo>
                  <a:lnTo>
                    <a:pt x="170536" y="2092"/>
                  </a:lnTo>
                  <a:lnTo>
                    <a:pt x="165294" y="1340"/>
                  </a:lnTo>
                  <a:lnTo>
                    <a:pt x="160031" y="754"/>
                  </a:lnTo>
                  <a:lnTo>
                    <a:pt x="154752" y="335"/>
                  </a:lnTo>
                  <a:lnTo>
                    <a:pt x="149463" y="83"/>
                  </a:lnTo>
                  <a:lnTo>
                    <a:pt x="144168" y="0"/>
                  </a:lnTo>
                  <a:lnTo>
                    <a:pt x="1441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256067" y="4659281"/>
              <a:ext cx="167167" cy="333509"/>
            </a:xfrm>
            <a:custGeom>
              <a:avLst/>
              <a:pathLst>
                <a:path w="167167" h="333509">
                  <a:moveTo>
                    <a:pt x="167167" y="0"/>
                  </a:moveTo>
                  <a:lnTo>
                    <a:pt x="161814" y="85"/>
                  </a:lnTo>
                  <a:lnTo>
                    <a:pt x="156468" y="342"/>
                  </a:lnTo>
                  <a:lnTo>
                    <a:pt x="151132" y="770"/>
                  </a:lnTo>
                  <a:lnTo>
                    <a:pt x="145813" y="1369"/>
                  </a:lnTo>
                  <a:lnTo>
                    <a:pt x="140515" y="2138"/>
                  </a:lnTo>
                  <a:lnTo>
                    <a:pt x="135245" y="3076"/>
                  </a:lnTo>
                  <a:lnTo>
                    <a:pt x="130008" y="4182"/>
                  </a:lnTo>
                  <a:lnTo>
                    <a:pt x="124808" y="5455"/>
                  </a:lnTo>
                  <a:lnTo>
                    <a:pt x="119653" y="6894"/>
                  </a:lnTo>
                  <a:lnTo>
                    <a:pt x="114545" y="8498"/>
                  </a:lnTo>
                  <a:lnTo>
                    <a:pt x="109492" y="10264"/>
                  </a:lnTo>
                  <a:lnTo>
                    <a:pt x="104498" y="12191"/>
                  </a:lnTo>
                  <a:lnTo>
                    <a:pt x="99568" y="14277"/>
                  </a:lnTo>
                  <a:lnTo>
                    <a:pt x="94708" y="16519"/>
                  </a:lnTo>
                  <a:lnTo>
                    <a:pt x="89922" y="18917"/>
                  </a:lnTo>
                  <a:lnTo>
                    <a:pt x="85215" y="21466"/>
                  </a:lnTo>
                  <a:lnTo>
                    <a:pt x="80592" y="24164"/>
                  </a:lnTo>
                  <a:lnTo>
                    <a:pt x="76058" y="27010"/>
                  </a:lnTo>
                  <a:lnTo>
                    <a:pt x="71617" y="29998"/>
                  </a:lnTo>
                  <a:lnTo>
                    <a:pt x="67274" y="33128"/>
                  </a:lnTo>
                  <a:lnTo>
                    <a:pt x="63034" y="36395"/>
                  </a:lnTo>
                  <a:lnTo>
                    <a:pt x="58900" y="39796"/>
                  </a:lnTo>
                  <a:lnTo>
                    <a:pt x="54878" y="43328"/>
                  </a:lnTo>
                  <a:lnTo>
                    <a:pt x="50970" y="46986"/>
                  </a:lnTo>
                  <a:lnTo>
                    <a:pt x="47182" y="50768"/>
                  </a:lnTo>
                  <a:lnTo>
                    <a:pt x="43517" y="54670"/>
                  </a:lnTo>
                  <a:lnTo>
                    <a:pt x="39978" y="58686"/>
                  </a:lnTo>
                  <a:lnTo>
                    <a:pt x="36570" y="62814"/>
                  </a:lnTo>
                  <a:lnTo>
                    <a:pt x="33296" y="67049"/>
                  </a:lnTo>
                  <a:lnTo>
                    <a:pt x="30159" y="71386"/>
                  </a:lnTo>
                  <a:lnTo>
                    <a:pt x="27163" y="75822"/>
                  </a:lnTo>
                  <a:lnTo>
                    <a:pt x="24310" y="80351"/>
                  </a:lnTo>
                  <a:lnTo>
                    <a:pt x="21604" y="84970"/>
                  </a:lnTo>
                  <a:lnTo>
                    <a:pt x="19047" y="89673"/>
                  </a:lnTo>
                  <a:lnTo>
                    <a:pt x="16641" y="94455"/>
                  </a:lnTo>
                  <a:lnTo>
                    <a:pt x="14390" y="99311"/>
                  </a:lnTo>
                  <a:lnTo>
                    <a:pt x="12296" y="104238"/>
                  </a:lnTo>
                  <a:lnTo>
                    <a:pt x="10361" y="109228"/>
                  </a:lnTo>
                  <a:lnTo>
                    <a:pt x="8586" y="114279"/>
                  </a:lnTo>
                  <a:lnTo>
                    <a:pt x="6974" y="119383"/>
                  </a:lnTo>
                  <a:lnTo>
                    <a:pt x="5526" y="124536"/>
                  </a:lnTo>
                  <a:lnTo>
                    <a:pt x="4244" y="129734"/>
                  </a:lnTo>
                  <a:lnTo>
                    <a:pt x="3129" y="134969"/>
                  </a:lnTo>
                  <a:lnTo>
                    <a:pt x="2183" y="140238"/>
                  </a:lnTo>
                  <a:lnTo>
                    <a:pt x="1405" y="145534"/>
                  </a:lnTo>
                  <a:lnTo>
                    <a:pt x="797" y="150852"/>
                  </a:lnTo>
                  <a:lnTo>
                    <a:pt x="360" y="156187"/>
                  </a:lnTo>
                  <a:lnTo>
                    <a:pt x="94" y="161533"/>
                  </a:lnTo>
                  <a:lnTo>
                    <a:pt x="0" y="166886"/>
                  </a:lnTo>
                  <a:lnTo>
                    <a:pt x="76" y="172238"/>
                  </a:lnTo>
                  <a:lnTo>
                    <a:pt x="324" y="177585"/>
                  </a:lnTo>
                  <a:lnTo>
                    <a:pt x="743" y="182922"/>
                  </a:lnTo>
                  <a:lnTo>
                    <a:pt x="1333" y="188242"/>
                  </a:lnTo>
                  <a:lnTo>
                    <a:pt x="2093" y="193541"/>
                  </a:lnTo>
                  <a:lnTo>
                    <a:pt x="3022" y="198812"/>
                  </a:lnTo>
                  <a:lnTo>
                    <a:pt x="4119" y="204052"/>
                  </a:lnTo>
                  <a:lnTo>
                    <a:pt x="5384" y="209253"/>
                  </a:lnTo>
                  <a:lnTo>
                    <a:pt x="6814" y="214411"/>
                  </a:lnTo>
                  <a:lnTo>
                    <a:pt x="8409" y="219521"/>
                  </a:lnTo>
                  <a:lnTo>
                    <a:pt x="10167" y="224577"/>
                  </a:lnTo>
                  <a:lnTo>
                    <a:pt x="12085" y="229575"/>
                  </a:lnTo>
                  <a:lnTo>
                    <a:pt x="14163" y="234508"/>
                  </a:lnTo>
                  <a:lnTo>
                    <a:pt x="16397" y="239372"/>
                  </a:lnTo>
                  <a:lnTo>
                    <a:pt x="18787" y="244162"/>
                  </a:lnTo>
                  <a:lnTo>
                    <a:pt x="21328" y="248874"/>
                  </a:lnTo>
                  <a:lnTo>
                    <a:pt x="24019" y="253501"/>
                  </a:lnTo>
                  <a:lnTo>
                    <a:pt x="26856" y="258040"/>
                  </a:lnTo>
                  <a:lnTo>
                    <a:pt x="29838" y="262486"/>
                  </a:lnTo>
                  <a:lnTo>
                    <a:pt x="32960" y="266834"/>
                  </a:lnTo>
                  <a:lnTo>
                    <a:pt x="36220" y="271080"/>
                  </a:lnTo>
                  <a:lnTo>
                    <a:pt x="39614" y="275219"/>
                  </a:lnTo>
                  <a:lnTo>
                    <a:pt x="43139" y="279247"/>
                  </a:lnTo>
                  <a:lnTo>
                    <a:pt x="46791" y="283161"/>
                  </a:lnTo>
                  <a:lnTo>
                    <a:pt x="50566" y="286956"/>
                  </a:lnTo>
                  <a:lnTo>
                    <a:pt x="54461" y="290627"/>
                  </a:lnTo>
                  <a:lnTo>
                    <a:pt x="58472" y="294173"/>
                  </a:lnTo>
                  <a:lnTo>
                    <a:pt x="62594" y="297588"/>
                  </a:lnTo>
                  <a:lnTo>
                    <a:pt x="66824" y="300869"/>
                  </a:lnTo>
                  <a:lnTo>
                    <a:pt x="71156" y="304013"/>
                  </a:lnTo>
                  <a:lnTo>
                    <a:pt x="75586" y="307017"/>
                  </a:lnTo>
                  <a:lnTo>
                    <a:pt x="80111" y="309877"/>
                  </a:lnTo>
                  <a:lnTo>
                    <a:pt x="84725" y="312591"/>
                  </a:lnTo>
                  <a:lnTo>
                    <a:pt x="89423" y="315156"/>
                  </a:lnTo>
                  <a:lnTo>
                    <a:pt x="94201" y="317570"/>
                  </a:lnTo>
                  <a:lnTo>
                    <a:pt x="99054" y="319829"/>
                  </a:lnTo>
                  <a:lnTo>
                    <a:pt x="103977" y="321931"/>
                  </a:lnTo>
                  <a:lnTo>
                    <a:pt x="108964" y="323875"/>
                  </a:lnTo>
                  <a:lnTo>
                    <a:pt x="114012" y="325658"/>
                  </a:lnTo>
                  <a:lnTo>
                    <a:pt x="119113" y="327279"/>
                  </a:lnTo>
                  <a:lnTo>
                    <a:pt x="124264" y="328735"/>
                  </a:lnTo>
                  <a:lnTo>
                    <a:pt x="129459" y="330026"/>
                  </a:lnTo>
                  <a:lnTo>
                    <a:pt x="134693" y="331150"/>
                  </a:lnTo>
                  <a:lnTo>
                    <a:pt x="139960" y="332106"/>
                  </a:lnTo>
                  <a:lnTo>
                    <a:pt x="145255" y="332892"/>
                  </a:lnTo>
                  <a:lnTo>
                    <a:pt x="150572" y="333509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06640" y="4826449"/>
              <a:ext cx="16594" cy="166341"/>
            </a:xfrm>
            <a:custGeom>
              <a:avLst/>
              <a:pathLst>
                <a:path w="16594" h="166341">
                  <a:moveTo>
                    <a:pt x="0" y="166341"/>
                  </a:moveTo>
                  <a:lnTo>
                    <a:pt x="1659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06640" y="4826449"/>
              <a:ext cx="16594" cy="166341"/>
            </a:xfrm>
            <a:custGeom>
              <a:avLst/>
              <a:pathLst>
                <a:path w="16594" h="166341">
                  <a:moveTo>
                    <a:pt x="0" y="166341"/>
                  </a:moveTo>
                  <a:lnTo>
                    <a:pt x="1659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06640" y="4826449"/>
              <a:ext cx="70001" cy="167163"/>
            </a:xfrm>
            <a:custGeom>
              <a:avLst/>
              <a:pathLst>
                <a:path w="70001" h="167163">
                  <a:moveTo>
                    <a:pt x="0" y="166341"/>
                  </a:moveTo>
                  <a:lnTo>
                    <a:pt x="5895" y="166824"/>
                  </a:lnTo>
                  <a:lnTo>
                    <a:pt x="11803" y="167098"/>
                  </a:lnTo>
                  <a:lnTo>
                    <a:pt x="17717" y="167163"/>
                  </a:lnTo>
                  <a:lnTo>
                    <a:pt x="23630" y="167019"/>
                  </a:lnTo>
                  <a:lnTo>
                    <a:pt x="29535" y="166665"/>
                  </a:lnTo>
                  <a:lnTo>
                    <a:pt x="35423" y="166103"/>
                  </a:lnTo>
                  <a:lnTo>
                    <a:pt x="41287" y="165333"/>
                  </a:lnTo>
                  <a:lnTo>
                    <a:pt x="47121" y="164356"/>
                  </a:lnTo>
                  <a:lnTo>
                    <a:pt x="52916" y="163173"/>
                  </a:lnTo>
                  <a:lnTo>
                    <a:pt x="58666" y="161786"/>
                  </a:lnTo>
                  <a:lnTo>
                    <a:pt x="64363" y="160197"/>
                  </a:lnTo>
                  <a:lnTo>
                    <a:pt x="70001" y="158406"/>
                  </a:lnTo>
                  <a:lnTo>
                    <a:pt x="1659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167166" cy="325574"/>
            </a:xfrm>
            <a:custGeom>
              <a:avLst/>
              <a:pathLst>
                <a:path w="167166" h="325574">
                  <a:moveTo>
                    <a:pt x="53406" y="325574"/>
                  </a:moveTo>
                  <a:lnTo>
                    <a:pt x="58447" y="323784"/>
                  </a:lnTo>
                  <a:lnTo>
                    <a:pt x="63429" y="321833"/>
                  </a:lnTo>
                  <a:lnTo>
                    <a:pt x="68346" y="319724"/>
                  </a:lnTo>
                  <a:lnTo>
                    <a:pt x="73192" y="317459"/>
                  </a:lnTo>
                  <a:lnTo>
                    <a:pt x="77964" y="315040"/>
                  </a:lnTo>
                  <a:lnTo>
                    <a:pt x="82656" y="312470"/>
                  </a:lnTo>
                  <a:lnTo>
                    <a:pt x="87263" y="309750"/>
                  </a:lnTo>
                  <a:lnTo>
                    <a:pt x="91781" y="306885"/>
                  </a:lnTo>
                  <a:lnTo>
                    <a:pt x="96205" y="303876"/>
                  </a:lnTo>
                  <a:lnTo>
                    <a:pt x="100530" y="300728"/>
                  </a:lnTo>
                  <a:lnTo>
                    <a:pt x="104753" y="297442"/>
                  </a:lnTo>
                  <a:lnTo>
                    <a:pt x="108868" y="294024"/>
                  </a:lnTo>
                  <a:lnTo>
                    <a:pt x="112871" y="290475"/>
                  </a:lnTo>
                  <a:lnTo>
                    <a:pt x="116759" y="286800"/>
                  </a:lnTo>
                  <a:lnTo>
                    <a:pt x="120528" y="283003"/>
                  </a:lnTo>
                  <a:lnTo>
                    <a:pt x="124173" y="279087"/>
                  </a:lnTo>
                  <a:lnTo>
                    <a:pt x="127690" y="275056"/>
                  </a:lnTo>
                  <a:lnTo>
                    <a:pt x="131077" y="270914"/>
                  </a:lnTo>
                  <a:lnTo>
                    <a:pt x="134330" y="266667"/>
                  </a:lnTo>
                  <a:lnTo>
                    <a:pt x="137445" y="262318"/>
                  </a:lnTo>
                  <a:lnTo>
                    <a:pt x="140420" y="257871"/>
                  </a:lnTo>
                  <a:lnTo>
                    <a:pt x="143250" y="253331"/>
                  </a:lnTo>
                  <a:lnTo>
                    <a:pt x="145934" y="248703"/>
                  </a:lnTo>
                  <a:lnTo>
                    <a:pt x="148468" y="243991"/>
                  </a:lnTo>
                  <a:lnTo>
                    <a:pt x="150851" y="239201"/>
                  </a:lnTo>
                  <a:lnTo>
                    <a:pt x="153078" y="234337"/>
                  </a:lnTo>
                  <a:lnTo>
                    <a:pt x="155149" y="229404"/>
                  </a:lnTo>
                  <a:lnTo>
                    <a:pt x="157061" y="224408"/>
                  </a:lnTo>
                  <a:lnTo>
                    <a:pt x="158813" y="219352"/>
                  </a:lnTo>
                  <a:lnTo>
                    <a:pt x="160401" y="214244"/>
                  </a:lnTo>
                  <a:lnTo>
                    <a:pt x="161826" y="209087"/>
                  </a:lnTo>
                  <a:lnTo>
                    <a:pt x="163084" y="203887"/>
                  </a:lnTo>
                  <a:lnTo>
                    <a:pt x="164176" y="198650"/>
                  </a:lnTo>
                  <a:lnTo>
                    <a:pt x="165099" y="193380"/>
                  </a:lnTo>
                  <a:lnTo>
                    <a:pt x="165853" y="188084"/>
                  </a:lnTo>
                  <a:lnTo>
                    <a:pt x="166438" y="182766"/>
                  </a:lnTo>
                  <a:lnTo>
                    <a:pt x="166851" y="177432"/>
                  </a:lnTo>
                  <a:lnTo>
                    <a:pt x="167095" y="172088"/>
                  </a:lnTo>
                  <a:lnTo>
                    <a:pt x="167166" y="166738"/>
                  </a:lnTo>
                  <a:lnTo>
                    <a:pt x="167067" y="161389"/>
                  </a:lnTo>
                  <a:lnTo>
                    <a:pt x="166797" y="156046"/>
                  </a:lnTo>
                  <a:lnTo>
                    <a:pt x="166355" y="150714"/>
                  </a:lnTo>
                  <a:lnTo>
                    <a:pt x="165744" y="145400"/>
                  </a:lnTo>
                  <a:lnTo>
                    <a:pt x="164962" y="140107"/>
                  </a:lnTo>
                  <a:lnTo>
                    <a:pt x="164012" y="134842"/>
                  </a:lnTo>
                  <a:lnTo>
                    <a:pt x="162894" y="129610"/>
                  </a:lnTo>
                  <a:lnTo>
                    <a:pt x="161608" y="124417"/>
                  </a:lnTo>
                  <a:lnTo>
                    <a:pt x="160158" y="119268"/>
                  </a:lnTo>
                  <a:lnTo>
                    <a:pt x="158543" y="114167"/>
                  </a:lnTo>
                  <a:lnTo>
                    <a:pt x="156766" y="109121"/>
                  </a:lnTo>
                  <a:lnTo>
                    <a:pt x="154828" y="104134"/>
                  </a:lnTo>
                  <a:lnTo>
                    <a:pt x="152732" y="99212"/>
                  </a:lnTo>
                  <a:lnTo>
                    <a:pt x="150479" y="94360"/>
                  </a:lnTo>
                  <a:lnTo>
                    <a:pt x="148072" y="89582"/>
                  </a:lnTo>
                  <a:lnTo>
                    <a:pt x="145514" y="84883"/>
                  </a:lnTo>
                  <a:lnTo>
                    <a:pt x="142806" y="80269"/>
                  </a:lnTo>
                  <a:lnTo>
                    <a:pt x="139952" y="75744"/>
                  </a:lnTo>
                  <a:lnTo>
                    <a:pt x="136955" y="71312"/>
                  </a:lnTo>
                  <a:lnTo>
                    <a:pt x="133818" y="66979"/>
                  </a:lnTo>
                  <a:lnTo>
                    <a:pt x="130543" y="62748"/>
                  </a:lnTo>
                  <a:lnTo>
                    <a:pt x="127135" y="58624"/>
                  </a:lnTo>
                  <a:lnTo>
                    <a:pt x="123597" y="54612"/>
                  </a:lnTo>
                  <a:lnTo>
                    <a:pt x="119932" y="50714"/>
                  </a:lnTo>
                  <a:lnTo>
                    <a:pt x="116144" y="46936"/>
                  </a:lnTo>
                  <a:lnTo>
                    <a:pt x="112237" y="43281"/>
                  </a:lnTo>
                  <a:lnTo>
                    <a:pt x="108216" y="39753"/>
                  </a:lnTo>
                  <a:lnTo>
                    <a:pt x="104083" y="36356"/>
                  </a:lnTo>
                  <a:lnTo>
                    <a:pt x="99844" y="33092"/>
                  </a:lnTo>
                  <a:lnTo>
                    <a:pt x="95502" y="29966"/>
                  </a:lnTo>
                  <a:lnTo>
                    <a:pt x="91063" y="26980"/>
                  </a:lnTo>
                  <a:lnTo>
                    <a:pt x="86531" y="24138"/>
                  </a:lnTo>
                  <a:lnTo>
                    <a:pt x="81909" y="21442"/>
                  </a:lnTo>
                  <a:lnTo>
                    <a:pt x="77204" y="18896"/>
                  </a:lnTo>
                  <a:lnTo>
                    <a:pt x="72420" y="16501"/>
                  </a:lnTo>
                  <a:lnTo>
                    <a:pt x="67562" y="14261"/>
                  </a:lnTo>
                  <a:lnTo>
                    <a:pt x="62635" y="12177"/>
                  </a:lnTo>
                  <a:lnTo>
                    <a:pt x="57643" y="10252"/>
                  </a:lnTo>
                  <a:lnTo>
                    <a:pt x="52592" y="8488"/>
                  </a:lnTo>
                  <a:lnTo>
                    <a:pt x="47488" y="6886"/>
                  </a:lnTo>
                  <a:lnTo>
                    <a:pt x="42335" y="5449"/>
                  </a:lnTo>
                  <a:lnTo>
                    <a:pt x="37138" y="4177"/>
                  </a:lnTo>
                  <a:lnTo>
                    <a:pt x="31903" y="3072"/>
                  </a:lnTo>
                  <a:lnTo>
                    <a:pt x="26636" y="2135"/>
                  </a:lnTo>
                  <a:lnTo>
                    <a:pt x="21342" y="1367"/>
                  </a:lnTo>
                  <a:lnTo>
                    <a:pt x="16025" y="769"/>
                  </a:lnTo>
                  <a:lnTo>
                    <a:pt x="10692" y="342"/>
                  </a:lnTo>
                  <a:lnTo>
                    <a:pt x="5349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561306" y="4213821"/>
              <a:ext cx="228168" cy="334326"/>
            </a:xfrm>
            <a:custGeom>
              <a:avLst/>
              <a:pathLst>
                <a:path w="228168" h="334326">
                  <a:moveTo>
                    <a:pt x="167165" y="0"/>
                  </a:moveTo>
                  <a:lnTo>
                    <a:pt x="161824" y="85"/>
                  </a:lnTo>
                  <a:lnTo>
                    <a:pt x="156488" y="341"/>
                  </a:lnTo>
                  <a:lnTo>
                    <a:pt x="151163" y="767"/>
                  </a:lnTo>
                  <a:lnTo>
                    <a:pt x="145855" y="1363"/>
                  </a:lnTo>
                  <a:lnTo>
                    <a:pt x="140568" y="2129"/>
                  </a:lnTo>
                  <a:lnTo>
                    <a:pt x="135309" y="3063"/>
                  </a:lnTo>
                  <a:lnTo>
                    <a:pt x="130082" y="4164"/>
                  </a:lnTo>
                  <a:lnTo>
                    <a:pt x="124893" y="5432"/>
                  </a:lnTo>
                  <a:lnTo>
                    <a:pt x="119747" y="6866"/>
                  </a:lnTo>
                  <a:lnTo>
                    <a:pt x="114650" y="8462"/>
                  </a:lnTo>
                  <a:lnTo>
                    <a:pt x="109606" y="10221"/>
                  </a:lnTo>
                  <a:lnTo>
                    <a:pt x="104621" y="12141"/>
                  </a:lnTo>
                  <a:lnTo>
                    <a:pt x="99699" y="14218"/>
                  </a:lnTo>
                  <a:lnTo>
                    <a:pt x="94847" y="16452"/>
                  </a:lnTo>
                  <a:lnTo>
                    <a:pt x="90069" y="18839"/>
                  </a:lnTo>
                  <a:lnTo>
                    <a:pt x="85369" y="21378"/>
                  </a:lnTo>
                  <a:lnTo>
                    <a:pt x="80753" y="24066"/>
                  </a:lnTo>
                  <a:lnTo>
                    <a:pt x="76225" y="26900"/>
                  </a:lnTo>
                  <a:lnTo>
                    <a:pt x="71789" y="29877"/>
                  </a:lnTo>
                  <a:lnTo>
                    <a:pt x="67452" y="32995"/>
                  </a:lnTo>
                  <a:lnTo>
                    <a:pt x="63216" y="36249"/>
                  </a:lnTo>
                  <a:lnTo>
                    <a:pt x="59086" y="39637"/>
                  </a:lnTo>
                  <a:lnTo>
                    <a:pt x="55066" y="43155"/>
                  </a:lnTo>
                  <a:lnTo>
                    <a:pt x="51161" y="46800"/>
                  </a:lnTo>
                  <a:lnTo>
                    <a:pt x="47375" y="50568"/>
                  </a:lnTo>
                  <a:lnTo>
                    <a:pt x="43711" y="54455"/>
                  </a:lnTo>
                  <a:lnTo>
                    <a:pt x="40173" y="58457"/>
                  </a:lnTo>
                  <a:lnTo>
                    <a:pt x="36764" y="62570"/>
                  </a:lnTo>
                  <a:lnTo>
                    <a:pt x="33489" y="66790"/>
                  </a:lnTo>
                  <a:lnTo>
                    <a:pt x="30350" y="71112"/>
                  </a:lnTo>
                  <a:lnTo>
                    <a:pt x="27351" y="75532"/>
                  </a:lnTo>
                  <a:lnTo>
                    <a:pt x="24494" y="80046"/>
                  </a:lnTo>
                  <a:lnTo>
                    <a:pt x="21784" y="84649"/>
                  </a:lnTo>
                  <a:lnTo>
                    <a:pt x="19221" y="89336"/>
                  </a:lnTo>
                  <a:lnTo>
                    <a:pt x="16810" y="94103"/>
                  </a:lnTo>
                  <a:lnTo>
                    <a:pt x="14552" y="98944"/>
                  </a:lnTo>
                  <a:lnTo>
                    <a:pt x="12451" y="103855"/>
                  </a:lnTo>
                  <a:lnTo>
                    <a:pt x="10507" y="108830"/>
                  </a:lnTo>
                  <a:lnTo>
                    <a:pt x="8723" y="113865"/>
                  </a:lnTo>
                  <a:lnTo>
                    <a:pt x="7101" y="118955"/>
                  </a:lnTo>
                  <a:lnTo>
                    <a:pt x="5642" y="124093"/>
                  </a:lnTo>
                  <a:lnTo>
                    <a:pt x="4348" y="129276"/>
                  </a:lnTo>
                  <a:lnTo>
                    <a:pt x="3221" y="134498"/>
                  </a:lnTo>
                  <a:lnTo>
                    <a:pt x="2261" y="139752"/>
                  </a:lnTo>
                  <a:lnTo>
                    <a:pt x="1469" y="145035"/>
                  </a:lnTo>
                  <a:lnTo>
                    <a:pt x="846" y="150340"/>
                  </a:lnTo>
                  <a:lnTo>
                    <a:pt x="394" y="155663"/>
                  </a:lnTo>
                  <a:lnTo>
                    <a:pt x="111" y="160997"/>
                  </a:lnTo>
                  <a:lnTo>
                    <a:pt x="0" y="166338"/>
                  </a:lnTo>
                  <a:lnTo>
                    <a:pt x="58" y="171679"/>
                  </a:lnTo>
                  <a:lnTo>
                    <a:pt x="288" y="177016"/>
                  </a:lnTo>
                  <a:lnTo>
                    <a:pt x="688" y="182343"/>
                  </a:lnTo>
                  <a:lnTo>
                    <a:pt x="1258" y="187654"/>
                  </a:lnTo>
                  <a:lnTo>
                    <a:pt x="1997" y="192944"/>
                  </a:lnTo>
                  <a:lnTo>
                    <a:pt x="2905" y="198209"/>
                  </a:lnTo>
                  <a:lnTo>
                    <a:pt x="3980" y="203441"/>
                  </a:lnTo>
                  <a:lnTo>
                    <a:pt x="5223" y="208636"/>
                  </a:lnTo>
                  <a:lnTo>
                    <a:pt x="6630" y="213789"/>
                  </a:lnTo>
                  <a:lnTo>
                    <a:pt x="8202" y="218894"/>
                  </a:lnTo>
                  <a:lnTo>
                    <a:pt x="9936" y="223947"/>
                  </a:lnTo>
                  <a:lnTo>
                    <a:pt x="11830" y="228942"/>
                  </a:lnTo>
                  <a:lnTo>
                    <a:pt x="13883" y="233873"/>
                  </a:lnTo>
                  <a:lnTo>
                    <a:pt x="16093" y="238736"/>
                  </a:lnTo>
                  <a:lnTo>
                    <a:pt x="18457" y="243527"/>
                  </a:lnTo>
                  <a:lnTo>
                    <a:pt x="20972" y="248239"/>
                  </a:lnTo>
                  <a:lnTo>
                    <a:pt x="23637" y="252868"/>
                  </a:lnTo>
                  <a:lnTo>
                    <a:pt x="26449" y="257410"/>
                  </a:lnTo>
                  <a:lnTo>
                    <a:pt x="29404" y="261860"/>
                  </a:lnTo>
                  <a:lnTo>
                    <a:pt x="32500" y="266213"/>
                  </a:lnTo>
                  <a:lnTo>
                    <a:pt x="35733" y="270466"/>
                  </a:lnTo>
                  <a:lnTo>
                    <a:pt x="39100" y="274612"/>
                  </a:lnTo>
                  <a:lnTo>
                    <a:pt x="42599" y="278649"/>
                  </a:lnTo>
                  <a:lnTo>
                    <a:pt x="46224" y="282572"/>
                  </a:lnTo>
                  <a:lnTo>
                    <a:pt x="49973" y="286377"/>
                  </a:lnTo>
                  <a:lnTo>
                    <a:pt x="53842" y="290061"/>
                  </a:lnTo>
                  <a:lnTo>
                    <a:pt x="57826" y="293619"/>
                  </a:lnTo>
                  <a:lnTo>
                    <a:pt x="61922" y="297047"/>
                  </a:lnTo>
                  <a:lnTo>
                    <a:pt x="66126" y="300344"/>
                  </a:lnTo>
                  <a:lnTo>
                    <a:pt x="70432" y="303504"/>
                  </a:lnTo>
                  <a:lnTo>
                    <a:pt x="74838" y="306525"/>
                  </a:lnTo>
                  <a:lnTo>
                    <a:pt x="79337" y="309404"/>
                  </a:lnTo>
                  <a:lnTo>
                    <a:pt x="83927" y="312137"/>
                  </a:lnTo>
                  <a:lnTo>
                    <a:pt x="88601" y="314723"/>
                  </a:lnTo>
                  <a:lnTo>
                    <a:pt x="93356" y="317158"/>
                  </a:lnTo>
                  <a:lnTo>
                    <a:pt x="98186" y="319439"/>
                  </a:lnTo>
                  <a:lnTo>
                    <a:pt x="103086" y="321565"/>
                  </a:lnTo>
                  <a:lnTo>
                    <a:pt x="108052" y="323534"/>
                  </a:lnTo>
                  <a:lnTo>
                    <a:pt x="113078" y="325343"/>
                  </a:lnTo>
                  <a:lnTo>
                    <a:pt x="118159" y="326990"/>
                  </a:lnTo>
                  <a:lnTo>
                    <a:pt x="123291" y="328474"/>
                  </a:lnTo>
                  <a:lnTo>
                    <a:pt x="128467" y="329794"/>
                  </a:lnTo>
                  <a:lnTo>
                    <a:pt x="133683" y="330947"/>
                  </a:lnTo>
                  <a:lnTo>
                    <a:pt x="138933" y="331933"/>
                  </a:lnTo>
                  <a:lnTo>
                    <a:pt x="144212" y="332751"/>
                  </a:lnTo>
                  <a:lnTo>
                    <a:pt x="149514" y="333400"/>
                  </a:lnTo>
                  <a:lnTo>
                    <a:pt x="154834" y="333879"/>
                  </a:lnTo>
                  <a:lnTo>
                    <a:pt x="160167" y="334188"/>
                  </a:lnTo>
                  <a:lnTo>
                    <a:pt x="165507" y="334326"/>
                  </a:lnTo>
                  <a:lnTo>
                    <a:pt x="170848" y="334294"/>
                  </a:lnTo>
                  <a:lnTo>
                    <a:pt x="176186" y="334091"/>
                  </a:lnTo>
                  <a:lnTo>
                    <a:pt x="181515" y="333717"/>
                  </a:lnTo>
                  <a:lnTo>
                    <a:pt x="186829" y="333174"/>
                  </a:lnTo>
                  <a:lnTo>
                    <a:pt x="192123" y="332461"/>
                  </a:lnTo>
                  <a:lnTo>
                    <a:pt x="197391" y="331579"/>
                  </a:lnTo>
                  <a:lnTo>
                    <a:pt x="202629" y="330529"/>
                  </a:lnTo>
                  <a:lnTo>
                    <a:pt x="207830" y="329313"/>
                  </a:lnTo>
                  <a:lnTo>
                    <a:pt x="212990" y="327931"/>
                  </a:lnTo>
                  <a:lnTo>
                    <a:pt x="218103" y="326384"/>
                  </a:lnTo>
                  <a:lnTo>
                    <a:pt x="223164" y="324676"/>
                  </a:lnTo>
                  <a:lnTo>
                    <a:pt x="228168" y="322806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380988"/>
              <a:ext cx="61003" cy="155639"/>
            </a:xfrm>
            <a:custGeom>
              <a:avLst/>
              <a:pathLst>
                <a:path w="61003" h="155639">
                  <a:moveTo>
                    <a:pt x="61003" y="15563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380988"/>
              <a:ext cx="122796" cy="155639"/>
            </a:xfrm>
            <a:custGeom>
              <a:avLst/>
              <a:pathLst>
                <a:path w="122796" h="155639">
                  <a:moveTo>
                    <a:pt x="61003" y="155639"/>
                  </a:moveTo>
                  <a:lnTo>
                    <a:pt x="66370" y="153427"/>
                  </a:lnTo>
                  <a:lnTo>
                    <a:pt x="71658" y="151029"/>
                  </a:lnTo>
                  <a:lnTo>
                    <a:pt x="76859" y="148450"/>
                  </a:lnTo>
                  <a:lnTo>
                    <a:pt x="81967" y="145692"/>
                  </a:lnTo>
                  <a:lnTo>
                    <a:pt x="86976" y="142758"/>
                  </a:lnTo>
                  <a:lnTo>
                    <a:pt x="91881" y="139652"/>
                  </a:lnTo>
                  <a:lnTo>
                    <a:pt x="96675" y="136377"/>
                  </a:lnTo>
                  <a:lnTo>
                    <a:pt x="101352" y="132938"/>
                  </a:lnTo>
                  <a:lnTo>
                    <a:pt x="105907" y="129339"/>
                  </a:lnTo>
                  <a:lnTo>
                    <a:pt x="110334" y="125583"/>
                  </a:lnTo>
                  <a:lnTo>
                    <a:pt x="114628" y="121677"/>
                  </a:lnTo>
                  <a:lnTo>
                    <a:pt x="118784" y="117623"/>
                  </a:lnTo>
                  <a:lnTo>
                    <a:pt x="122796" y="1134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167164" cy="280595"/>
            </a:xfrm>
            <a:custGeom>
              <a:avLst/>
              <a:pathLst>
                <a:path w="167164" h="280595">
                  <a:moveTo>
                    <a:pt x="122796" y="280595"/>
                  </a:moveTo>
                  <a:lnTo>
                    <a:pt x="126382" y="276586"/>
                  </a:lnTo>
                  <a:lnTo>
                    <a:pt x="129836" y="272464"/>
                  </a:lnTo>
                  <a:lnTo>
                    <a:pt x="133156" y="268233"/>
                  </a:lnTo>
                  <a:lnTo>
                    <a:pt x="136338" y="263897"/>
                  </a:lnTo>
                  <a:lnTo>
                    <a:pt x="139379" y="259461"/>
                  </a:lnTo>
                  <a:lnTo>
                    <a:pt x="142276" y="254929"/>
                  </a:lnTo>
                  <a:lnTo>
                    <a:pt x="145026" y="250307"/>
                  </a:lnTo>
                  <a:lnTo>
                    <a:pt x="147625" y="245599"/>
                  </a:lnTo>
                  <a:lnTo>
                    <a:pt x="150072" y="240809"/>
                  </a:lnTo>
                  <a:lnTo>
                    <a:pt x="152363" y="235944"/>
                  </a:lnTo>
                  <a:lnTo>
                    <a:pt x="154497" y="231007"/>
                  </a:lnTo>
                  <a:lnTo>
                    <a:pt x="156471" y="226004"/>
                  </a:lnTo>
                  <a:lnTo>
                    <a:pt x="158282" y="220940"/>
                  </a:lnTo>
                  <a:lnTo>
                    <a:pt x="159930" y="215820"/>
                  </a:lnTo>
                  <a:lnTo>
                    <a:pt x="161413" y="210650"/>
                  </a:lnTo>
                  <a:lnTo>
                    <a:pt x="162728" y="205435"/>
                  </a:lnTo>
                  <a:lnTo>
                    <a:pt x="163875" y="200180"/>
                  </a:lnTo>
                  <a:lnTo>
                    <a:pt x="164852" y="194892"/>
                  </a:lnTo>
                  <a:lnTo>
                    <a:pt x="165658" y="189574"/>
                  </a:lnTo>
                  <a:lnTo>
                    <a:pt x="166293" y="184234"/>
                  </a:lnTo>
                  <a:lnTo>
                    <a:pt x="166756" y="178875"/>
                  </a:lnTo>
                  <a:lnTo>
                    <a:pt x="167047" y="173505"/>
                  </a:lnTo>
                  <a:lnTo>
                    <a:pt x="167164" y="168128"/>
                  </a:lnTo>
                  <a:lnTo>
                    <a:pt x="167109" y="162750"/>
                  </a:lnTo>
                  <a:lnTo>
                    <a:pt x="166880" y="157376"/>
                  </a:lnTo>
                  <a:lnTo>
                    <a:pt x="166479" y="152013"/>
                  </a:lnTo>
                  <a:lnTo>
                    <a:pt x="165905" y="146666"/>
                  </a:lnTo>
                  <a:lnTo>
                    <a:pt x="165160" y="141339"/>
                  </a:lnTo>
                  <a:lnTo>
                    <a:pt x="164243" y="136040"/>
                  </a:lnTo>
                  <a:lnTo>
                    <a:pt x="163157" y="130772"/>
                  </a:lnTo>
                  <a:lnTo>
                    <a:pt x="161902" y="125542"/>
                  </a:lnTo>
                  <a:lnTo>
                    <a:pt x="160479" y="120356"/>
                  </a:lnTo>
                  <a:lnTo>
                    <a:pt x="158890" y="115217"/>
                  </a:lnTo>
                  <a:lnTo>
                    <a:pt x="157137" y="110133"/>
                  </a:lnTo>
                  <a:lnTo>
                    <a:pt x="155221" y="105108"/>
                  </a:lnTo>
                  <a:lnTo>
                    <a:pt x="153144" y="100146"/>
                  </a:lnTo>
                  <a:lnTo>
                    <a:pt x="150909" y="95255"/>
                  </a:lnTo>
                  <a:lnTo>
                    <a:pt x="148517" y="90437"/>
                  </a:lnTo>
                  <a:lnTo>
                    <a:pt x="145972" y="85699"/>
                  </a:lnTo>
                  <a:lnTo>
                    <a:pt x="143276" y="81046"/>
                  </a:lnTo>
                  <a:lnTo>
                    <a:pt x="140431" y="76481"/>
                  </a:lnTo>
                  <a:lnTo>
                    <a:pt x="137441" y="72011"/>
                  </a:lnTo>
                  <a:lnTo>
                    <a:pt x="134309" y="67639"/>
                  </a:lnTo>
                  <a:lnTo>
                    <a:pt x="131038" y="63370"/>
                  </a:lnTo>
                  <a:lnTo>
                    <a:pt x="127631" y="59208"/>
                  </a:lnTo>
                  <a:lnTo>
                    <a:pt x="124092" y="55158"/>
                  </a:lnTo>
                  <a:lnTo>
                    <a:pt x="120425" y="51224"/>
                  </a:lnTo>
                  <a:lnTo>
                    <a:pt x="116633" y="47410"/>
                  </a:lnTo>
                  <a:lnTo>
                    <a:pt x="112720" y="43720"/>
                  </a:lnTo>
                  <a:lnTo>
                    <a:pt x="108690" y="40158"/>
                  </a:lnTo>
                  <a:lnTo>
                    <a:pt x="104548" y="36727"/>
                  </a:lnTo>
                  <a:lnTo>
                    <a:pt x="100298" y="33432"/>
                  </a:lnTo>
                  <a:lnTo>
                    <a:pt x="95944" y="30274"/>
                  </a:lnTo>
                  <a:lnTo>
                    <a:pt x="91491" y="27259"/>
                  </a:lnTo>
                  <a:lnTo>
                    <a:pt x="86943" y="24388"/>
                  </a:lnTo>
                  <a:lnTo>
                    <a:pt x="82305" y="21665"/>
                  </a:lnTo>
                  <a:lnTo>
                    <a:pt x="77582" y="19093"/>
                  </a:lnTo>
                  <a:lnTo>
                    <a:pt x="72778" y="16674"/>
                  </a:lnTo>
                  <a:lnTo>
                    <a:pt x="67899" y="14410"/>
                  </a:lnTo>
                  <a:lnTo>
                    <a:pt x="62950" y="12305"/>
                  </a:lnTo>
                  <a:lnTo>
                    <a:pt x="57936" y="10360"/>
                  </a:lnTo>
                  <a:lnTo>
                    <a:pt x="52861" y="8578"/>
                  </a:lnTo>
                  <a:lnTo>
                    <a:pt x="47732" y="6959"/>
                  </a:lnTo>
                  <a:lnTo>
                    <a:pt x="42554" y="5507"/>
                  </a:lnTo>
                  <a:lnTo>
                    <a:pt x="37332" y="4221"/>
                  </a:lnTo>
                  <a:lnTo>
                    <a:pt x="32070" y="3105"/>
                  </a:lnTo>
                  <a:lnTo>
                    <a:pt x="26776" y="2158"/>
                  </a:lnTo>
                  <a:lnTo>
                    <a:pt x="21454" y="1382"/>
                  </a:lnTo>
                  <a:lnTo>
                    <a:pt x="16110" y="778"/>
                  </a:lnTo>
                  <a:lnTo>
                    <a:pt x="10749" y="345"/>
                  </a:lnTo>
                  <a:lnTo>
                    <a:pt x="5377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51845" y="3707720"/>
              <a:ext cx="167165" cy="334199"/>
            </a:xfrm>
            <a:custGeom>
              <a:avLst/>
              <a:pathLst>
                <a:path w="167165" h="334199">
                  <a:moveTo>
                    <a:pt x="167165" y="0"/>
                  </a:moveTo>
                  <a:lnTo>
                    <a:pt x="161822" y="85"/>
                  </a:lnTo>
                  <a:lnTo>
                    <a:pt x="156483" y="341"/>
                  </a:lnTo>
                  <a:lnTo>
                    <a:pt x="151156" y="768"/>
                  </a:lnTo>
                  <a:lnTo>
                    <a:pt x="145845" y="1365"/>
                  </a:lnTo>
                  <a:lnTo>
                    <a:pt x="140556" y="2131"/>
                  </a:lnTo>
                  <a:lnTo>
                    <a:pt x="135294" y="3066"/>
                  </a:lnTo>
                  <a:lnTo>
                    <a:pt x="130064" y="4169"/>
                  </a:lnTo>
                  <a:lnTo>
                    <a:pt x="124873" y="5438"/>
                  </a:lnTo>
                  <a:lnTo>
                    <a:pt x="119724" y="6873"/>
                  </a:lnTo>
                  <a:lnTo>
                    <a:pt x="114625" y="8471"/>
                  </a:lnTo>
                  <a:lnTo>
                    <a:pt x="109579" y="10232"/>
                  </a:lnTo>
                  <a:lnTo>
                    <a:pt x="104591" y="12153"/>
                  </a:lnTo>
                  <a:lnTo>
                    <a:pt x="99668" y="14232"/>
                  </a:lnTo>
                  <a:lnTo>
                    <a:pt x="94814" y="16468"/>
                  </a:lnTo>
                  <a:lnTo>
                    <a:pt x="90033" y="18858"/>
                  </a:lnTo>
                  <a:lnTo>
                    <a:pt x="85332" y="21399"/>
                  </a:lnTo>
                  <a:lnTo>
                    <a:pt x="80714" y="24090"/>
                  </a:lnTo>
                  <a:lnTo>
                    <a:pt x="76185" y="26926"/>
                  </a:lnTo>
                  <a:lnTo>
                    <a:pt x="71748" y="29906"/>
                  </a:lnTo>
                  <a:lnTo>
                    <a:pt x="67409" y="33027"/>
                  </a:lnTo>
                  <a:lnTo>
                    <a:pt x="63172" y="36284"/>
                  </a:lnTo>
                  <a:lnTo>
                    <a:pt x="59041" y="39675"/>
                  </a:lnTo>
                  <a:lnTo>
                    <a:pt x="55021" y="43197"/>
                  </a:lnTo>
                  <a:lnTo>
                    <a:pt x="51116" y="46845"/>
                  </a:lnTo>
                  <a:lnTo>
                    <a:pt x="47329" y="50616"/>
                  </a:lnTo>
                  <a:lnTo>
                    <a:pt x="43664" y="54507"/>
                  </a:lnTo>
                  <a:lnTo>
                    <a:pt x="40126" y="58512"/>
                  </a:lnTo>
                  <a:lnTo>
                    <a:pt x="36717" y="62629"/>
                  </a:lnTo>
                  <a:lnTo>
                    <a:pt x="33442" y="66852"/>
                  </a:lnTo>
                  <a:lnTo>
                    <a:pt x="30304" y="71178"/>
                  </a:lnTo>
                  <a:lnTo>
                    <a:pt x="27306" y="75602"/>
                  </a:lnTo>
                  <a:lnTo>
                    <a:pt x="24450" y="80120"/>
                  </a:lnTo>
                  <a:lnTo>
                    <a:pt x="21740" y="84726"/>
                  </a:lnTo>
                  <a:lnTo>
                    <a:pt x="19179" y="89417"/>
                  </a:lnTo>
                  <a:lnTo>
                    <a:pt x="16770" y="94187"/>
                  </a:lnTo>
                  <a:lnTo>
                    <a:pt x="14513" y="99032"/>
                  </a:lnTo>
                  <a:lnTo>
                    <a:pt x="12413" y="103947"/>
                  </a:lnTo>
                  <a:lnTo>
                    <a:pt x="10472" y="108926"/>
                  </a:lnTo>
                  <a:lnTo>
                    <a:pt x="8690" y="113965"/>
                  </a:lnTo>
                  <a:lnTo>
                    <a:pt x="7070" y="119058"/>
                  </a:lnTo>
                  <a:lnTo>
                    <a:pt x="5614" y="124200"/>
                  </a:lnTo>
                  <a:lnTo>
                    <a:pt x="4323" y="129386"/>
                  </a:lnTo>
                  <a:lnTo>
                    <a:pt x="3199" y="134611"/>
                  </a:lnTo>
                  <a:lnTo>
                    <a:pt x="2242" y="139869"/>
                  </a:lnTo>
                  <a:lnTo>
                    <a:pt x="1454" y="145155"/>
                  </a:lnTo>
                  <a:lnTo>
                    <a:pt x="835" y="150464"/>
                  </a:lnTo>
                  <a:lnTo>
                    <a:pt x="386" y="155789"/>
                  </a:lnTo>
                  <a:lnTo>
                    <a:pt x="107" y="161127"/>
                  </a:lnTo>
                  <a:lnTo>
                    <a:pt x="0" y="166470"/>
                  </a:lnTo>
                  <a:lnTo>
                    <a:pt x="63" y="171814"/>
                  </a:lnTo>
                  <a:lnTo>
                    <a:pt x="297" y="177153"/>
                  </a:lnTo>
                  <a:lnTo>
                    <a:pt x="701" y="182482"/>
                  </a:lnTo>
                  <a:lnTo>
                    <a:pt x="1276" y="187796"/>
                  </a:lnTo>
                  <a:lnTo>
                    <a:pt x="2020" y="193088"/>
                  </a:lnTo>
                  <a:lnTo>
                    <a:pt x="2933" y="198354"/>
                  </a:lnTo>
                  <a:lnTo>
                    <a:pt x="4014" y="203588"/>
                  </a:lnTo>
                  <a:lnTo>
                    <a:pt x="5262" y="208785"/>
                  </a:lnTo>
                  <a:lnTo>
                    <a:pt x="6675" y="213939"/>
                  </a:lnTo>
                  <a:lnTo>
                    <a:pt x="8252" y="219046"/>
                  </a:lnTo>
                  <a:lnTo>
                    <a:pt x="9991" y="224099"/>
                  </a:lnTo>
                  <a:lnTo>
                    <a:pt x="11892" y="229094"/>
                  </a:lnTo>
                  <a:lnTo>
                    <a:pt x="13951" y="234026"/>
                  </a:lnTo>
                  <a:lnTo>
                    <a:pt x="16166" y="238890"/>
                  </a:lnTo>
                  <a:lnTo>
                    <a:pt x="18536" y="243680"/>
                  </a:lnTo>
                  <a:lnTo>
                    <a:pt x="21058" y="248392"/>
                  </a:lnTo>
                  <a:lnTo>
                    <a:pt x="23729" y="253021"/>
                  </a:lnTo>
                  <a:lnTo>
                    <a:pt x="26547" y="257562"/>
                  </a:lnTo>
                  <a:lnTo>
                    <a:pt x="29508" y="262011"/>
                  </a:lnTo>
                  <a:lnTo>
                    <a:pt x="32610" y="266363"/>
                  </a:lnTo>
                  <a:lnTo>
                    <a:pt x="35850" y="270614"/>
                  </a:lnTo>
                  <a:lnTo>
                    <a:pt x="39224" y="274759"/>
                  </a:lnTo>
                  <a:lnTo>
                    <a:pt x="42729" y="278793"/>
                  </a:lnTo>
                  <a:lnTo>
                    <a:pt x="46361" y="282714"/>
                  </a:lnTo>
                  <a:lnTo>
                    <a:pt x="50116" y="286517"/>
                  </a:lnTo>
                  <a:lnTo>
                    <a:pt x="53991" y="290198"/>
                  </a:lnTo>
                  <a:lnTo>
                    <a:pt x="57982" y="293752"/>
                  </a:lnTo>
                  <a:lnTo>
                    <a:pt x="62084" y="297178"/>
                  </a:lnTo>
                  <a:lnTo>
                    <a:pt x="66294" y="300471"/>
                  </a:lnTo>
                  <a:lnTo>
                    <a:pt x="70607" y="303627"/>
                  </a:lnTo>
                  <a:lnTo>
                    <a:pt x="75018" y="306644"/>
                  </a:lnTo>
                  <a:lnTo>
                    <a:pt x="79524" y="309518"/>
                  </a:lnTo>
                  <a:lnTo>
                    <a:pt x="84119" y="312247"/>
                  </a:lnTo>
                  <a:lnTo>
                    <a:pt x="88799" y="314828"/>
                  </a:lnTo>
                  <a:lnTo>
                    <a:pt x="93560" y="317257"/>
                  </a:lnTo>
                  <a:lnTo>
                    <a:pt x="98395" y="319534"/>
                  </a:lnTo>
                  <a:lnTo>
                    <a:pt x="103301" y="321654"/>
                  </a:lnTo>
                  <a:lnTo>
                    <a:pt x="108272" y="323617"/>
                  </a:lnTo>
                  <a:lnTo>
                    <a:pt x="113303" y="325419"/>
                  </a:lnTo>
                  <a:lnTo>
                    <a:pt x="118389" y="327060"/>
                  </a:lnTo>
                  <a:lnTo>
                    <a:pt x="123526" y="328538"/>
                  </a:lnTo>
                  <a:lnTo>
                    <a:pt x="128706" y="329850"/>
                  </a:lnTo>
                  <a:lnTo>
                    <a:pt x="133926" y="330996"/>
                  </a:lnTo>
                  <a:lnTo>
                    <a:pt x="139180" y="331975"/>
                  </a:lnTo>
                  <a:lnTo>
                    <a:pt x="144463" y="332786"/>
                  </a:lnTo>
                  <a:lnTo>
                    <a:pt x="149769" y="333427"/>
                  </a:lnTo>
                  <a:lnTo>
                    <a:pt x="155093" y="333898"/>
                  </a:lnTo>
                  <a:lnTo>
                    <a:pt x="160429" y="334199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2274" y="3714457"/>
              <a:ext cx="173891" cy="327591"/>
            </a:xfrm>
            <a:custGeom>
              <a:avLst/>
              <a:pathLst>
                <a:path w="173891" h="327591">
                  <a:moveTo>
                    <a:pt x="0" y="327462"/>
                  </a:moveTo>
                  <a:lnTo>
                    <a:pt x="5320" y="327591"/>
                  </a:lnTo>
                  <a:lnTo>
                    <a:pt x="10641" y="327552"/>
                  </a:lnTo>
                  <a:lnTo>
                    <a:pt x="15959" y="327343"/>
                  </a:lnTo>
                  <a:lnTo>
                    <a:pt x="21267" y="326965"/>
                  </a:lnTo>
                  <a:lnTo>
                    <a:pt x="26560" y="326418"/>
                  </a:lnTo>
                  <a:lnTo>
                    <a:pt x="31834" y="325703"/>
                  </a:lnTo>
                  <a:lnTo>
                    <a:pt x="37082" y="324820"/>
                  </a:lnTo>
                  <a:lnTo>
                    <a:pt x="42299" y="323771"/>
                  </a:lnTo>
                  <a:lnTo>
                    <a:pt x="47480" y="322556"/>
                  </a:lnTo>
                  <a:lnTo>
                    <a:pt x="52620" y="321177"/>
                  </a:lnTo>
                  <a:lnTo>
                    <a:pt x="57713" y="319635"/>
                  </a:lnTo>
                  <a:lnTo>
                    <a:pt x="62755" y="317932"/>
                  </a:lnTo>
                  <a:lnTo>
                    <a:pt x="67740" y="316069"/>
                  </a:lnTo>
                  <a:lnTo>
                    <a:pt x="72663" y="314048"/>
                  </a:lnTo>
                  <a:lnTo>
                    <a:pt x="77519" y="311872"/>
                  </a:lnTo>
                  <a:lnTo>
                    <a:pt x="82304" y="309542"/>
                  </a:lnTo>
                  <a:lnTo>
                    <a:pt x="87012" y="307062"/>
                  </a:lnTo>
                  <a:lnTo>
                    <a:pt x="91638" y="304432"/>
                  </a:lnTo>
                  <a:lnTo>
                    <a:pt x="96179" y="301657"/>
                  </a:lnTo>
                  <a:lnTo>
                    <a:pt x="100629" y="298738"/>
                  </a:lnTo>
                  <a:lnTo>
                    <a:pt x="104984" y="295679"/>
                  </a:lnTo>
                  <a:lnTo>
                    <a:pt x="109239" y="292484"/>
                  </a:lnTo>
                  <a:lnTo>
                    <a:pt x="113390" y="289154"/>
                  </a:lnTo>
                  <a:lnTo>
                    <a:pt x="117434" y="285694"/>
                  </a:lnTo>
                  <a:lnTo>
                    <a:pt x="121365" y="282107"/>
                  </a:lnTo>
                  <a:lnTo>
                    <a:pt x="125180" y="278397"/>
                  </a:lnTo>
                  <a:lnTo>
                    <a:pt x="128875" y="274567"/>
                  </a:lnTo>
                  <a:lnTo>
                    <a:pt x="132446" y="270621"/>
                  </a:lnTo>
                  <a:lnTo>
                    <a:pt x="135889" y="266564"/>
                  </a:lnTo>
                  <a:lnTo>
                    <a:pt x="139202" y="262399"/>
                  </a:lnTo>
                  <a:lnTo>
                    <a:pt x="142381" y="258131"/>
                  </a:lnTo>
                  <a:lnTo>
                    <a:pt x="145422" y="253764"/>
                  </a:lnTo>
                  <a:lnTo>
                    <a:pt x="148322" y="249303"/>
                  </a:lnTo>
                  <a:lnTo>
                    <a:pt x="151080" y="244751"/>
                  </a:lnTo>
                  <a:lnTo>
                    <a:pt x="153690" y="240114"/>
                  </a:lnTo>
                  <a:lnTo>
                    <a:pt x="156152" y="235396"/>
                  </a:lnTo>
                  <a:lnTo>
                    <a:pt x="158463" y="230602"/>
                  </a:lnTo>
                  <a:lnTo>
                    <a:pt x="160619" y="225737"/>
                  </a:lnTo>
                  <a:lnTo>
                    <a:pt x="162620" y="220805"/>
                  </a:lnTo>
                  <a:lnTo>
                    <a:pt x="164463" y="215813"/>
                  </a:lnTo>
                  <a:lnTo>
                    <a:pt x="166146" y="210765"/>
                  </a:lnTo>
                  <a:lnTo>
                    <a:pt x="167667" y="205665"/>
                  </a:lnTo>
                  <a:lnTo>
                    <a:pt x="169026" y="200520"/>
                  </a:lnTo>
                  <a:lnTo>
                    <a:pt x="170219" y="195334"/>
                  </a:lnTo>
                  <a:lnTo>
                    <a:pt x="171248" y="190112"/>
                  </a:lnTo>
                  <a:lnTo>
                    <a:pt x="172109" y="184861"/>
                  </a:lnTo>
                  <a:lnTo>
                    <a:pt x="172803" y="179585"/>
                  </a:lnTo>
                  <a:lnTo>
                    <a:pt x="173328" y="174289"/>
                  </a:lnTo>
                  <a:lnTo>
                    <a:pt x="173685" y="168979"/>
                  </a:lnTo>
                  <a:lnTo>
                    <a:pt x="173873" y="163661"/>
                  </a:lnTo>
                  <a:lnTo>
                    <a:pt x="173891" y="158339"/>
                  </a:lnTo>
                  <a:lnTo>
                    <a:pt x="173740" y="153020"/>
                  </a:lnTo>
                  <a:lnTo>
                    <a:pt x="173419" y="147708"/>
                  </a:lnTo>
                  <a:lnTo>
                    <a:pt x="172930" y="142409"/>
                  </a:lnTo>
                  <a:lnTo>
                    <a:pt x="172272" y="137128"/>
                  </a:lnTo>
                  <a:lnTo>
                    <a:pt x="171446" y="131871"/>
                  </a:lnTo>
                  <a:lnTo>
                    <a:pt x="170454" y="126642"/>
                  </a:lnTo>
                  <a:lnTo>
                    <a:pt x="169295" y="121448"/>
                  </a:lnTo>
                  <a:lnTo>
                    <a:pt x="167972" y="116294"/>
                  </a:lnTo>
                  <a:lnTo>
                    <a:pt x="166486" y="111184"/>
                  </a:lnTo>
                  <a:lnTo>
                    <a:pt x="164837" y="106124"/>
                  </a:lnTo>
                  <a:lnTo>
                    <a:pt x="163028" y="101119"/>
                  </a:lnTo>
                  <a:lnTo>
                    <a:pt x="161061" y="96175"/>
                  </a:lnTo>
                  <a:lnTo>
                    <a:pt x="158938" y="91295"/>
                  </a:lnTo>
                  <a:lnTo>
                    <a:pt x="156660" y="86485"/>
                  </a:lnTo>
                  <a:lnTo>
                    <a:pt x="154231" y="81751"/>
                  </a:lnTo>
                  <a:lnTo>
                    <a:pt x="151651" y="77096"/>
                  </a:lnTo>
                  <a:lnTo>
                    <a:pt x="148925" y="72525"/>
                  </a:lnTo>
                  <a:lnTo>
                    <a:pt x="146055" y="68044"/>
                  </a:lnTo>
                  <a:lnTo>
                    <a:pt x="143044" y="63656"/>
                  </a:lnTo>
                  <a:lnTo>
                    <a:pt x="139895" y="59367"/>
                  </a:lnTo>
                  <a:lnTo>
                    <a:pt x="136610" y="55179"/>
                  </a:lnTo>
                  <a:lnTo>
                    <a:pt x="133194" y="51099"/>
                  </a:lnTo>
                  <a:lnTo>
                    <a:pt x="129650" y="47129"/>
                  </a:lnTo>
                  <a:lnTo>
                    <a:pt x="125982" y="43274"/>
                  </a:lnTo>
                  <a:lnTo>
                    <a:pt x="122192" y="39538"/>
                  </a:lnTo>
                  <a:lnTo>
                    <a:pt x="118286" y="35924"/>
                  </a:lnTo>
                  <a:lnTo>
                    <a:pt x="114266" y="32436"/>
                  </a:lnTo>
                  <a:lnTo>
                    <a:pt x="110137" y="29079"/>
                  </a:lnTo>
                  <a:lnTo>
                    <a:pt x="105904" y="25854"/>
                  </a:lnTo>
                  <a:lnTo>
                    <a:pt x="101570" y="22766"/>
                  </a:lnTo>
                  <a:lnTo>
                    <a:pt x="97140" y="19817"/>
                  </a:lnTo>
                  <a:lnTo>
                    <a:pt x="92619" y="17010"/>
                  </a:lnTo>
                  <a:lnTo>
                    <a:pt x="88010" y="14349"/>
                  </a:lnTo>
                  <a:lnTo>
                    <a:pt x="83319" y="11836"/>
                  </a:lnTo>
                  <a:lnTo>
                    <a:pt x="78551" y="9474"/>
                  </a:lnTo>
                  <a:lnTo>
                    <a:pt x="73709" y="7265"/>
                  </a:lnTo>
                  <a:lnTo>
                    <a:pt x="68800" y="5211"/>
                  </a:lnTo>
                  <a:lnTo>
                    <a:pt x="63828" y="3314"/>
                  </a:lnTo>
                  <a:lnTo>
                    <a:pt x="58798" y="1576"/>
                  </a:lnTo>
                  <a:lnTo>
                    <a:pt x="53715" y="0"/>
                  </a:lnTo>
                  <a:lnTo>
                    <a:pt x="6736" y="1604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46978" cy="167167"/>
            </a:xfrm>
            <a:custGeom>
              <a:avLst/>
              <a:pathLst>
                <a:path w="46978" h="167167">
                  <a:moveTo>
                    <a:pt x="46978" y="6736"/>
                  </a:moveTo>
                  <a:lnTo>
                    <a:pt x="41237" y="5166"/>
                  </a:lnTo>
                  <a:lnTo>
                    <a:pt x="35444" y="3800"/>
                  </a:lnTo>
                  <a:lnTo>
                    <a:pt x="29605" y="2642"/>
                  </a:lnTo>
                  <a:lnTo>
                    <a:pt x="23729" y="1692"/>
                  </a:lnTo>
                  <a:lnTo>
                    <a:pt x="17823" y="952"/>
                  </a:lnTo>
                  <a:lnTo>
                    <a:pt x="11895" y="423"/>
                  </a:lnTo>
                  <a:lnTo>
                    <a:pt x="5951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tx79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96" name="tx796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97" name="tx797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98" name="tx798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99" name="tx799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0" name="tx800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01" name="tx801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2025-06-05T21:52:20Z</dcterms:modified>
  <cp:category/>
</cp:coreProperties>
</file>