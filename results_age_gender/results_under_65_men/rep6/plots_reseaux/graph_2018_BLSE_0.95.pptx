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0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3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7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88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209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85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61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6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64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61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76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20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0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09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36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0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34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05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40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47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0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5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47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0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85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36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21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07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60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85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13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36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49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16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74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3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50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75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3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31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07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36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49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06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32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02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07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49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1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88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50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0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85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61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88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50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05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61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61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88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76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20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0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4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88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40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47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09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50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47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47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88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0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8464" y="3170392"/>
              <a:ext cx="55315" cy="167167"/>
            </a:xfrm>
            <a:custGeom>
              <a:avLst/>
              <a:pathLst>
                <a:path w="55315" h="167167">
                  <a:moveTo>
                    <a:pt x="55315" y="0"/>
                  </a:moveTo>
                  <a:lnTo>
                    <a:pt x="49052" y="117"/>
                  </a:lnTo>
                  <a:lnTo>
                    <a:pt x="42798" y="469"/>
                  </a:lnTo>
                  <a:lnTo>
                    <a:pt x="36562" y="1055"/>
                  </a:lnTo>
                  <a:lnTo>
                    <a:pt x="30352" y="1874"/>
                  </a:lnTo>
                  <a:lnTo>
                    <a:pt x="24177" y="2925"/>
                  </a:lnTo>
                  <a:lnTo>
                    <a:pt x="18045" y="4207"/>
                  </a:lnTo>
                  <a:lnTo>
                    <a:pt x="11966" y="5718"/>
                  </a:lnTo>
                  <a:lnTo>
                    <a:pt x="5948" y="7455"/>
                  </a:lnTo>
                  <a:lnTo>
                    <a:pt x="0" y="9417"/>
                  </a:lnTo>
                  <a:lnTo>
                    <a:pt x="5531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816612" y="3170935"/>
              <a:ext cx="334334" cy="333774"/>
            </a:xfrm>
            <a:custGeom>
              <a:avLst/>
              <a:pathLst>
                <a:path w="334334" h="333774">
                  <a:moveTo>
                    <a:pt x="111851" y="8873"/>
                  </a:moveTo>
                  <a:lnTo>
                    <a:pt x="106878" y="10706"/>
                  </a:lnTo>
                  <a:lnTo>
                    <a:pt x="101966" y="12695"/>
                  </a:lnTo>
                  <a:lnTo>
                    <a:pt x="97120" y="14839"/>
                  </a:lnTo>
                  <a:lnTo>
                    <a:pt x="92343" y="17136"/>
                  </a:lnTo>
                  <a:lnTo>
                    <a:pt x="87642" y="19583"/>
                  </a:lnTo>
                  <a:lnTo>
                    <a:pt x="83021" y="22178"/>
                  </a:lnTo>
                  <a:lnTo>
                    <a:pt x="78485" y="24918"/>
                  </a:lnTo>
                  <a:lnTo>
                    <a:pt x="74038" y="27800"/>
                  </a:lnTo>
                  <a:lnTo>
                    <a:pt x="69684" y="30822"/>
                  </a:lnTo>
                  <a:lnTo>
                    <a:pt x="65428" y="33980"/>
                  </a:lnTo>
                  <a:lnTo>
                    <a:pt x="61274" y="37272"/>
                  </a:lnTo>
                  <a:lnTo>
                    <a:pt x="57227" y="40693"/>
                  </a:lnTo>
                  <a:lnTo>
                    <a:pt x="53291" y="44242"/>
                  </a:lnTo>
                  <a:lnTo>
                    <a:pt x="49469" y="47913"/>
                  </a:lnTo>
                  <a:lnTo>
                    <a:pt x="45765" y="51703"/>
                  </a:lnTo>
                  <a:lnTo>
                    <a:pt x="42183" y="55610"/>
                  </a:lnTo>
                  <a:lnTo>
                    <a:pt x="38727" y="59627"/>
                  </a:lnTo>
                  <a:lnTo>
                    <a:pt x="35400" y="63752"/>
                  </a:lnTo>
                  <a:lnTo>
                    <a:pt x="32205" y="67981"/>
                  </a:lnTo>
                  <a:lnTo>
                    <a:pt x="29146" y="72309"/>
                  </a:lnTo>
                  <a:lnTo>
                    <a:pt x="26225" y="76731"/>
                  </a:lnTo>
                  <a:lnTo>
                    <a:pt x="23447" y="81244"/>
                  </a:lnTo>
                  <a:lnTo>
                    <a:pt x="20813" y="85843"/>
                  </a:lnTo>
                  <a:lnTo>
                    <a:pt x="18325" y="90522"/>
                  </a:lnTo>
                  <a:lnTo>
                    <a:pt x="15988" y="95279"/>
                  </a:lnTo>
                  <a:lnTo>
                    <a:pt x="13802" y="100107"/>
                  </a:lnTo>
                  <a:lnTo>
                    <a:pt x="11771" y="105002"/>
                  </a:lnTo>
                  <a:lnTo>
                    <a:pt x="9896" y="109959"/>
                  </a:lnTo>
                  <a:lnTo>
                    <a:pt x="8178" y="114972"/>
                  </a:lnTo>
                  <a:lnTo>
                    <a:pt x="6621" y="120038"/>
                  </a:lnTo>
                  <a:lnTo>
                    <a:pt x="5225" y="125151"/>
                  </a:lnTo>
                  <a:lnTo>
                    <a:pt x="3992" y="130305"/>
                  </a:lnTo>
                  <a:lnTo>
                    <a:pt x="2923" y="135495"/>
                  </a:lnTo>
                  <a:lnTo>
                    <a:pt x="2018" y="140717"/>
                  </a:lnTo>
                  <a:lnTo>
                    <a:pt x="1280" y="145965"/>
                  </a:lnTo>
                  <a:lnTo>
                    <a:pt x="709" y="151234"/>
                  </a:lnTo>
                  <a:lnTo>
                    <a:pt x="304" y="156519"/>
                  </a:lnTo>
                  <a:lnTo>
                    <a:pt x="68" y="161813"/>
                  </a:lnTo>
                  <a:lnTo>
                    <a:pt x="0" y="167112"/>
                  </a:lnTo>
                  <a:lnTo>
                    <a:pt x="99" y="172411"/>
                  </a:lnTo>
                  <a:lnTo>
                    <a:pt x="366" y="177704"/>
                  </a:lnTo>
                  <a:lnTo>
                    <a:pt x="801" y="182986"/>
                  </a:lnTo>
                  <a:lnTo>
                    <a:pt x="1404" y="188251"/>
                  </a:lnTo>
                  <a:lnTo>
                    <a:pt x="2173" y="193495"/>
                  </a:lnTo>
                  <a:lnTo>
                    <a:pt x="3107" y="198711"/>
                  </a:lnTo>
                  <a:lnTo>
                    <a:pt x="4207" y="203896"/>
                  </a:lnTo>
                  <a:lnTo>
                    <a:pt x="5470" y="209043"/>
                  </a:lnTo>
                  <a:lnTo>
                    <a:pt x="6896" y="214147"/>
                  </a:lnTo>
                  <a:lnTo>
                    <a:pt x="8483" y="219203"/>
                  </a:lnTo>
                  <a:lnTo>
                    <a:pt x="10230" y="224207"/>
                  </a:lnTo>
                  <a:lnTo>
                    <a:pt x="12134" y="229153"/>
                  </a:lnTo>
                  <a:lnTo>
                    <a:pt x="14194" y="234036"/>
                  </a:lnTo>
                  <a:lnTo>
                    <a:pt x="16408" y="238851"/>
                  </a:lnTo>
                  <a:lnTo>
                    <a:pt x="18773" y="243594"/>
                  </a:lnTo>
                  <a:lnTo>
                    <a:pt x="21287" y="248259"/>
                  </a:lnTo>
                  <a:lnTo>
                    <a:pt x="23948" y="252842"/>
                  </a:lnTo>
                  <a:lnTo>
                    <a:pt x="26753" y="257338"/>
                  </a:lnTo>
                  <a:lnTo>
                    <a:pt x="29699" y="261744"/>
                  </a:lnTo>
                  <a:lnTo>
                    <a:pt x="32784" y="266054"/>
                  </a:lnTo>
                  <a:lnTo>
                    <a:pt x="36003" y="270263"/>
                  </a:lnTo>
                  <a:lnTo>
                    <a:pt x="39354" y="274369"/>
                  </a:lnTo>
                  <a:lnTo>
                    <a:pt x="42834" y="278366"/>
                  </a:lnTo>
                  <a:lnTo>
                    <a:pt x="46439" y="282251"/>
                  </a:lnTo>
                  <a:lnTo>
                    <a:pt x="50165" y="286020"/>
                  </a:lnTo>
                  <a:lnTo>
                    <a:pt x="54008" y="289669"/>
                  </a:lnTo>
                  <a:lnTo>
                    <a:pt x="57965" y="293194"/>
                  </a:lnTo>
                  <a:lnTo>
                    <a:pt x="62032" y="296592"/>
                  </a:lnTo>
                  <a:lnTo>
                    <a:pt x="66205" y="299859"/>
                  </a:lnTo>
                  <a:lnTo>
                    <a:pt x="70479" y="302993"/>
                  </a:lnTo>
                  <a:lnTo>
                    <a:pt x="74851" y="305989"/>
                  </a:lnTo>
                  <a:lnTo>
                    <a:pt x="79315" y="308845"/>
                  </a:lnTo>
                  <a:lnTo>
                    <a:pt x="83867" y="311559"/>
                  </a:lnTo>
                  <a:lnTo>
                    <a:pt x="88503" y="314126"/>
                  </a:lnTo>
                  <a:lnTo>
                    <a:pt x="93219" y="316546"/>
                  </a:lnTo>
                  <a:lnTo>
                    <a:pt x="98008" y="318815"/>
                  </a:lnTo>
                  <a:lnTo>
                    <a:pt x="102867" y="320930"/>
                  </a:lnTo>
                  <a:lnTo>
                    <a:pt x="107791" y="322891"/>
                  </a:lnTo>
                  <a:lnTo>
                    <a:pt x="112774" y="324695"/>
                  </a:lnTo>
                  <a:lnTo>
                    <a:pt x="117812" y="326339"/>
                  </a:lnTo>
                  <a:lnTo>
                    <a:pt x="122900" y="327824"/>
                  </a:lnTo>
                  <a:lnTo>
                    <a:pt x="128032" y="329146"/>
                  </a:lnTo>
                  <a:lnTo>
                    <a:pt x="133203" y="330305"/>
                  </a:lnTo>
                  <a:lnTo>
                    <a:pt x="138409" y="331299"/>
                  </a:lnTo>
                  <a:lnTo>
                    <a:pt x="143643" y="332128"/>
                  </a:lnTo>
                  <a:lnTo>
                    <a:pt x="148901" y="332790"/>
                  </a:lnTo>
                  <a:lnTo>
                    <a:pt x="154178" y="333286"/>
                  </a:lnTo>
                  <a:lnTo>
                    <a:pt x="159468" y="333614"/>
                  </a:lnTo>
                  <a:lnTo>
                    <a:pt x="164765" y="333774"/>
                  </a:lnTo>
                  <a:lnTo>
                    <a:pt x="170064" y="333766"/>
                  </a:lnTo>
                  <a:lnTo>
                    <a:pt x="175361" y="333590"/>
                  </a:lnTo>
                  <a:lnTo>
                    <a:pt x="180650" y="333246"/>
                  </a:lnTo>
                  <a:lnTo>
                    <a:pt x="185925" y="332735"/>
                  </a:lnTo>
                  <a:lnTo>
                    <a:pt x="191181" y="332057"/>
                  </a:lnTo>
                  <a:lnTo>
                    <a:pt x="196413" y="331213"/>
                  </a:lnTo>
                  <a:lnTo>
                    <a:pt x="201616" y="330203"/>
                  </a:lnTo>
                  <a:lnTo>
                    <a:pt x="206783" y="329029"/>
                  </a:lnTo>
                  <a:lnTo>
                    <a:pt x="211912" y="327691"/>
                  </a:lnTo>
                  <a:lnTo>
                    <a:pt x="216995" y="326192"/>
                  </a:lnTo>
                  <a:lnTo>
                    <a:pt x="222028" y="324532"/>
                  </a:lnTo>
                  <a:lnTo>
                    <a:pt x="227006" y="322714"/>
                  </a:lnTo>
                  <a:lnTo>
                    <a:pt x="231924" y="320739"/>
                  </a:lnTo>
                  <a:lnTo>
                    <a:pt x="236776" y="318608"/>
                  </a:lnTo>
                  <a:lnTo>
                    <a:pt x="241559" y="316325"/>
                  </a:lnTo>
                  <a:lnTo>
                    <a:pt x="246267" y="313892"/>
                  </a:lnTo>
                  <a:lnTo>
                    <a:pt x="250896" y="311311"/>
                  </a:lnTo>
                  <a:lnTo>
                    <a:pt x="255440" y="308584"/>
                  </a:lnTo>
                  <a:lnTo>
                    <a:pt x="259896" y="305714"/>
                  </a:lnTo>
                  <a:lnTo>
                    <a:pt x="264258" y="302705"/>
                  </a:lnTo>
                  <a:lnTo>
                    <a:pt x="268523" y="299559"/>
                  </a:lnTo>
                  <a:lnTo>
                    <a:pt x="272686" y="296279"/>
                  </a:lnTo>
                  <a:lnTo>
                    <a:pt x="276743" y="292869"/>
                  </a:lnTo>
                  <a:lnTo>
                    <a:pt x="280690" y="289332"/>
                  </a:lnTo>
                  <a:lnTo>
                    <a:pt x="284522" y="285672"/>
                  </a:lnTo>
                  <a:lnTo>
                    <a:pt x="288237" y="281892"/>
                  </a:lnTo>
                  <a:lnTo>
                    <a:pt x="291830" y="277996"/>
                  </a:lnTo>
                  <a:lnTo>
                    <a:pt x="295298" y="273989"/>
                  </a:lnTo>
                  <a:lnTo>
                    <a:pt x="298637" y="269873"/>
                  </a:lnTo>
                  <a:lnTo>
                    <a:pt x="301844" y="265654"/>
                  </a:lnTo>
                  <a:lnTo>
                    <a:pt x="304915" y="261335"/>
                  </a:lnTo>
                  <a:lnTo>
                    <a:pt x="307848" y="256921"/>
                  </a:lnTo>
                  <a:lnTo>
                    <a:pt x="310640" y="252416"/>
                  </a:lnTo>
                  <a:lnTo>
                    <a:pt x="313287" y="247825"/>
                  </a:lnTo>
                  <a:lnTo>
                    <a:pt x="315788" y="243152"/>
                  </a:lnTo>
                  <a:lnTo>
                    <a:pt x="318139" y="238403"/>
                  </a:lnTo>
                  <a:lnTo>
                    <a:pt x="320338" y="233581"/>
                  </a:lnTo>
                  <a:lnTo>
                    <a:pt x="322384" y="228692"/>
                  </a:lnTo>
                  <a:lnTo>
                    <a:pt x="324273" y="223740"/>
                  </a:lnTo>
                  <a:lnTo>
                    <a:pt x="326005" y="218731"/>
                  </a:lnTo>
                  <a:lnTo>
                    <a:pt x="327577" y="213670"/>
                  </a:lnTo>
                  <a:lnTo>
                    <a:pt x="328988" y="208562"/>
                  </a:lnTo>
                  <a:lnTo>
                    <a:pt x="330236" y="203411"/>
                  </a:lnTo>
                  <a:lnTo>
                    <a:pt x="331320" y="198224"/>
                  </a:lnTo>
                  <a:lnTo>
                    <a:pt x="332239" y="193004"/>
                  </a:lnTo>
                  <a:lnTo>
                    <a:pt x="332992" y="187758"/>
                  </a:lnTo>
                  <a:lnTo>
                    <a:pt x="333579" y="182491"/>
                  </a:lnTo>
                  <a:lnTo>
                    <a:pt x="333998" y="177208"/>
                  </a:lnTo>
                  <a:lnTo>
                    <a:pt x="334250" y="171914"/>
                  </a:lnTo>
                  <a:lnTo>
                    <a:pt x="334334" y="166615"/>
                  </a:lnTo>
                  <a:lnTo>
                    <a:pt x="334249" y="161316"/>
                  </a:lnTo>
                  <a:lnTo>
                    <a:pt x="333997" y="156023"/>
                  </a:lnTo>
                  <a:lnTo>
                    <a:pt x="333577" y="150740"/>
                  </a:lnTo>
                  <a:lnTo>
                    <a:pt x="332990" y="145473"/>
                  </a:lnTo>
                  <a:lnTo>
                    <a:pt x="332236" y="140227"/>
                  </a:lnTo>
                  <a:lnTo>
                    <a:pt x="331317" y="135007"/>
                  </a:lnTo>
                  <a:lnTo>
                    <a:pt x="330232" y="129820"/>
                  </a:lnTo>
                  <a:lnTo>
                    <a:pt x="328983" y="124669"/>
                  </a:lnTo>
                  <a:lnTo>
                    <a:pt x="327572" y="119561"/>
                  </a:lnTo>
                  <a:lnTo>
                    <a:pt x="326000" y="114500"/>
                  </a:lnTo>
                  <a:lnTo>
                    <a:pt x="324268" y="109491"/>
                  </a:lnTo>
                  <a:lnTo>
                    <a:pt x="322378" y="104540"/>
                  </a:lnTo>
                  <a:lnTo>
                    <a:pt x="320332" y="99651"/>
                  </a:lnTo>
                  <a:lnTo>
                    <a:pt x="318132" y="94830"/>
                  </a:lnTo>
                  <a:lnTo>
                    <a:pt x="315780" y="90080"/>
                  </a:lnTo>
                  <a:lnTo>
                    <a:pt x="313279" y="85408"/>
                  </a:lnTo>
                  <a:lnTo>
                    <a:pt x="310631" y="80817"/>
                  </a:lnTo>
                  <a:lnTo>
                    <a:pt x="307839" y="76313"/>
                  </a:lnTo>
                  <a:lnTo>
                    <a:pt x="304906" y="71899"/>
                  </a:lnTo>
                  <a:lnTo>
                    <a:pt x="301834" y="67580"/>
                  </a:lnTo>
                  <a:lnTo>
                    <a:pt x="298627" y="63361"/>
                  </a:lnTo>
                  <a:lnTo>
                    <a:pt x="295287" y="59246"/>
                  </a:lnTo>
                  <a:lnTo>
                    <a:pt x="291819" y="55239"/>
                  </a:lnTo>
                  <a:lnTo>
                    <a:pt x="288226" y="51343"/>
                  </a:lnTo>
                  <a:lnTo>
                    <a:pt x="284511" y="47564"/>
                  </a:lnTo>
                  <a:lnTo>
                    <a:pt x="280677" y="43904"/>
                  </a:lnTo>
                  <a:lnTo>
                    <a:pt x="276730" y="40367"/>
                  </a:lnTo>
                  <a:lnTo>
                    <a:pt x="272673" y="36958"/>
                  </a:lnTo>
                  <a:lnTo>
                    <a:pt x="268510" y="33678"/>
                  </a:lnTo>
                  <a:lnTo>
                    <a:pt x="264245" y="30533"/>
                  </a:lnTo>
                  <a:lnTo>
                    <a:pt x="259882" y="27524"/>
                  </a:lnTo>
                  <a:lnTo>
                    <a:pt x="255426" y="24655"/>
                  </a:lnTo>
                  <a:lnTo>
                    <a:pt x="250881" y="21928"/>
                  </a:lnTo>
                  <a:lnTo>
                    <a:pt x="246253" y="19347"/>
                  </a:lnTo>
                  <a:lnTo>
                    <a:pt x="241544" y="16914"/>
                  </a:lnTo>
                  <a:lnTo>
                    <a:pt x="236761" y="14632"/>
                  </a:lnTo>
                  <a:lnTo>
                    <a:pt x="231908" y="12502"/>
                  </a:lnTo>
                  <a:lnTo>
                    <a:pt x="226990" y="10527"/>
                  </a:lnTo>
                  <a:lnTo>
                    <a:pt x="222012" y="8710"/>
                  </a:lnTo>
                  <a:lnTo>
                    <a:pt x="216979" y="7050"/>
                  </a:lnTo>
                  <a:lnTo>
                    <a:pt x="211896" y="5551"/>
                  </a:lnTo>
                  <a:lnTo>
                    <a:pt x="206767" y="4215"/>
                  </a:lnTo>
                  <a:lnTo>
                    <a:pt x="201599" y="3041"/>
                  </a:lnTo>
                  <a:lnTo>
                    <a:pt x="196397" y="2032"/>
                  </a:lnTo>
                  <a:lnTo>
                    <a:pt x="191165" y="1188"/>
                  </a:lnTo>
                  <a:lnTo>
                    <a:pt x="185908" y="510"/>
                  </a:lnTo>
                  <a:lnTo>
                    <a:pt x="180633" y="0"/>
                  </a:lnTo>
                  <a:lnTo>
                    <a:pt x="167166" y="1666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83779" y="3170392"/>
              <a:ext cx="13467" cy="167167"/>
            </a:xfrm>
            <a:custGeom>
              <a:avLst/>
              <a:pathLst>
                <a:path w="13467" h="167167">
                  <a:moveTo>
                    <a:pt x="13467" y="54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1844" y="2633064"/>
              <a:ext cx="167167" cy="230218"/>
            </a:xfrm>
            <a:custGeom>
              <a:avLst/>
              <a:pathLst>
                <a:path w="167167" h="230218">
                  <a:moveTo>
                    <a:pt x="167167" y="0"/>
                  </a:moveTo>
                  <a:lnTo>
                    <a:pt x="161803" y="86"/>
                  </a:lnTo>
                  <a:lnTo>
                    <a:pt x="156445" y="344"/>
                  </a:lnTo>
                  <a:lnTo>
                    <a:pt x="151098" y="774"/>
                  </a:lnTo>
                  <a:lnTo>
                    <a:pt x="145767" y="1375"/>
                  </a:lnTo>
                  <a:lnTo>
                    <a:pt x="140459" y="2147"/>
                  </a:lnTo>
                  <a:lnTo>
                    <a:pt x="135178" y="3089"/>
                  </a:lnTo>
                  <a:lnTo>
                    <a:pt x="129930" y="4200"/>
                  </a:lnTo>
                  <a:lnTo>
                    <a:pt x="124720" y="5478"/>
                  </a:lnTo>
                  <a:lnTo>
                    <a:pt x="119554" y="6923"/>
                  </a:lnTo>
                  <a:lnTo>
                    <a:pt x="114437" y="8533"/>
                  </a:lnTo>
                  <a:lnTo>
                    <a:pt x="109375" y="10307"/>
                  </a:lnTo>
                  <a:lnTo>
                    <a:pt x="104372" y="12242"/>
                  </a:lnTo>
                  <a:lnTo>
                    <a:pt x="99433" y="14337"/>
                  </a:lnTo>
                  <a:lnTo>
                    <a:pt x="94564" y="16589"/>
                  </a:lnTo>
                  <a:lnTo>
                    <a:pt x="89770" y="18996"/>
                  </a:lnTo>
                  <a:lnTo>
                    <a:pt x="85056" y="21555"/>
                  </a:lnTo>
                  <a:lnTo>
                    <a:pt x="80426" y="24265"/>
                  </a:lnTo>
                  <a:lnTo>
                    <a:pt x="75886" y="27121"/>
                  </a:lnTo>
                  <a:lnTo>
                    <a:pt x="71440" y="30122"/>
                  </a:lnTo>
                  <a:lnTo>
                    <a:pt x="67092" y="33264"/>
                  </a:lnTo>
                  <a:lnTo>
                    <a:pt x="62847" y="36544"/>
                  </a:lnTo>
                  <a:lnTo>
                    <a:pt x="58710" y="39958"/>
                  </a:lnTo>
                  <a:lnTo>
                    <a:pt x="54684" y="43504"/>
                  </a:lnTo>
                  <a:lnTo>
                    <a:pt x="50774" y="47176"/>
                  </a:lnTo>
                  <a:lnTo>
                    <a:pt x="46984" y="50973"/>
                  </a:lnTo>
                  <a:lnTo>
                    <a:pt x="43318" y="54889"/>
                  </a:lnTo>
                  <a:lnTo>
                    <a:pt x="39779" y="58920"/>
                  </a:lnTo>
                  <a:lnTo>
                    <a:pt x="36372" y="63063"/>
                  </a:lnTo>
                  <a:lnTo>
                    <a:pt x="33099" y="67313"/>
                  </a:lnTo>
                  <a:lnTo>
                    <a:pt x="29964" y="71666"/>
                  </a:lnTo>
                  <a:lnTo>
                    <a:pt x="26970" y="76118"/>
                  </a:lnTo>
                  <a:lnTo>
                    <a:pt x="24121" y="80663"/>
                  </a:lnTo>
                  <a:lnTo>
                    <a:pt x="21419" y="85297"/>
                  </a:lnTo>
                  <a:lnTo>
                    <a:pt x="18868" y="90016"/>
                  </a:lnTo>
                  <a:lnTo>
                    <a:pt x="16469" y="94814"/>
                  </a:lnTo>
                  <a:lnTo>
                    <a:pt x="14225" y="99686"/>
                  </a:lnTo>
                  <a:lnTo>
                    <a:pt x="12138" y="104628"/>
                  </a:lnTo>
                  <a:lnTo>
                    <a:pt x="10211" y="109634"/>
                  </a:lnTo>
                  <a:lnTo>
                    <a:pt x="8446" y="114700"/>
                  </a:lnTo>
                  <a:lnTo>
                    <a:pt x="6845" y="119819"/>
                  </a:lnTo>
                  <a:lnTo>
                    <a:pt x="5408" y="124988"/>
                  </a:lnTo>
                  <a:lnTo>
                    <a:pt x="4138" y="130200"/>
                  </a:lnTo>
                  <a:lnTo>
                    <a:pt x="3036" y="135449"/>
                  </a:lnTo>
                  <a:lnTo>
                    <a:pt x="2103" y="140732"/>
                  </a:lnTo>
                  <a:lnTo>
                    <a:pt x="1339" y="146042"/>
                  </a:lnTo>
                  <a:lnTo>
                    <a:pt x="747" y="151373"/>
                  </a:lnTo>
                  <a:lnTo>
                    <a:pt x="326" y="156721"/>
                  </a:lnTo>
                  <a:lnTo>
                    <a:pt x="77" y="162079"/>
                  </a:lnTo>
                  <a:lnTo>
                    <a:pt x="0" y="167443"/>
                  </a:lnTo>
                  <a:lnTo>
                    <a:pt x="94" y="172807"/>
                  </a:lnTo>
                  <a:lnTo>
                    <a:pt x="361" y="178164"/>
                  </a:lnTo>
                  <a:lnTo>
                    <a:pt x="800" y="183511"/>
                  </a:lnTo>
                  <a:lnTo>
                    <a:pt x="1410" y="188840"/>
                  </a:lnTo>
                  <a:lnTo>
                    <a:pt x="2191" y="194147"/>
                  </a:lnTo>
                  <a:lnTo>
                    <a:pt x="3142" y="199427"/>
                  </a:lnTo>
                  <a:lnTo>
                    <a:pt x="4261" y="204673"/>
                  </a:lnTo>
                  <a:lnTo>
                    <a:pt x="5548" y="209881"/>
                  </a:lnTo>
                  <a:lnTo>
                    <a:pt x="7002" y="215044"/>
                  </a:lnTo>
                  <a:lnTo>
                    <a:pt x="8621" y="220158"/>
                  </a:lnTo>
                  <a:lnTo>
                    <a:pt x="10403" y="225218"/>
                  </a:lnTo>
                  <a:lnTo>
                    <a:pt x="12346" y="23021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64190" y="2800231"/>
              <a:ext cx="154820" cy="63051"/>
            </a:xfrm>
            <a:custGeom>
              <a:avLst/>
              <a:pathLst>
                <a:path w="154820" h="63051">
                  <a:moveTo>
                    <a:pt x="0" y="63051"/>
                  </a:moveTo>
                  <a:lnTo>
                    <a:pt x="15482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64190" y="2647450"/>
              <a:ext cx="321981" cy="319942"/>
            </a:xfrm>
            <a:custGeom>
              <a:avLst/>
              <a:pathLst>
                <a:path w="321981" h="319942">
                  <a:moveTo>
                    <a:pt x="0" y="215832"/>
                  </a:moveTo>
                  <a:lnTo>
                    <a:pt x="2080" y="220718"/>
                  </a:lnTo>
                  <a:lnTo>
                    <a:pt x="4316" y="225536"/>
                  </a:lnTo>
                  <a:lnTo>
                    <a:pt x="6703" y="230280"/>
                  </a:lnTo>
                  <a:lnTo>
                    <a:pt x="9239" y="234945"/>
                  </a:lnTo>
                  <a:lnTo>
                    <a:pt x="11922" y="239528"/>
                  </a:lnTo>
                  <a:lnTo>
                    <a:pt x="14750" y="244024"/>
                  </a:lnTo>
                  <a:lnTo>
                    <a:pt x="17719" y="248427"/>
                  </a:lnTo>
                  <a:lnTo>
                    <a:pt x="20826" y="252734"/>
                  </a:lnTo>
                  <a:lnTo>
                    <a:pt x="24069" y="256940"/>
                  </a:lnTo>
                  <a:lnTo>
                    <a:pt x="27444" y="261040"/>
                  </a:lnTo>
                  <a:lnTo>
                    <a:pt x="30947" y="265032"/>
                  </a:lnTo>
                  <a:lnTo>
                    <a:pt x="34575" y="268910"/>
                  </a:lnTo>
                  <a:lnTo>
                    <a:pt x="38324" y="272671"/>
                  </a:lnTo>
                  <a:lnTo>
                    <a:pt x="42192" y="276311"/>
                  </a:lnTo>
                  <a:lnTo>
                    <a:pt x="46172" y="279826"/>
                  </a:lnTo>
                  <a:lnTo>
                    <a:pt x="50263" y="283213"/>
                  </a:lnTo>
                  <a:lnTo>
                    <a:pt x="54459" y="286469"/>
                  </a:lnTo>
                  <a:lnTo>
                    <a:pt x="58756" y="289589"/>
                  </a:lnTo>
                  <a:lnTo>
                    <a:pt x="63150" y="292572"/>
                  </a:lnTo>
                  <a:lnTo>
                    <a:pt x="67637" y="295413"/>
                  </a:lnTo>
                  <a:lnTo>
                    <a:pt x="72212" y="298111"/>
                  </a:lnTo>
                  <a:lnTo>
                    <a:pt x="76870" y="300661"/>
                  </a:lnTo>
                  <a:lnTo>
                    <a:pt x="81606" y="303063"/>
                  </a:lnTo>
                  <a:lnTo>
                    <a:pt x="86417" y="305313"/>
                  </a:lnTo>
                  <a:lnTo>
                    <a:pt x="91297" y="307409"/>
                  </a:lnTo>
                  <a:lnTo>
                    <a:pt x="96240" y="309348"/>
                  </a:lnTo>
                  <a:lnTo>
                    <a:pt x="101243" y="311130"/>
                  </a:lnTo>
                  <a:lnTo>
                    <a:pt x="106300" y="312752"/>
                  </a:lnTo>
                  <a:lnTo>
                    <a:pt x="111406" y="314213"/>
                  </a:lnTo>
                  <a:lnTo>
                    <a:pt x="116556" y="315510"/>
                  </a:lnTo>
                  <a:lnTo>
                    <a:pt x="121745" y="316644"/>
                  </a:lnTo>
                  <a:lnTo>
                    <a:pt x="126966" y="317611"/>
                  </a:lnTo>
                  <a:lnTo>
                    <a:pt x="132216" y="318413"/>
                  </a:lnTo>
                  <a:lnTo>
                    <a:pt x="137489" y="319048"/>
                  </a:lnTo>
                  <a:lnTo>
                    <a:pt x="142779" y="319514"/>
                  </a:lnTo>
                  <a:lnTo>
                    <a:pt x="148081" y="319813"/>
                  </a:lnTo>
                  <a:lnTo>
                    <a:pt x="153391" y="319942"/>
                  </a:lnTo>
                  <a:lnTo>
                    <a:pt x="158701" y="319903"/>
                  </a:lnTo>
                  <a:lnTo>
                    <a:pt x="164008" y="319696"/>
                  </a:lnTo>
                  <a:lnTo>
                    <a:pt x="169305" y="319320"/>
                  </a:lnTo>
                  <a:lnTo>
                    <a:pt x="174588" y="318776"/>
                  </a:lnTo>
                  <a:lnTo>
                    <a:pt x="179851" y="318064"/>
                  </a:lnTo>
                  <a:lnTo>
                    <a:pt x="185088" y="317185"/>
                  </a:lnTo>
                  <a:lnTo>
                    <a:pt x="190295" y="316141"/>
                  </a:lnTo>
                  <a:lnTo>
                    <a:pt x="195467" y="314932"/>
                  </a:lnTo>
                  <a:lnTo>
                    <a:pt x="200597" y="313559"/>
                  </a:lnTo>
                  <a:lnTo>
                    <a:pt x="205681" y="312023"/>
                  </a:lnTo>
                  <a:lnTo>
                    <a:pt x="210714" y="310328"/>
                  </a:lnTo>
                  <a:lnTo>
                    <a:pt x="215690" y="308473"/>
                  </a:lnTo>
                  <a:lnTo>
                    <a:pt x="220605" y="306460"/>
                  </a:lnTo>
                  <a:lnTo>
                    <a:pt x="225453" y="304293"/>
                  </a:lnTo>
                  <a:lnTo>
                    <a:pt x="230230" y="301973"/>
                  </a:lnTo>
                  <a:lnTo>
                    <a:pt x="234931" y="299503"/>
                  </a:lnTo>
                  <a:lnTo>
                    <a:pt x="239551" y="296884"/>
                  </a:lnTo>
                  <a:lnTo>
                    <a:pt x="244086" y="294120"/>
                  </a:lnTo>
                  <a:lnTo>
                    <a:pt x="248531" y="291213"/>
                  </a:lnTo>
                  <a:lnTo>
                    <a:pt x="252881" y="288166"/>
                  </a:lnTo>
                  <a:lnTo>
                    <a:pt x="257132" y="284983"/>
                  </a:lnTo>
                  <a:lnTo>
                    <a:pt x="261279" y="281666"/>
                  </a:lnTo>
                  <a:lnTo>
                    <a:pt x="265320" y="278220"/>
                  </a:lnTo>
                  <a:lnTo>
                    <a:pt x="269248" y="274646"/>
                  </a:lnTo>
                  <a:lnTo>
                    <a:pt x="273062" y="270950"/>
                  </a:lnTo>
                  <a:lnTo>
                    <a:pt x="276756" y="267135"/>
                  </a:lnTo>
                  <a:lnTo>
                    <a:pt x="280327" y="263204"/>
                  </a:lnTo>
                  <a:lnTo>
                    <a:pt x="283771" y="259161"/>
                  </a:lnTo>
                  <a:lnTo>
                    <a:pt x="287085" y="255011"/>
                  </a:lnTo>
                  <a:lnTo>
                    <a:pt x="290266" y="250758"/>
                  </a:lnTo>
                  <a:lnTo>
                    <a:pt x="293309" y="246407"/>
                  </a:lnTo>
                  <a:lnTo>
                    <a:pt x="296214" y="241960"/>
                  </a:lnTo>
                  <a:lnTo>
                    <a:pt x="298975" y="237424"/>
                  </a:lnTo>
                  <a:lnTo>
                    <a:pt x="301591" y="232802"/>
                  </a:lnTo>
                  <a:lnTo>
                    <a:pt x="304059" y="228100"/>
                  </a:lnTo>
                  <a:lnTo>
                    <a:pt x="306376" y="223321"/>
                  </a:lnTo>
                  <a:lnTo>
                    <a:pt x="308540" y="218471"/>
                  </a:lnTo>
                  <a:lnTo>
                    <a:pt x="310549" y="213555"/>
                  </a:lnTo>
                  <a:lnTo>
                    <a:pt x="312401" y="208578"/>
                  </a:lnTo>
                  <a:lnTo>
                    <a:pt x="314094" y="203544"/>
                  </a:lnTo>
                  <a:lnTo>
                    <a:pt x="315626" y="198459"/>
                  </a:lnTo>
                  <a:lnTo>
                    <a:pt x="316996" y="193328"/>
                  </a:lnTo>
                  <a:lnTo>
                    <a:pt x="318202" y="188156"/>
                  </a:lnTo>
                  <a:lnTo>
                    <a:pt x="319243" y="182948"/>
                  </a:lnTo>
                  <a:lnTo>
                    <a:pt x="320119" y="177710"/>
                  </a:lnTo>
                  <a:lnTo>
                    <a:pt x="320827" y="172447"/>
                  </a:lnTo>
                  <a:lnTo>
                    <a:pt x="321368" y="167164"/>
                  </a:lnTo>
                  <a:lnTo>
                    <a:pt x="321741" y="161866"/>
                  </a:lnTo>
                  <a:lnTo>
                    <a:pt x="321945" y="156560"/>
                  </a:lnTo>
                  <a:lnTo>
                    <a:pt x="321981" y="151249"/>
                  </a:lnTo>
                  <a:lnTo>
                    <a:pt x="321848" y="145940"/>
                  </a:lnTo>
                  <a:lnTo>
                    <a:pt x="321546" y="140638"/>
                  </a:lnTo>
                  <a:lnTo>
                    <a:pt x="321076" y="135348"/>
                  </a:lnTo>
                  <a:lnTo>
                    <a:pt x="320439" y="130076"/>
                  </a:lnTo>
                  <a:lnTo>
                    <a:pt x="319634" y="124826"/>
                  </a:lnTo>
                  <a:lnTo>
                    <a:pt x="318663" y="119605"/>
                  </a:lnTo>
                  <a:lnTo>
                    <a:pt x="317526" y="114417"/>
                  </a:lnTo>
                  <a:lnTo>
                    <a:pt x="316225" y="109268"/>
                  </a:lnTo>
                  <a:lnTo>
                    <a:pt x="314762" y="104163"/>
                  </a:lnTo>
                  <a:lnTo>
                    <a:pt x="313137" y="99107"/>
                  </a:lnTo>
                  <a:lnTo>
                    <a:pt x="311352" y="94105"/>
                  </a:lnTo>
                  <a:lnTo>
                    <a:pt x="309409" y="89163"/>
                  </a:lnTo>
                  <a:lnTo>
                    <a:pt x="307310" y="84284"/>
                  </a:lnTo>
                  <a:lnTo>
                    <a:pt x="305058" y="79475"/>
                  </a:lnTo>
                  <a:lnTo>
                    <a:pt x="302653" y="74740"/>
                  </a:lnTo>
                  <a:lnTo>
                    <a:pt x="300100" y="70083"/>
                  </a:lnTo>
                  <a:lnTo>
                    <a:pt x="297399" y="65510"/>
                  </a:lnTo>
                  <a:lnTo>
                    <a:pt x="294555" y="61025"/>
                  </a:lnTo>
                  <a:lnTo>
                    <a:pt x="291570" y="56633"/>
                  </a:lnTo>
                  <a:lnTo>
                    <a:pt x="288447" y="52338"/>
                  </a:lnTo>
                  <a:lnTo>
                    <a:pt x="285189" y="48144"/>
                  </a:lnTo>
                  <a:lnTo>
                    <a:pt x="281799" y="44055"/>
                  </a:lnTo>
                  <a:lnTo>
                    <a:pt x="278282" y="40077"/>
                  </a:lnTo>
                  <a:lnTo>
                    <a:pt x="274639" y="36212"/>
                  </a:lnTo>
                  <a:lnTo>
                    <a:pt x="270876" y="32465"/>
                  </a:lnTo>
                  <a:lnTo>
                    <a:pt x="266996" y="28839"/>
                  </a:lnTo>
                  <a:lnTo>
                    <a:pt x="263002" y="25338"/>
                  </a:lnTo>
                  <a:lnTo>
                    <a:pt x="258899" y="21966"/>
                  </a:lnTo>
                  <a:lnTo>
                    <a:pt x="254691" y="18726"/>
                  </a:lnTo>
                  <a:lnTo>
                    <a:pt x="250383" y="15621"/>
                  </a:lnTo>
                  <a:lnTo>
                    <a:pt x="245978" y="12655"/>
                  </a:lnTo>
                  <a:lnTo>
                    <a:pt x="241481" y="9830"/>
                  </a:lnTo>
                  <a:lnTo>
                    <a:pt x="236896" y="7149"/>
                  </a:lnTo>
                  <a:lnTo>
                    <a:pt x="232229" y="4616"/>
                  </a:lnTo>
                  <a:lnTo>
                    <a:pt x="227483" y="2232"/>
                  </a:lnTo>
                  <a:lnTo>
                    <a:pt x="222664" y="0"/>
                  </a:lnTo>
                  <a:lnTo>
                    <a:pt x="154820" y="1527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919011" y="2633064"/>
              <a:ext cx="67843" cy="167167"/>
            </a:xfrm>
            <a:custGeom>
              <a:avLst/>
              <a:pathLst>
                <a:path w="67843" h="167167">
                  <a:moveTo>
                    <a:pt x="67843" y="14385"/>
                  </a:moveTo>
                  <a:lnTo>
                    <a:pt x="62483" y="12116"/>
                  </a:lnTo>
                  <a:lnTo>
                    <a:pt x="57046" y="10034"/>
                  </a:lnTo>
                  <a:lnTo>
                    <a:pt x="51541" y="8143"/>
                  </a:lnTo>
                  <a:lnTo>
                    <a:pt x="45972" y="6445"/>
                  </a:lnTo>
                  <a:lnTo>
                    <a:pt x="40348" y="4942"/>
                  </a:lnTo>
                  <a:lnTo>
                    <a:pt x="34676" y="3636"/>
                  </a:lnTo>
                  <a:lnTo>
                    <a:pt x="28961" y="2527"/>
                  </a:lnTo>
                  <a:lnTo>
                    <a:pt x="23211" y="1619"/>
                  </a:lnTo>
                  <a:lnTo>
                    <a:pt x="17433" y="911"/>
                  </a:lnTo>
                  <a:lnTo>
                    <a:pt x="11633" y="405"/>
                  </a:lnTo>
                  <a:lnTo>
                    <a:pt x="582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83678" y="2126963"/>
              <a:ext cx="44793" cy="167167"/>
            </a:xfrm>
            <a:custGeom>
              <a:avLst/>
              <a:pathLst>
                <a:path w="44793" h="167167">
                  <a:moveTo>
                    <a:pt x="44793" y="0"/>
                  </a:moveTo>
                  <a:lnTo>
                    <a:pt x="38316" y="125"/>
                  </a:lnTo>
                  <a:lnTo>
                    <a:pt x="31849" y="501"/>
                  </a:lnTo>
                  <a:lnTo>
                    <a:pt x="25402" y="1128"/>
                  </a:lnTo>
                  <a:lnTo>
                    <a:pt x="18984" y="2004"/>
                  </a:lnTo>
                  <a:lnTo>
                    <a:pt x="12604" y="3128"/>
                  </a:lnTo>
                  <a:lnTo>
                    <a:pt x="6273" y="4498"/>
                  </a:lnTo>
                  <a:lnTo>
                    <a:pt x="0" y="6113"/>
                  </a:lnTo>
                  <a:lnTo>
                    <a:pt x="4479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83678" y="2133076"/>
              <a:ext cx="44793" cy="161054"/>
            </a:xfrm>
            <a:custGeom>
              <a:avLst/>
              <a:pathLst>
                <a:path w="44793" h="161054">
                  <a:moveTo>
                    <a:pt x="0" y="0"/>
                  </a:moveTo>
                  <a:lnTo>
                    <a:pt x="44793" y="161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561318" y="2133076"/>
              <a:ext cx="226497" cy="328212"/>
            </a:xfrm>
            <a:custGeom>
              <a:avLst/>
              <a:pathLst>
                <a:path w="226497" h="328212">
                  <a:moveTo>
                    <a:pt x="122360" y="0"/>
                  </a:moveTo>
                  <a:lnTo>
                    <a:pt x="117228" y="1516"/>
                  </a:lnTo>
                  <a:lnTo>
                    <a:pt x="112147" y="3195"/>
                  </a:lnTo>
                  <a:lnTo>
                    <a:pt x="107123" y="5037"/>
                  </a:lnTo>
                  <a:lnTo>
                    <a:pt x="102160" y="7038"/>
                  </a:lnTo>
                  <a:lnTo>
                    <a:pt x="97264" y="9197"/>
                  </a:lnTo>
                  <a:lnTo>
                    <a:pt x="92439" y="11512"/>
                  </a:lnTo>
                  <a:lnTo>
                    <a:pt x="87691" y="13980"/>
                  </a:lnTo>
                  <a:lnTo>
                    <a:pt x="83024" y="16599"/>
                  </a:lnTo>
                  <a:lnTo>
                    <a:pt x="78444" y="19365"/>
                  </a:lnTo>
                  <a:lnTo>
                    <a:pt x="73954" y="22277"/>
                  </a:lnTo>
                  <a:lnTo>
                    <a:pt x="69560" y="25331"/>
                  </a:lnTo>
                  <a:lnTo>
                    <a:pt x="65266" y="28525"/>
                  </a:lnTo>
                  <a:lnTo>
                    <a:pt x="61076" y="31853"/>
                  </a:lnTo>
                  <a:lnTo>
                    <a:pt x="56995" y="35315"/>
                  </a:lnTo>
                  <a:lnTo>
                    <a:pt x="53027" y="38905"/>
                  </a:lnTo>
                  <a:lnTo>
                    <a:pt x="49176" y="42620"/>
                  </a:lnTo>
                  <a:lnTo>
                    <a:pt x="45446" y="46457"/>
                  </a:lnTo>
                  <a:lnTo>
                    <a:pt x="41841" y="50411"/>
                  </a:lnTo>
                  <a:lnTo>
                    <a:pt x="38363" y="54479"/>
                  </a:lnTo>
                  <a:lnTo>
                    <a:pt x="35018" y="58656"/>
                  </a:lnTo>
                  <a:lnTo>
                    <a:pt x="31809" y="62937"/>
                  </a:lnTo>
                  <a:lnTo>
                    <a:pt x="28738" y="67319"/>
                  </a:lnTo>
                  <a:lnTo>
                    <a:pt x="25808" y="71798"/>
                  </a:lnTo>
                  <a:lnTo>
                    <a:pt x="23024" y="76367"/>
                  </a:lnTo>
                  <a:lnTo>
                    <a:pt x="20387" y="81024"/>
                  </a:lnTo>
                  <a:lnTo>
                    <a:pt x="17901" y="85762"/>
                  </a:lnTo>
                  <a:lnTo>
                    <a:pt x="15568" y="90578"/>
                  </a:lnTo>
                  <a:lnTo>
                    <a:pt x="13390" y="95466"/>
                  </a:lnTo>
                  <a:lnTo>
                    <a:pt x="11369" y="100421"/>
                  </a:lnTo>
                  <a:lnTo>
                    <a:pt x="9508" y="105438"/>
                  </a:lnTo>
                  <a:lnTo>
                    <a:pt x="7809" y="110512"/>
                  </a:lnTo>
                  <a:lnTo>
                    <a:pt x="6273" y="115638"/>
                  </a:lnTo>
                  <a:lnTo>
                    <a:pt x="4902" y="120811"/>
                  </a:lnTo>
                  <a:lnTo>
                    <a:pt x="3697" y="126025"/>
                  </a:lnTo>
                  <a:lnTo>
                    <a:pt x="2659" y="131274"/>
                  </a:lnTo>
                  <a:lnTo>
                    <a:pt x="1790" y="136554"/>
                  </a:lnTo>
                  <a:lnTo>
                    <a:pt x="1091" y="141860"/>
                  </a:lnTo>
                  <a:lnTo>
                    <a:pt x="562" y="147185"/>
                  </a:lnTo>
                  <a:lnTo>
                    <a:pt x="203" y="152524"/>
                  </a:lnTo>
                  <a:lnTo>
                    <a:pt x="16" y="157872"/>
                  </a:lnTo>
                  <a:lnTo>
                    <a:pt x="0" y="163223"/>
                  </a:lnTo>
                  <a:lnTo>
                    <a:pt x="155" y="168572"/>
                  </a:lnTo>
                  <a:lnTo>
                    <a:pt x="481" y="173913"/>
                  </a:lnTo>
                  <a:lnTo>
                    <a:pt x="978" y="179241"/>
                  </a:lnTo>
                  <a:lnTo>
                    <a:pt x="1645" y="184551"/>
                  </a:lnTo>
                  <a:lnTo>
                    <a:pt x="2482" y="189836"/>
                  </a:lnTo>
                  <a:lnTo>
                    <a:pt x="3487" y="195092"/>
                  </a:lnTo>
                  <a:lnTo>
                    <a:pt x="4661" y="200313"/>
                  </a:lnTo>
                  <a:lnTo>
                    <a:pt x="6001" y="205493"/>
                  </a:lnTo>
                  <a:lnTo>
                    <a:pt x="7505" y="210629"/>
                  </a:lnTo>
                  <a:lnTo>
                    <a:pt x="9174" y="215713"/>
                  </a:lnTo>
                  <a:lnTo>
                    <a:pt x="11004" y="220741"/>
                  </a:lnTo>
                  <a:lnTo>
                    <a:pt x="12995" y="225709"/>
                  </a:lnTo>
                  <a:lnTo>
                    <a:pt x="15143" y="230610"/>
                  </a:lnTo>
                  <a:lnTo>
                    <a:pt x="17447" y="235439"/>
                  </a:lnTo>
                  <a:lnTo>
                    <a:pt x="19905" y="240193"/>
                  </a:lnTo>
                  <a:lnTo>
                    <a:pt x="22513" y="244865"/>
                  </a:lnTo>
                  <a:lnTo>
                    <a:pt x="25270" y="249452"/>
                  </a:lnTo>
                  <a:lnTo>
                    <a:pt x="28172" y="253948"/>
                  </a:lnTo>
                  <a:lnTo>
                    <a:pt x="31216" y="258348"/>
                  </a:lnTo>
                  <a:lnTo>
                    <a:pt x="34400" y="262649"/>
                  </a:lnTo>
                  <a:lnTo>
                    <a:pt x="37720" y="266846"/>
                  </a:lnTo>
                  <a:lnTo>
                    <a:pt x="41172" y="270935"/>
                  </a:lnTo>
                  <a:lnTo>
                    <a:pt x="44754" y="274911"/>
                  </a:lnTo>
                  <a:lnTo>
                    <a:pt x="48461" y="278770"/>
                  </a:lnTo>
                  <a:lnTo>
                    <a:pt x="52289" y="282509"/>
                  </a:lnTo>
                  <a:lnTo>
                    <a:pt x="56235" y="286123"/>
                  </a:lnTo>
                  <a:lnTo>
                    <a:pt x="60295" y="289609"/>
                  </a:lnTo>
                  <a:lnTo>
                    <a:pt x="64465" y="292963"/>
                  </a:lnTo>
                  <a:lnTo>
                    <a:pt x="68739" y="296182"/>
                  </a:lnTo>
                  <a:lnTo>
                    <a:pt x="73115" y="299263"/>
                  </a:lnTo>
                  <a:lnTo>
                    <a:pt x="77587" y="302202"/>
                  </a:lnTo>
                  <a:lnTo>
                    <a:pt x="82150" y="304997"/>
                  </a:lnTo>
                  <a:lnTo>
                    <a:pt x="86801" y="307643"/>
                  </a:lnTo>
                  <a:lnTo>
                    <a:pt x="91534" y="310140"/>
                  </a:lnTo>
                  <a:lnTo>
                    <a:pt x="96344" y="312484"/>
                  </a:lnTo>
                  <a:lnTo>
                    <a:pt x="101227" y="314673"/>
                  </a:lnTo>
                  <a:lnTo>
                    <a:pt x="106178" y="316704"/>
                  </a:lnTo>
                  <a:lnTo>
                    <a:pt x="111191" y="318576"/>
                  </a:lnTo>
                  <a:lnTo>
                    <a:pt x="116262" y="320287"/>
                  </a:lnTo>
                  <a:lnTo>
                    <a:pt x="121384" y="321834"/>
                  </a:lnTo>
                  <a:lnTo>
                    <a:pt x="126554" y="323216"/>
                  </a:lnTo>
                  <a:lnTo>
                    <a:pt x="131765" y="324433"/>
                  </a:lnTo>
                  <a:lnTo>
                    <a:pt x="137012" y="325482"/>
                  </a:lnTo>
                  <a:lnTo>
                    <a:pt x="142290" y="326362"/>
                  </a:lnTo>
                  <a:lnTo>
                    <a:pt x="147594" y="327073"/>
                  </a:lnTo>
                  <a:lnTo>
                    <a:pt x="152918" y="327614"/>
                  </a:lnTo>
                  <a:lnTo>
                    <a:pt x="158256" y="327984"/>
                  </a:lnTo>
                  <a:lnTo>
                    <a:pt x="163604" y="328184"/>
                  </a:lnTo>
                  <a:lnTo>
                    <a:pt x="168955" y="328212"/>
                  </a:lnTo>
                  <a:lnTo>
                    <a:pt x="174304" y="328068"/>
                  </a:lnTo>
                  <a:lnTo>
                    <a:pt x="179646" y="327754"/>
                  </a:lnTo>
                  <a:lnTo>
                    <a:pt x="184975" y="327269"/>
                  </a:lnTo>
                  <a:lnTo>
                    <a:pt x="190286" y="326613"/>
                  </a:lnTo>
                  <a:lnTo>
                    <a:pt x="195573" y="325788"/>
                  </a:lnTo>
                  <a:lnTo>
                    <a:pt x="200831" y="324794"/>
                  </a:lnTo>
                  <a:lnTo>
                    <a:pt x="206055" y="323632"/>
                  </a:lnTo>
                  <a:lnTo>
                    <a:pt x="211238" y="322303"/>
                  </a:lnTo>
                  <a:lnTo>
                    <a:pt x="216377" y="320810"/>
                  </a:lnTo>
                  <a:lnTo>
                    <a:pt x="221465" y="319152"/>
                  </a:lnTo>
                  <a:lnTo>
                    <a:pt x="226497" y="317333"/>
                  </a:lnTo>
                  <a:lnTo>
                    <a:pt x="167153" y="161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728472" y="2126963"/>
              <a:ext cx="167164" cy="323446"/>
            </a:xfrm>
            <a:custGeom>
              <a:avLst/>
              <a:pathLst>
                <a:path w="167164" h="323446">
                  <a:moveTo>
                    <a:pt x="59344" y="323446"/>
                  </a:moveTo>
                  <a:lnTo>
                    <a:pt x="64304" y="321471"/>
                  </a:lnTo>
                  <a:lnTo>
                    <a:pt x="69199" y="319339"/>
                  </a:lnTo>
                  <a:lnTo>
                    <a:pt x="74023" y="317052"/>
                  </a:lnTo>
                  <a:lnTo>
                    <a:pt x="78772" y="314612"/>
                  </a:lnTo>
                  <a:lnTo>
                    <a:pt x="83440" y="312021"/>
                  </a:lnTo>
                  <a:lnTo>
                    <a:pt x="88023" y="309282"/>
                  </a:lnTo>
                  <a:lnTo>
                    <a:pt x="92516" y="306399"/>
                  </a:lnTo>
                  <a:lnTo>
                    <a:pt x="96915" y="303374"/>
                  </a:lnTo>
                  <a:lnTo>
                    <a:pt x="101215" y="300209"/>
                  </a:lnTo>
                  <a:lnTo>
                    <a:pt x="105412" y="296909"/>
                  </a:lnTo>
                  <a:lnTo>
                    <a:pt x="109502" y="293477"/>
                  </a:lnTo>
                  <a:lnTo>
                    <a:pt x="113479" y="289916"/>
                  </a:lnTo>
                  <a:lnTo>
                    <a:pt x="117341" y="286229"/>
                  </a:lnTo>
                  <a:lnTo>
                    <a:pt x="121083" y="282422"/>
                  </a:lnTo>
                  <a:lnTo>
                    <a:pt x="124702" y="278496"/>
                  </a:lnTo>
                  <a:lnTo>
                    <a:pt x="128194" y="274457"/>
                  </a:lnTo>
                  <a:lnTo>
                    <a:pt x="131554" y="270309"/>
                  </a:lnTo>
                  <a:lnTo>
                    <a:pt x="134781" y="266055"/>
                  </a:lnTo>
                  <a:lnTo>
                    <a:pt x="137870" y="261701"/>
                  </a:lnTo>
                  <a:lnTo>
                    <a:pt x="140819" y="257250"/>
                  </a:lnTo>
                  <a:lnTo>
                    <a:pt x="143623" y="252707"/>
                  </a:lnTo>
                  <a:lnTo>
                    <a:pt x="146282" y="248077"/>
                  </a:lnTo>
                  <a:lnTo>
                    <a:pt x="148791" y="243365"/>
                  </a:lnTo>
                  <a:lnTo>
                    <a:pt x="151148" y="238574"/>
                  </a:lnTo>
                  <a:lnTo>
                    <a:pt x="153351" y="233711"/>
                  </a:lnTo>
                  <a:lnTo>
                    <a:pt x="155398" y="228780"/>
                  </a:lnTo>
                  <a:lnTo>
                    <a:pt x="157286" y="223786"/>
                  </a:lnTo>
                  <a:lnTo>
                    <a:pt x="159014" y="218735"/>
                  </a:lnTo>
                  <a:lnTo>
                    <a:pt x="160580" y="213631"/>
                  </a:lnTo>
                  <a:lnTo>
                    <a:pt x="161982" y="208479"/>
                  </a:lnTo>
                  <a:lnTo>
                    <a:pt x="163218" y="203285"/>
                  </a:lnTo>
                  <a:lnTo>
                    <a:pt x="164289" y="198055"/>
                  </a:lnTo>
                  <a:lnTo>
                    <a:pt x="165191" y="192793"/>
                  </a:lnTo>
                  <a:lnTo>
                    <a:pt x="165925" y="187504"/>
                  </a:lnTo>
                  <a:lnTo>
                    <a:pt x="166490" y="182196"/>
                  </a:lnTo>
                  <a:lnTo>
                    <a:pt x="166885" y="176871"/>
                  </a:lnTo>
                  <a:lnTo>
                    <a:pt x="167110" y="171537"/>
                  </a:lnTo>
                  <a:lnTo>
                    <a:pt x="167164" y="166198"/>
                  </a:lnTo>
                  <a:lnTo>
                    <a:pt x="167048" y="160861"/>
                  </a:lnTo>
                  <a:lnTo>
                    <a:pt x="166761" y="155530"/>
                  </a:lnTo>
                  <a:lnTo>
                    <a:pt x="166305" y="150210"/>
                  </a:lnTo>
                  <a:lnTo>
                    <a:pt x="165678" y="144908"/>
                  </a:lnTo>
                  <a:lnTo>
                    <a:pt x="164883" y="139629"/>
                  </a:lnTo>
                  <a:lnTo>
                    <a:pt x="163920" y="134378"/>
                  </a:lnTo>
                  <a:lnTo>
                    <a:pt x="162789" y="129160"/>
                  </a:lnTo>
                  <a:lnTo>
                    <a:pt x="161492" y="123981"/>
                  </a:lnTo>
                  <a:lnTo>
                    <a:pt x="160031" y="118846"/>
                  </a:lnTo>
                  <a:lnTo>
                    <a:pt x="158406" y="113760"/>
                  </a:lnTo>
                  <a:lnTo>
                    <a:pt x="156620" y="108729"/>
                  </a:lnTo>
                  <a:lnTo>
                    <a:pt x="154674" y="103757"/>
                  </a:lnTo>
                  <a:lnTo>
                    <a:pt x="152570" y="98850"/>
                  </a:lnTo>
                  <a:lnTo>
                    <a:pt x="150311" y="94013"/>
                  </a:lnTo>
                  <a:lnTo>
                    <a:pt x="147898" y="89250"/>
                  </a:lnTo>
                  <a:lnTo>
                    <a:pt x="145334" y="84567"/>
                  </a:lnTo>
                  <a:lnTo>
                    <a:pt x="142623" y="79968"/>
                  </a:lnTo>
                  <a:lnTo>
                    <a:pt x="139765" y="75458"/>
                  </a:lnTo>
                  <a:lnTo>
                    <a:pt x="136765" y="71042"/>
                  </a:lnTo>
                  <a:lnTo>
                    <a:pt x="133626" y="66724"/>
                  </a:lnTo>
                  <a:lnTo>
                    <a:pt x="130350" y="62508"/>
                  </a:lnTo>
                  <a:lnTo>
                    <a:pt x="126942" y="58398"/>
                  </a:lnTo>
                  <a:lnTo>
                    <a:pt x="123404" y="54400"/>
                  </a:lnTo>
                  <a:lnTo>
                    <a:pt x="119740" y="50517"/>
                  </a:lnTo>
                  <a:lnTo>
                    <a:pt x="115954" y="46753"/>
                  </a:lnTo>
                  <a:lnTo>
                    <a:pt x="112049" y="43111"/>
                  </a:lnTo>
                  <a:lnTo>
                    <a:pt x="108031" y="39597"/>
                  </a:lnTo>
                  <a:lnTo>
                    <a:pt x="103902" y="36212"/>
                  </a:lnTo>
                  <a:lnTo>
                    <a:pt x="99667" y="32961"/>
                  </a:lnTo>
                  <a:lnTo>
                    <a:pt x="95331" y="29846"/>
                  </a:lnTo>
                  <a:lnTo>
                    <a:pt x="90897" y="26872"/>
                  </a:lnTo>
                  <a:lnTo>
                    <a:pt x="86370" y="24041"/>
                  </a:lnTo>
                  <a:lnTo>
                    <a:pt x="81756" y="21356"/>
                  </a:lnTo>
                  <a:lnTo>
                    <a:pt x="77058" y="18820"/>
                  </a:lnTo>
                  <a:lnTo>
                    <a:pt x="72281" y="16434"/>
                  </a:lnTo>
                  <a:lnTo>
                    <a:pt x="67431" y="14203"/>
                  </a:lnTo>
                  <a:lnTo>
                    <a:pt x="62512" y="12128"/>
                  </a:lnTo>
                  <a:lnTo>
                    <a:pt x="57529" y="10211"/>
                  </a:lnTo>
                  <a:lnTo>
                    <a:pt x="52488" y="8454"/>
                  </a:lnTo>
                  <a:lnTo>
                    <a:pt x="47393" y="6858"/>
                  </a:lnTo>
                  <a:lnTo>
                    <a:pt x="42249" y="5427"/>
                  </a:lnTo>
                  <a:lnTo>
                    <a:pt x="37063" y="4160"/>
                  </a:lnTo>
                  <a:lnTo>
                    <a:pt x="31839" y="3060"/>
                  </a:lnTo>
                  <a:lnTo>
                    <a:pt x="26582" y="2127"/>
                  </a:lnTo>
                  <a:lnTo>
                    <a:pt x="21298" y="1362"/>
                  </a:lnTo>
                  <a:lnTo>
                    <a:pt x="15992" y="766"/>
                  </a:lnTo>
                  <a:lnTo>
                    <a:pt x="10671" y="340"/>
                  </a:lnTo>
                  <a:lnTo>
                    <a:pt x="533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0359" y="1681503"/>
              <a:ext cx="32875" cy="167167"/>
            </a:xfrm>
            <a:custGeom>
              <a:avLst/>
              <a:pathLst>
                <a:path w="32875" h="167167">
                  <a:moveTo>
                    <a:pt x="32875" y="0"/>
                  </a:moveTo>
                  <a:lnTo>
                    <a:pt x="26259" y="130"/>
                  </a:lnTo>
                  <a:lnTo>
                    <a:pt x="19652" y="523"/>
                  </a:lnTo>
                  <a:lnTo>
                    <a:pt x="13067" y="1177"/>
                  </a:lnTo>
                  <a:lnTo>
                    <a:pt x="6513" y="2091"/>
                  </a:lnTo>
                  <a:lnTo>
                    <a:pt x="0" y="3264"/>
                  </a:lnTo>
                  <a:lnTo>
                    <a:pt x="3287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90359" y="1684767"/>
              <a:ext cx="32875" cy="163902"/>
            </a:xfrm>
            <a:custGeom>
              <a:avLst/>
              <a:pathLst>
                <a:path w="32875" h="163902">
                  <a:moveTo>
                    <a:pt x="0" y="0"/>
                  </a:moveTo>
                  <a:lnTo>
                    <a:pt x="32875" y="1639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256081" y="1684767"/>
              <a:ext cx="334315" cy="331069"/>
            </a:xfrm>
            <a:custGeom>
              <a:avLst/>
              <a:pathLst>
                <a:path w="334315" h="331069">
                  <a:moveTo>
                    <a:pt x="134277" y="0"/>
                  </a:moveTo>
                  <a:lnTo>
                    <a:pt x="129111" y="1121"/>
                  </a:lnTo>
                  <a:lnTo>
                    <a:pt x="123984" y="2405"/>
                  </a:lnTo>
                  <a:lnTo>
                    <a:pt x="118899" y="3851"/>
                  </a:lnTo>
                  <a:lnTo>
                    <a:pt x="113863" y="5456"/>
                  </a:lnTo>
                  <a:lnTo>
                    <a:pt x="108880" y="7220"/>
                  </a:lnTo>
                  <a:lnTo>
                    <a:pt x="103955" y="9141"/>
                  </a:lnTo>
                  <a:lnTo>
                    <a:pt x="99094" y="11217"/>
                  </a:lnTo>
                  <a:lnTo>
                    <a:pt x="94300" y="13445"/>
                  </a:lnTo>
                  <a:lnTo>
                    <a:pt x="89579" y="15824"/>
                  </a:lnTo>
                  <a:lnTo>
                    <a:pt x="84936" y="18350"/>
                  </a:lnTo>
                  <a:lnTo>
                    <a:pt x="80375" y="21022"/>
                  </a:lnTo>
                  <a:lnTo>
                    <a:pt x="75901" y="23838"/>
                  </a:lnTo>
                  <a:lnTo>
                    <a:pt x="71519" y="26793"/>
                  </a:lnTo>
                  <a:lnTo>
                    <a:pt x="67231" y="29885"/>
                  </a:lnTo>
                  <a:lnTo>
                    <a:pt x="63044" y="33111"/>
                  </a:lnTo>
                  <a:lnTo>
                    <a:pt x="58961" y="36468"/>
                  </a:lnTo>
                  <a:lnTo>
                    <a:pt x="54986" y="39953"/>
                  </a:lnTo>
                  <a:lnTo>
                    <a:pt x="51123" y="43561"/>
                  </a:lnTo>
                  <a:lnTo>
                    <a:pt x="47376" y="47290"/>
                  </a:lnTo>
                  <a:lnTo>
                    <a:pt x="43749" y="51135"/>
                  </a:lnTo>
                  <a:lnTo>
                    <a:pt x="40245" y="55093"/>
                  </a:lnTo>
                  <a:lnTo>
                    <a:pt x="36868" y="59160"/>
                  </a:lnTo>
                  <a:lnTo>
                    <a:pt x="33622" y="63332"/>
                  </a:lnTo>
                  <a:lnTo>
                    <a:pt x="30509" y="67604"/>
                  </a:lnTo>
                  <a:lnTo>
                    <a:pt x="27532" y="71972"/>
                  </a:lnTo>
                  <a:lnTo>
                    <a:pt x="24696" y="76433"/>
                  </a:lnTo>
                  <a:lnTo>
                    <a:pt x="22001" y="80980"/>
                  </a:lnTo>
                  <a:lnTo>
                    <a:pt x="19452" y="85611"/>
                  </a:lnTo>
                  <a:lnTo>
                    <a:pt x="17051" y="90320"/>
                  </a:lnTo>
                  <a:lnTo>
                    <a:pt x="14799" y="95103"/>
                  </a:lnTo>
                  <a:lnTo>
                    <a:pt x="12700" y="99954"/>
                  </a:lnTo>
                  <a:lnTo>
                    <a:pt x="10755" y="104870"/>
                  </a:lnTo>
                  <a:lnTo>
                    <a:pt x="8967" y="109844"/>
                  </a:lnTo>
                  <a:lnTo>
                    <a:pt x="7337" y="114872"/>
                  </a:lnTo>
                  <a:lnTo>
                    <a:pt x="5867" y="119950"/>
                  </a:lnTo>
                  <a:lnTo>
                    <a:pt x="4558" y="125071"/>
                  </a:lnTo>
                  <a:lnTo>
                    <a:pt x="3411" y="130231"/>
                  </a:lnTo>
                  <a:lnTo>
                    <a:pt x="2429" y="135425"/>
                  </a:lnTo>
                  <a:lnTo>
                    <a:pt x="1611" y="140648"/>
                  </a:lnTo>
                  <a:lnTo>
                    <a:pt x="958" y="145893"/>
                  </a:lnTo>
                  <a:lnTo>
                    <a:pt x="472" y="151157"/>
                  </a:lnTo>
                  <a:lnTo>
                    <a:pt x="152" y="156433"/>
                  </a:lnTo>
                  <a:lnTo>
                    <a:pt x="0" y="161717"/>
                  </a:lnTo>
                  <a:lnTo>
                    <a:pt x="14" y="167003"/>
                  </a:lnTo>
                  <a:lnTo>
                    <a:pt x="196" y="172286"/>
                  </a:lnTo>
                  <a:lnTo>
                    <a:pt x="544" y="177561"/>
                  </a:lnTo>
                  <a:lnTo>
                    <a:pt x="1059" y="182822"/>
                  </a:lnTo>
                  <a:lnTo>
                    <a:pt x="1740" y="188064"/>
                  </a:lnTo>
                  <a:lnTo>
                    <a:pt x="2587" y="193281"/>
                  </a:lnTo>
                  <a:lnTo>
                    <a:pt x="3598" y="198470"/>
                  </a:lnTo>
                  <a:lnTo>
                    <a:pt x="4773" y="203624"/>
                  </a:lnTo>
                  <a:lnTo>
                    <a:pt x="6110" y="208738"/>
                  </a:lnTo>
                  <a:lnTo>
                    <a:pt x="7608" y="213807"/>
                  </a:lnTo>
                  <a:lnTo>
                    <a:pt x="9266" y="218827"/>
                  </a:lnTo>
                  <a:lnTo>
                    <a:pt x="11081" y="223791"/>
                  </a:lnTo>
                  <a:lnTo>
                    <a:pt x="13053" y="228696"/>
                  </a:lnTo>
                  <a:lnTo>
                    <a:pt x="15178" y="233535"/>
                  </a:lnTo>
                  <a:lnTo>
                    <a:pt x="17456" y="238306"/>
                  </a:lnTo>
                  <a:lnTo>
                    <a:pt x="19883" y="243002"/>
                  </a:lnTo>
                  <a:lnTo>
                    <a:pt x="22458" y="247618"/>
                  </a:lnTo>
                  <a:lnTo>
                    <a:pt x="25177" y="252151"/>
                  </a:lnTo>
                  <a:lnTo>
                    <a:pt x="28038" y="256596"/>
                  </a:lnTo>
                  <a:lnTo>
                    <a:pt x="31038" y="260948"/>
                  </a:lnTo>
                  <a:lnTo>
                    <a:pt x="34175" y="265203"/>
                  </a:lnTo>
                  <a:lnTo>
                    <a:pt x="37444" y="269357"/>
                  </a:lnTo>
                  <a:lnTo>
                    <a:pt x="40843" y="273405"/>
                  </a:lnTo>
                  <a:lnTo>
                    <a:pt x="44369" y="277344"/>
                  </a:lnTo>
                  <a:lnTo>
                    <a:pt x="48017" y="281169"/>
                  </a:lnTo>
                  <a:lnTo>
                    <a:pt x="51784" y="284878"/>
                  </a:lnTo>
                  <a:lnTo>
                    <a:pt x="55666" y="288465"/>
                  </a:lnTo>
                  <a:lnTo>
                    <a:pt x="59661" y="291927"/>
                  </a:lnTo>
                  <a:lnTo>
                    <a:pt x="63762" y="295262"/>
                  </a:lnTo>
                  <a:lnTo>
                    <a:pt x="67967" y="298465"/>
                  </a:lnTo>
                  <a:lnTo>
                    <a:pt x="72271" y="301534"/>
                  </a:lnTo>
                  <a:lnTo>
                    <a:pt x="76670" y="304465"/>
                  </a:lnTo>
                  <a:lnTo>
                    <a:pt x="81160" y="307256"/>
                  </a:lnTo>
                  <a:lnTo>
                    <a:pt x="85735" y="309903"/>
                  </a:lnTo>
                  <a:lnTo>
                    <a:pt x="90392" y="312404"/>
                  </a:lnTo>
                  <a:lnTo>
                    <a:pt x="95125" y="314757"/>
                  </a:lnTo>
                  <a:lnTo>
                    <a:pt x="99931" y="316959"/>
                  </a:lnTo>
                  <a:lnTo>
                    <a:pt x="104804" y="319007"/>
                  </a:lnTo>
                  <a:lnTo>
                    <a:pt x="109739" y="320901"/>
                  </a:lnTo>
                  <a:lnTo>
                    <a:pt x="114732" y="322638"/>
                  </a:lnTo>
                  <a:lnTo>
                    <a:pt x="119777" y="324216"/>
                  </a:lnTo>
                  <a:lnTo>
                    <a:pt x="124869" y="325634"/>
                  </a:lnTo>
                  <a:lnTo>
                    <a:pt x="130004" y="326890"/>
                  </a:lnTo>
                  <a:lnTo>
                    <a:pt x="135175" y="327983"/>
                  </a:lnTo>
                  <a:lnTo>
                    <a:pt x="140379" y="328912"/>
                  </a:lnTo>
                  <a:lnTo>
                    <a:pt x="145610" y="329676"/>
                  </a:lnTo>
                  <a:lnTo>
                    <a:pt x="150862" y="330274"/>
                  </a:lnTo>
                  <a:lnTo>
                    <a:pt x="156130" y="330706"/>
                  </a:lnTo>
                  <a:lnTo>
                    <a:pt x="161410" y="330971"/>
                  </a:lnTo>
                  <a:lnTo>
                    <a:pt x="166695" y="331069"/>
                  </a:lnTo>
                  <a:lnTo>
                    <a:pt x="171980" y="331000"/>
                  </a:lnTo>
                  <a:lnTo>
                    <a:pt x="177261" y="330764"/>
                  </a:lnTo>
                  <a:lnTo>
                    <a:pt x="182532" y="330361"/>
                  </a:lnTo>
                  <a:lnTo>
                    <a:pt x="187787" y="329791"/>
                  </a:lnTo>
                  <a:lnTo>
                    <a:pt x="193022" y="329056"/>
                  </a:lnTo>
                  <a:lnTo>
                    <a:pt x="198230" y="328156"/>
                  </a:lnTo>
                  <a:lnTo>
                    <a:pt x="203408" y="327091"/>
                  </a:lnTo>
                  <a:lnTo>
                    <a:pt x="208550" y="325863"/>
                  </a:lnTo>
                  <a:lnTo>
                    <a:pt x="213650" y="324473"/>
                  </a:lnTo>
                  <a:lnTo>
                    <a:pt x="218703" y="322923"/>
                  </a:lnTo>
                  <a:lnTo>
                    <a:pt x="223705" y="321213"/>
                  </a:lnTo>
                  <a:lnTo>
                    <a:pt x="228651" y="319347"/>
                  </a:lnTo>
                  <a:lnTo>
                    <a:pt x="233535" y="317325"/>
                  </a:lnTo>
                  <a:lnTo>
                    <a:pt x="238352" y="315149"/>
                  </a:lnTo>
                  <a:lnTo>
                    <a:pt x="243099" y="312822"/>
                  </a:lnTo>
                  <a:lnTo>
                    <a:pt x="247769" y="310347"/>
                  </a:lnTo>
                  <a:lnTo>
                    <a:pt x="252359" y="307725"/>
                  </a:lnTo>
                  <a:lnTo>
                    <a:pt x="256864" y="304959"/>
                  </a:lnTo>
                  <a:lnTo>
                    <a:pt x="261279" y="302052"/>
                  </a:lnTo>
                  <a:lnTo>
                    <a:pt x="265600" y="299007"/>
                  </a:lnTo>
                  <a:lnTo>
                    <a:pt x="269822" y="295826"/>
                  </a:lnTo>
                  <a:lnTo>
                    <a:pt x="273942" y="292514"/>
                  </a:lnTo>
                  <a:lnTo>
                    <a:pt x="277955" y="289074"/>
                  </a:lnTo>
                  <a:lnTo>
                    <a:pt x="281857" y="285508"/>
                  </a:lnTo>
                  <a:lnTo>
                    <a:pt x="285644" y="281820"/>
                  </a:lnTo>
                  <a:lnTo>
                    <a:pt x="289313" y="278015"/>
                  </a:lnTo>
                  <a:lnTo>
                    <a:pt x="292860" y="274096"/>
                  </a:lnTo>
                  <a:lnTo>
                    <a:pt x="296281" y="270066"/>
                  </a:lnTo>
                  <a:lnTo>
                    <a:pt x="299574" y="265930"/>
                  </a:lnTo>
                  <a:lnTo>
                    <a:pt x="302733" y="261692"/>
                  </a:lnTo>
                  <a:lnTo>
                    <a:pt x="305757" y="257357"/>
                  </a:lnTo>
                  <a:lnTo>
                    <a:pt x="308643" y="252928"/>
                  </a:lnTo>
                  <a:lnTo>
                    <a:pt x="311387" y="248410"/>
                  </a:lnTo>
                  <a:lnTo>
                    <a:pt x="313987" y="243807"/>
                  </a:lnTo>
                  <a:lnTo>
                    <a:pt x="316439" y="239125"/>
                  </a:lnTo>
                  <a:lnTo>
                    <a:pt x="318743" y="234367"/>
                  </a:lnTo>
                  <a:lnTo>
                    <a:pt x="320895" y="229539"/>
                  </a:lnTo>
                  <a:lnTo>
                    <a:pt x="322894" y="224645"/>
                  </a:lnTo>
                  <a:lnTo>
                    <a:pt x="324736" y="219691"/>
                  </a:lnTo>
                  <a:lnTo>
                    <a:pt x="326421" y="214680"/>
                  </a:lnTo>
                  <a:lnTo>
                    <a:pt x="327947" y="209619"/>
                  </a:lnTo>
                  <a:lnTo>
                    <a:pt x="329312" y="204513"/>
                  </a:lnTo>
                  <a:lnTo>
                    <a:pt x="330515" y="199365"/>
                  </a:lnTo>
                  <a:lnTo>
                    <a:pt x="331555" y="194182"/>
                  </a:lnTo>
                  <a:lnTo>
                    <a:pt x="332430" y="188969"/>
                  </a:lnTo>
                  <a:lnTo>
                    <a:pt x="333140" y="183731"/>
                  </a:lnTo>
                  <a:lnTo>
                    <a:pt x="333684" y="178473"/>
                  </a:lnTo>
                  <a:lnTo>
                    <a:pt x="334061" y="173201"/>
                  </a:lnTo>
                  <a:lnTo>
                    <a:pt x="334272" y="167919"/>
                  </a:lnTo>
                  <a:lnTo>
                    <a:pt x="334315" y="162633"/>
                  </a:lnTo>
                  <a:lnTo>
                    <a:pt x="334192" y="157348"/>
                  </a:lnTo>
                  <a:lnTo>
                    <a:pt x="333901" y="152070"/>
                  </a:lnTo>
                  <a:lnTo>
                    <a:pt x="333443" y="146804"/>
                  </a:lnTo>
                  <a:lnTo>
                    <a:pt x="332820" y="141555"/>
                  </a:lnTo>
                  <a:lnTo>
                    <a:pt x="332030" y="136328"/>
                  </a:lnTo>
                  <a:lnTo>
                    <a:pt x="331076" y="131129"/>
                  </a:lnTo>
                  <a:lnTo>
                    <a:pt x="329958" y="125963"/>
                  </a:lnTo>
                  <a:lnTo>
                    <a:pt x="328677" y="120834"/>
                  </a:lnTo>
                  <a:lnTo>
                    <a:pt x="327234" y="115749"/>
                  </a:lnTo>
                  <a:lnTo>
                    <a:pt x="325632" y="110711"/>
                  </a:lnTo>
                  <a:lnTo>
                    <a:pt x="323871" y="105727"/>
                  </a:lnTo>
                  <a:lnTo>
                    <a:pt x="321953" y="100801"/>
                  </a:lnTo>
                  <a:lnTo>
                    <a:pt x="319881" y="95939"/>
                  </a:lnTo>
                  <a:lnTo>
                    <a:pt x="317656" y="91144"/>
                  </a:lnTo>
                  <a:lnTo>
                    <a:pt x="315280" y="86422"/>
                  </a:lnTo>
                  <a:lnTo>
                    <a:pt x="312756" y="81777"/>
                  </a:lnTo>
                  <a:lnTo>
                    <a:pt x="310087" y="77214"/>
                  </a:lnTo>
                  <a:lnTo>
                    <a:pt x="307274" y="72739"/>
                  </a:lnTo>
                  <a:lnTo>
                    <a:pt x="304322" y="68354"/>
                  </a:lnTo>
                  <a:lnTo>
                    <a:pt x="301232" y="64065"/>
                  </a:lnTo>
                  <a:lnTo>
                    <a:pt x="298009" y="59875"/>
                  </a:lnTo>
                  <a:lnTo>
                    <a:pt x="294654" y="55790"/>
                  </a:lnTo>
                  <a:lnTo>
                    <a:pt x="291172" y="51813"/>
                  </a:lnTo>
                  <a:lnTo>
                    <a:pt x="287566" y="47948"/>
                  </a:lnTo>
                  <a:lnTo>
                    <a:pt x="283840" y="44199"/>
                  </a:lnTo>
                  <a:lnTo>
                    <a:pt x="279997" y="40569"/>
                  </a:lnTo>
                  <a:lnTo>
                    <a:pt x="276041" y="37063"/>
                  </a:lnTo>
                  <a:lnTo>
                    <a:pt x="271976" y="33683"/>
                  </a:lnTo>
                  <a:lnTo>
                    <a:pt x="267807" y="30434"/>
                  </a:lnTo>
                  <a:lnTo>
                    <a:pt x="263537" y="27319"/>
                  </a:lnTo>
                  <a:lnTo>
                    <a:pt x="259170" y="24340"/>
                  </a:lnTo>
                  <a:lnTo>
                    <a:pt x="254711" y="21500"/>
                  </a:lnTo>
                  <a:lnTo>
                    <a:pt x="250165" y="18803"/>
                  </a:lnTo>
                  <a:lnTo>
                    <a:pt x="245536" y="16251"/>
                  </a:lnTo>
                  <a:lnTo>
                    <a:pt x="240828" y="13846"/>
                  </a:lnTo>
                  <a:lnTo>
                    <a:pt x="236047" y="11592"/>
                  </a:lnTo>
                  <a:lnTo>
                    <a:pt x="231197" y="9490"/>
                  </a:lnTo>
                  <a:lnTo>
                    <a:pt x="226283" y="7542"/>
                  </a:lnTo>
                  <a:lnTo>
                    <a:pt x="221310" y="5751"/>
                  </a:lnTo>
                  <a:lnTo>
                    <a:pt x="167153" y="1639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423235" y="1681503"/>
              <a:ext cx="54157" cy="167167"/>
            </a:xfrm>
            <a:custGeom>
              <a:avLst/>
              <a:pathLst>
                <a:path w="54157" h="167167">
                  <a:moveTo>
                    <a:pt x="54157" y="9015"/>
                  </a:moveTo>
                  <a:lnTo>
                    <a:pt x="48324" y="7137"/>
                  </a:lnTo>
                  <a:lnTo>
                    <a:pt x="42426" y="5473"/>
                  </a:ln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853876" y="132257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378101" y="1071028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8" y="83"/>
                  </a:lnTo>
                  <a:lnTo>
                    <a:pt x="156584" y="334"/>
                  </a:lnTo>
                  <a:lnTo>
                    <a:pt x="151312" y="752"/>
                  </a:lnTo>
                  <a:lnTo>
                    <a:pt x="146055" y="1337"/>
                  </a:lnTo>
                  <a:lnTo>
                    <a:pt x="140819" y="2087"/>
                  </a:lnTo>
                  <a:lnTo>
                    <a:pt x="135610" y="3003"/>
                  </a:lnTo>
                  <a:lnTo>
                    <a:pt x="130432" y="4083"/>
                  </a:lnTo>
                  <a:lnTo>
                    <a:pt x="125291" y="5327"/>
                  </a:lnTo>
                  <a:lnTo>
                    <a:pt x="120192" y="6732"/>
                  </a:lnTo>
                  <a:lnTo>
                    <a:pt x="115140" y="8298"/>
                  </a:lnTo>
                  <a:lnTo>
                    <a:pt x="110140" y="10023"/>
                  </a:lnTo>
                  <a:lnTo>
                    <a:pt x="105197" y="11906"/>
                  </a:lnTo>
                  <a:lnTo>
                    <a:pt x="100316" y="13944"/>
                  </a:lnTo>
                  <a:lnTo>
                    <a:pt x="95502" y="16135"/>
                  </a:lnTo>
                  <a:lnTo>
                    <a:pt x="90760" y="18477"/>
                  </a:lnTo>
                  <a:lnTo>
                    <a:pt x="86094" y="20969"/>
                  </a:lnTo>
                  <a:lnTo>
                    <a:pt x="81510" y="23607"/>
                  </a:lnTo>
                  <a:lnTo>
                    <a:pt x="77011" y="26388"/>
                  </a:lnTo>
                  <a:lnTo>
                    <a:pt x="72602" y="29310"/>
                  </a:lnTo>
                  <a:lnTo>
                    <a:pt x="68288" y="32371"/>
                  </a:lnTo>
                  <a:lnTo>
                    <a:pt x="64073" y="35566"/>
                  </a:lnTo>
                  <a:lnTo>
                    <a:pt x="59961" y="38893"/>
                  </a:lnTo>
                  <a:lnTo>
                    <a:pt x="55957" y="42348"/>
                  </a:lnTo>
                  <a:lnTo>
                    <a:pt x="52064" y="45929"/>
                  </a:lnTo>
                  <a:lnTo>
                    <a:pt x="48286" y="49631"/>
                  </a:lnTo>
                  <a:lnTo>
                    <a:pt x="44627" y="53450"/>
                  </a:lnTo>
                  <a:lnTo>
                    <a:pt x="41091" y="57383"/>
                  </a:lnTo>
                  <a:lnTo>
                    <a:pt x="37681" y="61427"/>
                  </a:lnTo>
                  <a:lnTo>
                    <a:pt x="34400" y="65576"/>
                  </a:lnTo>
                  <a:lnTo>
                    <a:pt x="31253" y="69826"/>
                  </a:lnTo>
                  <a:lnTo>
                    <a:pt x="28241" y="74175"/>
                  </a:lnTo>
                  <a:lnTo>
                    <a:pt x="25369" y="78616"/>
                  </a:lnTo>
                  <a:lnTo>
                    <a:pt x="22638" y="83146"/>
                  </a:lnTo>
                  <a:lnTo>
                    <a:pt x="20053" y="87760"/>
                  </a:lnTo>
                  <a:lnTo>
                    <a:pt x="17614" y="92454"/>
                  </a:lnTo>
                  <a:lnTo>
                    <a:pt x="15325" y="97222"/>
                  </a:lnTo>
                  <a:lnTo>
                    <a:pt x="13188" y="102060"/>
                  </a:lnTo>
                  <a:lnTo>
                    <a:pt x="11206" y="106964"/>
                  </a:lnTo>
                  <a:lnTo>
                    <a:pt x="9379" y="111928"/>
                  </a:lnTo>
                  <a:lnTo>
                    <a:pt x="7711" y="116947"/>
                  </a:lnTo>
                  <a:lnTo>
                    <a:pt x="6202" y="122016"/>
                  </a:lnTo>
                  <a:lnTo>
                    <a:pt x="4854" y="127131"/>
                  </a:lnTo>
                  <a:lnTo>
                    <a:pt x="3669" y="132286"/>
                  </a:lnTo>
                  <a:lnTo>
                    <a:pt x="2647" y="137475"/>
                  </a:lnTo>
                  <a:lnTo>
                    <a:pt x="1790" y="142695"/>
                  </a:lnTo>
                  <a:lnTo>
                    <a:pt x="1098" y="147939"/>
                  </a:lnTo>
                  <a:lnTo>
                    <a:pt x="573" y="153202"/>
                  </a:lnTo>
                  <a:lnTo>
                    <a:pt x="215" y="158479"/>
                  </a:lnTo>
                  <a:lnTo>
                    <a:pt x="23" y="163765"/>
                  </a:lnTo>
                  <a:lnTo>
                    <a:pt x="0" y="169054"/>
                  </a:lnTo>
                  <a:lnTo>
                    <a:pt x="143" y="174341"/>
                  </a:lnTo>
                  <a:lnTo>
                    <a:pt x="453" y="179621"/>
                  </a:lnTo>
                  <a:lnTo>
                    <a:pt x="931" y="184889"/>
                  </a:lnTo>
                  <a:lnTo>
                    <a:pt x="1575" y="190139"/>
                  </a:lnTo>
                  <a:lnTo>
                    <a:pt x="2384" y="195366"/>
                  </a:lnTo>
                  <a:lnTo>
                    <a:pt x="3359" y="200564"/>
                  </a:lnTo>
                  <a:lnTo>
                    <a:pt x="4497" y="205729"/>
                  </a:lnTo>
                  <a:lnTo>
                    <a:pt x="5799" y="210856"/>
                  </a:lnTo>
                  <a:lnTo>
                    <a:pt x="7262" y="215939"/>
                  </a:lnTo>
                  <a:lnTo>
                    <a:pt x="8885" y="220973"/>
                  </a:lnTo>
                  <a:lnTo>
                    <a:pt x="10666" y="225953"/>
                  </a:lnTo>
                  <a:lnTo>
                    <a:pt x="12604" y="230875"/>
                  </a:lnTo>
                  <a:lnTo>
                    <a:pt x="14697" y="235732"/>
                  </a:lnTo>
                  <a:lnTo>
                    <a:pt x="16943" y="240521"/>
                  </a:lnTo>
                  <a:lnTo>
                    <a:pt x="19339" y="245237"/>
                  </a:lnTo>
                  <a:lnTo>
                    <a:pt x="21882" y="249874"/>
                  </a:lnTo>
                  <a:lnTo>
                    <a:pt x="24572" y="254428"/>
                  </a:lnTo>
                  <a:lnTo>
                    <a:pt x="27404" y="258896"/>
                  </a:lnTo>
                  <a:lnTo>
                    <a:pt x="30376" y="263271"/>
                  </a:lnTo>
                  <a:lnTo>
                    <a:pt x="33484" y="267550"/>
                  </a:lnTo>
                  <a:lnTo>
                    <a:pt x="36727" y="271729"/>
                  </a:lnTo>
                  <a:lnTo>
                    <a:pt x="40100" y="275803"/>
                  </a:lnTo>
                  <a:lnTo>
                    <a:pt x="43601" y="279768"/>
                  </a:lnTo>
                  <a:lnTo>
                    <a:pt x="47225" y="283620"/>
                  </a:lnTo>
                  <a:lnTo>
                    <a:pt x="50969" y="287356"/>
                  </a:lnTo>
                  <a:lnTo>
                    <a:pt x="54830" y="290972"/>
                  </a:lnTo>
                  <a:lnTo>
                    <a:pt x="58803" y="294464"/>
                  </a:lnTo>
                  <a:lnTo>
                    <a:pt x="62884" y="297828"/>
                  </a:lnTo>
                  <a:lnTo>
                    <a:pt x="67070" y="301061"/>
                  </a:lnTo>
                  <a:lnTo>
                    <a:pt x="71356" y="304161"/>
                  </a:lnTo>
                  <a:lnTo>
                    <a:pt x="75738" y="307123"/>
                  </a:lnTo>
                  <a:lnTo>
                    <a:pt x="80211" y="309945"/>
                  </a:lnTo>
                  <a:lnTo>
                    <a:pt x="84772" y="312624"/>
                  </a:lnTo>
                  <a:lnTo>
                    <a:pt x="89415" y="315158"/>
                  </a:lnTo>
                  <a:lnTo>
                    <a:pt x="94136" y="317543"/>
                  </a:lnTo>
                  <a:lnTo>
                    <a:pt x="98929" y="319778"/>
                  </a:lnTo>
                  <a:lnTo>
                    <a:pt x="103792" y="321860"/>
                  </a:lnTo>
                  <a:lnTo>
                    <a:pt x="108717" y="323787"/>
                  </a:lnTo>
                  <a:lnTo>
                    <a:pt x="113701" y="325557"/>
                  </a:lnTo>
                  <a:lnTo>
                    <a:pt x="118739" y="327169"/>
                  </a:lnTo>
                  <a:lnTo>
                    <a:pt x="123825" y="328621"/>
                  </a:lnTo>
                  <a:lnTo>
                    <a:pt x="128955" y="329911"/>
                  </a:lnTo>
                  <a:lnTo>
                    <a:pt x="134123" y="331038"/>
                  </a:lnTo>
                  <a:lnTo>
                    <a:pt x="139323" y="332001"/>
                  </a:lnTo>
                  <a:lnTo>
                    <a:pt x="144552" y="332799"/>
                  </a:lnTo>
                  <a:lnTo>
                    <a:pt x="149803" y="333431"/>
                  </a:lnTo>
                  <a:lnTo>
                    <a:pt x="155072" y="333897"/>
                  </a:lnTo>
                  <a:lnTo>
                    <a:pt x="160353" y="334196"/>
                  </a:lnTo>
                  <a:lnTo>
                    <a:pt x="165640" y="334328"/>
                  </a:lnTo>
                  <a:lnTo>
                    <a:pt x="170930" y="334292"/>
                  </a:lnTo>
                  <a:lnTo>
                    <a:pt x="176215" y="334089"/>
                  </a:lnTo>
                  <a:lnTo>
                    <a:pt x="181491" y="333719"/>
                  </a:lnTo>
                  <a:lnTo>
                    <a:pt x="186753" y="333182"/>
                  </a:lnTo>
                  <a:lnTo>
                    <a:pt x="191995" y="332479"/>
                  </a:lnTo>
                  <a:lnTo>
                    <a:pt x="197213" y="331610"/>
                  </a:lnTo>
                  <a:lnTo>
                    <a:pt x="202400" y="330577"/>
                  </a:lnTo>
                  <a:lnTo>
                    <a:pt x="207552" y="329380"/>
                  </a:lnTo>
                  <a:lnTo>
                    <a:pt x="212664" y="328021"/>
                  </a:lnTo>
                  <a:lnTo>
                    <a:pt x="217730" y="326501"/>
                  </a:lnTo>
                  <a:lnTo>
                    <a:pt x="222745" y="324821"/>
                  </a:lnTo>
                  <a:lnTo>
                    <a:pt x="227705" y="322983"/>
                  </a:lnTo>
                  <a:lnTo>
                    <a:pt x="232604" y="320990"/>
                  </a:lnTo>
                  <a:lnTo>
                    <a:pt x="237438" y="318842"/>
                  </a:lnTo>
                  <a:lnTo>
                    <a:pt x="242201" y="316543"/>
                  </a:lnTo>
                  <a:lnTo>
                    <a:pt x="246889" y="314094"/>
                  </a:lnTo>
                  <a:lnTo>
                    <a:pt x="251498" y="311498"/>
                  </a:lnTo>
                  <a:lnTo>
                    <a:pt x="256022" y="308758"/>
                  </a:lnTo>
                  <a:lnTo>
                    <a:pt x="260457" y="305875"/>
                  </a:lnTo>
                  <a:lnTo>
                    <a:pt x="264798" y="302854"/>
                  </a:lnTo>
                  <a:lnTo>
                    <a:pt x="269042" y="299697"/>
                  </a:lnTo>
                  <a:lnTo>
                    <a:pt x="273184" y="296408"/>
                  </a:lnTo>
                  <a:lnTo>
                    <a:pt x="277219" y="292989"/>
                  </a:lnTo>
                  <a:lnTo>
                    <a:pt x="281145" y="289444"/>
                  </a:lnTo>
                  <a:lnTo>
                    <a:pt x="284956" y="285776"/>
                  </a:lnTo>
                  <a:lnTo>
                    <a:pt x="288649" y="281990"/>
                  </a:lnTo>
                  <a:lnTo>
                    <a:pt x="292221" y="278089"/>
                  </a:lnTo>
                  <a:lnTo>
                    <a:pt x="295668" y="274077"/>
                  </a:lnTo>
                  <a:lnTo>
                    <a:pt x="298986" y="269958"/>
                  </a:lnTo>
                  <a:lnTo>
                    <a:pt x="302172" y="265736"/>
                  </a:lnTo>
                  <a:lnTo>
                    <a:pt x="305222" y="261415"/>
                  </a:lnTo>
                  <a:lnTo>
                    <a:pt x="308135" y="257000"/>
                  </a:lnTo>
                  <a:lnTo>
                    <a:pt x="310906" y="252495"/>
                  </a:lnTo>
                  <a:lnTo>
                    <a:pt x="313534" y="247904"/>
                  </a:lnTo>
                  <a:lnTo>
                    <a:pt x="316015" y="243233"/>
                  </a:lnTo>
                  <a:lnTo>
                    <a:pt x="318347" y="238486"/>
                  </a:lnTo>
                  <a:lnTo>
                    <a:pt x="320527" y="233667"/>
                  </a:lnTo>
                  <a:lnTo>
                    <a:pt x="322554" y="228782"/>
                  </a:lnTo>
                  <a:lnTo>
                    <a:pt x="324426" y="223834"/>
                  </a:lnTo>
                  <a:lnTo>
                    <a:pt x="326140" y="218831"/>
                  </a:lnTo>
                  <a:lnTo>
                    <a:pt x="327695" y="213775"/>
                  </a:lnTo>
                  <a:lnTo>
                    <a:pt x="329089" y="208673"/>
                  </a:lnTo>
                  <a:lnTo>
                    <a:pt x="330321" y="203529"/>
                  </a:lnTo>
                  <a:lnTo>
                    <a:pt x="331390" y="198349"/>
                  </a:lnTo>
                  <a:lnTo>
                    <a:pt x="332294" y="193138"/>
                  </a:lnTo>
                  <a:lnTo>
                    <a:pt x="333033" y="187900"/>
                  </a:lnTo>
                  <a:lnTo>
                    <a:pt x="333606" y="182642"/>
                  </a:lnTo>
                  <a:lnTo>
                    <a:pt x="334012" y="177369"/>
                  </a:lnTo>
                  <a:lnTo>
                    <a:pt x="334251" y="172085"/>
                  </a:lnTo>
                  <a:lnTo>
                    <a:pt x="334323" y="166796"/>
                  </a:lnTo>
                  <a:lnTo>
                    <a:pt x="334228" y="161508"/>
                  </a:lnTo>
                  <a:lnTo>
                    <a:pt x="333965" y="156225"/>
                  </a:lnTo>
                  <a:lnTo>
                    <a:pt x="333536" y="150953"/>
                  </a:lnTo>
                  <a:lnTo>
                    <a:pt x="332939" y="145698"/>
                  </a:lnTo>
                  <a:lnTo>
                    <a:pt x="332177" y="140464"/>
                  </a:lnTo>
                  <a:lnTo>
                    <a:pt x="331250" y="135256"/>
                  </a:lnTo>
                  <a:lnTo>
                    <a:pt x="330158" y="130081"/>
                  </a:lnTo>
                  <a:lnTo>
                    <a:pt x="328903" y="124943"/>
                  </a:lnTo>
                  <a:lnTo>
                    <a:pt x="327486" y="119847"/>
                  </a:lnTo>
                  <a:lnTo>
                    <a:pt x="325909" y="114798"/>
                  </a:lnTo>
                  <a:lnTo>
                    <a:pt x="324173" y="109802"/>
                  </a:lnTo>
                  <a:lnTo>
                    <a:pt x="322280" y="104863"/>
                  </a:lnTo>
                  <a:lnTo>
                    <a:pt x="320231" y="99987"/>
                  </a:lnTo>
                  <a:lnTo>
                    <a:pt x="318029" y="95178"/>
                  </a:lnTo>
                  <a:lnTo>
                    <a:pt x="315676" y="90441"/>
                  </a:lnTo>
                  <a:lnTo>
                    <a:pt x="313174" y="85781"/>
                  </a:lnTo>
                  <a:lnTo>
                    <a:pt x="310526" y="81202"/>
                  </a:lnTo>
                  <a:lnTo>
                    <a:pt x="307735" y="76709"/>
                  </a:lnTo>
                  <a:lnTo>
                    <a:pt x="304803" y="72307"/>
                  </a:lnTo>
                  <a:lnTo>
                    <a:pt x="301733" y="68000"/>
                  </a:lnTo>
                  <a:lnTo>
                    <a:pt x="298528" y="63792"/>
                  </a:lnTo>
                  <a:lnTo>
                    <a:pt x="295192" y="59688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30717"/>
              <a:ext cx="128035" cy="107479"/>
            </a:xfrm>
            <a:custGeom>
              <a:avLst/>
              <a:pathLst>
                <a:path w="128035" h="107479">
                  <a:moveTo>
                    <a:pt x="128035" y="0"/>
                  </a:moveTo>
                  <a:lnTo>
                    <a:pt x="0" y="1074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071028"/>
              <a:ext cx="128035" cy="167167"/>
            </a:xfrm>
            <a:custGeom>
              <a:avLst/>
              <a:pathLst>
                <a:path w="128035" h="167167">
                  <a:moveTo>
                    <a:pt x="128035" y="59688"/>
                  </a:moveTo>
                  <a:lnTo>
                    <a:pt x="124357" y="55453"/>
                  </a:lnTo>
                  <a:lnTo>
                    <a:pt x="120539" y="51343"/>
                  </a:lnTo>
                  <a:lnTo>
                    <a:pt x="116586" y="47364"/>
                  </a:lnTo>
                  <a:lnTo>
                    <a:pt x="112501" y="43520"/>
                  </a:lnTo>
                  <a:lnTo>
                    <a:pt x="108289" y="39816"/>
                  </a:lnTo>
                  <a:lnTo>
                    <a:pt x="103955" y="36254"/>
                  </a:lnTo>
                  <a:lnTo>
                    <a:pt x="99505" y="32840"/>
                  </a:lnTo>
                  <a:lnTo>
                    <a:pt x="94942" y="29577"/>
                  </a:lnTo>
                  <a:lnTo>
                    <a:pt x="90272" y="26470"/>
                  </a:lnTo>
                  <a:lnTo>
                    <a:pt x="85501" y="23520"/>
                  </a:lnTo>
                  <a:lnTo>
                    <a:pt x="80634" y="20732"/>
                  </a:lnTo>
                  <a:lnTo>
                    <a:pt x="75676" y="18110"/>
                  </a:lnTo>
                  <a:lnTo>
                    <a:pt x="70632" y="15655"/>
                  </a:lnTo>
                  <a:lnTo>
                    <a:pt x="65509" y="13370"/>
                  </a:lnTo>
                  <a:lnTo>
                    <a:pt x="60312" y="11259"/>
                  </a:lnTo>
                  <a:lnTo>
                    <a:pt x="55048" y="9323"/>
                  </a:lnTo>
                  <a:lnTo>
                    <a:pt x="49721" y="7565"/>
                  </a:lnTo>
                  <a:lnTo>
                    <a:pt x="44338" y="5987"/>
                  </a:lnTo>
                  <a:lnTo>
                    <a:pt x="38906" y="4590"/>
                  </a:lnTo>
                  <a:lnTo>
                    <a:pt x="33430" y="3376"/>
                  </a:lnTo>
                  <a:lnTo>
                    <a:pt x="27916" y="2347"/>
                  </a:lnTo>
                  <a:lnTo>
                    <a:pt x="22370" y="1503"/>
                  </a:lnTo>
                  <a:lnTo>
                    <a:pt x="16800" y="846"/>
                  </a:lnTo>
                  <a:lnTo>
                    <a:pt x="11210" y="376"/>
                  </a:lnTo>
                  <a:lnTo>
                    <a:pt x="5608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897903" y="941493"/>
              <a:ext cx="125641" cy="167167"/>
            </a:xfrm>
            <a:custGeom>
              <a:avLst/>
              <a:pathLst>
                <a:path w="125641" h="167167">
                  <a:moveTo>
                    <a:pt x="125641" y="0"/>
                  </a:moveTo>
                  <a:lnTo>
                    <a:pt x="120173" y="89"/>
                  </a:lnTo>
                  <a:lnTo>
                    <a:pt x="114712" y="357"/>
                  </a:lnTo>
                  <a:lnTo>
                    <a:pt x="109263" y="804"/>
                  </a:lnTo>
                  <a:lnTo>
                    <a:pt x="103831" y="1428"/>
                  </a:lnTo>
                  <a:lnTo>
                    <a:pt x="98422" y="2230"/>
                  </a:lnTo>
                  <a:lnTo>
                    <a:pt x="93042" y="3209"/>
                  </a:lnTo>
                  <a:lnTo>
                    <a:pt x="87698" y="4363"/>
                  </a:lnTo>
                  <a:lnTo>
                    <a:pt x="82393" y="5691"/>
                  </a:lnTo>
                  <a:lnTo>
                    <a:pt x="77136" y="7191"/>
                  </a:lnTo>
                  <a:lnTo>
                    <a:pt x="71930" y="8863"/>
                  </a:lnTo>
                  <a:lnTo>
                    <a:pt x="66781" y="10704"/>
                  </a:lnTo>
                  <a:lnTo>
                    <a:pt x="61696" y="12713"/>
                  </a:lnTo>
                  <a:lnTo>
                    <a:pt x="56678" y="14887"/>
                  </a:lnTo>
                  <a:lnTo>
                    <a:pt x="51735" y="17224"/>
                  </a:lnTo>
                  <a:lnTo>
                    <a:pt x="46871" y="19721"/>
                  </a:lnTo>
                  <a:lnTo>
                    <a:pt x="42091" y="22376"/>
                  </a:lnTo>
                  <a:lnTo>
                    <a:pt x="37400" y="25186"/>
                  </a:lnTo>
                  <a:lnTo>
                    <a:pt x="32804" y="28148"/>
                  </a:lnTo>
                  <a:lnTo>
                    <a:pt x="28307" y="31258"/>
                  </a:lnTo>
                  <a:lnTo>
                    <a:pt x="23914" y="34514"/>
                  </a:lnTo>
                  <a:lnTo>
                    <a:pt x="19630" y="37912"/>
                  </a:lnTo>
                  <a:lnTo>
                    <a:pt x="15460" y="41448"/>
                  </a:lnTo>
                  <a:lnTo>
                    <a:pt x="11407" y="45119"/>
                  </a:lnTo>
                  <a:lnTo>
                    <a:pt x="7477" y="48920"/>
                  </a:lnTo>
                  <a:lnTo>
                    <a:pt x="3673" y="52848"/>
                  </a:lnTo>
                  <a:lnTo>
                    <a:pt x="0" y="56898"/>
                  </a:lnTo>
                  <a:lnTo>
                    <a:pt x="12564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97903" y="998391"/>
              <a:ext cx="125641" cy="110269"/>
            </a:xfrm>
            <a:custGeom>
              <a:avLst/>
              <a:pathLst>
                <a:path w="125641" h="110269">
                  <a:moveTo>
                    <a:pt x="0" y="0"/>
                  </a:moveTo>
                  <a:lnTo>
                    <a:pt x="125641" y="1102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56386" y="949731"/>
              <a:ext cx="334304" cy="326095"/>
            </a:xfrm>
            <a:custGeom>
              <a:avLst/>
              <a:pathLst>
                <a:path w="334304" h="326095">
                  <a:moveTo>
                    <a:pt x="41516" y="48659"/>
                  </a:moveTo>
                  <a:lnTo>
                    <a:pt x="38075" y="52708"/>
                  </a:lnTo>
                  <a:lnTo>
                    <a:pt x="34765" y="56864"/>
                  </a:lnTo>
                  <a:lnTo>
                    <a:pt x="31588" y="61123"/>
                  </a:lnTo>
                  <a:lnTo>
                    <a:pt x="28548" y="65480"/>
                  </a:lnTo>
                  <a:lnTo>
                    <a:pt x="25649" y="69933"/>
                  </a:lnTo>
                  <a:lnTo>
                    <a:pt x="22892" y="74475"/>
                  </a:lnTo>
                  <a:lnTo>
                    <a:pt x="20281" y="79102"/>
                  </a:lnTo>
                  <a:lnTo>
                    <a:pt x="17818" y="83810"/>
                  </a:lnTo>
                  <a:lnTo>
                    <a:pt x="15506" y="88594"/>
                  </a:lnTo>
                  <a:lnTo>
                    <a:pt x="13348" y="93449"/>
                  </a:lnTo>
                  <a:lnTo>
                    <a:pt x="11344" y="98370"/>
                  </a:lnTo>
                  <a:lnTo>
                    <a:pt x="9498" y="103353"/>
                  </a:lnTo>
                  <a:lnTo>
                    <a:pt x="7812" y="108391"/>
                  </a:lnTo>
                  <a:lnTo>
                    <a:pt x="6286" y="113481"/>
                  </a:lnTo>
                  <a:lnTo>
                    <a:pt x="4923" y="118616"/>
                  </a:lnTo>
                  <a:lnTo>
                    <a:pt x="3724" y="123792"/>
                  </a:lnTo>
                  <a:lnTo>
                    <a:pt x="2690" y="129004"/>
                  </a:lnTo>
                  <a:lnTo>
                    <a:pt x="1822" y="134246"/>
                  </a:lnTo>
                  <a:lnTo>
                    <a:pt x="1121" y="139513"/>
                  </a:lnTo>
                  <a:lnTo>
                    <a:pt x="588" y="144799"/>
                  </a:lnTo>
                  <a:lnTo>
                    <a:pt x="223" y="150100"/>
                  </a:lnTo>
                  <a:lnTo>
                    <a:pt x="27" y="155410"/>
                  </a:lnTo>
                  <a:lnTo>
                    <a:pt x="0" y="160723"/>
                  </a:lnTo>
                  <a:lnTo>
                    <a:pt x="141" y="166034"/>
                  </a:lnTo>
                  <a:lnTo>
                    <a:pt x="451" y="171338"/>
                  </a:lnTo>
                  <a:lnTo>
                    <a:pt x="930" y="176630"/>
                  </a:lnTo>
                  <a:lnTo>
                    <a:pt x="1576" y="181904"/>
                  </a:lnTo>
                  <a:lnTo>
                    <a:pt x="2390" y="187155"/>
                  </a:lnTo>
                  <a:lnTo>
                    <a:pt x="3370" y="192377"/>
                  </a:lnTo>
                  <a:lnTo>
                    <a:pt x="4516" y="197565"/>
                  </a:lnTo>
                  <a:lnTo>
                    <a:pt x="5826" y="202714"/>
                  </a:lnTo>
                  <a:lnTo>
                    <a:pt x="7299" y="207819"/>
                  </a:lnTo>
                  <a:lnTo>
                    <a:pt x="8934" y="212875"/>
                  </a:lnTo>
                  <a:lnTo>
                    <a:pt x="10728" y="217876"/>
                  </a:lnTo>
                  <a:lnTo>
                    <a:pt x="12680" y="222817"/>
                  </a:lnTo>
                  <a:lnTo>
                    <a:pt x="14789" y="227694"/>
                  </a:lnTo>
                  <a:lnTo>
                    <a:pt x="17051" y="232502"/>
                  </a:lnTo>
                  <a:lnTo>
                    <a:pt x="19465" y="237235"/>
                  </a:lnTo>
                  <a:lnTo>
                    <a:pt x="22028" y="241889"/>
                  </a:lnTo>
                  <a:lnTo>
                    <a:pt x="24738" y="246460"/>
                  </a:lnTo>
                  <a:lnTo>
                    <a:pt x="27592" y="250942"/>
                  </a:lnTo>
                  <a:lnTo>
                    <a:pt x="30587" y="255330"/>
                  </a:lnTo>
                  <a:lnTo>
                    <a:pt x="33719" y="259622"/>
                  </a:lnTo>
                  <a:lnTo>
                    <a:pt x="36987" y="263812"/>
                  </a:lnTo>
                  <a:lnTo>
                    <a:pt x="40386" y="267896"/>
                  </a:lnTo>
                  <a:lnTo>
                    <a:pt x="43913" y="271869"/>
                  </a:lnTo>
                  <a:lnTo>
                    <a:pt x="47564" y="275729"/>
                  </a:lnTo>
                  <a:lnTo>
                    <a:pt x="51337" y="279471"/>
                  </a:lnTo>
                  <a:lnTo>
                    <a:pt x="55226" y="283091"/>
                  </a:lnTo>
                  <a:lnTo>
                    <a:pt x="59228" y="286585"/>
                  </a:lnTo>
                  <a:lnTo>
                    <a:pt x="63340" y="289951"/>
                  </a:lnTo>
                  <a:lnTo>
                    <a:pt x="67556" y="293184"/>
                  </a:lnTo>
                  <a:lnTo>
                    <a:pt x="71873" y="296281"/>
                  </a:lnTo>
                  <a:lnTo>
                    <a:pt x="76286" y="299240"/>
                  </a:lnTo>
                  <a:lnTo>
                    <a:pt x="80791" y="302057"/>
                  </a:lnTo>
                  <a:lnTo>
                    <a:pt x="85384" y="304730"/>
                  </a:lnTo>
                  <a:lnTo>
                    <a:pt x="90059" y="307255"/>
                  </a:lnTo>
                  <a:lnTo>
                    <a:pt x="94811" y="309630"/>
                  </a:lnTo>
                  <a:lnTo>
                    <a:pt x="99637" y="311853"/>
                  </a:lnTo>
                  <a:lnTo>
                    <a:pt x="104531" y="313922"/>
                  </a:lnTo>
                  <a:lnTo>
                    <a:pt x="109489" y="315834"/>
                  </a:lnTo>
                  <a:lnTo>
                    <a:pt x="114504" y="317587"/>
                  </a:lnTo>
                  <a:lnTo>
                    <a:pt x="119573" y="319180"/>
                  </a:lnTo>
                  <a:lnTo>
                    <a:pt x="124690" y="320612"/>
                  </a:lnTo>
                  <a:lnTo>
                    <a:pt x="129850" y="321879"/>
                  </a:lnTo>
                  <a:lnTo>
                    <a:pt x="135047" y="322983"/>
                  </a:lnTo>
                  <a:lnTo>
                    <a:pt x="140277" y="323920"/>
                  </a:lnTo>
                  <a:lnTo>
                    <a:pt x="145534" y="324691"/>
                  </a:lnTo>
                  <a:lnTo>
                    <a:pt x="150813" y="325295"/>
                  </a:lnTo>
                  <a:lnTo>
                    <a:pt x="156108" y="325730"/>
                  </a:lnTo>
                  <a:lnTo>
                    <a:pt x="161415" y="325997"/>
                  </a:lnTo>
                  <a:lnTo>
                    <a:pt x="166727" y="326095"/>
                  </a:lnTo>
                  <a:lnTo>
                    <a:pt x="172040" y="326024"/>
                  </a:lnTo>
                  <a:lnTo>
                    <a:pt x="177348" y="325785"/>
                  </a:lnTo>
                  <a:lnTo>
                    <a:pt x="182645" y="325377"/>
                  </a:lnTo>
                  <a:lnTo>
                    <a:pt x="187927" y="324800"/>
                  </a:lnTo>
                  <a:lnTo>
                    <a:pt x="193188" y="324057"/>
                  </a:lnTo>
                  <a:lnTo>
                    <a:pt x="198423" y="323146"/>
                  </a:lnTo>
                  <a:lnTo>
                    <a:pt x="203626" y="322069"/>
                  </a:lnTo>
                  <a:lnTo>
                    <a:pt x="208792" y="320828"/>
                  </a:lnTo>
                  <a:lnTo>
                    <a:pt x="213916" y="319423"/>
                  </a:lnTo>
                  <a:lnTo>
                    <a:pt x="218993" y="317856"/>
                  </a:lnTo>
                  <a:lnTo>
                    <a:pt x="224018" y="316128"/>
                  </a:lnTo>
                  <a:lnTo>
                    <a:pt x="228985" y="314242"/>
                  </a:lnTo>
                  <a:lnTo>
                    <a:pt x="233890" y="312198"/>
                  </a:lnTo>
                  <a:lnTo>
                    <a:pt x="238727" y="310000"/>
                  </a:lnTo>
                  <a:lnTo>
                    <a:pt x="243492" y="307649"/>
                  </a:lnTo>
                  <a:lnTo>
                    <a:pt x="248180" y="305148"/>
                  </a:lnTo>
                  <a:lnTo>
                    <a:pt x="252786" y="302500"/>
                  </a:lnTo>
                  <a:lnTo>
                    <a:pt x="257305" y="299706"/>
                  </a:lnTo>
                  <a:lnTo>
                    <a:pt x="261733" y="296770"/>
                  </a:lnTo>
                  <a:lnTo>
                    <a:pt x="266066" y="293695"/>
                  </a:lnTo>
                  <a:lnTo>
                    <a:pt x="270299" y="290483"/>
                  </a:lnTo>
                  <a:lnTo>
                    <a:pt x="274428" y="287139"/>
                  </a:lnTo>
                  <a:lnTo>
                    <a:pt x="278448" y="283665"/>
                  </a:lnTo>
                  <a:lnTo>
                    <a:pt x="282356" y="280065"/>
                  </a:lnTo>
                  <a:lnTo>
                    <a:pt x="286148" y="276343"/>
                  </a:lnTo>
                  <a:lnTo>
                    <a:pt x="289819" y="272502"/>
                  </a:lnTo>
                  <a:lnTo>
                    <a:pt x="293367" y="268547"/>
                  </a:lnTo>
                  <a:lnTo>
                    <a:pt x="296787" y="264480"/>
                  </a:lnTo>
                  <a:lnTo>
                    <a:pt x="300076" y="260307"/>
                  </a:lnTo>
                  <a:lnTo>
                    <a:pt x="303230" y="256032"/>
                  </a:lnTo>
                  <a:lnTo>
                    <a:pt x="306247" y="251658"/>
                  </a:lnTo>
                  <a:lnTo>
                    <a:pt x="309124" y="247191"/>
                  </a:lnTo>
                  <a:lnTo>
                    <a:pt x="311857" y="242635"/>
                  </a:lnTo>
                  <a:lnTo>
                    <a:pt x="314445" y="237994"/>
                  </a:lnTo>
                  <a:lnTo>
                    <a:pt x="316883" y="233273"/>
                  </a:lnTo>
                  <a:lnTo>
                    <a:pt x="319170" y="228478"/>
                  </a:lnTo>
                  <a:lnTo>
                    <a:pt x="321303" y="223611"/>
                  </a:lnTo>
                  <a:lnTo>
                    <a:pt x="323281" y="218680"/>
                  </a:lnTo>
                  <a:lnTo>
                    <a:pt x="325101" y="213688"/>
                  </a:lnTo>
                  <a:lnTo>
                    <a:pt x="326762" y="208641"/>
                  </a:lnTo>
                  <a:lnTo>
                    <a:pt x="328261" y="203544"/>
                  </a:lnTo>
                  <a:lnTo>
                    <a:pt x="329598" y="198401"/>
                  </a:lnTo>
                  <a:lnTo>
                    <a:pt x="330770" y="193219"/>
                  </a:lnTo>
                  <a:lnTo>
                    <a:pt x="331777" y="188002"/>
                  </a:lnTo>
                  <a:lnTo>
                    <a:pt x="332618" y="182756"/>
                  </a:lnTo>
                  <a:lnTo>
                    <a:pt x="333292" y="177485"/>
                  </a:lnTo>
                  <a:lnTo>
                    <a:pt x="333797" y="172196"/>
                  </a:lnTo>
                  <a:lnTo>
                    <a:pt x="334135" y="166894"/>
                  </a:lnTo>
                  <a:lnTo>
                    <a:pt x="334304" y="161583"/>
                  </a:lnTo>
                  <a:lnTo>
                    <a:pt x="334304" y="156270"/>
                  </a:lnTo>
                  <a:lnTo>
                    <a:pt x="334135" y="150959"/>
                  </a:lnTo>
                  <a:lnTo>
                    <a:pt x="333797" y="145657"/>
                  </a:lnTo>
                  <a:lnTo>
                    <a:pt x="333291" y="140367"/>
                  </a:lnTo>
                  <a:lnTo>
                    <a:pt x="332617" y="135097"/>
                  </a:lnTo>
                  <a:lnTo>
                    <a:pt x="331776" y="129851"/>
                  </a:lnTo>
                  <a:lnTo>
                    <a:pt x="330769" y="124634"/>
                  </a:lnTo>
                  <a:lnTo>
                    <a:pt x="329597" y="119452"/>
                  </a:lnTo>
                  <a:lnTo>
                    <a:pt x="328260" y="114309"/>
                  </a:lnTo>
                  <a:lnTo>
                    <a:pt x="326761" y="109212"/>
                  </a:lnTo>
                  <a:lnTo>
                    <a:pt x="325100" y="104165"/>
                  </a:lnTo>
                  <a:lnTo>
                    <a:pt x="323280" y="99173"/>
                  </a:lnTo>
                  <a:lnTo>
                    <a:pt x="321302" y="94242"/>
                  </a:lnTo>
                  <a:lnTo>
                    <a:pt x="319168" y="89376"/>
                  </a:lnTo>
                  <a:lnTo>
                    <a:pt x="316881" y="84580"/>
                  </a:lnTo>
                  <a:lnTo>
                    <a:pt x="314443" y="79859"/>
                  </a:lnTo>
                  <a:lnTo>
                    <a:pt x="311856" y="75218"/>
                  </a:lnTo>
                  <a:lnTo>
                    <a:pt x="309122" y="70662"/>
                  </a:lnTo>
                  <a:lnTo>
                    <a:pt x="306245" y="66195"/>
                  </a:lnTo>
                  <a:lnTo>
                    <a:pt x="303228" y="61822"/>
                  </a:lnTo>
                  <a:lnTo>
                    <a:pt x="300073" y="57546"/>
                  </a:lnTo>
                  <a:lnTo>
                    <a:pt x="296784" y="53373"/>
                  </a:lnTo>
                  <a:lnTo>
                    <a:pt x="293364" y="49307"/>
                  </a:lnTo>
                  <a:lnTo>
                    <a:pt x="289817" y="45352"/>
                  </a:lnTo>
                  <a:lnTo>
                    <a:pt x="286145" y="41511"/>
                  </a:lnTo>
                  <a:lnTo>
                    <a:pt x="282354" y="37789"/>
                  </a:lnTo>
                  <a:lnTo>
                    <a:pt x="278445" y="34189"/>
                  </a:lnTo>
                  <a:lnTo>
                    <a:pt x="274425" y="30715"/>
                  </a:lnTo>
                  <a:lnTo>
                    <a:pt x="270296" y="27371"/>
                  </a:lnTo>
                  <a:lnTo>
                    <a:pt x="266063" y="24160"/>
                  </a:lnTo>
                  <a:lnTo>
                    <a:pt x="261730" y="21085"/>
                  </a:lnTo>
                  <a:lnTo>
                    <a:pt x="257302" y="18149"/>
                  </a:lnTo>
                  <a:lnTo>
                    <a:pt x="252782" y="15355"/>
                  </a:lnTo>
                  <a:lnTo>
                    <a:pt x="248176" y="12706"/>
                  </a:lnTo>
                  <a:lnTo>
                    <a:pt x="243488" y="10205"/>
                  </a:lnTo>
                  <a:lnTo>
                    <a:pt x="238723" y="7855"/>
                  </a:lnTo>
                  <a:lnTo>
                    <a:pt x="233886" y="5657"/>
                  </a:lnTo>
                  <a:lnTo>
                    <a:pt x="228981" y="3613"/>
                  </a:lnTo>
                  <a:lnTo>
                    <a:pt x="224014" y="1727"/>
                  </a:lnTo>
                  <a:lnTo>
                    <a:pt x="218990" y="0"/>
                  </a:lnTo>
                  <a:lnTo>
                    <a:pt x="167157" y="1589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5023544" y="941493"/>
              <a:ext cx="51832" cy="167167"/>
            </a:xfrm>
            <a:custGeom>
              <a:avLst/>
              <a:pathLst>
                <a:path w="51832" h="167167">
                  <a:moveTo>
                    <a:pt x="51832" y="8238"/>
                  </a:moveTo>
                  <a:lnTo>
                    <a:pt x="46234" y="6520"/>
                  </a:lnTo>
                  <a:lnTo>
                    <a:pt x="40580" y="5000"/>
                  </a:lnTo>
                  <a:lnTo>
                    <a:pt x="34875" y="3678"/>
                  </a:lnTo>
                  <a:lnTo>
                    <a:pt x="29128" y="2557"/>
                  </a:lnTo>
                  <a:lnTo>
                    <a:pt x="23346" y="1638"/>
                  </a:lnTo>
                  <a:lnTo>
                    <a:pt x="17534" y="922"/>
                  </a:lnTo>
                  <a:lnTo>
                    <a:pt x="11701" y="410"/>
                  </a:lnTo>
                  <a:lnTo>
                    <a:pt x="5854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6672" y="941493"/>
              <a:ext cx="99543" cy="167167"/>
            </a:xfrm>
            <a:custGeom>
              <a:avLst/>
              <a:pathLst>
                <a:path w="99543" h="167167">
                  <a:moveTo>
                    <a:pt x="99543" y="0"/>
                  </a:moveTo>
                  <a:lnTo>
                    <a:pt x="93932" y="94"/>
                  </a:lnTo>
                  <a:lnTo>
                    <a:pt x="88327" y="376"/>
                  </a:lnTo>
                  <a:lnTo>
                    <a:pt x="82735" y="847"/>
                  </a:lnTo>
                  <a:lnTo>
                    <a:pt x="77162" y="1504"/>
                  </a:lnTo>
                  <a:lnTo>
                    <a:pt x="71614" y="2349"/>
                  </a:lnTo>
                  <a:lnTo>
                    <a:pt x="66098" y="3379"/>
                  </a:lnTo>
                  <a:lnTo>
                    <a:pt x="60619" y="4594"/>
                  </a:lnTo>
                  <a:lnTo>
                    <a:pt x="55184" y="5992"/>
                  </a:lnTo>
                  <a:lnTo>
                    <a:pt x="49800" y="7572"/>
                  </a:lnTo>
                  <a:lnTo>
                    <a:pt x="44471" y="9331"/>
                  </a:lnTo>
                  <a:lnTo>
                    <a:pt x="39204" y="11269"/>
                  </a:lnTo>
                  <a:lnTo>
                    <a:pt x="34006" y="13382"/>
                  </a:lnTo>
                  <a:lnTo>
                    <a:pt x="28881" y="15668"/>
                  </a:lnTo>
                  <a:lnTo>
                    <a:pt x="23836" y="18125"/>
                  </a:lnTo>
                  <a:lnTo>
                    <a:pt x="18876" y="20750"/>
                  </a:lnTo>
                  <a:lnTo>
                    <a:pt x="14007" y="23540"/>
                  </a:lnTo>
                  <a:lnTo>
                    <a:pt x="9234" y="26492"/>
                  </a:lnTo>
                  <a:lnTo>
                    <a:pt x="4563" y="29603"/>
                  </a:lnTo>
                  <a:lnTo>
                    <a:pt x="0" y="32868"/>
                  </a:lnTo>
                  <a:lnTo>
                    <a:pt x="9954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19048" y="974362"/>
              <a:ext cx="167167" cy="297304"/>
            </a:xfrm>
            <a:custGeom>
              <a:avLst/>
              <a:pathLst>
                <a:path w="167167" h="297304">
                  <a:moveTo>
                    <a:pt x="67624" y="0"/>
                  </a:moveTo>
                  <a:lnTo>
                    <a:pt x="63363" y="3265"/>
                  </a:lnTo>
                  <a:lnTo>
                    <a:pt x="59209" y="6666"/>
                  </a:lnTo>
                  <a:lnTo>
                    <a:pt x="55166" y="10198"/>
                  </a:lnTo>
                  <a:lnTo>
                    <a:pt x="51239" y="13858"/>
                  </a:lnTo>
                  <a:lnTo>
                    <a:pt x="47432" y="17642"/>
                  </a:lnTo>
                  <a:lnTo>
                    <a:pt x="43748" y="21547"/>
                  </a:lnTo>
                  <a:lnTo>
                    <a:pt x="40191" y="25568"/>
                  </a:lnTo>
                  <a:lnTo>
                    <a:pt x="36766" y="29701"/>
                  </a:lnTo>
                  <a:lnTo>
                    <a:pt x="33474" y="33942"/>
                  </a:lnTo>
                  <a:lnTo>
                    <a:pt x="30321" y="38287"/>
                  </a:lnTo>
                  <a:lnTo>
                    <a:pt x="27309" y="42730"/>
                  </a:lnTo>
                  <a:lnTo>
                    <a:pt x="24441" y="47268"/>
                  </a:lnTo>
                  <a:lnTo>
                    <a:pt x="21720" y="51896"/>
                  </a:lnTo>
                  <a:lnTo>
                    <a:pt x="19149" y="56608"/>
                  </a:lnTo>
                  <a:lnTo>
                    <a:pt x="16731" y="61401"/>
                  </a:lnTo>
                  <a:lnTo>
                    <a:pt x="14468" y="66269"/>
                  </a:lnTo>
                  <a:lnTo>
                    <a:pt x="12362" y="71207"/>
                  </a:lnTo>
                  <a:lnTo>
                    <a:pt x="10416" y="76210"/>
                  </a:lnTo>
                  <a:lnTo>
                    <a:pt x="8632" y="81273"/>
                  </a:lnTo>
                  <a:lnTo>
                    <a:pt x="7011" y="86391"/>
                  </a:lnTo>
                  <a:lnTo>
                    <a:pt x="5555" y="91558"/>
                  </a:lnTo>
                  <a:lnTo>
                    <a:pt x="4266" y="96769"/>
                  </a:lnTo>
                  <a:lnTo>
                    <a:pt x="3145" y="102019"/>
                  </a:lnTo>
                  <a:lnTo>
                    <a:pt x="2193" y="107303"/>
                  </a:lnTo>
                  <a:lnTo>
                    <a:pt x="1412" y="112614"/>
                  </a:lnTo>
                  <a:lnTo>
                    <a:pt x="801" y="117947"/>
                  </a:lnTo>
                  <a:lnTo>
                    <a:pt x="362" y="123297"/>
                  </a:lnTo>
                  <a:lnTo>
                    <a:pt x="94" y="128659"/>
                  </a:lnTo>
                  <a:lnTo>
                    <a:pt x="0" y="134026"/>
                  </a:lnTo>
                  <a:lnTo>
                    <a:pt x="77" y="139394"/>
                  </a:lnTo>
                  <a:lnTo>
                    <a:pt x="327" y="144756"/>
                  </a:lnTo>
                  <a:lnTo>
                    <a:pt x="749" y="150108"/>
                  </a:lnTo>
                  <a:lnTo>
                    <a:pt x="1342" y="155443"/>
                  </a:lnTo>
                  <a:lnTo>
                    <a:pt x="2106" y="160757"/>
                  </a:lnTo>
                  <a:lnTo>
                    <a:pt x="3041" y="166043"/>
                  </a:lnTo>
                  <a:lnTo>
                    <a:pt x="4145" y="171297"/>
                  </a:lnTo>
                  <a:lnTo>
                    <a:pt x="5417" y="176512"/>
                  </a:lnTo>
                  <a:lnTo>
                    <a:pt x="6856" y="181684"/>
                  </a:lnTo>
                  <a:lnTo>
                    <a:pt x="8460" y="186807"/>
                  </a:lnTo>
                  <a:lnTo>
                    <a:pt x="10228" y="191876"/>
                  </a:lnTo>
                  <a:lnTo>
                    <a:pt x="12158" y="196885"/>
                  </a:lnTo>
                  <a:lnTo>
                    <a:pt x="14247" y="201830"/>
                  </a:lnTo>
                  <a:lnTo>
                    <a:pt x="16494" y="206706"/>
                  </a:lnTo>
                  <a:lnTo>
                    <a:pt x="18897" y="211506"/>
                  </a:lnTo>
                  <a:lnTo>
                    <a:pt x="21453" y="216227"/>
                  </a:lnTo>
                  <a:lnTo>
                    <a:pt x="24158" y="220864"/>
                  </a:lnTo>
                  <a:lnTo>
                    <a:pt x="27012" y="225411"/>
                  </a:lnTo>
                  <a:lnTo>
                    <a:pt x="30009" y="229864"/>
                  </a:lnTo>
                  <a:lnTo>
                    <a:pt x="33149" y="234219"/>
                  </a:lnTo>
                  <a:lnTo>
                    <a:pt x="36426" y="238470"/>
                  </a:lnTo>
                  <a:lnTo>
                    <a:pt x="39838" y="242615"/>
                  </a:lnTo>
                  <a:lnTo>
                    <a:pt x="43382" y="246647"/>
                  </a:lnTo>
                  <a:lnTo>
                    <a:pt x="47053" y="250564"/>
                  </a:lnTo>
                  <a:lnTo>
                    <a:pt x="50848" y="254361"/>
                  </a:lnTo>
                  <a:lnTo>
                    <a:pt x="54763" y="258034"/>
                  </a:lnTo>
                  <a:lnTo>
                    <a:pt x="58794" y="261579"/>
                  </a:lnTo>
                  <a:lnTo>
                    <a:pt x="62937" y="264993"/>
                  </a:lnTo>
                  <a:lnTo>
                    <a:pt x="67187" y="268272"/>
                  </a:lnTo>
                  <a:lnTo>
                    <a:pt x="71541" y="271413"/>
                  </a:lnTo>
                  <a:lnTo>
                    <a:pt x="75993" y="274413"/>
                  </a:lnTo>
                  <a:lnTo>
                    <a:pt x="80539" y="277268"/>
                  </a:lnTo>
                  <a:lnTo>
                    <a:pt x="85174" y="279976"/>
                  </a:lnTo>
                  <a:lnTo>
                    <a:pt x="89894" y="282534"/>
                  </a:lnTo>
                  <a:lnTo>
                    <a:pt x="94693" y="284939"/>
                  </a:lnTo>
                  <a:lnTo>
                    <a:pt x="99568" y="287188"/>
                  </a:lnTo>
                  <a:lnTo>
                    <a:pt x="104512" y="289280"/>
                  </a:lnTo>
                  <a:lnTo>
                    <a:pt x="109520" y="291212"/>
                  </a:lnTo>
                  <a:lnTo>
                    <a:pt x="114588" y="292982"/>
                  </a:lnTo>
                  <a:lnTo>
                    <a:pt x="119710" y="294588"/>
                  </a:lnTo>
                  <a:lnTo>
                    <a:pt x="124882" y="296029"/>
                  </a:lnTo>
                  <a:lnTo>
                    <a:pt x="130096" y="297304"/>
                  </a:lnTo>
                  <a:lnTo>
                    <a:pt x="167167" y="134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449145" y="941493"/>
              <a:ext cx="204218" cy="334334"/>
            </a:xfrm>
            <a:custGeom>
              <a:avLst/>
              <a:pathLst>
                <a:path w="204218" h="334334">
                  <a:moveTo>
                    <a:pt x="0" y="330172"/>
                  </a:moveTo>
                  <a:lnTo>
                    <a:pt x="5192" y="331267"/>
                  </a:lnTo>
                  <a:lnTo>
                    <a:pt x="10417" y="332196"/>
                  </a:lnTo>
                  <a:lnTo>
                    <a:pt x="15669" y="332959"/>
                  </a:lnTo>
                  <a:lnTo>
                    <a:pt x="20942" y="333555"/>
                  </a:lnTo>
                  <a:lnTo>
                    <a:pt x="26232" y="333983"/>
                  </a:lnTo>
                  <a:lnTo>
                    <a:pt x="31532" y="334243"/>
                  </a:lnTo>
                  <a:lnTo>
                    <a:pt x="36838" y="334334"/>
                  </a:lnTo>
                  <a:lnTo>
                    <a:pt x="42145" y="334257"/>
                  </a:lnTo>
                  <a:lnTo>
                    <a:pt x="47446" y="334012"/>
                  </a:lnTo>
                  <a:lnTo>
                    <a:pt x="52737" y="333599"/>
                  </a:lnTo>
                  <a:lnTo>
                    <a:pt x="58012" y="333017"/>
                  </a:lnTo>
                  <a:lnTo>
                    <a:pt x="63266" y="332269"/>
                  </a:lnTo>
                  <a:lnTo>
                    <a:pt x="68493" y="331354"/>
                  </a:lnTo>
                  <a:lnTo>
                    <a:pt x="73689" y="330274"/>
                  </a:lnTo>
                  <a:lnTo>
                    <a:pt x="78848" y="329030"/>
                  </a:lnTo>
                  <a:lnTo>
                    <a:pt x="83964" y="327622"/>
                  </a:lnTo>
                  <a:lnTo>
                    <a:pt x="89034" y="326053"/>
                  </a:lnTo>
                  <a:lnTo>
                    <a:pt x="94051" y="324323"/>
                  </a:lnTo>
                  <a:lnTo>
                    <a:pt x="99011" y="322435"/>
                  </a:lnTo>
                  <a:lnTo>
                    <a:pt x="103908" y="320391"/>
                  </a:lnTo>
                  <a:lnTo>
                    <a:pt x="108738" y="318192"/>
                  </a:lnTo>
                  <a:lnTo>
                    <a:pt x="113496" y="315841"/>
                  </a:lnTo>
                  <a:lnTo>
                    <a:pt x="118177" y="313340"/>
                  </a:lnTo>
                  <a:lnTo>
                    <a:pt x="122775" y="310692"/>
                  </a:lnTo>
                  <a:lnTo>
                    <a:pt x="127288" y="307899"/>
                  </a:lnTo>
                  <a:lnTo>
                    <a:pt x="131710" y="304965"/>
                  </a:lnTo>
                  <a:lnTo>
                    <a:pt x="136036" y="301891"/>
                  </a:lnTo>
                  <a:lnTo>
                    <a:pt x="140263" y="298682"/>
                  </a:lnTo>
                  <a:lnTo>
                    <a:pt x="144385" y="295340"/>
                  </a:lnTo>
                  <a:lnTo>
                    <a:pt x="148399" y="291869"/>
                  </a:lnTo>
                  <a:lnTo>
                    <a:pt x="152302" y="288273"/>
                  </a:lnTo>
                  <a:lnTo>
                    <a:pt x="156088" y="284554"/>
                  </a:lnTo>
                  <a:lnTo>
                    <a:pt x="159754" y="280717"/>
                  </a:lnTo>
                  <a:lnTo>
                    <a:pt x="163296" y="276765"/>
                  </a:lnTo>
                  <a:lnTo>
                    <a:pt x="166712" y="272703"/>
                  </a:lnTo>
                  <a:lnTo>
                    <a:pt x="169996" y="268535"/>
                  </a:lnTo>
                  <a:lnTo>
                    <a:pt x="173147" y="264265"/>
                  </a:lnTo>
                  <a:lnTo>
                    <a:pt x="176160" y="259897"/>
                  </a:lnTo>
                  <a:lnTo>
                    <a:pt x="179034" y="255435"/>
                  </a:lnTo>
                  <a:lnTo>
                    <a:pt x="181764" y="250884"/>
                  </a:lnTo>
                  <a:lnTo>
                    <a:pt x="184348" y="246249"/>
                  </a:lnTo>
                  <a:lnTo>
                    <a:pt x="186784" y="241534"/>
                  </a:lnTo>
                  <a:lnTo>
                    <a:pt x="189069" y="236745"/>
                  </a:lnTo>
                  <a:lnTo>
                    <a:pt x="191201" y="231885"/>
                  </a:lnTo>
                  <a:lnTo>
                    <a:pt x="193178" y="226960"/>
                  </a:lnTo>
                  <a:lnTo>
                    <a:pt x="194997" y="221974"/>
                  </a:lnTo>
                  <a:lnTo>
                    <a:pt x="196657" y="216934"/>
                  </a:lnTo>
                  <a:lnTo>
                    <a:pt x="198157" y="211843"/>
                  </a:lnTo>
                  <a:lnTo>
                    <a:pt x="199494" y="206708"/>
                  </a:lnTo>
                  <a:lnTo>
                    <a:pt x="200667" y="201532"/>
                  </a:lnTo>
                  <a:lnTo>
                    <a:pt x="201675" y="196322"/>
                  </a:lnTo>
                  <a:lnTo>
                    <a:pt x="202518" y="191082"/>
                  </a:lnTo>
                  <a:lnTo>
                    <a:pt x="203193" y="185819"/>
                  </a:lnTo>
                  <a:lnTo>
                    <a:pt x="203702" y="180536"/>
                  </a:lnTo>
                  <a:lnTo>
                    <a:pt x="204042" y="175240"/>
                  </a:lnTo>
                  <a:lnTo>
                    <a:pt x="204214" y="169936"/>
                  </a:lnTo>
                  <a:lnTo>
                    <a:pt x="204218" y="164629"/>
                  </a:lnTo>
                  <a:lnTo>
                    <a:pt x="204053" y="159325"/>
                  </a:lnTo>
                  <a:lnTo>
                    <a:pt x="203720" y="154028"/>
                  </a:lnTo>
                  <a:lnTo>
                    <a:pt x="203219" y="148745"/>
                  </a:lnTo>
                  <a:lnTo>
                    <a:pt x="202551" y="143481"/>
                  </a:lnTo>
                  <a:lnTo>
                    <a:pt x="201715" y="138240"/>
                  </a:lnTo>
                  <a:lnTo>
                    <a:pt x="200714" y="133028"/>
                  </a:lnTo>
                  <a:lnTo>
                    <a:pt x="199548" y="127851"/>
                  </a:lnTo>
                  <a:lnTo>
                    <a:pt x="198218" y="122714"/>
                  </a:lnTo>
                  <a:lnTo>
                    <a:pt x="196726" y="117621"/>
                  </a:lnTo>
                  <a:lnTo>
                    <a:pt x="195073" y="112578"/>
                  </a:lnTo>
                  <a:lnTo>
                    <a:pt x="193260" y="107590"/>
                  </a:lnTo>
                  <a:lnTo>
                    <a:pt x="191291" y="102662"/>
                  </a:lnTo>
                  <a:lnTo>
                    <a:pt x="189165" y="97800"/>
                  </a:lnTo>
                  <a:lnTo>
                    <a:pt x="186887" y="93007"/>
                  </a:lnTo>
                  <a:lnTo>
                    <a:pt x="184458" y="88289"/>
                  </a:lnTo>
                  <a:lnTo>
                    <a:pt x="181879" y="83650"/>
                  </a:lnTo>
                  <a:lnTo>
                    <a:pt x="179156" y="79096"/>
                  </a:lnTo>
                  <a:lnTo>
                    <a:pt x="176288" y="74630"/>
                  </a:lnTo>
                  <a:lnTo>
                    <a:pt x="173281" y="70257"/>
                  </a:lnTo>
                  <a:lnTo>
                    <a:pt x="170136" y="65983"/>
                  </a:lnTo>
                  <a:lnTo>
                    <a:pt x="166857" y="61810"/>
                  </a:lnTo>
                  <a:lnTo>
                    <a:pt x="163448" y="57743"/>
                  </a:lnTo>
                  <a:lnTo>
                    <a:pt x="159911" y="53787"/>
                  </a:lnTo>
                  <a:lnTo>
                    <a:pt x="156250" y="49945"/>
                  </a:lnTo>
                  <a:lnTo>
                    <a:pt x="152469" y="46221"/>
                  </a:lnTo>
                  <a:lnTo>
                    <a:pt x="148572" y="42619"/>
                  </a:lnTo>
                  <a:lnTo>
                    <a:pt x="144562" y="39142"/>
                  </a:lnTo>
                  <a:lnTo>
                    <a:pt x="140444" y="35795"/>
                  </a:lnTo>
                  <a:lnTo>
                    <a:pt x="136222" y="32580"/>
                  </a:lnTo>
                  <a:lnTo>
                    <a:pt x="131900" y="29500"/>
                  </a:lnTo>
                  <a:lnTo>
                    <a:pt x="127483" y="26559"/>
                  </a:lnTo>
                  <a:lnTo>
                    <a:pt x="122974" y="23760"/>
                  </a:lnTo>
                  <a:lnTo>
                    <a:pt x="118379" y="21106"/>
                  </a:lnTo>
                  <a:lnTo>
                    <a:pt x="113701" y="18599"/>
                  </a:lnTo>
                  <a:lnTo>
                    <a:pt x="108947" y="16241"/>
                  </a:lnTo>
                  <a:lnTo>
                    <a:pt x="104120" y="14036"/>
                  </a:lnTo>
                  <a:lnTo>
                    <a:pt x="99226" y="11984"/>
                  </a:lnTo>
                  <a:lnTo>
                    <a:pt x="94268" y="10090"/>
                  </a:lnTo>
                  <a:lnTo>
                    <a:pt x="89254" y="8353"/>
                  </a:lnTo>
                  <a:lnTo>
                    <a:pt x="84186" y="6777"/>
                  </a:lnTo>
                  <a:lnTo>
                    <a:pt x="79072" y="5362"/>
                  </a:lnTo>
                  <a:lnTo>
                    <a:pt x="73914" y="4110"/>
                  </a:lnTo>
                  <a:lnTo>
                    <a:pt x="68720" y="3023"/>
                  </a:lnTo>
                  <a:lnTo>
                    <a:pt x="63494" y="2101"/>
                  </a:lnTo>
                  <a:lnTo>
                    <a:pt x="58241" y="1346"/>
                  </a:lnTo>
                  <a:lnTo>
                    <a:pt x="52967" y="757"/>
                  </a:lnTo>
                  <a:lnTo>
                    <a:pt x="47677" y="336"/>
                  </a:lnTo>
                  <a:lnTo>
                    <a:pt x="42376" y="84"/>
                  </a:lnTo>
                  <a:lnTo>
                    <a:pt x="37070" y="0"/>
                  </a:lnTo>
                  <a:lnTo>
                    <a:pt x="3707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797341" y="1071028"/>
              <a:ext cx="322438" cy="334321"/>
            </a:xfrm>
            <a:custGeom>
              <a:avLst/>
              <a:pathLst>
                <a:path w="322438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6" y="763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5"/>
                  </a:lnTo>
                  <a:lnTo>
                    <a:pt x="130186" y="4140"/>
                  </a:lnTo>
                  <a:lnTo>
                    <a:pt x="125011" y="5400"/>
                  </a:lnTo>
                  <a:lnTo>
                    <a:pt x="119880" y="6825"/>
                  </a:lnTo>
                  <a:lnTo>
                    <a:pt x="114796" y="8412"/>
                  </a:lnTo>
                  <a:lnTo>
                    <a:pt x="109765" y="10161"/>
                  </a:lnTo>
                  <a:lnTo>
                    <a:pt x="104793" y="12069"/>
                  </a:lnTo>
                  <a:lnTo>
                    <a:pt x="99884" y="14134"/>
                  </a:lnTo>
                  <a:lnTo>
                    <a:pt x="95043" y="16355"/>
                  </a:lnTo>
                  <a:lnTo>
                    <a:pt x="90276" y="18729"/>
                  </a:lnTo>
                  <a:lnTo>
                    <a:pt x="85587" y="21253"/>
                  </a:lnTo>
                  <a:lnTo>
                    <a:pt x="80980" y="23926"/>
                  </a:lnTo>
                  <a:lnTo>
                    <a:pt x="76461" y="26744"/>
                  </a:lnTo>
                  <a:lnTo>
                    <a:pt x="72034" y="29704"/>
                  </a:lnTo>
                  <a:lnTo>
                    <a:pt x="67703" y="32804"/>
                  </a:lnTo>
                  <a:lnTo>
                    <a:pt x="63473" y="36040"/>
                  </a:lnTo>
                  <a:lnTo>
                    <a:pt x="59349" y="39410"/>
                  </a:lnTo>
                  <a:lnTo>
                    <a:pt x="55334" y="42909"/>
                  </a:lnTo>
                  <a:lnTo>
                    <a:pt x="51433" y="46534"/>
                  </a:lnTo>
                  <a:lnTo>
                    <a:pt x="47649" y="50282"/>
                  </a:lnTo>
                  <a:lnTo>
                    <a:pt x="43986" y="54148"/>
                  </a:lnTo>
                  <a:lnTo>
                    <a:pt x="40448" y="58129"/>
                  </a:lnTo>
                  <a:lnTo>
                    <a:pt x="37039" y="62221"/>
                  </a:lnTo>
                  <a:lnTo>
                    <a:pt x="33762" y="66419"/>
                  </a:lnTo>
                  <a:lnTo>
                    <a:pt x="30620" y="70719"/>
                  </a:lnTo>
                  <a:lnTo>
                    <a:pt x="27617" y="75118"/>
                  </a:lnTo>
                  <a:lnTo>
                    <a:pt x="24756" y="79609"/>
                  </a:lnTo>
                  <a:lnTo>
                    <a:pt x="22039" y="84190"/>
                  </a:lnTo>
                  <a:lnTo>
                    <a:pt x="19470" y="88855"/>
                  </a:lnTo>
                  <a:lnTo>
                    <a:pt x="17050" y="93599"/>
                  </a:lnTo>
                  <a:lnTo>
                    <a:pt x="14783" y="98418"/>
                  </a:lnTo>
                  <a:lnTo>
                    <a:pt x="12670" y="103307"/>
                  </a:lnTo>
                  <a:lnTo>
                    <a:pt x="10714" y="108261"/>
                  </a:lnTo>
                  <a:lnTo>
                    <a:pt x="8917" y="113274"/>
                  </a:lnTo>
                  <a:lnTo>
                    <a:pt x="7281" y="118342"/>
                  </a:lnTo>
                  <a:lnTo>
                    <a:pt x="5807" y="123460"/>
                  </a:lnTo>
                  <a:lnTo>
                    <a:pt x="4496" y="128622"/>
                  </a:lnTo>
                  <a:lnTo>
                    <a:pt x="3351" y="133823"/>
                  </a:lnTo>
                  <a:lnTo>
                    <a:pt x="2372" y="139058"/>
                  </a:lnTo>
                  <a:lnTo>
                    <a:pt x="1560" y="144322"/>
                  </a:lnTo>
                  <a:lnTo>
                    <a:pt x="916" y="149608"/>
                  </a:lnTo>
                  <a:lnTo>
                    <a:pt x="441" y="154913"/>
                  </a:lnTo>
                  <a:lnTo>
                    <a:pt x="136" y="160230"/>
                  </a:lnTo>
                  <a:lnTo>
                    <a:pt x="0" y="165554"/>
                  </a:lnTo>
                  <a:lnTo>
                    <a:pt x="33" y="170880"/>
                  </a:lnTo>
                  <a:lnTo>
                    <a:pt x="236" y="176201"/>
                  </a:lnTo>
                  <a:lnTo>
                    <a:pt x="609" y="181514"/>
                  </a:lnTo>
                  <a:lnTo>
                    <a:pt x="1150" y="186812"/>
                  </a:lnTo>
                  <a:lnTo>
                    <a:pt x="1860" y="192090"/>
                  </a:lnTo>
                  <a:lnTo>
                    <a:pt x="2738" y="197343"/>
                  </a:lnTo>
                  <a:lnTo>
                    <a:pt x="3783" y="202566"/>
                  </a:lnTo>
                  <a:lnTo>
                    <a:pt x="4993" y="207752"/>
                  </a:lnTo>
                  <a:lnTo>
                    <a:pt x="6368" y="212897"/>
                  </a:lnTo>
                  <a:lnTo>
                    <a:pt x="7907" y="217996"/>
                  </a:lnTo>
                  <a:lnTo>
                    <a:pt x="9607" y="223043"/>
                  </a:lnTo>
                  <a:lnTo>
                    <a:pt x="11466" y="228033"/>
                  </a:lnTo>
                  <a:lnTo>
                    <a:pt x="13484" y="232962"/>
                  </a:lnTo>
                  <a:lnTo>
                    <a:pt x="15658" y="237824"/>
                  </a:lnTo>
                  <a:lnTo>
                    <a:pt x="17986" y="242614"/>
                  </a:lnTo>
                  <a:lnTo>
                    <a:pt x="20465" y="247328"/>
                  </a:lnTo>
                  <a:lnTo>
                    <a:pt x="23093" y="251960"/>
                  </a:lnTo>
                  <a:lnTo>
                    <a:pt x="25867" y="256506"/>
                  </a:lnTo>
                  <a:lnTo>
                    <a:pt x="28785" y="260962"/>
                  </a:lnTo>
                  <a:lnTo>
                    <a:pt x="31843" y="265322"/>
                  </a:lnTo>
                  <a:lnTo>
                    <a:pt x="35038" y="269583"/>
                  </a:lnTo>
                  <a:lnTo>
                    <a:pt x="38368" y="273739"/>
                  </a:lnTo>
                  <a:lnTo>
                    <a:pt x="41828" y="277788"/>
                  </a:lnTo>
                  <a:lnTo>
                    <a:pt x="45415" y="281724"/>
                  </a:lnTo>
                  <a:lnTo>
                    <a:pt x="49126" y="285544"/>
                  </a:lnTo>
                  <a:lnTo>
                    <a:pt x="52957" y="289244"/>
                  </a:lnTo>
                  <a:lnTo>
                    <a:pt x="56904" y="292820"/>
                  </a:lnTo>
                  <a:lnTo>
                    <a:pt x="60962" y="296268"/>
                  </a:lnTo>
                  <a:lnTo>
                    <a:pt x="65129" y="299586"/>
                  </a:lnTo>
                  <a:lnTo>
                    <a:pt x="69398" y="302769"/>
                  </a:lnTo>
                  <a:lnTo>
                    <a:pt x="73768" y="305814"/>
                  </a:lnTo>
                  <a:lnTo>
                    <a:pt x="78232" y="308719"/>
                  </a:lnTo>
                  <a:lnTo>
                    <a:pt x="82786" y="311479"/>
                  </a:lnTo>
                  <a:lnTo>
                    <a:pt x="87426" y="314094"/>
                  </a:lnTo>
                  <a:lnTo>
                    <a:pt x="92146" y="316559"/>
                  </a:lnTo>
                  <a:lnTo>
                    <a:pt x="96943" y="318873"/>
                  </a:lnTo>
                  <a:lnTo>
                    <a:pt x="101812" y="321033"/>
                  </a:lnTo>
                  <a:lnTo>
                    <a:pt x="106746" y="323036"/>
                  </a:lnTo>
                  <a:lnTo>
                    <a:pt x="111742" y="324882"/>
                  </a:lnTo>
                  <a:lnTo>
                    <a:pt x="116794" y="326567"/>
                  </a:lnTo>
                  <a:lnTo>
                    <a:pt x="121897" y="328090"/>
                  </a:lnTo>
                  <a:lnTo>
                    <a:pt x="127046" y="329450"/>
                  </a:lnTo>
                  <a:lnTo>
                    <a:pt x="132236" y="330646"/>
                  </a:lnTo>
                  <a:lnTo>
                    <a:pt x="137462" y="331675"/>
                  </a:lnTo>
                  <a:lnTo>
                    <a:pt x="142717" y="332538"/>
                  </a:lnTo>
                  <a:lnTo>
                    <a:pt x="147997" y="333233"/>
                  </a:lnTo>
                  <a:lnTo>
                    <a:pt x="153297" y="333759"/>
                  </a:lnTo>
                  <a:lnTo>
                    <a:pt x="158611" y="334116"/>
                  </a:lnTo>
                  <a:lnTo>
                    <a:pt x="163933" y="334303"/>
                  </a:lnTo>
                  <a:lnTo>
                    <a:pt x="169259" y="334321"/>
                  </a:lnTo>
                  <a:lnTo>
                    <a:pt x="174582" y="334169"/>
                  </a:lnTo>
                  <a:lnTo>
                    <a:pt x="179899" y="333848"/>
                  </a:lnTo>
                  <a:lnTo>
                    <a:pt x="185202" y="333358"/>
                  </a:lnTo>
                  <a:lnTo>
                    <a:pt x="190486" y="332699"/>
                  </a:lnTo>
                  <a:lnTo>
                    <a:pt x="195748" y="331872"/>
                  </a:lnTo>
                  <a:lnTo>
                    <a:pt x="200980" y="330877"/>
                  </a:lnTo>
                  <a:lnTo>
                    <a:pt x="206177" y="329717"/>
                  </a:lnTo>
                  <a:lnTo>
                    <a:pt x="211336" y="328392"/>
                  </a:lnTo>
                  <a:lnTo>
                    <a:pt x="216449" y="326903"/>
                  </a:lnTo>
                  <a:lnTo>
                    <a:pt x="221512" y="325251"/>
                  </a:lnTo>
                  <a:lnTo>
                    <a:pt x="226521" y="323440"/>
                  </a:lnTo>
                  <a:lnTo>
                    <a:pt x="231468" y="321469"/>
                  </a:lnTo>
                  <a:lnTo>
                    <a:pt x="236351" y="319343"/>
                  </a:lnTo>
                  <a:lnTo>
                    <a:pt x="241163" y="317061"/>
                  </a:lnTo>
                  <a:lnTo>
                    <a:pt x="245901" y="314628"/>
                  </a:lnTo>
                  <a:lnTo>
                    <a:pt x="250558" y="312045"/>
                  </a:lnTo>
                  <a:lnTo>
                    <a:pt x="255131" y="309315"/>
                  </a:lnTo>
                  <a:lnTo>
                    <a:pt x="259614" y="306440"/>
                  </a:lnTo>
                  <a:lnTo>
                    <a:pt x="264004" y="303424"/>
                  </a:lnTo>
                  <a:lnTo>
                    <a:pt x="268295" y="300270"/>
                  </a:lnTo>
                  <a:lnTo>
                    <a:pt x="272484" y="296981"/>
                  </a:lnTo>
                  <a:lnTo>
                    <a:pt x="276566" y="293560"/>
                  </a:lnTo>
                  <a:lnTo>
                    <a:pt x="280536" y="290011"/>
                  </a:lnTo>
                  <a:lnTo>
                    <a:pt x="284392" y="286337"/>
                  </a:lnTo>
                  <a:lnTo>
                    <a:pt x="288128" y="282542"/>
                  </a:lnTo>
                  <a:lnTo>
                    <a:pt x="291742" y="278630"/>
                  </a:lnTo>
                  <a:lnTo>
                    <a:pt x="295230" y="274605"/>
                  </a:lnTo>
                  <a:lnTo>
                    <a:pt x="298587" y="270471"/>
                  </a:lnTo>
                  <a:lnTo>
                    <a:pt x="301811" y="266232"/>
                  </a:lnTo>
                  <a:lnTo>
                    <a:pt x="304898" y="261892"/>
                  </a:lnTo>
                  <a:lnTo>
                    <a:pt x="307846" y="257456"/>
                  </a:lnTo>
                  <a:lnTo>
                    <a:pt x="310651" y="252929"/>
                  </a:lnTo>
                  <a:lnTo>
                    <a:pt x="313310" y="248314"/>
                  </a:lnTo>
                  <a:lnTo>
                    <a:pt x="315821" y="243618"/>
                  </a:lnTo>
                  <a:lnTo>
                    <a:pt x="318181" y="238843"/>
                  </a:lnTo>
                  <a:lnTo>
                    <a:pt x="320387" y="233996"/>
                  </a:lnTo>
                  <a:lnTo>
                    <a:pt x="322438" y="22908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55279" cy="61914"/>
            </a:xfrm>
            <a:custGeom>
              <a:avLst/>
              <a:pathLst>
                <a:path w="155279" h="61914">
                  <a:moveTo>
                    <a:pt x="155279" y="619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080445"/>
              <a:ext cx="167162" cy="219664"/>
            </a:xfrm>
            <a:custGeom>
              <a:avLst/>
              <a:pathLst>
                <a:path w="167162" h="219664">
                  <a:moveTo>
                    <a:pt x="155279" y="219664"/>
                  </a:moveTo>
                  <a:lnTo>
                    <a:pt x="157195" y="214624"/>
                  </a:lnTo>
                  <a:lnTo>
                    <a:pt x="158947" y="209524"/>
                  </a:lnTo>
                  <a:lnTo>
                    <a:pt x="160534" y="204370"/>
                  </a:lnTo>
                  <a:lnTo>
                    <a:pt x="161955" y="199168"/>
                  </a:lnTo>
                  <a:lnTo>
                    <a:pt x="163206" y="193923"/>
                  </a:lnTo>
                  <a:lnTo>
                    <a:pt x="164288" y="188640"/>
                  </a:lnTo>
                  <a:lnTo>
                    <a:pt x="165199" y="183325"/>
                  </a:lnTo>
                  <a:lnTo>
                    <a:pt x="165938" y="177984"/>
                  </a:lnTo>
                  <a:lnTo>
                    <a:pt x="166504" y="172621"/>
                  </a:lnTo>
                  <a:lnTo>
                    <a:pt x="166897" y="167243"/>
                  </a:lnTo>
                  <a:lnTo>
                    <a:pt x="167117" y="161855"/>
                  </a:lnTo>
                  <a:lnTo>
                    <a:pt x="167162" y="156463"/>
                  </a:lnTo>
                  <a:lnTo>
                    <a:pt x="167034" y="151072"/>
                  </a:lnTo>
                  <a:lnTo>
                    <a:pt x="166731" y="145688"/>
                  </a:lnTo>
                  <a:lnTo>
                    <a:pt x="166255" y="140317"/>
                  </a:lnTo>
                  <a:lnTo>
                    <a:pt x="165607" y="134963"/>
                  </a:lnTo>
                  <a:lnTo>
                    <a:pt x="164786" y="129634"/>
                  </a:lnTo>
                  <a:lnTo>
                    <a:pt x="163793" y="124334"/>
                  </a:lnTo>
                  <a:lnTo>
                    <a:pt x="162630" y="119068"/>
                  </a:lnTo>
                  <a:lnTo>
                    <a:pt x="161298" y="113843"/>
                  </a:lnTo>
                  <a:lnTo>
                    <a:pt x="159798" y="108663"/>
                  </a:lnTo>
                  <a:lnTo>
                    <a:pt x="158131" y="103535"/>
                  </a:lnTo>
                  <a:lnTo>
                    <a:pt x="156300" y="98463"/>
                  </a:lnTo>
                  <a:lnTo>
                    <a:pt x="154307" y="93452"/>
                  </a:lnTo>
                  <a:lnTo>
                    <a:pt x="152153" y="88509"/>
                  </a:lnTo>
                  <a:lnTo>
                    <a:pt x="149840" y="83637"/>
                  </a:lnTo>
                  <a:lnTo>
                    <a:pt x="147372" y="78843"/>
                  </a:lnTo>
                  <a:lnTo>
                    <a:pt x="144750" y="74131"/>
                  </a:lnTo>
                  <a:lnTo>
                    <a:pt x="141978" y="69506"/>
                  </a:lnTo>
                  <a:lnTo>
                    <a:pt x="139058" y="64972"/>
                  </a:lnTo>
                  <a:lnTo>
                    <a:pt x="135993" y="60535"/>
                  </a:lnTo>
                  <a:lnTo>
                    <a:pt x="132787" y="56200"/>
                  </a:lnTo>
                  <a:lnTo>
                    <a:pt x="129443" y="51970"/>
                  </a:lnTo>
                  <a:lnTo>
                    <a:pt x="125963" y="47850"/>
                  </a:lnTo>
                  <a:lnTo>
                    <a:pt x="122353" y="43844"/>
                  </a:lnTo>
                  <a:lnTo>
                    <a:pt x="118616" y="39957"/>
                  </a:lnTo>
                  <a:lnTo>
                    <a:pt x="114755" y="36193"/>
                  </a:lnTo>
                  <a:lnTo>
                    <a:pt x="110774" y="32555"/>
                  </a:lnTo>
                  <a:lnTo>
                    <a:pt x="106679" y="29047"/>
                  </a:lnTo>
                  <a:lnTo>
                    <a:pt x="102472" y="25673"/>
                  </a:lnTo>
                  <a:lnTo>
                    <a:pt x="98159" y="22437"/>
                  </a:lnTo>
                  <a:lnTo>
                    <a:pt x="93743" y="19341"/>
                  </a:lnTo>
                  <a:lnTo>
                    <a:pt x="89231" y="16389"/>
                  </a:lnTo>
                  <a:lnTo>
                    <a:pt x="84625" y="13585"/>
                  </a:lnTo>
                  <a:lnTo>
                    <a:pt x="79931" y="10931"/>
                  </a:lnTo>
                  <a:lnTo>
                    <a:pt x="75154" y="8429"/>
                  </a:lnTo>
                  <a:lnTo>
                    <a:pt x="70299" y="6083"/>
                  </a:lnTo>
                  <a:lnTo>
                    <a:pt x="65370" y="3894"/>
                  </a:lnTo>
                  <a:lnTo>
                    <a:pt x="60374" y="1866"/>
                  </a:lnTo>
                  <a:lnTo>
                    <a:pt x="55315" y="0"/>
                  </a:lnTo>
                  <a:lnTo>
                    <a:pt x="0" y="1577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071028"/>
              <a:ext cx="55315" cy="167167"/>
            </a:xfrm>
            <a:custGeom>
              <a:avLst/>
              <a:pathLst>
                <a:path w="55315" h="167167">
                  <a:moveTo>
                    <a:pt x="55315" y="9417"/>
                  </a:moveTo>
                  <a:lnTo>
                    <a:pt x="49366" y="7455"/>
                  </a:lnTo>
                  <a:lnTo>
                    <a:pt x="43348" y="5718"/>
                  </a:lnTo>
                  <a:lnTo>
                    <a:pt x="37269" y="4207"/>
                  </a:lnTo>
                  <a:lnTo>
                    <a:pt x="31138" y="2925"/>
                  </a:lnTo>
                  <a:lnTo>
                    <a:pt x="24963" y="1874"/>
                  </a:lnTo>
                  <a:lnTo>
                    <a:pt x="18753" y="1055"/>
                  </a:lnTo>
                  <a:lnTo>
                    <a:pt x="12516" y="469"/>
                  </a:lnTo>
                  <a:lnTo>
                    <a:pt x="6262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81476" y="1322571"/>
              <a:ext cx="107244" cy="167167"/>
            </a:xfrm>
            <a:custGeom>
              <a:avLst/>
              <a:pathLst>
                <a:path w="107244" h="167167">
                  <a:moveTo>
                    <a:pt x="107244" y="0"/>
                  </a:moveTo>
                  <a:lnTo>
                    <a:pt x="101700" y="91"/>
                  </a:lnTo>
                  <a:lnTo>
                    <a:pt x="96163" y="367"/>
                  </a:lnTo>
                  <a:lnTo>
                    <a:pt x="90638" y="826"/>
                  </a:lnTo>
                  <a:lnTo>
                    <a:pt x="85131" y="1468"/>
                  </a:lnTo>
                  <a:lnTo>
                    <a:pt x="79649" y="2293"/>
                  </a:lnTo>
                  <a:lnTo>
                    <a:pt x="74197" y="3299"/>
                  </a:lnTo>
                  <a:lnTo>
                    <a:pt x="68781" y="4485"/>
                  </a:lnTo>
                  <a:lnTo>
                    <a:pt x="63407" y="5850"/>
                  </a:lnTo>
                  <a:lnTo>
                    <a:pt x="58082" y="7392"/>
                  </a:lnTo>
                  <a:lnTo>
                    <a:pt x="52811" y="9110"/>
                  </a:lnTo>
                  <a:lnTo>
                    <a:pt x="47599" y="11002"/>
                  </a:lnTo>
                  <a:lnTo>
                    <a:pt x="42454" y="13066"/>
                  </a:lnTo>
                  <a:lnTo>
                    <a:pt x="37379" y="15299"/>
                  </a:lnTo>
                  <a:lnTo>
                    <a:pt x="32382" y="17699"/>
                  </a:lnTo>
                  <a:lnTo>
                    <a:pt x="27466" y="20264"/>
                  </a:lnTo>
                  <a:lnTo>
                    <a:pt x="22639" y="22990"/>
                  </a:lnTo>
                  <a:lnTo>
                    <a:pt x="17904" y="25875"/>
                  </a:lnTo>
                  <a:lnTo>
                    <a:pt x="13268" y="28915"/>
                  </a:lnTo>
                  <a:lnTo>
                    <a:pt x="8735" y="32108"/>
                  </a:lnTo>
                  <a:lnTo>
                    <a:pt x="4311" y="35449"/>
                  </a:lnTo>
                  <a:lnTo>
                    <a:pt x="0" y="38934"/>
                  </a:lnTo>
                  <a:lnTo>
                    <a:pt x="10724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81476" y="1361506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21573" y="1361506"/>
              <a:ext cx="334308" cy="295398"/>
            </a:xfrm>
            <a:custGeom>
              <a:avLst/>
              <a:pathLst>
                <a:path w="334308" h="295398">
                  <a:moveTo>
                    <a:pt x="59902" y="0"/>
                  </a:moveTo>
                  <a:lnTo>
                    <a:pt x="55879" y="3475"/>
                  </a:lnTo>
                  <a:lnTo>
                    <a:pt x="51968" y="7076"/>
                  </a:lnTo>
                  <a:lnTo>
                    <a:pt x="48174" y="10800"/>
                  </a:lnTo>
                  <a:lnTo>
                    <a:pt x="44500" y="14642"/>
                  </a:lnTo>
                  <a:lnTo>
                    <a:pt x="40950" y="18600"/>
                  </a:lnTo>
                  <a:lnTo>
                    <a:pt x="37527" y="22668"/>
                  </a:lnTo>
                  <a:lnTo>
                    <a:pt x="34236" y="26843"/>
                  </a:lnTo>
                  <a:lnTo>
                    <a:pt x="31079" y="31121"/>
                  </a:lnTo>
                  <a:lnTo>
                    <a:pt x="28060" y="35497"/>
                  </a:lnTo>
                  <a:lnTo>
                    <a:pt x="25182" y="39966"/>
                  </a:lnTo>
                  <a:lnTo>
                    <a:pt x="22447" y="44525"/>
                  </a:lnTo>
                  <a:lnTo>
                    <a:pt x="19858" y="49169"/>
                  </a:lnTo>
                  <a:lnTo>
                    <a:pt x="17418" y="53892"/>
                  </a:lnTo>
                  <a:lnTo>
                    <a:pt x="15130" y="58691"/>
                  </a:lnTo>
                  <a:lnTo>
                    <a:pt x="12996" y="63560"/>
                  </a:lnTo>
                  <a:lnTo>
                    <a:pt x="11017" y="68495"/>
                  </a:lnTo>
                  <a:lnTo>
                    <a:pt x="9197" y="73490"/>
                  </a:lnTo>
                  <a:lnTo>
                    <a:pt x="7536" y="78540"/>
                  </a:lnTo>
                  <a:lnTo>
                    <a:pt x="6036" y="83640"/>
                  </a:lnTo>
                  <a:lnTo>
                    <a:pt x="4700" y="88786"/>
                  </a:lnTo>
                  <a:lnTo>
                    <a:pt x="3528" y="93972"/>
                  </a:lnTo>
                  <a:lnTo>
                    <a:pt x="2521" y="99192"/>
                  </a:lnTo>
                  <a:lnTo>
                    <a:pt x="1681" y="104441"/>
                  </a:lnTo>
                  <a:lnTo>
                    <a:pt x="1008" y="109715"/>
                  </a:lnTo>
                  <a:lnTo>
                    <a:pt x="503" y="115007"/>
                  </a:lnTo>
                  <a:lnTo>
                    <a:pt x="167" y="120313"/>
                  </a:lnTo>
                  <a:lnTo>
                    <a:pt x="0" y="125627"/>
                  </a:lnTo>
                  <a:lnTo>
                    <a:pt x="1" y="130943"/>
                  </a:lnTo>
                  <a:lnTo>
                    <a:pt x="172" y="136257"/>
                  </a:lnTo>
                  <a:lnTo>
                    <a:pt x="512" y="141562"/>
                  </a:lnTo>
                  <a:lnTo>
                    <a:pt x="1020" y="146854"/>
                  </a:lnTo>
                  <a:lnTo>
                    <a:pt x="1696" y="152127"/>
                  </a:lnTo>
                  <a:lnTo>
                    <a:pt x="2539" y="157376"/>
                  </a:lnTo>
                  <a:lnTo>
                    <a:pt x="3549" y="162596"/>
                  </a:lnTo>
                  <a:lnTo>
                    <a:pt x="4725" y="167781"/>
                  </a:lnTo>
                  <a:lnTo>
                    <a:pt x="6065" y="172926"/>
                  </a:lnTo>
                  <a:lnTo>
                    <a:pt x="7567" y="178025"/>
                  </a:lnTo>
                  <a:lnTo>
                    <a:pt x="9231" y="183074"/>
                  </a:lnTo>
                  <a:lnTo>
                    <a:pt x="11055" y="188068"/>
                  </a:lnTo>
                  <a:lnTo>
                    <a:pt x="13037" y="193001"/>
                  </a:lnTo>
                  <a:lnTo>
                    <a:pt x="15174" y="197869"/>
                  </a:lnTo>
                  <a:lnTo>
                    <a:pt x="17465" y="202666"/>
                  </a:lnTo>
                  <a:lnTo>
                    <a:pt x="19908" y="207388"/>
                  </a:lnTo>
                  <a:lnTo>
                    <a:pt x="22500" y="212030"/>
                  </a:lnTo>
                  <a:lnTo>
                    <a:pt x="25237" y="216588"/>
                  </a:lnTo>
                  <a:lnTo>
                    <a:pt x="28119" y="221055"/>
                  </a:lnTo>
                  <a:lnTo>
                    <a:pt x="31141" y="225429"/>
                  </a:lnTo>
                  <a:lnTo>
                    <a:pt x="34300" y="229705"/>
                  </a:lnTo>
                  <a:lnTo>
                    <a:pt x="37594" y="233878"/>
                  </a:lnTo>
                  <a:lnTo>
                    <a:pt x="41019" y="237944"/>
                  </a:lnTo>
                  <a:lnTo>
                    <a:pt x="44571" y="241899"/>
                  </a:lnTo>
                  <a:lnTo>
                    <a:pt x="48248" y="245740"/>
                  </a:lnTo>
                  <a:lnTo>
                    <a:pt x="52045" y="249461"/>
                  </a:lnTo>
                  <a:lnTo>
                    <a:pt x="55958" y="253060"/>
                  </a:lnTo>
                  <a:lnTo>
                    <a:pt x="59983" y="256532"/>
                  </a:lnTo>
                  <a:lnTo>
                    <a:pt x="64117" y="259875"/>
                  </a:lnTo>
                  <a:lnTo>
                    <a:pt x="68355" y="263085"/>
                  </a:lnTo>
                  <a:lnTo>
                    <a:pt x="72694" y="266158"/>
                  </a:lnTo>
                  <a:lnTo>
                    <a:pt x="77127" y="269092"/>
                  </a:lnTo>
                  <a:lnTo>
                    <a:pt x="81652" y="271883"/>
                  </a:lnTo>
                  <a:lnTo>
                    <a:pt x="86263" y="274529"/>
                  </a:lnTo>
                  <a:lnTo>
                    <a:pt x="90956" y="277027"/>
                  </a:lnTo>
                  <a:lnTo>
                    <a:pt x="95726" y="279375"/>
                  </a:lnTo>
                  <a:lnTo>
                    <a:pt x="100568" y="281569"/>
                  </a:lnTo>
                  <a:lnTo>
                    <a:pt x="105478" y="283609"/>
                  </a:lnTo>
                  <a:lnTo>
                    <a:pt x="110450" y="285491"/>
                  </a:lnTo>
                  <a:lnTo>
                    <a:pt x="115479" y="287215"/>
                  </a:lnTo>
                  <a:lnTo>
                    <a:pt x="120561" y="288777"/>
                  </a:lnTo>
                  <a:lnTo>
                    <a:pt x="125689" y="290177"/>
                  </a:lnTo>
                  <a:lnTo>
                    <a:pt x="130860" y="291414"/>
                  </a:lnTo>
                  <a:lnTo>
                    <a:pt x="136067" y="292485"/>
                  </a:lnTo>
                  <a:lnTo>
                    <a:pt x="141306" y="293390"/>
                  </a:lnTo>
                  <a:lnTo>
                    <a:pt x="146571" y="294128"/>
                  </a:lnTo>
                  <a:lnTo>
                    <a:pt x="151856" y="294699"/>
                  </a:lnTo>
                  <a:lnTo>
                    <a:pt x="157158" y="295101"/>
                  </a:lnTo>
                  <a:lnTo>
                    <a:pt x="162469" y="295334"/>
                  </a:lnTo>
                  <a:lnTo>
                    <a:pt x="167785" y="295398"/>
                  </a:lnTo>
                  <a:lnTo>
                    <a:pt x="173100" y="295293"/>
                  </a:lnTo>
                  <a:lnTo>
                    <a:pt x="178409" y="295020"/>
                  </a:lnTo>
                  <a:lnTo>
                    <a:pt x="183707" y="294577"/>
                  </a:lnTo>
                  <a:lnTo>
                    <a:pt x="188989" y="293966"/>
                  </a:lnTo>
                  <a:lnTo>
                    <a:pt x="194248" y="293188"/>
                  </a:lnTo>
                  <a:lnTo>
                    <a:pt x="199479" y="292243"/>
                  </a:lnTo>
                  <a:lnTo>
                    <a:pt x="204678" y="291132"/>
                  </a:lnTo>
                  <a:lnTo>
                    <a:pt x="209839" y="289856"/>
                  </a:lnTo>
                  <a:lnTo>
                    <a:pt x="214957" y="288417"/>
                  </a:lnTo>
                  <a:lnTo>
                    <a:pt x="220027" y="286815"/>
                  </a:lnTo>
                  <a:lnTo>
                    <a:pt x="225043" y="285054"/>
                  </a:lnTo>
                  <a:lnTo>
                    <a:pt x="230000" y="283133"/>
                  </a:lnTo>
                  <a:lnTo>
                    <a:pt x="234894" y="281056"/>
                  </a:lnTo>
                  <a:lnTo>
                    <a:pt x="239719" y="278825"/>
                  </a:lnTo>
                  <a:lnTo>
                    <a:pt x="244471" y="276441"/>
                  </a:lnTo>
                  <a:lnTo>
                    <a:pt x="249145" y="273907"/>
                  </a:lnTo>
                  <a:lnTo>
                    <a:pt x="253736" y="271226"/>
                  </a:lnTo>
                  <a:lnTo>
                    <a:pt x="258239" y="268400"/>
                  </a:lnTo>
                  <a:lnTo>
                    <a:pt x="262650" y="265433"/>
                  </a:lnTo>
                  <a:lnTo>
                    <a:pt x="266965" y="262327"/>
                  </a:lnTo>
                  <a:lnTo>
                    <a:pt x="271178" y="259085"/>
                  </a:lnTo>
                  <a:lnTo>
                    <a:pt x="275286" y="255711"/>
                  </a:lnTo>
                  <a:lnTo>
                    <a:pt x="279285" y="252207"/>
                  </a:lnTo>
                  <a:lnTo>
                    <a:pt x="283171" y="248579"/>
                  </a:lnTo>
                  <a:lnTo>
                    <a:pt x="286939" y="244829"/>
                  </a:lnTo>
                  <a:lnTo>
                    <a:pt x="290586" y="240960"/>
                  </a:lnTo>
                  <a:lnTo>
                    <a:pt x="294108" y="236978"/>
                  </a:lnTo>
                  <a:lnTo>
                    <a:pt x="297502" y="232886"/>
                  </a:lnTo>
                  <a:lnTo>
                    <a:pt x="300764" y="228688"/>
                  </a:lnTo>
                  <a:lnTo>
                    <a:pt x="303891" y="224388"/>
                  </a:lnTo>
                  <a:lnTo>
                    <a:pt x="306879" y="219991"/>
                  </a:lnTo>
                  <a:lnTo>
                    <a:pt x="309726" y="215502"/>
                  </a:lnTo>
                  <a:lnTo>
                    <a:pt x="312429" y="210924"/>
                  </a:lnTo>
                  <a:lnTo>
                    <a:pt x="314985" y="206262"/>
                  </a:lnTo>
                  <a:lnTo>
                    <a:pt x="317392" y="201521"/>
                  </a:lnTo>
                  <a:lnTo>
                    <a:pt x="319646" y="196707"/>
                  </a:lnTo>
                  <a:lnTo>
                    <a:pt x="321747" y="191823"/>
                  </a:lnTo>
                  <a:lnTo>
                    <a:pt x="323691" y="186875"/>
                  </a:lnTo>
                  <a:lnTo>
                    <a:pt x="325476" y="181867"/>
                  </a:lnTo>
                  <a:lnTo>
                    <a:pt x="327102" y="176805"/>
                  </a:lnTo>
                  <a:lnTo>
                    <a:pt x="328565" y="171694"/>
                  </a:lnTo>
                  <a:lnTo>
                    <a:pt x="329866" y="166540"/>
                  </a:lnTo>
                  <a:lnTo>
                    <a:pt x="331002" y="161346"/>
                  </a:lnTo>
                  <a:lnTo>
                    <a:pt x="331972" y="156119"/>
                  </a:lnTo>
                  <a:lnTo>
                    <a:pt x="332775" y="150864"/>
                  </a:lnTo>
                  <a:lnTo>
                    <a:pt x="333411" y="145585"/>
                  </a:lnTo>
                  <a:lnTo>
                    <a:pt x="333879" y="140290"/>
                  </a:lnTo>
                  <a:lnTo>
                    <a:pt x="334178" y="134982"/>
                  </a:lnTo>
                  <a:lnTo>
                    <a:pt x="334308" y="129667"/>
                  </a:lnTo>
                  <a:lnTo>
                    <a:pt x="334269" y="124351"/>
                  </a:lnTo>
                  <a:lnTo>
                    <a:pt x="334061" y="119038"/>
                  </a:lnTo>
                  <a:lnTo>
                    <a:pt x="333684" y="113735"/>
                  </a:lnTo>
                  <a:lnTo>
                    <a:pt x="333139" y="108447"/>
                  </a:lnTo>
                  <a:lnTo>
                    <a:pt x="332426" y="103179"/>
                  </a:lnTo>
                  <a:lnTo>
                    <a:pt x="331546" y="97936"/>
                  </a:lnTo>
                  <a:lnTo>
                    <a:pt x="330499" y="92723"/>
                  </a:lnTo>
                  <a:lnTo>
                    <a:pt x="329288" y="87547"/>
                  </a:lnTo>
                  <a:lnTo>
                    <a:pt x="327912" y="82412"/>
                  </a:lnTo>
                  <a:lnTo>
                    <a:pt x="326373" y="77323"/>
                  </a:lnTo>
                  <a:lnTo>
                    <a:pt x="324674" y="72285"/>
                  </a:lnTo>
                  <a:lnTo>
                    <a:pt x="322815" y="67304"/>
                  </a:lnTo>
                  <a:lnTo>
                    <a:pt x="320799" y="62385"/>
                  </a:lnTo>
                  <a:lnTo>
                    <a:pt x="318628" y="57532"/>
                  </a:lnTo>
                  <a:lnTo>
                    <a:pt x="316303" y="52751"/>
                  </a:lnTo>
                  <a:lnTo>
                    <a:pt x="313827" y="48047"/>
                  </a:lnTo>
                  <a:lnTo>
                    <a:pt x="311203" y="43423"/>
                  </a:lnTo>
                  <a:lnTo>
                    <a:pt x="308434" y="38885"/>
                  </a:lnTo>
                  <a:lnTo>
                    <a:pt x="305521" y="34437"/>
                  </a:lnTo>
                  <a:lnTo>
                    <a:pt x="167147" y="1282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488720" y="1322571"/>
              <a:ext cx="138374" cy="167167"/>
            </a:xfrm>
            <a:custGeom>
              <a:avLst/>
              <a:pathLst>
                <a:path w="138374" h="167167">
                  <a:moveTo>
                    <a:pt x="138374" y="73372"/>
                  </a:moveTo>
                  <a:lnTo>
                    <a:pt x="135253" y="68925"/>
                  </a:lnTo>
                  <a:lnTo>
                    <a:pt x="131989" y="64581"/>
                  </a:lnTo>
                  <a:lnTo>
                    <a:pt x="128585" y="60346"/>
                  </a:lnTo>
                  <a:lnTo>
                    <a:pt x="125046" y="56224"/>
                  </a:lnTo>
                  <a:lnTo>
                    <a:pt x="121374" y="52219"/>
                  </a:lnTo>
                  <a:lnTo>
                    <a:pt x="117575" y="48335"/>
                  </a:lnTo>
                  <a:lnTo>
                    <a:pt x="113651" y="44577"/>
                  </a:lnTo>
                  <a:lnTo>
                    <a:pt x="109607" y="40948"/>
                  </a:lnTo>
                  <a:lnTo>
                    <a:pt x="105447" y="37453"/>
                  </a:lnTo>
                  <a:lnTo>
                    <a:pt x="101176" y="34095"/>
                  </a:lnTo>
                  <a:lnTo>
                    <a:pt x="96798" y="30877"/>
                  </a:lnTo>
                  <a:lnTo>
                    <a:pt x="92318" y="27803"/>
                  </a:lnTo>
                  <a:lnTo>
                    <a:pt x="87740" y="24877"/>
                  </a:lnTo>
                  <a:lnTo>
                    <a:pt x="83070" y="22100"/>
                  </a:lnTo>
                  <a:lnTo>
                    <a:pt x="78311" y="19477"/>
                  </a:lnTo>
                  <a:lnTo>
                    <a:pt x="73471" y="17010"/>
                  </a:lnTo>
                  <a:lnTo>
                    <a:pt x="68552" y="14702"/>
                  </a:lnTo>
                  <a:lnTo>
                    <a:pt x="63561" y="12555"/>
                  </a:lnTo>
                  <a:lnTo>
                    <a:pt x="58503" y="10571"/>
                  </a:lnTo>
                  <a:lnTo>
                    <a:pt x="53383" y="8752"/>
                  </a:lnTo>
                  <a:lnTo>
                    <a:pt x="48207" y="7101"/>
                  </a:lnTo>
                  <a:lnTo>
                    <a:pt x="42979" y="5619"/>
                  </a:lnTo>
                  <a:lnTo>
                    <a:pt x="37707" y="4308"/>
                  </a:lnTo>
                  <a:lnTo>
                    <a:pt x="32394" y="3168"/>
                  </a:lnTo>
                  <a:lnTo>
                    <a:pt x="27048" y="2202"/>
                  </a:lnTo>
                  <a:lnTo>
                    <a:pt x="21672" y="1410"/>
                  </a:lnTo>
                  <a:lnTo>
                    <a:pt x="16274" y="794"/>
                  </a:lnTo>
                  <a:lnTo>
                    <a:pt x="10859" y="353"/>
                  </a:lnTo>
                  <a:lnTo>
                    <a:pt x="543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13127" y="1681503"/>
              <a:ext cx="73397" cy="167167"/>
            </a:xfrm>
            <a:custGeom>
              <a:avLst/>
              <a:pathLst>
                <a:path w="73397" h="167167">
                  <a:moveTo>
                    <a:pt x="73397" y="0"/>
                  </a:moveTo>
                  <a:lnTo>
                    <a:pt x="67553" y="102"/>
                  </a:lnTo>
                  <a:lnTo>
                    <a:pt x="61716" y="408"/>
                  </a:lnTo>
                  <a:lnTo>
                    <a:pt x="55894" y="918"/>
                  </a:lnTo>
                  <a:lnTo>
                    <a:pt x="50093" y="1632"/>
                  </a:lnTo>
                  <a:lnTo>
                    <a:pt x="44320" y="2548"/>
                  </a:lnTo>
                  <a:lnTo>
                    <a:pt x="38583" y="3665"/>
                  </a:lnTo>
                  <a:lnTo>
                    <a:pt x="32888" y="4982"/>
                  </a:lnTo>
                  <a:lnTo>
                    <a:pt x="27243" y="6497"/>
                  </a:lnTo>
                  <a:lnTo>
                    <a:pt x="21654" y="8209"/>
                  </a:lnTo>
                  <a:lnTo>
                    <a:pt x="16129" y="10115"/>
                  </a:lnTo>
                  <a:lnTo>
                    <a:pt x="10674" y="12213"/>
                  </a:lnTo>
                  <a:lnTo>
                    <a:pt x="5295" y="14500"/>
                  </a:lnTo>
                  <a:lnTo>
                    <a:pt x="0" y="16975"/>
                  </a:lnTo>
                  <a:lnTo>
                    <a:pt x="7339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13127" y="1698478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19362" y="1681503"/>
              <a:ext cx="334315" cy="334332"/>
            </a:xfrm>
            <a:custGeom>
              <a:avLst/>
              <a:pathLst>
                <a:path w="334315" h="334332">
                  <a:moveTo>
                    <a:pt x="93765" y="16975"/>
                  </a:moveTo>
                  <a:lnTo>
                    <a:pt x="89044" y="19375"/>
                  </a:lnTo>
                  <a:lnTo>
                    <a:pt x="84403" y="21923"/>
                  </a:lnTo>
                  <a:lnTo>
                    <a:pt x="79844" y="24617"/>
                  </a:lnTo>
                  <a:lnTo>
                    <a:pt x="75373" y="27454"/>
                  </a:lnTo>
                  <a:lnTo>
                    <a:pt x="70994" y="30431"/>
                  </a:lnTo>
                  <a:lnTo>
                    <a:pt x="66712" y="33546"/>
                  </a:lnTo>
                  <a:lnTo>
                    <a:pt x="62530" y="36794"/>
                  </a:lnTo>
                  <a:lnTo>
                    <a:pt x="58453" y="40173"/>
                  </a:lnTo>
                  <a:lnTo>
                    <a:pt x="54486" y="43680"/>
                  </a:lnTo>
                  <a:lnTo>
                    <a:pt x="50631" y="47311"/>
                  </a:lnTo>
                  <a:lnTo>
                    <a:pt x="46894" y="51062"/>
                  </a:lnTo>
                  <a:lnTo>
                    <a:pt x="43277" y="54929"/>
                  </a:lnTo>
                  <a:lnTo>
                    <a:pt x="39784" y="58909"/>
                  </a:lnTo>
                  <a:lnTo>
                    <a:pt x="36419" y="62998"/>
                  </a:lnTo>
                  <a:lnTo>
                    <a:pt x="33186" y="67191"/>
                  </a:lnTo>
                  <a:lnTo>
                    <a:pt x="30086" y="71484"/>
                  </a:lnTo>
                  <a:lnTo>
                    <a:pt x="27125" y="75874"/>
                  </a:lnTo>
                  <a:lnTo>
                    <a:pt x="24303" y="80355"/>
                  </a:lnTo>
                  <a:lnTo>
                    <a:pt x="21626" y="84923"/>
                  </a:lnTo>
                  <a:lnTo>
                    <a:pt x="19094" y="89574"/>
                  </a:lnTo>
                  <a:lnTo>
                    <a:pt x="16711" y="94302"/>
                  </a:lnTo>
                  <a:lnTo>
                    <a:pt x="14478" y="99104"/>
                  </a:lnTo>
                  <a:lnTo>
                    <a:pt x="12399" y="103974"/>
                  </a:lnTo>
                  <a:lnTo>
                    <a:pt x="10475" y="108907"/>
                  </a:lnTo>
                  <a:lnTo>
                    <a:pt x="8709" y="113899"/>
                  </a:lnTo>
                  <a:lnTo>
                    <a:pt x="7101" y="118944"/>
                  </a:lnTo>
                  <a:lnTo>
                    <a:pt x="5654" y="124038"/>
                  </a:lnTo>
                  <a:lnTo>
                    <a:pt x="4369" y="129175"/>
                  </a:lnTo>
                  <a:lnTo>
                    <a:pt x="3248" y="134350"/>
                  </a:lnTo>
                  <a:lnTo>
                    <a:pt x="2290" y="139558"/>
                  </a:lnTo>
                  <a:lnTo>
                    <a:pt x="1499" y="144794"/>
                  </a:lnTo>
                  <a:lnTo>
                    <a:pt x="873" y="150052"/>
                  </a:lnTo>
                  <a:lnTo>
                    <a:pt x="415" y="155327"/>
                  </a:lnTo>
                  <a:lnTo>
                    <a:pt x="123" y="160614"/>
                  </a:lnTo>
                  <a:lnTo>
                    <a:pt x="0" y="165908"/>
                  </a:lnTo>
                  <a:lnTo>
                    <a:pt x="43" y="171203"/>
                  </a:lnTo>
                  <a:lnTo>
                    <a:pt x="255" y="176494"/>
                  </a:lnTo>
                  <a:lnTo>
                    <a:pt x="634" y="181776"/>
                  </a:lnTo>
                  <a:lnTo>
                    <a:pt x="1181" y="187043"/>
                  </a:lnTo>
                  <a:lnTo>
                    <a:pt x="1893" y="192290"/>
                  </a:lnTo>
                  <a:lnTo>
                    <a:pt x="2772" y="197511"/>
                  </a:lnTo>
                  <a:lnTo>
                    <a:pt x="3815" y="202703"/>
                  </a:lnTo>
                  <a:lnTo>
                    <a:pt x="5023" y="207858"/>
                  </a:lnTo>
                  <a:lnTo>
                    <a:pt x="6393" y="212973"/>
                  </a:lnTo>
                  <a:lnTo>
                    <a:pt x="7924" y="218042"/>
                  </a:lnTo>
                  <a:lnTo>
                    <a:pt x="9616" y="223060"/>
                  </a:lnTo>
                  <a:lnTo>
                    <a:pt x="11465" y="228022"/>
                  </a:lnTo>
                  <a:lnTo>
                    <a:pt x="13470" y="232923"/>
                  </a:lnTo>
                  <a:lnTo>
                    <a:pt x="15630" y="237757"/>
                  </a:lnTo>
                  <a:lnTo>
                    <a:pt x="17942" y="242521"/>
                  </a:lnTo>
                  <a:lnTo>
                    <a:pt x="20403" y="247209"/>
                  </a:lnTo>
                  <a:lnTo>
                    <a:pt x="23012" y="251817"/>
                  </a:lnTo>
                  <a:lnTo>
                    <a:pt x="25766" y="256341"/>
                  </a:lnTo>
                  <a:lnTo>
                    <a:pt x="28661" y="260774"/>
                  </a:lnTo>
                  <a:lnTo>
                    <a:pt x="31695" y="265114"/>
                  </a:lnTo>
                  <a:lnTo>
                    <a:pt x="34865" y="269355"/>
                  </a:lnTo>
                  <a:lnTo>
                    <a:pt x="38168" y="273494"/>
                  </a:lnTo>
                  <a:lnTo>
                    <a:pt x="41600" y="277526"/>
                  </a:lnTo>
                  <a:lnTo>
                    <a:pt x="45159" y="281448"/>
                  </a:lnTo>
                  <a:lnTo>
                    <a:pt x="48839" y="285254"/>
                  </a:lnTo>
                  <a:lnTo>
                    <a:pt x="52639" y="288943"/>
                  </a:lnTo>
                  <a:lnTo>
                    <a:pt x="56553" y="292509"/>
                  </a:lnTo>
                  <a:lnTo>
                    <a:pt x="60578" y="295949"/>
                  </a:lnTo>
                  <a:lnTo>
                    <a:pt x="64711" y="299260"/>
                  </a:lnTo>
                  <a:lnTo>
                    <a:pt x="68946" y="302439"/>
                  </a:lnTo>
                  <a:lnTo>
                    <a:pt x="73279" y="305482"/>
                  </a:lnTo>
                  <a:lnTo>
                    <a:pt x="77707" y="308386"/>
                  </a:lnTo>
                  <a:lnTo>
                    <a:pt x="82225" y="311148"/>
                  </a:lnTo>
                  <a:lnTo>
                    <a:pt x="86827" y="313766"/>
                  </a:lnTo>
                  <a:lnTo>
                    <a:pt x="91511" y="316237"/>
                  </a:lnTo>
                  <a:lnTo>
                    <a:pt x="96270" y="318558"/>
                  </a:lnTo>
                  <a:lnTo>
                    <a:pt x="101101" y="320727"/>
                  </a:lnTo>
                  <a:lnTo>
                    <a:pt x="105997" y="322743"/>
                  </a:lnTo>
                  <a:lnTo>
                    <a:pt x="110955" y="324602"/>
                  </a:lnTo>
                  <a:lnTo>
                    <a:pt x="115970" y="326303"/>
                  </a:lnTo>
                  <a:lnTo>
                    <a:pt x="121036" y="327845"/>
                  </a:lnTo>
                  <a:lnTo>
                    <a:pt x="126148" y="329225"/>
                  </a:lnTo>
                  <a:lnTo>
                    <a:pt x="131301" y="330443"/>
                  </a:lnTo>
                  <a:lnTo>
                    <a:pt x="136490" y="331496"/>
                  </a:lnTo>
                  <a:lnTo>
                    <a:pt x="141710" y="332385"/>
                  </a:lnTo>
                  <a:lnTo>
                    <a:pt x="146956" y="333109"/>
                  </a:lnTo>
                  <a:lnTo>
                    <a:pt x="152222" y="333665"/>
                  </a:lnTo>
                  <a:lnTo>
                    <a:pt x="157503" y="334055"/>
                  </a:lnTo>
                  <a:lnTo>
                    <a:pt x="162793" y="334277"/>
                  </a:lnTo>
                  <a:lnTo>
                    <a:pt x="168088" y="334332"/>
                  </a:lnTo>
                  <a:lnTo>
                    <a:pt x="173382" y="334219"/>
                  </a:lnTo>
                  <a:lnTo>
                    <a:pt x="178670" y="333938"/>
                  </a:lnTo>
                  <a:lnTo>
                    <a:pt x="183946" y="333490"/>
                  </a:lnTo>
                  <a:lnTo>
                    <a:pt x="189205" y="332875"/>
                  </a:lnTo>
                  <a:lnTo>
                    <a:pt x="194443" y="332093"/>
                  </a:lnTo>
                  <a:lnTo>
                    <a:pt x="199652" y="331147"/>
                  </a:lnTo>
                  <a:lnTo>
                    <a:pt x="204830" y="330035"/>
                  </a:lnTo>
                  <a:lnTo>
                    <a:pt x="209969" y="328761"/>
                  </a:lnTo>
                  <a:lnTo>
                    <a:pt x="215066" y="327324"/>
                  </a:lnTo>
                  <a:lnTo>
                    <a:pt x="220114" y="325726"/>
                  </a:lnTo>
                  <a:lnTo>
                    <a:pt x="225109" y="323970"/>
                  </a:lnTo>
                  <a:lnTo>
                    <a:pt x="230047" y="322056"/>
                  </a:lnTo>
                  <a:lnTo>
                    <a:pt x="234921" y="319986"/>
                  </a:lnTo>
                  <a:lnTo>
                    <a:pt x="239727" y="317763"/>
                  </a:lnTo>
                  <a:lnTo>
                    <a:pt x="244460" y="315390"/>
                  </a:lnTo>
                  <a:lnTo>
                    <a:pt x="249116" y="312867"/>
                  </a:lnTo>
                  <a:lnTo>
                    <a:pt x="253689" y="310198"/>
                  </a:lnTo>
                  <a:lnTo>
                    <a:pt x="258176" y="307386"/>
                  </a:lnTo>
                  <a:lnTo>
                    <a:pt x="262571" y="304433"/>
                  </a:lnTo>
                  <a:lnTo>
                    <a:pt x="266871" y="301343"/>
                  </a:lnTo>
                  <a:lnTo>
                    <a:pt x="271071" y="298117"/>
                  </a:lnTo>
                  <a:lnTo>
                    <a:pt x="275166" y="294761"/>
                  </a:lnTo>
                  <a:lnTo>
                    <a:pt x="279153" y="291276"/>
                  </a:lnTo>
                  <a:lnTo>
                    <a:pt x="283028" y="287667"/>
                  </a:lnTo>
                  <a:lnTo>
                    <a:pt x="286786" y="283936"/>
                  </a:lnTo>
                  <a:lnTo>
                    <a:pt x="290424" y="280089"/>
                  </a:lnTo>
                  <a:lnTo>
                    <a:pt x="293939" y="276129"/>
                  </a:lnTo>
                  <a:lnTo>
                    <a:pt x="297326" y="272059"/>
                  </a:lnTo>
                  <a:lnTo>
                    <a:pt x="300583" y="267883"/>
                  </a:lnTo>
                  <a:lnTo>
                    <a:pt x="303706" y="263607"/>
                  </a:lnTo>
                  <a:lnTo>
                    <a:pt x="306692" y="259234"/>
                  </a:lnTo>
                  <a:lnTo>
                    <a:pt x="309538" y="254769"/>
                  </a:lnTo>
                  <a:lnTo>
                    <a:pt x="312241" y="250216"/>
                  </a:lnTo>
                  <a:lnTo>
                    <a:pt x="314799" y="245579"/>
                  </a:lnTo>
                  <a:lnTo>
                    <a:pt x="317208" y="240864"/>
                  </a:lnTo>
                  <a:lnTo>
                    <a:pt x="319467" y="236074"/>
                  </a:lnTo>
                  <a:lnTo>
                    <a:pt x="321573" y="231216"/>
                  </a:lnTo>
                  <a:lnTo>
                    <a:pt x="323524" y="226293"/>
                  </a:lnTo>
                  <a:lnTo>
                    <a:pt x="325318" y="221311"/>
                  </a:lnTo>
                  <a:lnTo>
                    <a:pt x="326954" y="216275"/>
                  </a:lnTo>
                  <a:lnTo>
                    <a:pt x="328429" y="211190"/>
                  </a:lnTo>
                  <a:lnTo>
                    <a:pt x="329742" y="206060"/>
                  </a:lnTo>
                  <a:lnTo>
                    <a:pt x="330893" y="200891"/>
                  </a:lnTo>
                  <a:lnTo>
                    <a:pt x="331879" y="195689"/>
                  </a:lnTo>
                  <a:lnTo>
                    <a:pt x="332699" y="190457"/>
                  </a:lnTo>
                  <a:lnTo>
                    <a:pt x="333354" y="185203"/>
                  </a:lnTo>
                  <a:lnTo>
                    <a:pt x="333842" y="179930"/>
                  </a:lnTo>
                  <a:lnTo>
                    <a:pt x="334162" y="174645"/>
                  </a:lnTo>
                  <a:lnTo>
                    <a:pt x="334315" y="169352"/>
                  </a:lnTo>
                  <a:lnTo>
                    <a:pt x="334301" y="164056"/>
                  </a:lnTo>
                  <a:lnTo>
                    <a:pt x="334118" y="158764"/>
                  </a:lnTo>
                  <a:lnTo>
                    <a:pt x="333768" y="153481"/>
                  </a:lnTo>
                  <a:lnTo>
                    <a:pt x="333251" y="148211"/>
                  </a:lnTo>
                  <a:lnTo>
                    <a:pt x="332568" y="142960"/>
                  </a:lnTo>
                  <a:lnTo>
                    <a:pt x="331718" y="137733"/>
                  </a:lnTo>
                  <a:lnTo>
                    <a:pt x="330703" y="132536"/>
                  </a:lnTo>
                  <a:lnTo>
                    <a:pt x="329524" y="127374"/>
                  </a:lnTo>
                  <a:lnTo>
                    <a:pt x="328183" y="122252"/>
                  </a:lnTo>
                  <a:lnTo>
                    <a:pt x="326679" y="117174"/>
                  </a:lnTo>
                  <a:lnTo>
                    <a:pt x="325016" y="112147"/>
                  </a:lnTo>
                  <a:lnTo>
                    <a:pt x="323194" y="107175"/>
                  </a:lnTo>
                  <a:lnTo>
                    <a:pt x="321216" y="102264"/>
                  </a:lnTo>
                  <a:lnTo>
                    <a:pt x="319083" y="97417"/>
                  </a:lnTo>
                  <a:lnTo>
                    <a:pt x="316798" y="92640"/>
                  </a:lnTo>
                  <a:lnTo>
                    <a:pt x="314362" y="87938"/>
                  </a:lnTo>
                  <a:lnTo>
                    <a:pt x="311779" y="83316"/>
                  </a:lnTo>
                  <a:lnTo>
                    <a:pt x="309051" y="78778"/>
                  </a:lnTo>
                  <a:lnTo>
                    <a:pt x="306180" y="74328"/>
                  </a:lnTo>
                  <a:lnTo>
                    <a:pt x="303170" y="69972"/>
                  </a:lnTo>
                  <a:lnTo>
                    <a:pt x="300023" y="65713"/>
                  </a:lnTo>
                  <a:lnTo>
                    <a:pt x="296743" y="61556"/>
                  </a:lnTo>
                  <a:lnTo>
                    <a:pt x="293333" y="57505"/>
                  </a:lnTo>
                  <a:lnTo>
                    <a:pt x="289797" y="53564"/>
                  </a:lnTo>
                  <a:lnTo>
                    <a:pt x="286137" y="49737"/>
                  </a:lnTo>
                  <a:lnTo>
                    <a:pt x="282358" y="46027"/>
                  </a:lnTo>
                  <a:lnTo>
                    <a:pt x="278464" y="42440"/>
                  </a:lnTo>
                  <a:lnTo>
                    <a:pt x="274458" y="38977"/>
                  </a:lnTo>
                  <a:lnTo>
                    <a:pt x="270344" y="35643"/>
                  </a:lnTo>
                  <a:lnTo>
                    <a:pt x="266126" y="32441"/>
                  </a:lnTo>
                  <a:lnTo>
                    <a:pt x="261810" y="29374"/>
                  </a:lnTo>
                  <a:lnTo>
                    <a:pt x="257398" y="26446"/>
                  </a:lnTo>
                  <a:lnTo>
                    <a:pt x="252896" y="23658"/>
                  </a:lnTo>
                  <a:lnTo>
                    <a:pt x="248308" y="21015"/>
                  </a:lnTo>
                  <a:lnTo>
                    <a:pt x="243638" y="18518"/>
                  </a:lnTo>
                  <a:lnTo>
                    <a:pt x="238892" y="16171"/>
                  </a:lnTo>
                  <a:lnTo>
                    <a:pt x="234073" y="13975"/>
                  </a:lnTo>
                  <a:lnTo>
                    <a:pt x="229188" y="11932"/>
                  </a:lnTo>
                  <a:lnTo>
                    <a:pt x="224240" y="10046"/>
                  </a:lnTo>
                  <a:lnTo>
                    <a:pt x="219235" y="8317"/>
                  </a:lnTo>
                  <a:lnTo>
                    <a:pt x="214178" y="6747"/>
                  </a:lnTo>
                  <a:lnTo>
                    <a:pt x="209074" y="5339"/>
                  </a:lnTo>
                  <a:lnTo>
                    <a:pt x="203927" y="4092"/>
                  </a:lnTo>
                  <a:lnTo>
                    <a:pt x="198744" y="3010"/>
                  </a:lnTo>
                  <a:lnTo>
                    <a:pt x="193529" y="2092"/>
                  </a:lnTo>
                  <a:lnTo>
                    <a:pt x="188287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58076" y="2126963"/>
              <a:ext cx="23211" cy="167167"/>
            </a:xfrm>
            <a:custGeom>
              <a:avLst/>
              <a:pathLst>
                <a:path w="23211" h="167167">
                  <a:moveTo>
                    <a:pt x="23211" y="0"/>
                  </a:moveTo>
                  <a:lnTo>
                    <a:pt x="15451" y="180"/>
                  </a:lnTo>
                  <a:lnTo>
                    <a:pt x="7709" y="720"/>
                  </a:lnTo>
                  <a:lnTo>
                    <a:pt x="0" y="1619"/>
                  </a:lnTo>
                  <a:lnTo>
                    <a:pt x="2321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58076" y="2128582"/>
              <a:ext cx="23211" cy="165548"/>
            </a:xfrm>
            <a:custGeom>
              <a:avLst/>
              <a:pathLst>
                <a:path w="23211" h="165548">
                  <a:moveTo>
                    <a:pt x="0" y="0"/>
                  </a:moveTo>
                  <a:lnTo>
                    <a:pt x="23211" y="1655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14121" y="2127507"/>
              <a:ext cx="334333" cy="333776"/>
            </a:xfrm>
            <a:custGeom>
              <a:avLst/>
              <a:pathLst>
                <a:path w="334333" h="333776">
                  <a:moveTo>
                    <a:pt x="143955" y="1075"/>
                  </a:moveTo>
                  <a:lnTo>
                    <a:pt x="138712" y="1896"/>
                  </a:lnTo>
                  <a:lnTo>
                    <a:pt x="133498" y="2882"/>
                  </a:lnTo>
                  <a:lnTo>
                    <a:pt x="128318" y="4033"/>
                  </a:lnTo>
                  <a:lnTo>
                    <a:pt x="123177" y="5348"/>
                  </a:lnTo>
                  <a:lnTo>
                    <a:pt x="118081" y="6825"/>
                  </a:lnTo>
                  <a:lnTo>
                    <a:pt x="113033" y="8464"/>
                  </a:lnTo>
                  <a:lnTo>
                    <a:pt x="108041" y="10261"/>
                  </a:lnTo>
                  <a:lnTo>
                    <a:pt x="103108" y="12217"/>
                  </a:lnTo>
                  <a:lnTo>
                    <a:pt x="98239" y="14328"/>
                  </a:lnTo>
                  <a:lnTo>
                    <a:pt x="93440" y="16592"/>
                  </a:lnTo>
                  <a:lnTo>
                    <a:pt x="88715" y="19008"/>
                  </a:lnTo>
                  <a:lnTo>
                    <a:pt x="84070" y="21572"/>
                  </a:lnTo>
                  <a:lnTo>
                    <a:pt x="79508" y="24283"/>
                  </a:lnTo>
                  <a:lnTo>
                    <a:pt x="75034" y="27137"/>
                  </a:lnTo>
                  <a:lnTo>
                    <a:pt x="70653" y="30131"/>
                  </a:lnTo>
                  <a:lnTo>
                    <a:pt x="66370" y="33263"/>
                  </a:lnTo>
                  <a:lnTo>
                    <a:pt x="62188" y="36530"/>
                  </a:lnTo>
                  <a:lnTo>
                    <a:pt x="58111" y="39927"/>
                  </a:lnTo>
                  <a:lnTo>
                    <a:pt x="54145" y="43452"/>
                  </a:lnTo>
                  <a:lnTo>
                    <a:pt x="50293" y="47101"/>
                  </a:lnTo>
                  <a:lnTo>
                    <a:pt x="46558" y="50871"/>
                  </a:lnTo>
                  <a:lnTo>
                    <a:pt x="42945" y="54758"/>
                  </a:lnTo>
                  <a:lnTo>
                    <a:pt x="39457" y="58757"/>
                  </a:lnTo>
                  <a:lnTo>
                    <a:pt x="36098" y="62864"/>
                  </a:lnTo>
                  <a:lnTo>
                    <a:pt x="32870" y="67077"/>
                  </a:lnTo>
                  <a:lnTo>
                    <a:pt x="29779" y="71389"/>
                  </a:lnTo>
                  <a:lnTo>
                    <a:pt x="26825" y="75798"/>
                  </a:lnTo>
                  <a:lnTo>
                    <a:pt x="24013" y="80298"/>
                  </a:lnTo>
                  <a:lnTo>
                    <a:pt x="21345" y="84885"/>
                  </a:lnTo>
                  <a:lnTo>
                    <a:pt x="18824" y="89554"/>
                  </a:lnTo>
                  <a:lnTo>
                    <a:pt x="16453" y="94302"/>
                  </a:lnTo>
                  <a:lnTo>
                    <a:pt x="14233" y="99122"/>
                  </a:lnTo>
                  <a:lnTo>
                    <a:pt x="12168" y="104010"/>
                  </a:lnTo>
                  <a:lnTo>
                    <a:pt x="10259" y="108961"/>
                  </a:lnTo>
                  <a:lnTo>
                    <a:pt x="8508" y="113970"/>
                  </a:lnTo>
                  <a:lnTo>
                    <a:pt x="6916" y="119032"/>
                  </a:lnTo>
                  <a:lnTo>
                    <a:pt x="5487" y="124142"/>
                  </a:lnTo>
                  <a:lnTo>
                    <a:pt x="4220" y="129295"/>
                  </a:lnTo>
                  <a:lnTo>
                    <a:pt x="3117" y="134486"/>
                  </a:lnTo>
                  <a:lnTo>
                    <a:pt x="2180" y="139709"/>
                  </a:lnTo>
                  <a:lnTo>
                    <a:pt x="1409" y="144959"/>
                  </a:lnTo>
                  <a:lnTo>
                    <a:pt x="804" y="150231"/>
                  </a:lnTo>
                  <a:lnTo>
                    <a:pt x="368" y="155520"/>
                  </a:lnTo>
                  <a:lnTo>
                    <a:pt x="100" y="160819"/>
                  </a:lnTo>
                  <a:lnTo>
                    <a:pt x="0" y="166125"/>
                  </a:lnTo>
                  <a:lnTo>
                    <a:pt x="68" y="171431"/>
                  </a:lnTo>
                  <a:lnTo>
                    <a:pt x="305" y="176732"/>
                  </a:lnTo>
                  <a:lnTo>
                    <a:pt x="710" y="182023"/>
                  </a:lnTo>
                  <a:lnTo>
                    <a:pt x="1282" y="187298"/>
                  </a:lnTo>
                  <a:lnTo>
                    <a:pt x="2022" y="192553"/>
                  </a:lnTo>
                  <a:lnTo>
                    <a:pt x="2928" y="197781"/>
                  </a:lnTo>
                  <a:lnTo>
                    <a:pt x="4000" y="202979"/>
                  </a:lnTo>
                  <a:lnTo>
                    <a:pt x="5236" y="208139"/>
                  </a:lnTo>
                  <a:lnTo>
                    <a:pt x="6635" y="213258"/>
                  </a:lnTo>
                  <a:lnTo>
                    <a:pt x="8196" y="218329"/>
                  </a:lnTo>
                  <a:lnTo>
                    <a:pt x="9917" y="223349"/>
                  </a:lnTo>
                  <a:lnTo>
                    <a:pt x="11797" y="228311"/>
                  </a:lnTo>
                  <a:lnTo>
                    <a:pt x="13833" y="233212"/>
                  </a:lnTo>
                  <a:lnTo>
                    <a:pt x="16024" y="238045"/>
                  </a:lnTo>
                  <a:lnTo>
                    <a:pt x="18367" y="242806"/>
                  </a:lnTo>
                  <a:lnTo>
                    <a:pt x="20860" y="247490"/>
                  </a:lnTo>
                  <a:lnTo>
                    <a:pt x="23500" y="252093"/>
                  </a:lnTo>
                  <a:lnTo>
                    <a:pt x="26285" y="256610"/>
                  </a:lnTo>
                  <a:lnTo>
                    <a:pt x="29213" y="261036"/>
                  </a:lnTo>
                  <a:lnTo>
                    <a:pt x="32279" y="265367"/>
                  </a:lnTo>
                  <a:lnTo>
                    <a:pt x="35481" y="269599"/>
                  </a:lnTo>
                  <a:lnTo>
                    <a:pt x="38815" y="273726"/>
                  </a:lnTo>
                  <a:lnTo>
                    <a:pt x="42279" y="277746"/>
                  </a:lnTo>
                  <a:lnTo>
                    <a:pt x="45869" y="281654"/>
                  </a:lnTo>
                  <a:lnTo>
                    <a:pt x="49581" y="285446"/>
                  </a:lnTo>
                  <a:lnTo>
                    <a:pt x="53412" y="289118"/>
                  </a:lnTo>
                  <a:lnTo>
                    <a:pt x="57357" y="292667"/>
                  </a:lnTo>
                  <a:lnTo>
                    <a:pt x="61413" y="296089"/>
                  </a:lnTo>
                  <a:lnTo>
                    <a:pt x="65575" y="299380"/>
                  </a:lnTo>
                  <a:lnTo>
                    <a:pt x="69840" y="302538"/>
                  </a:lnTo>
                  <a:lnTo>
                    <a:pt x="74203" y="305558"/>
                  </a:lnTo>
                  <a:lnTo>
                    <a:pt x="78660" y="308439"/>
                  </a:lnTo>
                  <a:lnTo>
                    <a:pt x="83205" y="311176"/>
                  </a:lnTo>
                  <a:lnTo>
                    <a:pt x="87836" y="313768"/>
                  </a:lnTo>
                  <a:lnTo>
                    <a:pt x="92546" y="316212"/>
                  </a:lnTo>
                  <a:lnTo>
                    <a:pt x="97331" y="318505"/>
                  </a:lnTo>
                  <a:lnTo>
                    <a:pt x="102187" y="320645"/>
                  </a:lnTo>
                  <a:lnTo>
                    <a:pt x="107108" y="322630"/>
                  </a:lnTo>
                  <a:lnTo>
                    <a:pt x="112090" y="324458"/>
                  </a:lnTo>
                  <a:lnTo>
                    <a:pt x="117128" y="326126"/>
                  </a:lnTo>
                  <a:lnTo>
                    <a:pt x="122215" y="327634"/>
                  </a:lnTo>
                  <a:lnTo>
                    <a:pt x="127348" y="328980"/>
                  </a:lnTo>
                  <a:lnTo>
                    <a:pt x="132521" y="330162"/>
                  </a:lnTo>
                  <a:lnTo>
                    <a:pt x="137729" y="331179"/>
                  </a:lnTo>
                  <a:lnTo>
                    <a:pt x="142967" y="332030"/>
                  </a:lnTo>
                  <a:lnTo>
                    <a:pt x="148229" y="332715"/>
                  </a:lnTo>
                  <a:lnTo>
                    <a:pt x="153510" y="333232"/>
                  </a:lnTo>
                  <a:lnTo>
                    <a:pt x="158805" y="333582"/>
                  </a:lnTo>
                  <a:lnTo>
                    <a:pt x="164109" y="333763"/>
                  </a:lnTo>
                  <a:lnTo>
                    <a:pt x="169415" y="333776"/>
                  </a:lnTo>
                  <a:lnTo>
                    <a:pt x="174719" y="333620"/>
                  </a:lnTo>
                  <a:lnTo>
                    <a:pt x="180016" y="333296"/>
                  </a:lnTo>
                  <a:lnTo>
                    <a:pt x="185300" y="332805"/>
                  </a:lnTo>
                  <a:lnTo>
                    <a:pt x="190565" y="332145"/>
                  </a:lnTo>
                  <a:lnTo>
                    <a:pt x="195807" y="331319"/>
                  </a:lnTo>
                  <a:lnTo>
                    <a:pt x="201020" y="330327"/>
                  </a:lnTo>
                  <a:lnTo>
                    <a:pt x="206198" y="329170"/>
                  </a:lnTo>
                  <a:lnTo>
                    <a:pt x="211338" y="327850"/>
                  </a:lnTo>
                  <a:lnTo>
                    <a:pt x="216433" y="326366"/>
                  </a:lnTo>
                  <a:lnTo>
                    <a:pt x="221478" y="324722"/>
                  </a:lnTo>
                  <a:lnTo>
                    <a:pt x="226469" y="322919"/>
                  </a:lnTo>
                  <a:lnTo>
                    <a:pt x="231400" y="320958"/>
                  </a:lnTo>
                  <a:lnTo>
                    <a:pt x="236266" y="318841"/>
                  </a:lnTo>
                  <a:lnTo>
                    <a:pt x="241062" y="316571"/>
                  </a:lnTo>
                  <a:lnTo>
                    <a:pt x="245784" y="314150"/>
                  </a:lnTo>
                  <a:lnTo>
                    <a:pt x="250427" y="311581"/>
                  </a:lnTo>
                  <a:lnTo>
                    <a:pt x="254986" y="308865"/>
                  </a:lnTo>
                  <a:lnTo>
                    <a:pt x="259456" y="306006"/>
                  </a:lnTo>
                  <a:lnTo>
                    <a:pt x="263834" y="303007"/>
                  </a:lnTo>
                  <a:lnTo>
                    <a:pt x="268114" y="299870"/>
                  </a:lnTo>
                  <a:lnTo>
                    <a:pt x="272292" y="296599"/>
                  </a:lnTo>
                  <a:lnTo>
                    <a:pt x="276364" y="293197"/>
                  </a:lnTo>
                  <a:lnTo>
                    <a:pt x="280327" y="289667"/>
                  </a:lnTo>
                  <a:lnTo>
                    <a:pt x="284175" y="286013"/>
                  </a:lnTo>
                  <a:lnTo>
                    <a:pt x="287905" y="282239"/>
                  </a:lnTo>
                  <a:lnTo>
                    <a:pt x="291514" y="278349"/>
                  </a:lnTo>
                  <a:lnTo>
                    <a:pt x="294998" y="274346"/>
                  </a:lnTo>
                  <a:lnTo>
                    <a:pt x="298352" y="270234"/>
                  </a:lnTo>
                  <a:lnTo>
                    <a:pt x="301575" y="266018"/>
                  </a:lnTo>
                  <a:lnTo>
                    <a:pt x="304662" y="261702"/>
                  </a:lnTo>
                  <a:lnTo>
                    <a:pt x="307610" y="257290"/>
                  </a:lnTo>
                  <a:lnTo>
                    <a:pt x="310417" y="252787"/>
                  </a:lnTo>
                  <a:lnTo>
                    <a:pt x="313080" y="248197"/>
                  </a:lnTo>
                  <a:lnTo>
                    <a:pt x="315595" y="243525"/>
                  </a:lnTo>
                  <a:lnTo>
                    <a:pt x="317961" y="238775"/>
                  </a:lnTo>
                  <a:lnTo>
                    <a:pt x="320175" y="233952"/>
                  </a:lnTo>
                  <a:lnTo>
                    <a:pt x="322235" y="229062"/>
                  </a:lnTo>
                  <a:lnTo>
                    <a:pt x="324139" y="224109"/>
                  </a:lnTo>
                  <a:lnTo>
                    <a:pt x="325884" y="219098"/>
                  </a:lnTo>
                  <a:lnTo>
                    <a:pt x="327470" y="214034"/>
                  </a:lnTo>
                  <a:lnTo>
                    <a:pt x="328894" y="208922"/>
                  </a:lnTo>
                  <a:lnTo>
                    <a:pt x="330155" y="203767"/>
                  </a:lnTo>
                  <a:lnTo>
                    <a:pt x="331252" y="198575"/>
                  </a:lnTo>
                  <a:lnTo>
                    <a:pt x="332183" y="193351"/>
                  </a:lnTo>
                  <a:lnTo>
                    <a:pt x="332948" y="188100"/>
                  </a:lnTo>
                  <a:lnTo>
                    <a:pt x="333546" y="182828"/>
                  </a:lnTo>
                  <a:lnTo>
                    <a:pt x="333977" y="177539"/>
                  </a:lnTo>
                  <a:lnTo>
                    <a:pt x="334239" y="172239"/>
                  </a:lnTo>
                  <a:lnTo>
                    <a:pt x="334333" y="166933"/>
                  </a:lnTo>
                  <a:lnTo>
                    <a:pt x="334259" y="161627"/>
                  </a:lnTo>
                  <a:lnTo>
                    <a:pt x="334016" y="156326"/>
                  </a:lnTo>
                  <a:lnTo>
                    <a:pt x="333605" y="151036"/>
                  </a:lnTo>
                  <a:lnTo>
                    <a:pt x="333027" y="145761"/>
                  </a:lnTo>
                  <a:lnTo>
                    <a:pt x="332281" y="140507"/>
                  </a:lnTo>
                  <a:lnTo>
                    <a:pt x="331369" y="135280"/>
                  </a:lnTo>
                  <a:lnTo>
                    <a:pt x="330291" y="130084"/>
                  </a:lnTo>
                  <a:lnTo>
                    <a:pt x="329049" y="124925"/>
                  </a:lnTo>
                  <a:lnTo>
                    <a:pt x="327644" y="119808"/>
                  </a:lnTo>
                  <a:lnTo>
                    <a:pt x="326078" y="114738"/>
                  </a:lnTo>
                  <a:lnTo>
                    <a:pt x="324351" y="109720"/>
                  </a:lnTo>
                  <a:lnTo>
                    <a:pt x="322465" y="104760"/>
                  </a:lnTo>
                  <a:lnTo>
                    <a:pt x="320424" y="99862"/>
                  </a:lnTo>
                  <a:lnTo>
                    <a:pt x="318227" y="95031"/>
                  </a:lnTo>
                  <a:lnTo>
                    <a:pt x="315879" y="90273"/>
                  </a:lnTo>
                  <a:lnTo>
                    <a:pt x="313381" y="85591"/>
                  </a:lnTo>
                  <a:lnTo>
                    <a:pt x="310735" y="80991"/>
                  </a:lnTo>
                  <a:lnTo>
                    <a:pt x="307945" y="76478"/>
                  </a:lnTo>
                  <a:lnTo>
                    <a:pt x="305013" y="72055"/>
                  </a:lnTo>
                  <a:lnTo>
                    <a:pt x="301942" y="67727"/>
                  </a:lnTo>
                  <a:lnTo>
                    <a:pt x="298735" y="63499"/>
                  </a:lnTo>
                  <a:lnTo>
                    <a:pt x="295396" y="59376"/>
                  </a:lnTo>
                  <a:lnTo>
                    <a:pt x="291927" y="55360"/>
                  </a:lnTo>
                  <a:lnTo>
                    <a:pt x="288333" y="51456"/>
                  </a:lnTo>
                  <a:lnTo>
                    <a:pt x="284616" y="47668"/>
                  </a:lnTo>
                  <a:lnTo>
                    <a:pt x="280782" y="44000"/>
                  </a:lnTo>
                  <a:lnTo>
                    <a:pt x="276832" y="40456"/>
                  </a:lnTo>
                  <a:lnTo>
                    <a:pt x="272773" y="37039"/>
                  </a:lnTo>
                  <a:lnTo>
                    <a:pt x="268607" y="33752"/>
                  </a:lnTo>
                  <a:lnTo>
                    <a:pt x="264338" y="30599"/>
                  </a:lnTo>
                  <a:lnTo>
                    <a:pt x="259972" y="27584"/>
                  </a:lnTo>
                  <a:lnTo>
                    <a:pt x="255512" y="24708"/>
                  </a:lnTo>
                  <a:lnTo>
                    <a:pt x="250963" y="21976"/>
                  </a:lnTo>
                  <a:lnTo>
                    <a:pt x="246330" y="19389"/>
                  </a:lnTo>
                  <a:lnTo>
                    <a:pt x="241617" y="16951"/>
                  </a:lnTo>
                  <a:lnTo>
                    <a:pt x="236829" y="14663"/>
                  </a:lnTo>
                  <a:lnTo>
                    <a:pt x="231971" y="12528"/>
                  </a:lnTo>
                  <a:lnTo>
                    <a:pt x="227047" y="10549"/>
                  </a:lnTo>
                  <a:lnTo>
                    <a:pt x="222063" y="8727"/>
                  </a:lnTo>
                  <a:lnTo>
                    <a:pt x="217024" y="7064"/>
                  </a:lnTo>
                  <a:lnTo>
                    <a:pt x="211935" y="5562"/>
                  </a:lnTo>
                  <a:lnTo>
                    <a:pt x="206800" y="4223"/>
                  </a:lnTo>
                  <a:lnTo>
                    <a:pt x="201626" y="3046"/>
                  </a:lnTo>
                  <a:lnTo>
                    <a:pt x="196417" y="2035"/>
                  </a:lnTo>
                  <a:lnTo>
                    <a:pt x="191178" y="1190"/>
                  </a:lnTo>
                  <a:lnTo>
                    <a:pt x="185915" y="511"/>
                  </a:lnTo>
                  <a:lnTo>
                    <a:pt x="180633" y="0"/>
                  </a:lnTo>
                  <a:lnTo>
                    <a:pt x="167166" y="1666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81287" y="2126963"/>
              <a:ext cx="13467" cy="167167"/>
            </a:xfrm>
            <a:custGeom>
              <a:avLst/>
              <a:pathLst>
                <a:path w="13467" h="167167">
                  <a:moveTo>
                    <a:pt x="13467" y="54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423594" y="2633064"/>
              <a:ext cx="334051" cy="334331"/>
            </a:xfrm>
            <a:custGeom>
              <a:avLst/>
              <a:pathLst>
                <a:path w="334051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2" y="335"/>
                  </a:lnTo>
                  <a:lnTo>
                    <a:pt x="151294" y="753"/>
                  </a:lnTo>
                  <a:lnTo>
                    <a:pt x="146033" y="1339"/>
                  </a:lnTo>
                  <a:lnTo>
                    <a:pt x="140792" y="2091"/>
                  </a:lnTo>
                  <a:lnTo>
                    <a:pt x="135579" y="3009"/>
                  </a:lnTo>
                  <a:lnTo>
                    <a:pt x="130396" y="4091"/>
                  </a:lnTo>
                  <a:lnTo>
                    <a:pt x="125251" y="5336"/>
                  </a:lnTo>
                  <a:lnTo>
                    <a:pt x="120147" y="6744"/>
                  </a:lnTo>
                  <a:lnTo>
                    <a:pt x="115091" y="8313"/>
                  </a:lnTo>
                  <a:lnTo>
                    <a:pt x="110087" y="10042"/>
                  </a:lnTo>
                  <a:lnTo>
                    <a:pt x="105140" y="11927"/>
                  </a:lnTo>
                  <a:lnTo>
                    <a:pt x="100256" y="13969"/>
                  </a:lnTo>
                  <a:lnTo>
                    <a:pt x="95438" y="16164"/>
                  </a:lnTo>
                  <a:lnTo>
                    <a:pt x="90693" y="18511"/>
                  </a:lnTo>
                  <a:lnTo>
                    <a:pt x="86024" y="21006"/>
                  </a:lnTo>
                  <a:lnTo>
                    <a:pt x="81436" y="23649"/>
                  </a:lnTo>
                  <a:lnTo>
                    <a:pt x="76935" y="26435"/>
                  </a:lnTo>
                  <a:lnTo>
                    <a:pt x="72524" y="29362"/>
                  </a:lnTo>
                  <a:lnTo>
                    <a:pt x="68207" y="32428"/>
                  </a:lnTo>
                  <a:lnTo>
                    <a:pt x="63991" y="35628"/>
                  </a:lnTo>
                  <a:lnTo>
                    <a:pt x="59877" y="38961"/>
                  </a:lnTo>
                  <a:lnTo>
                    <a:pt x="55871" y="42422"/>
                  </a:lnTo>
                  <a:lnTo>
                    <a:pt x="51977" y="46009"/>
                  </a:lnTo>
                  <a:lnTo>
                    <a:pt x="48198" y="49717"/>
                  </a:lnTo>
                  <a:lnTo>
                    <a:pt x="44539" y="53542"/>
                  </a:lnTo>
                  <a:lnTo>
                    <a:pt x="41002" y="57482"/>
                  </a:lnTo>
                  <a:lnTo>
                    <a:pt x="37592" y="61531"/>
                  </a:lnTo>
                  <a:lnTo>
                    <a:pt x="34312" y="65687"/>
                  </a:lnTo>
                  <a:lnTo>
                    <a:pt x="31166" y="69944"/>
                  </a:lnTo>
                  <a:lnTo>
                    <a:pt x="28155" y="74299"/>
                  </a:lnTo>
                  <a:lnTo>
                    <a:pt x="25284" y="78747"/>
                  </a:lnTo>
                  <a:lnTo>
                    <a:pt x="22555" y="83284"/>
                  </a:lnTo>
                  <a:lnTo>
                    <a:pt x="19972" y="87905"/>
                  </a:lnTo>
                  <a:lnTo>
                    <a:pt x="17536" y="92605"/>
                  </a:lnTo>
                  <a:lnTo>
                    <a:pt x="15250" y="97380"/>
                  </a:lnTo>
                  <a:lnTo>
                    <a:pt x="13116" y="102225"/>
                  </a:lnTo>
                  <a:lnTo>
                    <a:pt x="11137" y="107135"/>
                  </a:lnTo>
                  <a:lnTo>
                    <a:pt x="9314" y="112106"/>
                  </a:lnTo>
                  <a:lnTo>
                    <a:pt x="7650" y="117131"/>
                  </a:lnTo>
                  <a:lnTo>
                    <a:pt x="6145" y="122207"/>
                  </a:lnTo>
                  <a:lnTo>
                    <a:pt x="4803" y="127328"/>
                  </a:lnTo>
                  <a:lnTo>
                    <a:pt x="3622" y="132489"/>
                  </a:lnTo>
                  <a:lnTo>
                    <a:pt x="2606" y="137684"/>
                  </a:lnTo>
                  <a:lnTo>
                    <a:pt x="1755" y="142910"/>
                  </a:lnTo>
                  <a:lnTo>
                    <a:pt x="1070" y="148159"/>
                  </a:lnTo>
                  <a:lnTo>
                    <a:pt x="552" y="153428"/>
                  </a:lnTo>
                  <a:lnTo>
                    <a:pt x="200" y="158710"/>
                  </a:lnTo>
                  <a:lnTo>
                    <a:pt x="16" y="164001"/>
                  </a:lnTo>
                  <a:lnTo>
                    <a:pt x="0" y="169295"/>
                  </a:lnTo>
                  <a:lnTo>
                    <a:pt x="151" y="174587"/>
                  </a:lnTo>
                  <a:lnTo>
                    <a:pt x="469" y="179871"/>
                  </a:lnTo>
                  <a:lnTo>
                    <a:pt x="955" y="185143"/>
                  </a:lnTo>
                  <a:lnTo>
                    <a:pt x="1608" y="190397"/>
                  </a:lnTo>
                  <a:lnTo>
                    <a:pt x="2426" y="195627"/>
                  </a:lnTo>
                  <a:lnTo>
                    <a:pt x="3410" y="200829"/>
                  </a:lnTo>
                  <a:lnTo>
                    <a:pt x="4558" y="205997"/>
                  </a:lnTo>
                  <a:lnTo>
                    <a:pt x="5869" y="211126"/>
                  </a:lnTo>
                  <a:lnTo>
                    <a:pt x="7342" y="216211"/>
                  </a:lnTo>
                  <a:lnTo>
                    <a:pt x="8975" y="221247"/>
                  </a:lnTo>
                  <a:lnTo>
                    <a:pt x="10767" y="226229"/>
                  </a:lnTo>
                  <a:lnTo>
                    <a:pt x="12716" y="231151"/>
                  </a:lnTo>
                  <a:lnTo>
                    <a:pt x="14819" y="236009"/>
                  </a:lnTo>
                  <a:lnTo>
                    <a:pt x="17076" y="240799"/>
                  </a:lnTo>
                  <a:lnTo>
                    <a:pt x="19482" y="245514"/>
                  </a:lnTo>
                  <a:lnTo>
                    <a:pt x="22037" y="250151"/>
                  </a:lnTo>
                  <a:lnTo>
                    <a:pt x="24738" y="254704"/>
                  </a:lnTo>
                  <a:lnTo>
                    <a:pt x="27581" y="259170"/>
                  </a:lnTo>
                  <a:lnTo>
                    <a:pt x="30564" y="263543"/>
                  </a:lnTo>
                  <a:lnTo>
                    <a:pt x="33685" y="267820"/>
                  </a:lnTo>
                  <a:lnTo>
                    <a:pt x="36939" y="271996"/>
                  </a:lnTo>
                  <a:lnTo>
                    <a:pt x="40324" y="276067"/>
                  </a:lnTo>
                  <a:lnTo>
                    <a:pt x="43836" y="280028"/>
                  </a:lnTo>
                  <a:lnTo>
                    <a:pt x="47471" y="283876"/>
                  </a:lnTo>
                  <a:lnTo>
                    <a:pt x="51227" y="287608"/>
                  </a:lnTo>
                  <a:lnTo>
                    <a:pt x="55099" y="291218"/>
                  </a:lnTo>
                  <a:lnTo>
                    <a:pt x="59083" y="294704"/>
                  </a:lnTo>
                  <a:lnTo>
                    <a:pt x="63176" y="298062"/>
                  </a:lnTo>
                  <a:lnTo>
                    <a:pt x="67373" y="301289"/>
                  </a:lnTo>
                  <a:lnTo>
                    <a:pt x="71670" y="304381"/>
                  </a:lnTo>
                  <a:lnTo>
                    <a:pt x="76063" y="307336"/>
                  </a:lnTo>
                  <a:lnTo>
                    <a:pt x="80547" y="310150"/>
                  </a:lnTo>
                  <a:lnTo>
                    <a:pt x="85118" y="312821"/>
                  </a:lnTo>
                  <a:lnTo>
                    <a:pt x="89771" y="315346"/>
                  </a:lnTo>
                  <a:lnTo>
                    <a:pt x="94502" y="317722"/>
                  </a:lnTo>
                  <a:lnTo>
                    <a:pt x="99306" y="319947"/>
                  </a:lnTo>
                  <a:lnTo>
                    <a:pt x="104178" y="322018"/>
                  </a:lnTo>
                  <a:lnTo>
                    <a:pt x="109113" y="323935"/>
                  </a:lnTo>
                  <a:lnTo>
                    <a:pt x="114106" y="325694"/>
                  </a:lnTo>
                  <a:lnTo>
                    <a:pt x="119152" y="327295"/>
                  </a:lnTo>
                  <a:lnTo>
                    <a:pt x="124247" y="328734"/>
                  </a:lnTo>
                  <a:lnTo>
                    <a:pt x="129384" y="330012"/>
                  </a:lnTo>
                  <a:lnTo>
                    <a:pt x="134560" y="331126"/>
                  </a:lnTo>
                  <a:lnTo>
                    <a:pt x="139768" y="332076"/>
                  </a:lnTo>
                  <a:lnTo>
                    <a:pt x="145004" y="332860"/>
                  </a:lnTo>
                  <a:lnTo>
                    <a:pt x="150261" y="333479"/>
                  </a:lnTo>
                  <a:lnTo>
                    <a:pt x="155536" y="333930"/>
                  </a:lnTo>
                  <a:lnTo>
                    <a:pt x="160823" y="334214"/>
                  </a:lnTo>
                  <a:lnTo>
                    <a:pt x="166115" y="334331"/>
                  </a:lnTo>
                  <a:lnTo>
                    <a:pt x="171409" y="334280"/>
                  </a:lnTo>
                  <a:lnTo>
                    <a:pt x="176699" y="334062"/>
                  </a:lnTo>
                  <a:lnTo>
                    <a:pt x="181979" y="333676"/>
                  </a:lnTo>
                  <a:lnTo>
                    <a:pt x="187244" y="333123"/>
                  </a:lnTo>
                  <a:lnTo>
                    <a:pt x="192489" y="332403"/>
                  </a:lnTo>
                  <a:lnTo>
                    <a:pt x="197708" y="331518"/>
                  </a:lnTo>
                  <a:lnTo>
                    <a:pt x="202897" y="330468"/>
                  </a:lnTo>
                  <a:lnTo>
                    <a:pt x="208050" y="329255"/>
                  </a:lnTo>
                  <a:lnTo>
                    <a:pt x="213162" y="327878"/>
                  </a:lnTo>
                  <a:lnTo>
                    <a:pt x="218228" y="326341"/>
                  </a:lnTo>
                  <a:lnTo>
                    <a:pt x="223243" y="324644"/>
                  </a:lnTo>
                  <a:lnTo>
                    <a:pt x="228201" y="322789"/>
                  </a:lnTo>
                  <a:lnTo>
                    <a:pt x="233098" y="320777"/>
                  </a:lnTo>
                  <a:lnTo>
                    <a:pt x="237930" y="318612"/>
                  </a:lnTo>
                  <a:lnTo>
                    <a:pt x="242690" y="316295"/>
                  </a:lnTo>
                  <a:lnTo>
                    <a:pt x="247374" y="313829"/>
                  </a:lnTo>
                  <a:lnTo>
                    <a:pt x="251978" y="311215"/>
                  </a:lnTo>
                  <a:lnTo>
                    <a:pt x="256497" y="308457"/>
                  </a:lnTo>
                  <a:lnTo>
                    <a:pt x="260926" y="305557"/>
                  </a:lnTo>
                  <a:lnTo>
                    <a:pt x="265261" y="302518"/>
                  </a:lnTo>
                  <a:lnTo>
                    <a:pt x="269498" y="299343"/>
                  </a:lnTo>
                  <a:lnTo>
                    <a:pt x="273632" y="296036"/>
                  </a:lnTo>
                  <a:lnTo>
                    <a:pt x="277659" y="292600"/>
                  </a:lnTo>
                  <a:lnTo>
                    <a:pt x="281575" y="289038"/>
                  </a:lnTo>
                  <a:lnTo>
                    <a:pt x="285377" y="285354"/>
                  </a:lnTo>
                  <a:lnTo>
                    <a:pt x="289060" y="281551"/>
                  </a:lnTo>
                  <a:lnTo>
                    <a:pt x="292621" y="277633"/>
                  </a:lnTo>
                  <a:lnTo>
                    <a:pt x="296056" y="273605"/>
                  </a:lnTo>
                  <a:lnTo>
                    <a:pt x="299362" y="269470"/>
                  </a:lnTo>
                  <a:lnTo>
                    <a:pt x="302535" y="265232"/>
                  </a:lnTo>
                  <a:lnTo>
                    <a:pt x="305572" y="260896"/>
                  </a:lnTo>
                  <a:lnTo>
                    <a:pt x="308471" y="256466"/>
                  </a:lnTo>
                  <a:lnTo>
                    <a:pt x="311228" y="251946"/>
                  </a:lnTo>
                  <a:lnTo>
                    <a:pt x="313840" y="247342"/>
                  </a:lnTo>
                  <a:lnTo>
                    <a:pt x="316305" y="242657"/>
                  </a:lnTo>
                  <a:lnTo>
                    <a:pt x="318621" y="237896"/>
                  </a:lnTo>
                  <a:lnTo>
                    <a:pt x="320784" y="233064"/>
                  </a:lnTo>
                  <a:lnTo>
                    <a:pt x="322794" y="228166"/>
                  </a:lnTo>
                  <a:lnTo>
                    <a:pt x="324648" y="223207"/>
                  </a:lnTo>
                  <a:lnTo>
                    <a:pt x="326343" y="218192"/>
                  </a:lnTo>
                  <a:lnTo>
                    <a:pt x="327879" y="213126"/>
                  </a:lnTo>
                  <a:lnTo>
                    <a:pt x="329254" y="208013"/>
                  </a:lnTo>
                  <a:lnTo>
                    <a:pt x="330466" y="202860"/>
                  </a:lnTo>
                  <a:lnTo>
                    <a:pt x="331514" y="197671"/>
                  </a:lnTo>
                  <a:lnTo>
                    <a:pt x="332398" y="192451"/>
                  </a:lnTo>
                  <a:lnTo>
                    <a:pt x="333115" y="187206"/>
                  </a:lnTo>
                  <a:lnTo>
                    <a:pt x="333667" y="181940"/>
                  </a:lnTo>
                  <a:lnTo>
                    <a:pt x="334051" y="17666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800231"/>
              <a:ext cx="166897" cy="9493"/>
            </a:xfrm>
            <a:custGeom>
              <a:avLst/>
              <a:pathLst>
                <a:path w="166897" h="9493">
                  <a:moveTo>
                    <a:pt x="166897" y="94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657706"/>
              <a:ext cx="167161" cy="152019"/>
            </a:xfrm>
            <a:custGeom>
              <a:avLst/>
              <a:pathLst>
                <a:path w="167161" h="152019">
                  <a:moveTo>
                    <a:pt x="166897" y="152019"/>
                  </a:moveTo>
                  <a:lnTo>
                    <a:pt x="167118" y="146564"/>
                  </a:lnTo>
                  <a:lnTo>
                    <a:pt x="167161" y="141105"/>
                  </a:lnTo>
                  <a:lnTo>
                    <a:pt x="167025" y="135647"/>
                  </a:lnTo>
                  <a:lnTo>
                    <a:pt x="166712" y="130197"/>
                  </a:lnTo>
                  <a:lnTo>
                    <a:pt x="166220" y="124760"/>
                  </a:lnTo>
                  <a:lnTo>
                    <a:pt x="165552" y="119341"/>
                  </a:lnTo>
                  <a:lnTo>
                    <a:pt x="164706" y="113948"/>
                  </a:lnTo>
                  <a:lnTo>
                    <a:pt x="163685" y="108585"/>
                  </a:lnTo>
                  <a:lnTo>
                    <a:pt x="162490" y="103258"/>
                  </a:lnTo>
                  <a:lnTo>
                    <a:pt x="161121" y="97973"/>
                  </a:lnTo>
                  <a:lnTo>
                    <a:pt x="159580" y="92736"/>
                  </a:lnTo>
                  <a:lnTo>
                    <a:pt x="157869" y="87552"/>
                  </a:lnTo>
                  <a:lnTo>
                    <a:pt x="155990" y="82426"/>
                  </a:lnTo>
                  <a:lnTo>
                    <a:pt x="153944" y="77365"/>
                  </a:lnTo>
                  <a:lnTo>
                    <a:pt x="151735" y="72373"/>
                  </a:lnTo>
                  <a:lnTo>
                    <a:pt x="149363" y="67455"/>
                  </a:lnTo>
                  <a:lnTo>
                    <a:pt x="146832" y="62618"/>
                  </a:lnTo>
                  <a:lnTo>
                    <a:pt x="144145" y="57866"/>
                  </a:lnTo>
                  <a:lnTo>
                    <a:pt x="141303" y="53205"/>
                  </a:lnTo>
                  <a:lnTo>
                    <a:pt x="138311" y="48638"/>
                  </a:lnTo>
                  <a:lnTo>
                    <a:pt x="135172" y="44172"/>
                  </a:lnTo>
                  <a:lnTo>
                    <a:pt x="131888" y="39811"/>
                  </a:lnTo>
                  <a:lnTo>
                    <a:pt x="128464" y="35559"/>
                  </a:lnTo>
                  <a:lnTo>
                    <a:pt x="124903" y="31421"/>
                  </a:lnTo>
                  <a:lnTo>
                    <a:pt x="121208" y="27402"/>
                  </a:lnTo>
                  <a:lnTo>
                    <a:pt x="117385" y="23505"/>
                  </a:lnTo>
                  <a:lnTo>
                    <a:pt x="113436" y="19736"/>
                  </a:lnTo>
                  <a:lnTo>
                    <a:pt x="109366" y="16097"/>
                  </a:lnTo>
                  <a:lnTo>
                    <a:pt x="105179" y="12594"/>
                  </a:lnTo>
                  <a:lnTo>
                    <a:pt x="100880" y="9228"/>
                  </a:lnTo>
                  <a:lnTo>
                    <a:pt x="96474" y="6005"/>
                  </a:lnTo>
                  <a:lnTo>
                    <a:pt x="91965" y="2928"/>
                  </a:lnTo>
                  <a:lnTo>
                    <a:pt x="87357" y="0"/>
                  </a:lnTo>
                  <a:lnTo>
                    <a:pt x="0" y="1425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633064"/>
              <a:ext cx="87357" cy="167167"/>
            </a:xfrm>
            <a:custGeom>
              <a:avLst/>
              <a:pathLst>
                <a:path w="87357" h="167167">
                  <a:moveTo>
                    <a:pt x="87357" y="24641"/>
                  </a:moveTo>
                  <a:lnTo>
                    <a:pt x="82409" y="21724"/>
                  </a:lnTo>
                  <a:lnTo>
                    <a:pt x="77362" y="18978"/>
                  </a:lnTo>
                  <a:lnTo>
                    <a:pt x="72225" y="16407"/>
                  </a:lnTo>
                  <a:lnTo>
                    <a:pt x="67002" y="14015"/>
                  </a:lnTo>
                  <a:lnTo>
                    <a:pt x="61700" y="11803"/>
                  </a:lnTo>
                  <a:lnTo>
                    <a:pt x="56326" y="9775"/>
                  </a:lnTo>
                  <a:lnTo>
                    <a:pt x="50884" y="7932"/>
                  </a:lnTo>
                  <a:lnTo>
                    <a:pt x="45383" y="6278"/>
                  </a:lnTo>
                  <a:lnTo>
                    <a:pt x="39828" y="4813"/>
                  </a:lnTo>
                  <a:lnTo>
                    <a:pt x="34226" y="3541"/>
                  </a:lnTo>
                  <a:lnTo>
                    <a:pt x="28583" y="2461"/>
                  </a:lnTo>
                  <a:lnTo>
                    <a:pt x="22907" y="1577"/>
                  </a:lnTo>
                  <a:lnTo>
                    <a:pt x="17204" y="887"/>
                  </a:lnTo>
                  <a:lnTo>
                    <a:pt x="11481" y="394"/>
                  </a:lnTo>
                  <a:lnTo>
                    <a:pt x="5743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358830" y="3170392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0" y="1342"/>
                  </a:lnTo>
                  <a:lnTo>
                    <a:pt x="140765" y="2095"/>
                  </a:lnTo>
                  <a:lnTo>
                    <a:pt x="135547" y="3014"/>
                  </a:lnTo>
                  <a:lnTo>
                    <a:pt x="130360" y="4098"/>
                  </a:lnTo>
                  <a:lnTo>
                    <a:pt x="125210" y="5346"/>
                  </a:lnTo>
                  <a:lnTo>
                    <a:pt x="120102" y="6757"/>
                  </a:lnTo>
                  <a:lnTo>
                    <a:pt x="115042" y="8328"/>
                  </a:lnTo>
                  <a:lnTo>
                    <a:pt x="110034" y="10060"/>
                  </a:lnTo>
                  <a:lnTo>
                    <a:pt x="105083" y="11949"/>
                  </a:lnTo>
                  <a:lnTo>
                    <a:pt x="100194" y="13994"/>
                  </a:lnTo>
                  <a:lnTo>
                    <a:pt x="95373" y="16193"/>
                  </a:lnTo>
                  <a:lnTo>
                    <a:pt x="90624" y="18544"/>
                  </a:lnTo>
                  <a:lnTo>
                    <a:pt x="85952" y="21044"/>
                  </a:lnTo>
                  <a:lnTo>
                    <a:pt x="81362" y="23691"/>
                  </a:lnTo>
                  <a:lnTo>
                    <a:pt x="76858" y="26482"/>
                  </a:lnTo>
                  <a:lnTo>
                    <a:pt x="72444" y="29415"/>
                  </a:lnTo>
                  <a:lnTo>
                    <a:pt x="68126" y="32485"/>
                  </a:lnTo>
                  <a:lnTo>
                    <a:pt x="63907" y="35692"/>
                  </a:lnTo>
                  <a:lnTo>
                    <a:pt x="59792" y="39030"/>
                  </a:lnTo>
                  <a:lnTo>
                    <a:pt x="55784" y="42497"/>
                  </a:lnTo>
                  <a:lnTo>
                    <a:pt x="51889" y="46089"/>
                  </a:lnTo>
                  <a:lnTo>
                    <a:pt x="48109" y="49803"/>
                  </a:lnTo>
                  <a:lnTo>
                    <a:pt x="44449" y="53635"/>
                  </a:lnTo>
                  <a:lnTo>
                    <a:pt x="40913" y="57581"/>
                  </a:lnTo>
                  <a:lnTo>
                    <a:pt x="37503" y="61637"/>
                  </a:lnTo>
                  <a:lnTo>
                    <a:pt x="34223" y="65799"/>
                  </a:lnTo>
                  <a:lnTo>
                    <a:pt x="31077" y="70063"/>
                  </a:lnTo>
                  <a:lnTo>
                    <a:pt x="28068" y="74425"/>
                  </a:lnTo>
                  <a:lnTo>
                    <a:pt x="25199" y="78879"/>
                  </a:lnTo>
                  <a:lnTo>
                    <a:pt x="22472" y="83423"/>
                  </a:lnTo>
                  <a:lnTo>
                    <a:pt x="19890" y="88050"/>
                  </a:lnTo>
                  <a:lnTo>
                    <a:pt x="17457" y="92757"/>
                  </a:lnTo>
                  <a:lnTo>
                    <a:pt x="15173" y="97539"/>
                  </a:lnTo>
                  <a:lnTo>
                    <a:pt x="13043" y="102391"/>
                  </a:lnTo>
                  <a:lnTo>
                    <a:pt x="11067" y="107308"/>
                  </a:lnTo>
                  <a:lnTo>
                    <a:pt x="9249" y="112285"/>
                  </a:lnTo>
                  <a:lnTo>
                    <a:pt x="7588" y="117317"/>
                  </a:lnTo>
                  <a:lnTo>
                    <a:pt x="6089" y="122399"/>
                  </a:lnTo>
                  <a:lnTo>
                    <a:pt x="4751" y="127526"/>
                  </a:lnTo>
                  <a:lnTo>
                    <a:pt x="3576" y="132694"/>
                  </a:lnTo>
                  <a:lnTo>
                    <a:pt x="2565" y="137895"/>
                  </a:lnTo>
                  <a:lnTo>
                    <a:pt x="1720" y="143126"/>
                  </a:lnTo>
                  <a:lnTo>
                    <a:pt x="1042" y="148382"/>
                  </a:lnTo>
                  <a:lnTo>
                    <a:pt x="530" y="153656"/>
                  </a:lnTo>
                  <a:lnTo>
                    <a:pt x="185" y="158943"/>
                  </a:lnTo>
                  <a:lnTo>
                    <a:pt x="8" y="164239"/>
                  </a:lnTo>
                  <a:lnTo>
                    <a:pt x="0" y="169538"/>
                  </a:lnTo>
                  <a:lnTo>
                    <a:pt x="159" y="174835"/>
                  </a:lnTo>
                  <a:lnTo>
                    <a:pt x="486" y="180124"/>
                  </a:lnTo>
                  <a:lnTo>
                    <a:pt x="980" y="185400"/>
                  </a:lnTo>
                  <a:lnTo>
                    <a:pt x="1641" y="190657"/>
                  </a:lnTo>
                  <a:lnTo>
                    <a:pt x="2469" y="195891"/>
                  </a:lnTo>
                  <a:lnTo>
                    <a:pt x="3462" y="201096"/>
                  </a:lnTo>
                  <a:lnTo>
                    <a:pt x="4620" y="206267"/>
                  </a:lnTo>
                  <a:lnTo>
                    <a:pt x="5941" y="211399"/>
                  </a:lnTo>
                  <a:lnTo>
                    <a:pt x="7423" y="216486"/>
                  </a:lnTo>
                  <a:lnTo>
                    <a:pt x="9067" y="221523"/>
                  </a:lnTo>
                  <a:lnTo>
                    <a:pt x="10869" y="226506"/>
                  </a:lnTo>
                  <a:lnTo>
                    <a:pt x="12828" y="231430"/>
                  </a:lnTo>
                  <a:lnTo>
                    <a:pt x="14943" y="236289"/>
                  </a:lnTo>
                  <a:lnTo>
                    <a:pt x="17210" y="241078"/>
                  </a:lnTo>
                  <a:lnTo>
                    <a:pt x="19628" y="245793"/>
                  </a:lnTo>
                  <a:lnTo>
                    <a:pt x="22194" y="250429"/>
                  </a:lnTo>
                  <a:lnTo>
                    <a:pt x="24906" y="254982"/>
                  </a:lnTo>
                  <a:lnTo>
                    <a:pt x="27760" y="259446"/>
                  </a:lnTo>
                  <a:lnTo>
                    <a:pt x="30755" y="263818"/>
                  </a:lnTo>
                  <a:lnTo>
                    <a:pt x="33887" y="268092"/>
                  </a:lnTo>
                  <a:lnTo>
                    <a:pt x="37153" y="272265"/>
                  </a:lnTo>
                  <a:lnTo>
                    <a:pt x="40549" y="276332"/>
                  </a:lnTo>
                  <a:lnTo>
                    <a:pt x="44072" y="280290"/>
                  </a:lnTo>
                  <a:lnTo>
                    <a:pt x="47720" y="284134"/>
                  </a:lnTo>
                  <a:lnTo>
                    <a:pt x="51487" y="287861"/>
                  </a:lnTo>
                  <a:lnTo>
                    <a:pt x="55370" y="291466"/>
                  </a:lnTo>
                  <a:lnTo>
                    <a:pt x="59366" y="294946"/>
                  </a:lnTo>
                  <a:lnTo>
                    <a:pt x="63470" y="298298"/>
                  </a:lnTo>
                  <a:lnTo>
                    <a:pt x="67678" y="301518"/>
                  </a:lnTo>
                  <a:lnTo>
                    <a:pt x="71986" y="304604"/>
                  </a:lnTo>
                  <a:lnTo>
                    <a:pt x="76390" y="307551"/>
                  </a:lnTo>
                  <a:lnTo>
                    <a:pt x="80885" y="310357"/>
                  </a:lnTo>
                  <a:lnTo>
                    <a:pt x="85467" y="313019"/>
                  </a:lnTo>
                  <a:lnTo>
                    <a:pt x="90130" y="315534"/>
                  </a:lnTo>
                  <a:lnTo>
                    <a:pt x="94872" y="317901"/>
                  </a:lnTo>
                  <a:lnTo>
                    <a:pt x="99685" y="320116"/>
                  </a:lnTo>
                  <a:lnTo>
                    <a:pt x="104567" y="322178"/>
                  </a:lnTo>
                  <a:lnTo>
                    <a:pt x="109511" y="324083"/>
                  </a:lnTo>
                  <a:lnTo>
                    <a:pt x="114514" y="325831"/>
                  </a:lnTo>
                  <a:lnTo>
                    <a:pt x="119569" y="327420"/>
                  </a:lnTo>
                  <a:lnTo>
                    <a:pt x="124672" y="328847"/>
                  </a:lnTo>
                  <a:lnTo>
                    <a:pt x="129817" y="330112"/>
                  </a:lnTo>
                  <a:lnTo>
                    <a:pt x="135001" y="331214"/>
                  </a:lnTo>
                  <a:lnTo>
                    <a:pt x="140216" y="332150"/>
                  </a:lnTo>
                  <a:lnTo>
                    <a:pt x="145459" y="332921"/>
                  </a:lnTo>
                  <a:lnTo>
                    <a:pt x="150723" y="333525"/>
                  </a:lnTo>
                  <a:lnTo>
                    <a:pt x="156004" y="333962"/>
                  </a:lnTo>
                  <a:lnTo>
                    <a:pt x="161296" y="334232"/>
                  </a:lnTo>
                  <a:lnTo>
                    <a:pt x="166594" y="334333"/>
                  </a:lnTo>
                  <a:lnTo>
                    <a:pt x="171893" y="334267"/>
                  </a:lnTo>
                  <a:lnTo>
                    <a:pt x="177186" y="334033"/>
                  </a:lnTo>
                  <a:lnTo>
                    <a:pt x="182470" y="333631"/>
                  </a:lnTo>
                  <a:lnTo>
                    <a:pt x="187738" y="333062"/>
                  </a:lnTo>
                  <a:lnTo>
                    <a:pt x="192986" y="332326"/>
                  </a:lnTo>
                  <a:lnTo>
                    <a:pt x="198207" y="331424"/>
                  </a:lnTo>
                  <a:lnTo>
                    <a:pt x="203398" y="330357"/>
                  </a:lnTo>
                  <a:lnTo>
                    <a:pt x="208552" y="329126"/>
                  </a:lnTo>
                  <a:lnTo>
                    <a:pt x="213664" y="327733"/>
                  </a:lnTo>
                  <a:lnTo>
                    <a:pt x="218730" y="326178"/>
                  </a:lnTo>
                  <a:lnTo>
                    <a:pt x="223744" y="324463"/>
                  </a:lnTo>
                  <a:lnTo>
                    <a:pt x="228701" y="322590"/>
                  </a:lnTo>
                  <a:lnTo>
                    <a:pt x="233596" y="320562"/>
                  </a:lnTo>
                  <a:lnTo>
                    <a:pt x="238424" y="318379"/>
                  </a:lnTo>
                  <a:lnTo>
                    <a:pt x="243181" y="316044"/>
                  </a:lnTo>
                  <a:lnTo>
                    <a:pt x="247861" y="313559"/>
                  </a:lnTo>
                  <a:lnTo>
                    <a:pt x="252461" y="310927"/>
                  </a:lnTo>
                  <a:lnTo>
                    <a:pt x="256974" y="308151"/>
                  </a:lnTo>
                  <a:lnTo>
                    <a:pt x="261397" y="305234"/>
                  </a:lnTo>
                  <a:lnTo>
                    <a:pt x="265726" y="302177"/>
                  </a:lnTo>
                  <a:lnTo>
                    <a:pt x="269955" y="298985"/>
                  </a:lnTo>
                  <a:lnTo>
                    <a:pt x="274082" y="295660"/>
                  </a:lnTo>
                  <a:lnTo>
                    <a:pt x="278101" y="292207"/>
                  </a:lnTo>
                  <a:lnTo>
                    <a:pt x="282008" y="288627"/>
                  </a:lnTo>
                  <a:lnTo>
                    <a:pt x="285800" y="284926"/>
                  </a:lnTo>
                  <a:lnTo>
                    <a:pt x="289472" y="281106"/>
                  </a:lnTo>
                  <a:lnTo>
                    <a:pt x="293022" y="277172"/>
                  </a:lnTo>
                  <a:lnTo>
                    <a:pt x="296446" y="273128"/>
                  </a:lnTo>
                  <a:lnTo>
                    <a:pt x="299739" y="268976"/>
                  </a:lnTo>
                  <a:lnTo>
                    <a:pt x="302899" y="264723"/>
                  </a:lnTo>
                  <a:lnTo>
                    <a:pt x="305923" y="260371"/>
                  </a:lnTo>
                  <a:lnTo>
                    <a:pt x="308807" y="255926"/>
                  </a:lnTo>
                  <a:lnTo>
                    <a:pt x="311549" y="251392"/>
                  </a:lnTo>
                  <a:lnTo>
                    <a:pt x="314146" y="246773"/>
                  </a:lnTo>
                  <a:lnTo>
                    <a:pt x="316595" y="242074"/>
                  </a:lnTo>
                  <a:lnTo>
                    <a:pt x="318894" y="237300"/>
                  </a:lnTo>
                  <a:lnTo>
                    <a:pt x="321041" y="232455"/>
                  </a:lnTo>
                  <a:lnTo>
                    <a:pt x="323033" y="227545"/>
                  </a:lnTo>
                  <a:lnTo>
                    <a:pt x="324868" y="222574"/>
                  </a:lnTo>
                  <a:lnTo>
                    <a:pt x="326545" y="217547"/>
                  </a:lnTo>
                  <a:lnTo>
                    <a:pt x="328062" y="212470"/>
                  </a:lnTo>
                  <a:lnTo>
                    <a:pt x="329417" y="207347"/>
                  </a:lnTo>
                  <a:lnTo>
                    <a:pt x="330609" y="202184"/>
                  </a:lnTo>
                  <a:lnTo>
                    <a:pt x="331637" y="196986"/>
                  </a:lnTo>
                  <a:lnTo>
                    <a:pt x="332499" y="191758"/>
                  </a:lnTo>
                  <a:lnTo>
                    <a:pt x="333195" y="186505"/>
                  </a:lnTo>
                  <a:lnTo>
                    <a:pt x="333725" y="181232"/>
                  </a:lnTo>
                  <a:lnTo>
                    <a:pt x="334087" y="175946"/>
                  </a:lnTo>
                  <a:lnTo>
                    <a:pt x="334281" y="170650"/>
                  </a:lnTo>
                  <a:lnTo>
                    <a:pt x="334308" y="165352"/>
                  </a:lnTo>
                  <a:lnTo>
                    <a:pt x="334166" y="160055"/>
                  </a:lnTo>
                  <a:lnTo>
                    <a:pt x="333857" y="154765"/>
                  </a:lnTo>
                  <a:lnTo>
                    <a:pt x="333380" y="149487"/>
                  </a:lnTo>
                  <a:lnTo>
                    <a:pt x="332736" y="144228"/>
                  </a:lnTo>
                  <a:lnTo>
                    <a:pt x="331926" y="138991"/>
                  </a:lnTo>
                  <a:lnTo>
                    <a:pt x="330950" y="133783"/>
                  </a:lnTo>
                  <a:lnTo>
                    <a:pt x="329810" y="128608"/>
                  </a:lnTo>
                  <a:lnTo>
                    <a:pt x="328506" y="123472"/>
                  </a:lnTo>
                  <a:lnTo>
                    <a:pt x="327040" y="118380"/>
                  </a:lnTo>
                  <a:lnTo>
                    <a:pt x="325413" y="113337"/>
                  </a:lnTo>
                  <a:lnTo>
                    <a:pt x="323628" y="108348"/>
                  </a:lnTo>
                  <a:lnTo>
                    <a:pt x="321685" y="103418"/>
                  </a:lnTo>
                  <a:lnTo>
                    <a:pt x="319587" y="98552"/>
                  </a:lnTo>
                  <a:lnTo>
                    <a:pt x="317335" y="93755"/>
                  </a:lnTo>
                  <a:lnTo>
                    <a:pt x="314933" y="89032"/>
                  </a:lnTo>
                  <a:lnTo>
                    <a:pt x="312383" y="84387"/>
                  </a:lnTo>
                  <a:lnTo>
                    <a:pt x="309686" y="79826"/>
                  </a:lnTo>
                  <a:lnTo>
                    <a:pt x="306846" y="75352"/>
                  </a:lnTo>
                  <a:lnTo>
                    <a:pt x="303866" y="70971"/>
                  </a:lnTo>
                  <a:lnTo>
                    <a:pt x="300748" y="66686"/>
                  </a:lnTo>
                  <a:lnTo>
                    <a:pt x="297497" y="62502"/>
                  </a:lnTo>
                  <a:lnTo>
                    <a:pt x="294114" y="58423"/>
                  </a:lnTo>
                  <a:lnTo>
                    <a:pt x="290603" y="54454"/>
                  </a:lnTo>
                  <a:lnTo>
                    <a:pt x="286969" y="50598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20990"/>
              <a:ext cx="119818" cy="116569"/>
            </a:xfrm>
            <a:custGeom>
              <a:avLst/>
              <a:pathLst>
                <a:path w="119818" h="116569">
                  <a:moveTo>
                    <a:pt x="119818" y="0"/>
                  </a:moveTo>
                  <a:lnTo>
                    <a:pt x="0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20990"/>
              <a:ext cx="119818" cy="116569"/>
            </a:xfrm>
            <a:custGeom>
              <a:avLst/>
              <a:pathLst>
                <a:path w="119818" h="116569">
                  <a:moveTo>
                    <a:pt x="119818" y="0"/>
                  </a:moveTo>
                  <a:lnTo>
                    <a:pt x="0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20990"/>
              <a:ext cx="119818" cy="116569"/>
            </a:xfrm>
            <a:custGeom>
              <a:avLst/>
              <a:pathLst>
                <a:path w="119818" h="116569">
                  <a:moveTo>
                    <a:pt x="119818" y="0"/>
                  </a:moveTo>
                  <a:lnTo>
                    <a:pt x="0" y="116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20990"/>
              <a:ext cx="119818" cy="116569"/>
            </a:xfrm>
            <a:custGeom>
              <a:avLst/>
              <a:pathLst>
                <a:path w="119818" h="116569">
                  <a:moveTo>
                    <a:pt x="119818" y="0"/>
                  </a:moveTo>
                  <a:lnTo>
                    <a:pt x="0" y="116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0990"/>
              <a:ext cx="119818" cy="116569"/>
            </a:xfrm>
            <a:custGeom>
              <a:avLst/>
              <a:pathLst>
                <a:path w="119818" h="116569">
                  <a:moveTo>
                    <a:pt x="119818" y="0"/>
                  </a:moveTo>
                  <a:lnTo>
                    <a:pt x="0" y="116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0990"/>
              <a:ext cx="119818" cy="116569"/>
            </a:xfrm>
            <a:custGeom>
              <a:avLst/>
              <a:pathLst>
                <a:path w="119818" h="116569">
                  <a:moveTo>
                    <a:pt x="119818" y="0"/>
                  </a:moveTo>
                  <a:lnTo>
                    <a:pt x="0" y="116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0990"/>
              <a:ext cx="119818" cy="116569"/>
            </a:xfrm>
            <a:custGeom>
              <a:avLst/>
              <a:pathLst>
                <a:path w="119818" h="116569">
                  <a:moveTo>
                    <a:pt x="119818" y="0"/>
                  </a:moveTo>
                  <a:lnTo>
                    <a:pt x="0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20990"/>
              <a:ext cx="119818" cy="116569"/>
            </a:xfrm>
            <a:custGeom>
              <a:avLst/>
              <a:pathLst>
                <a:path w="119818" h="116569">
                  <a:moveTo>
                    <a:pt x="119818" y="0"/>
                  </a:moveTo>
                  <a:lnTo>
                    <a:pt x="0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20990"/>
              <a:ext cx="119818" cy="116569"/>
            </a:xfrm>
            <a:custGeom>
              <a:avLst/>
              <a:pathLst>
                <a:path w="119818" h="116569">
                  <a:moveTo>
                    <a:pt x="119818" y="0"/>
                  </a:moveTo>
                  <a:lnTo>
                    <a:pt x="0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20990"/>
              <a:ext cx="119818" cy="116569"/>
            </a:xfrm>
            <a:custGeom>
              <a:avLst/>
              <a:pathLst>
                <a:path w="119818" h="116569">
                  <a:moveTo>
                    <a:pt x="119818" y="0"/>
                  </a:moveTo>
                  <a:lnTo>
                    <a:pt x="0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20990"/>
              <a:ext cx="119818" cy="116569"/>
            </a:xfrm>
            <a:custGeom>
              <a:avLst/>
              <a:pathLst>
                <a:path w="119818" h="116569">
                  <a:moveTo>
                    <a:pt x="119818" y="0"/>
                  </a:moveTo>
                  <a:lnTo>
                    <a:pt x="0" y="116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20990"/>
              <a:ext cx="119818" cy="116569"/>
            </a:xfrm>
            <a:custGeom>
              <a:avLst/>
              <a:pathLst>
                <a:path w="119818" h="116569">
                  <a:moveTo>
                    <a:pt x="119818" y="0"/>
                  </a:moveTo>
                  <a:lnTo>
                    <a:pt x="0" y="116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7527"/>
              <a:ext cx="119818" cy="120032"/>
            </a:xfrm>
            <a:custGeom>
              <a:avLst/>
              <a:pathLst>
                <a:path w="119818" h="120032">
                  <a:moveTo>
                    <a:pt x="119818" y="3463"/>
                  </a:moveTo>
                  <a:lnTo>
                    <a:pt x="116349" y="0"/>
                  </a:lnTo>
                  <a:lnTo>
                    <a:pt x="0" y="120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70392"/>
              <a:ext cx="116349" cy="167167"/>
            </a:xfrm>
            <a:custGeom>
              <a:avLst/>
              <a:pathLst>
                <a:path w="116349" h="167167">
                  <a:moveTo>
                    <a:pt x="116349" y="47135"/>
                  </a:moveTo>
                  <a:lnTo>
                    <a:pt x="112267" y="43308"/>
                  </a:lnTo>
                  <a:lnTo>
                    <a:pt x="108059" y="39621"/>
                  </a:lnTo>
                  <a:lnTo>
                    <a:pt x="103730" y="36076"/>
                  </a:lnTo>
                  <a:lnTo>
                    <a:pt x="99286" y="32678"/>
                  </a:lnTo>
                  <a:lnTo>
                    <a:pt x="94729" y="29431"/>
                  </a:lnTo>
                  <a:lnTo>
                    <a:pt x="90067" y="26338"/>
                  </a:lnTo>
                  <a:lnTo>
                    <a:pt x="85304" y="23403"/>
                  </a:lnTo>
                  <a:lnTo>
                    <a:pt x="80445" y="20629"/>
                  </a:lnTo>
                  <a:lnTo>
                    <a:pt x="75496" y="18019"/>
                  </a:lnTo>
                  <a:lnTo>
                    <a:pt x="70463" y="15576"/>
                  </a:lnTo>
                  <a:lnTo>
                    <a:pt x="65351" y="13303"/>
                  </a:lnTo>
                  <a:lnTo>
                    <a:pt x="60165" y="11202"/>
                  </a:lnTo>
                  <a:lnTo>
                    <a:pt x="54912" y="9276"/>
                  </a:lnTo>
                  <a:lnTo>
                    <a:pt x="49598" y="7527"/>
                  </a:lnTo>
                  <a:lnTo>
                    <a:pt x="44228" y="5956"/>
                  </a:lnTo>
                  <a:lnTo>
                    <a:pt x="38808" y="4567"/>
                  </a:lnTo>
                  <a:lnTo>
                    <a:pt x="33345" y="3359"/>
                  </a:lnTo>
                  <a:lnTo>
                    <a:pt x="27845" y="2335"/>
                  </a:lnTo>
                  <a:lnTo>
                    <a:pt x="22313" y="1495"/>
                  </a:lnTo>
                  <a:lnTo>
                    <a:pt x="16757" y="842"/>
                  </a:lnTo>
                  <a:lnTo>
                    <a:pt x="11181" y="374"/>
                  </a:lnTo>
                  <a:lnTo>
                    <a:pt x="5594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423594" y="3707720"/>
              <a:ext cx="334319" cy="334331"/>
            </a:xfrm>
            <a:custGeom>
              <a:avLst/>
              <a:pathLst>
                <a:path w="334319" h="334331">
                  <a:moveTo>
                    <a:pt x="167154" y="0"/>
                  </a:moveTo>
                  <a:lnTo>
                    <a:pt x="161862" y="83"/>
                  </a:lnTo>
                  <a:lnTo>
                    <a:pt x="156575" y="335"/>
                  </a:lnTo>
                  <a:lnTo>
                    <a:pt x="151298" y="753"/>
                  </a:lnTo>
                  <a:lnTo>
                    <a:pt x="146037" y="1339"/>
                  </a:lnTo>
                  <a:lnTo>
                    <a:pt x="140798" y="2090"/>
                  </a:lnTo>
                  <a:lnTo>
                    <a:pt x="135585" y="3007"/>
                  </a:lnTo>
                  <a:lnTo>
                    <a:pt x="130404" y="4089"/>
                  </a:lnTo>
                  <a:lnTo>
                    <a:pt x="125259" y="5334"/>
                  </a:lnTo>
                  <a:lnTo>
                    <a:pt x="120157" y="6742"/>
                  </a:lnTo>
                  <a:lnTo>
                    <a:pt x="115101" y="8310"/>
                  </a:lnTo>
                  <a:lnTo>
                    <a:pt x="110098" y="10038"/>
                  </a:lnTo>
                  <a:lnTo>
                    <a:pt x="105152" y="11923"/>
                  </a:lnTo>
                  <a:lnTo>
                    <a:pt x="100268" y="13964"/>
                  </a:lnTo>
                  <a:lnTo>
                    <a:pt x="95451" y="16158"/>
                  </a:lnTo>
                  <a:lnTo>
                    <a:pt x="90707" y="18504"/>
                  </a:lnTo>
                  <a:lnTo>
                    <a:pt x="86038" y="20999"/>
                  </a:lnTo>
                  <a:lnTo>
                    <a:pt x="81451" y="23640"/>
                  </a:lnTo>
                  <a:lnTo>
                    <a:pt x="76950" y="26425"/>
                  </a:lnTo>
                  <a:lnTo>
                    <a:pt x="72540" y="29352"/>
                  </a:lnTo>
                  <a:lnTo>
                    <a:pt x="68224" y="32416"/>
                  </a:lnTo>
                  <a:lnTo>
                    <a:pt x="64008" y="35616"/>
                  </a:lnTo>
                  <a:lnTo>
                    <a:pt x="59894" y="38947"/>
                  </a:lnTo>
                  <a:lnTo>
                    <a:pt x="55889" y="42407"/>
                  </a:lnTo>
                  <a:lnTo>
                    <a:pt x="51995" y="45992"/>
                  </a:lnTo>
                  <a:lnTo>
                    <a:pt x="48216" y="49699"/>
                  </a:lnTo>
                  <a:lnTo>
                    <a:pt x="44557" y="53523"/>
                  </a:lnTo>
                  <a:lnTo>
                    <a:pt x="41020" y="57462"/>
                  </a:lnTo>
                  <a:lnTo>
                    <a:pt x="37610" y="61510"/>
                  </a:lnTo>
                  <a:lnTo>
                    <a:pt x="34330" y="65664"/>
                  </a:lnTo>
                  <a:lnTo>
                    <a:pt x="31183" y="69920"/>
                  </a:lnTo>
                  <a:lnTo>
                    <a:pt x="28173" y="74274"/>
                  </a:lnTo>
                  <a:lnTo>
                    <a:pt x="25302" y="78720"/>
                  </a:lnTo>
                  <a:lnTo>
                    <a:pt x="22573" y="83255"/>
                  </a:lnTo>
                  <a:lnTo>
                    <a:pt x="19988" y="87875"/>
                  </a:lnTo>
                  <a:lnTo>
                    <a:pt x="17552" y="92574"/>
                  </a:lnTo>
                  <a:lnTo>
                    <a:pt x="15265" y="97347"/>
                  </a:lnTo>
                  <a:lnTo>
                    <a:pt x="13131" y="102191"/>
                  </a:lnTo>
                  <a:lnTo>
                    <a:pt x="11151" y="107100"/>
                  </a:lnTo>
                  <a:lnTo>
                    <a:pt x="9328" y="112069"/>
                  </a:lnTo>
                  <a:lnTo>
                    <a:pt x="7662" y="117093"/>
                  </a:lnTo>
                  <a:lnTo>
                    <a:pt x="6157" y="122168"/>
                  </a:lnTo>
                  <a:lnTo>
                    <a:pt x="4813" y="127287"/>
                  </a:lnTo>
                  <a:lnTo>
                    <a:pt x="3632" y="132447"/>
                  </a:lnTo>
                  <a:lnTo>
                    <a:pt x="2615" y="137641"/>
                  </a:lnTo>
                  <a:lnTo>
                    <a:pt x="1762" y="142865"/>
                  </a:lnTo>
                  <a:lnTo>
                    <a:pt x="1076" y="148114"/>
                  </a:lnTo>
                  <a:lnTo>
                    <a:pt x="556" y="153381"/>
                  </a:lnTo>
                  <a:lnTo>
                    <a:pt x="203" y="158663"/>
                  </a:lnTo>
                  <a:lnTo>
                    <a:pt x="17" y="163952"/>
                  </a:lnTo>
                  <a:lnTo>
                    <a:pt x="0" y="169245"/>
                  </a:lnTo>
                  <a:lnTo>
                    <a:pt x="149" y="174536"/>
                  </a:lnTo>
                  <a:lnTo>
                    <a:pt x="466" y="179820"/>
                  </a:lnTo>
                  <a:lnTo>
                    <a:pt x="950" y="185091"/>
                  </a:lnTo>
                  <a:lnTo>
                    <a:pt x="1601" y="190344"/>
                  </a:lnTo>
                  <a:lnTo>
                    <a:pt x="2418" y="195573"/>
                  </a:lnTo>
                  <a:lnTo>
                    <a:pt x="3400" y="200775"/>
                  </a:lnTo>
                  <a:lnTo>
                    <a:pt x="4546" y="205942"/>
                  </a:lnTo>
                  <a:lnTo>
                    <a:pt x="5855" y="211071"/>
                  </a:lnTo>
                  <a:lnTo>
                    <a:pt x="7326" y="216155"/>
                  </a:lnTo>
                  <a:lnTo>
                    <a:pt x="8957" y="221191"/>
                  </a:lnTo>
                  <a:lnTo>
                    <a:pt x="10746" y="226172"/>
                  </a:lnTo>
                  <a:lnTo>
                    <a:pt x="12693" y="231094"/>
                  </a:lnTo>
                  <a:lnTo>
                    <a:pt x="14794" y="235952"/>
                  </a:lnTo>
                  <a:lnTo>
                    <a:pt x="17048" y="240742"/>
                  </a:lnTo>
                  <a:lnTo>
                    <a:pt x="19453" y="245457"/>
                  </a:lnTo>
                  <a:lnTo>
                    <a:pt x="22006" y="250094"/>
                  </a:lnTo>
                  <a:lnTo>
                    <a:pt x="24704" y="254648"/>
                  </a:lnTo>
                  <a:lnTo>
                    <a:pt x="27545" y="259114"/>
                  </a:lnTo>
                  <a:lnTo>
                    <a:pt x="30526" y="263487"/>
                  </a:lnTo>
                  <a:lnTo>
                    <a:pt x="33644" y="267765"/>
                  </a:lnTo>
                  <a:lnTo>
                    <a:pt x="36895" y="271941"/>
                  </a:lnTo>
                  <a:lnTo>
                    <a:pt x="40278" y="276013"/>
                  </a:lnTo>
                  <a:lnTo>
                    <a:pt x="43787" y="279975"/>
                  </a:lnTo>
                  <a:lnTo>
                    <a:pt x="47421" y="283824"/>
                  </a:lnTo>
                  <a:lnTo>
                    <a:pt x="51174" y="287556"/>
                  </a:lnTo>
                  <a:lnTo>
                    <a:pt x="55043" y="291168"/>
                  </a:lnTo>
                  <a:lnTo>
                    <a:pt x="59025" y="294655"/>
                  </a:lnTo>
                  <a:lnTo>
                    <a:pt x="63116" y="298014"/>
                  </a:lnTo>
                  <a:lnTo>
                    <a:pt x="67310" y="301242"/>
                  </a:lnTo>
                  <a:lnTo>
                    <a:pt x="71605" y="304336"/>
                  </a:lnTo>
                  <a:lnTo>
                    <a:pt x="75996" y="307292"/>
                  </a:lnTo>
                  <a:lnTo>
                    <a:pt x="80478" y="310108"/>
                  </a:lnTo>
                  <a:lnTo>
                    <a:pt x="85047" y="312781"/>
                  </a:lnTo>
                  <a:lnTo>
                    <a:pt x="89698" y="315307"/>
                  </a:lnTo>
                  <a:lnTo>
                    <a:pt x="94427" y="317685"/>
                  </a:lnTo>
                  <a:lnTo>
                    <a:pt x="99228" y="319912"/>
                  </a:lnTo>
                  <a:lnTo>
                    <a:pt x="104098" y="321986"/>
                  </a:lnTo>
                  <a:lnTo>
                    <a:pt x="109031" y="323905"/>
                  </a:lnTo>
                  <a:lnTo>
                    <a:pt x="114023" y="325666"/>
                  </a:lnTo>
                  <a:lnTo>
                    <a:pt x="119067" y="327269"/>
                  </a:lnTo>
                  <a:lnTo>
                    <a:pt x="124160" y="328711"/>
                  </a:lnTo>
                  <a:lnTo>
                    <a:pt x="129296" y="329991"/>
                  </a:lnTo>
                  <a:lnTo>
                    <a:pt x="134470" y="331108"/>
                  </a:lnTo>
                  <a:lnTo>
                    <a:pt x="139677" y="332061"/>
                  </a:lnTo>
                  <a:lnTo>
                    <a:pt x="144911" y="332848"/>
                  </a:lnTo>
                  <a:lnTo>
                    <a:pt x="150167" y="333469"/>
                  </a:lnTo>
                  <a:lnTo>
                    <a:pt x="155441" y="333924"/>
                  </a:lnTo>
                  <a:lnTo>
                    <a:pt x="160726" y="334211"/>
                  </a:lnTo>
                  <a:lnTo>
                    <a:pt x="166018" y="334331"/>
                  </a:lnTo>
                  <a:lnTo>
                    <a:pt x="171311" y="334283"/>
                  </a:lnTo>
                  <a:lnTo>
                    <a:pt x="176599" y="334067"/>
                  </a:lnTo>
                  <a:lnTo>
                    <a:pt x="181879" y="333685"/>
                  </a:lnTo>
                  <a:lnTo>
                    <a:pt x="187143" y="333135"/>
                  </a:lnTo>
                  <a:lnTo>
                    <a:pt x="192387" y="332419"/>
                  </a:lnTo>
                  <a:lnTo>
                    <a:pt x="197607" y="331537"/>
                  </a:lnTo>
                  <a:lnTo>
                    <a:pt x="202795" y="330491"/>
                  </a:lnTo>
                  <a:lnTo>
                    <a:pt x="207948" y="329280"/>
                  </a:lnTo>
                  <a:lnTo>
                    <a:pt x="213060" y="327908"/>
                  </a:lnTo>
                  <a:lnTo>
                    <a:pt x="218126" y="326374"/>
                  </a:lnTo>
                  <a:lnTo>
                    <a:pt x="223141" y="324680"/>
                  </a:lnTo>
                  <a:lnTo>
                    <a:pt x="228099" y="322829"/>
                  </a:lnTo>
                  <a:lnTo>
                    <a:pt x="232997" y="320821"/>
                  </a:lnTo>
                  <a:lnTo>
                    <a:pt x="237829" y="318660"/>
                  </a:lnTo>
                  <a:lnTo>
                    <a:pt x="242589" y="316346"/>
                  </a:lnTo>
                  <a:lnTo>
                    <a:pt x="247274" y="313883"/>
                  </a:lnTo>
                  <a:lnTo>
                    <a:pt x="251879" y="311273"/>
                  </a:lnTo>
                  <a:lnTo>
                    <a:pt x="256399" y="308519"/>
                  </a:lnTo>
                  <a:lnTo>
                    <a:pt x="260829" y="305622"/>
                  </a:lnTo>
                  <a:lnTo>
                    <a:pt x="265166" y="302587"/>
                  </a:lnTo>
                  <a:lnTo>
                    <a:pt x="269404" y="299416"/>
                  </a:lnTo>
                  <a:lnTo>
                    <a:pt x="273540" y="296113"/>
                  </a:lnTo>
                  <a:lnTo>
                    <a:pt x="277569" y="292680"/>
                  </a:lnTo>
                  <a:lnTo>
                    <a:pt x="281487" y="289122"/>
                  </a:lnTo>
                  <a:lnTo>
                    <a:pt x="285291" y="285441"/>
                  </a:lnTo>
                  <a:lnTo>
                    <a:pt x="288976" y="281641"/>
                  </a:lnTo>
                  <a:lnTo>
                    <a:pt x="292539" y="277727"/>
                  </a:lnTo>
                  <a:lnTo>
                    <a:pt x="295976" y="273702"/>
                  </a:lnTo>
                  <a:lnTo>
                    <a:pt x="299285" y="269570"/>
                  </a:lnTo>
                  <a:lnTo>
                    <a:pt x="302461" y="265336"/>
                  </a:lnTo>
                  <a:lnTo>
                    <a:pt x="305501" y="261003"/>
                  </a:lnTo>
                  <a:lnTo>
                    <a:pt x="308402" y="256576"/>
                  </a:lnTo>
                  <a:lnTo>
                    <a:pt x="311162" y="252059"/>
                  </a:lnTo>
                  <a:lnTo>
                    <a:pt x="313777" y="247457"/>
                  </a:lnTo>
                  <a:lnTo>
                    <a:pt x="316246" y="242775"/>
                  </a:lnTo>
                  <a:lnTo>
                    <a:pt x="318565" y="238017"/>
                  </a:lnTo>
                  <a:lnTo>
                    <a:pt x="320732" y="233188"/>
                  </a:lnTo>
                  <a:lnTo>
                    <a:pt x="322745" y="228293"/>
                  </a:lnTo>
                  <a:lnTo>
                    <a:pt x="324602" y="223336"/>
                  </a:lnTo>
                  <a:lnTo>
                    <a:pt x="326302" y="218323"/>
                  </a:lnTo>
                  <a:lnTo>
                    <a:pt x="327841" y="213259"/>
                  </a:lnTo>
                  <a:lnTo>
                    <a:pt x="329220" y="208149"/>
                  </a:lnTo>
                  <a:lnTo>
                    <a:pt x="330436" y="202997"/>
                  </a:lnTo>
                  <a:lnTo>
                    <a:pt x="331489" y="197810"/>
                  </a:lnTo>
                  <a:lnTo>
                    <a:pt x="332377" y="192592"/>
                  </a:lnTo>
                  <a:lnTo>
                    <a:pt x="333099" y="187348"/>
                  </a:lnTo>
                  <a:lnTo>
                    <a:pt x="333655" y="182085"/>
                  </a:lnTo>
                  <a:lnTo>
                    <a:pt x="334043" y="176806"/>
                  </a:lnTo>
                  <a:lnTo>
                    <a:pt x="334265" y="171517"/>
                  </a:lnTo>
                  <a:lnTo>
                    <a:pt x="334319" y="166225"/>
                  </a:lnTo>
                  <a:lnTo>
                    <a:pt x="334205" y="160933"/>
                  </a:lnTo>
                  <a:lnTo>
                    <a:pt x="333924" y="155647"/>
                  </a:lnTo>
                  <a:lnTo>
                    <a:pt x="333476" y="150373"/>
                  </a:lnTo>
                  <a:lnTo>
                    <a:pt x="332861" y="145116"/>
                  </a:lnTo>
                  <a:lnTo>
                    <a:pt x="332080" y="139881"/>
                  </a:lnTo>
                  <a:lnTo>
                    <a:pt x="331133" y="134673"/>
                  </a:lnTo>
                  <a:lnTo>
                    <a:pt x="330022" y="129498"/>
                  </a:lnTo>
                  <a:lnTo>
                    <a:pt x="328748" y="124360"/>
                  </a:lnTo>
                  <a:lnTo>
                    <a:pt x="327312" y="119266"/>
                  </a:lnTo>
                  <a:lnTo>
                    <a:pt x="325715" y="114219"/>
                  </a:lnTo>
                  <a:lnTo>
                    <a:pt x="323959" y="109226"/>
                  </a:lnTo>
                  <a:lnTo>
                    <a:pt x="322046" y="104291"/>
                  </a:lnTo>
                  <a:lnTo>
                    <a:pt x="319978" y="99419"/>
                  </a:lnTo>
                  <a:lnTo>
                    <a:pt x="317756" y="94614"/>
                  </a:lnTo>
                  <a:lnTo>
                    <a:pt x="315384" y="89883"/>
                  </a:lnTo>
                  <a:lnTo>
                    <a:pt x="312863" y="85228"/>
                  </a:lnTo>
                  <a:lnTo>
                    <a:pt x="310196" y="80657"/>
                  </a:lnTo>
                  <a:lnTo>
                    <a:pt x="307385" y="76171"/>
                  </a:lnTo>
                  <a:lnTo>
                    <a:pt x="304434" y="71777"/>
                  </a:lnTo>
                  <a:lnTo>
                    <a:pt x="301345" y="67479"/>
                  </a:lnTo>
                  <a:lnTo>
                    <a:pt x="298122" y="63280"/>
                  </a:lnTo>
                  <a:lnTo>
                    <a:pt x="294767" y="59186"/>
                  </a:lnTo>
                  <a:lnTo>
                    <a:pt x="291285" y="55200"/>
                  </a:lnTo>
                  <a:lnTo>
                    <a:pt x="287678" y="51326"/>
                  </a:lnTo>
                  <a:lnTo>
                    <a:pt x="283950" y="47569"/>
                  </a:lnTo>
                  <a:lnTo>
                    <a:pt x="280105" y="43931"/>
                  </a:lnTo>
                  <a:lnTo>
                    <a:pt x="276147" y="40417"/>
                  </a:lnTo>
                  <a:lnTo>
                    <a:pt x="272079" y="37030"/>
                  </a:lnTo>
                  <a:lnTo>
                    <a:pt x="267906" y="33773"/>
                  </a:lnTo>
                  <a:lnTo>
                    <a:pt x="263633" y="30650"/>
                  </a:lnTo>
                  <a:lnTo>
                    <a:pt x="259262" y="27664"/>
                  </a:lnTo>
                  <a:lnTo>
                    <a:pt x="254800" y="24818"/>
                  </a:lnTo>
                  <a:lnTo>
                    <a:pt x="250249" y="22115"/>
                  </a:lnTo>
                  <a:lnTo>
                    <a:pt x="245615" y="19557"/>
                  </a:lnTo>
                  <a:lnTo>
                    <a:pt x="240903" y="17147"/>
                  </a:lnTo>
                  <a:lnTo>
                    <a:pt x="236116" y="1488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22608"/>
              <a:ext cx="68962" cy="152279"/>
            </a:xfrm>
            <a:custGeom>
              <a:avLst/>
              <a:pathLst>
                <a:path w="68962" h="152279">
                  <a:moveTo>
                    <a:pt x="68962" y="0"/>
                  </a:moveTo>
                  <a:lnTo>
                    <a:pt x="0" y="152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68962" cy="167167"/>
            </a:xfrm>
            <a:custGeom>
              <a:avLst/>
              <a:pathLst>
                <a:path w="68962" h="167167">
                  <a:moveTo>
                    <a:pt x="68962" y="14887"/>
                  </a:moveTo>
                  <a:lnTo>
                    <a:pt x="63523" y="12539"/>
                  </a:lnTo>
                  <a:lnTo>
                    <a:pt x="58005" y="10386"/>
                  </a:lnTo>
                  <a:lnTo>
                    <a:pt x="52414" y="8429"/>
                  </a:lnTo>
                  <a:lnTo>
                    <a:pt x="46757" y="6672"/>
                  </a:lnTo>
                  <a:lnTo>
                    <a:pt x="41042" y="5116"/>
                  </a:lnTo>
                  <a:lnTo>
                    <a:pt x="35275" y="3764"/>
                  </a:lnTo>
                  <a:lnTo>
                    <a:pt x="29464" y="2617"/>
                  </a:lnTo>
                  <a:lnTo>
                    <a:pt x="23615" y="1676"/>
                  </a:lnTo>
                  <a:lnTo>
                    <a:pt x="17737" y="943"/>
                  </a:lnTo>
                  <a:lnTo>
                    <a:pt x="11837" y="419"/>
                  </a:lnTo>
                  <a:lnTo>
                    <a:pt x="592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14126" y="4213821"/>
              <a:ext cx="250833" cy="334318"/>
            </a:xfrm>
            <a:custGeom>
              <a:avLst/>
              <a:pathLst>
                <a:path w="250833" h="334318">
                  <a:moveTo>
                    <a:pt x="167160" y="0"/>
                  </a:moveTo>
                  <a:lnTo>
                    <a:pt x="161833" y="84"/>
                  </a:lnTo>
                  <a:lnTo>
                    <a:pt x="156510" y="339"/>
                  </a:lnTo>
                  <a:lnTo>
                    <a:pt x="151199" y="763"/>
                  </a:lnTo>
                  <a:lnTo>
                    <a:pt x="145903" y="1357"/>
                  </a:lnTo>
                  <a:lnTo>
                    <a:pt x="140629" y="2118"/>
                  </a:lnTo>
                  <a:lnTo>
                    <a:pt x="135383" y="3048"/>
                  </a:lnTo>
                  <a:lnTo>
                    <a:pt x="130168" y="4144"/>
                  </a:lnTo>
                  <a:lnTo>
                    <a:pt x="124991" y="5406"/>
                  </a:lnTo>
                  <a:lnTo>
                    <a:pt x="119857" y="6832"/>
                  </a:lnTo>
                  <a:lnTo>
                    <a:pt x="114771" y="8421"/>
                  </a:lnTo>
                  <a:lnTo>
                    <a:pt x="109738" y="10171"/>
                  </a:lnTo>
                  <a:lnTo>
                    <a:pt x="104764" y="12081"/>
                  </a:lnTo>
                  <a:lnTo>
                    <a:pt x="99853" y="14149"/>
                  </a:lnTo>
                  <a:lnTo>
                    <a:pt x="95010" y="16371"/>
                  </a:lnTo>
                  <a:lnTo>
                    <a:pt x="90241" y="18748"/>
                  </a:lnTo>
                  <a:lnTo>
                    <a:pt x="85549" y="21274"/>
                  </a:lnTo>
                  <a:lnTo>
                    <a:pt x="80941" y="23950"/>
                  </a:lnTo>
                  <a:lnTo>
                    <a:pt x="76420" y="26770"/>
                  </a:lnTo>
                  <a:lnTo>
                    <a:pt x="71992" y="29734"/>
                  </a:lnTo>
                  <a:lnTo>
                    <a:pt x="67660" y="32837"/>
                  </a:lnTo>
                  <a:lnTo>
                    <a:pt x="63429" y="36076"/>
                  </a:lnTo>
                  <a:lnTo>
                    <a:pt x="59304" y="39449"/>
                  </a:lnTo>
                  <a:lnTo>
                    <a:pt x="55288" y="42951"/>
                  </a:lnTo>
                  <a:lnTo>
                    <a:pt x="51386" y="46580"/>
                  </a:lnTo>
                  <a:lnTo>
                    <a:pt x="47602" y="50331"/>
                  </a:lnTo>
                  <a:lnTo>
                    <a:pt x="43939" y="54201"/>
                  </a:lnTo>
                  <a:lnTo>
                    <a:pt x="40401" y="58185"/>
                  </a:lnTo>
                  <a:lnTo>
                    <a:pt x="36992" y="62280"/>
                  </a:lnTo>
                  <a:lnTo>
                    <a:pt x="33715" y="66482"/>
                  </a:lnTo>
                  <a:lnTo>
                    <a:pt x="30574" y="70787"/>
                  </a:lnTo>
                  <a:lnTo>
                    <a:pt x="27572" y="75189"/>
                  </a:lnTo>
                  <a:lnTo>
                    <a:pt x="24711" y="79684"/>
                  </a:lnTo>
                  <a:lnTo>
                    <a:pt x="21996" y="84269"/>
                  </a:lnTo>
                  <a:lnTo>
                    <a:pt x="19427" y="88937"/>
                  </a:lnTo>
                  <a:lnTo>
                    <a:pt x="17009" y="93686"/>
                  </a:lnTo>
                  <a:lnTo>
                    <a:pt x="14743" y="98508"/>
                  </a:lnTo>
                  <a:lnTo>
                    <a:pt x="12633" y="103401"/>
                  </a:lnTo>
                  <a:lnTo>
                    <a:pt x="10679" y="108358"/>
                  </a:lnTo>
                  <a:lnTo>
                    <a:pt x="8884" y="113375"/>
                  </a:lnTo>
                  <a:lnTo>
                    <a:pt x="7250" y="118447"/>
                  </a:lnTo>
                  <a:lnTo>
                    <a:pt x="5778" y="123568"/>
                  </a:lnTo>
                  <a:lnTo>
                    <a:pt x="4471" y="128734"/>
                  </a:lnTo>
                  <a:lnTo>
                    <a:pt x="3329" y="133939"/>
                  </a:lnTo>
                  <a:lnTo>
                    <a:pt x="2353" y="139177"/>
                  </a:lnTo>
                  <a:lnTo>
                    <a:pt x="1545" y="144444"/>
                  </a:lnTo>
                  <a:lnTo>
                    <a:pt x="904" y="149734"/>
                  </a:lnTo>
                  <a:lnTo>
                    <a:pt x="433" y="155041"/>
                  </a:lnTo>
                  <a:lnTo>
                    <a:pt x="132" y="160361"/>
                  </a:lnTo>
                  <a:lnTo>
                    <a:pt x="0" y="165688"/>
                  </a:lnTo>
                  <a:lnTo>
                    <a:pt x="37" y="171017"/>
                  </a:lnTo>
                  <a:lnTo>
                    <a:pt x="245" y="176341"/>
                  </a:lnTo>
                  <a:lnTo>
                    <a:pt x="622" y="181656"/>
                  </a:lnTo>
                  <a:lnTo>
                    <a:pt x="1168" y="186957"/>
                  </a:lnTo>
                  <a:lnTo>
                    <a:pt x="1884" y="192237"/>
                  </a:lnTo>
                  <a:lnTo>
                    <a:pt x="2766" y="197492"/>
                  </a:lnTo>
                  <a:lnTo>
                    <a:pt x="3816" y="202716"/>
                  </a:lnTo>
                  <a:lnTo>
                    <a:pt x="5032" y="207904"/>
                  </a:lnTo>
                  <a:lnTo>
                    <a:pt x="6413" y="213050"/>
                  </a:lnTo>
                  <a:lnTo>
                    <a:pt x="7957" y="218150"/>
                  </a:lnTo>
                  <a:lnTo>
                    <a:pt x="9663" y="223198"/>
                  </a:lnTo>
                  <a:lnTo>
                    <a:pt x="11529" y="228189"/>
                  </a:lnTo>
                  <a:lnTo>
                    <a:pt x="13553" y="233118"/>
                  </a:lnTo>
                  <a:lnTo>
                    <a:pt x="15733" y="237981"/>
                  </a:lnTo>
                  <a:lnTo>
                    <a:pt x="18066" y="242771"/>
                  </a:lnTo>
                  <a:lnTo>
                    <a:pt x="20552" y="247484"/>
                  </a:lnTo>
                  <a:lnTo>
                    <a:pt x="23186" y="252116"/>
                  </a:lnTo>
                  <a:lnTo>
                    <a:pt x="25967" y="256661"/>
                  </a:lnTo>
                  <a:lnTo>
                    <a:pt x="28891" y="261116"/>
                  </a:lnTo>
                  <a:lnTo>
                    <a:pt x="31955" y="265475"/>
                  </a:lnTo>
                  <a:lnTo>
                    <a:pt x="35157" y="269734"/>
                  </a:lnTo>
                  <a:lnTo>
                    <a:pt x="38493" y="273889"/>
                  </a:lnTo>
                  <a:lnTo>
                    <a:pt x="41960" y="277936"/>
                  </a:lnTo>
                  <a:lnTo>
                    <a:pt x="45554" y="281870"/>
                  </a:lnTo>
                  <a:lnTo>
                    <a:pt x="49271" y="285687"/>
                  </a:lnTo>
                  <a:lnTo>
                    <a:pt x="53108" y="289384"/>
                  </a:lnTo>
                  <a:lnTo>
                    <a:pt x="57062" y="292957"/>
                  </a:lnTo>
                  <a:lnTo>
                    <a:pt x="61127" y="296402"/>
                  </a:lnTo>
                  <a:lnTo>
                    <a:pt x="65299" y="299716"/>
                  </a:lnTo>
                  <a:lnTo>
                    <a:pt x="69576" y="302895"/>
                  </a:lnTo>
                  <a:lnTo>
                    <a:pt x="73951" y="305936"/>
                  </a:lnTo>
                  <a:lnTo>
                    <a:pt x="78421" y="308837"/>
                  </a:lnTo>
                  <a:lnTo>
                    <a:pt x="82981" y="311593"/>
                  </a:lnTo>
                  <a:lnTo>
                    <a:pt x="87627" y="314202"/>
                  </a:lnTo>
                  <a:lnTo>
                    <a:pt x="92354" y="316662"/>
                  </a:lnTo>
                  <a:lnTo>
                    <a:pt x="97156" y="318971"/>
                  </a:lnTo>
                  <a:lnTo>
                    <a:pt x="102030" y="321125"/>
                  </a:lnTo>
                  <a:lnTo>
                    <a:pt x="106970" y="323122"/>
                  </a:lnTo>
                  <a:lnTo>
                    <a:pt x="111971" y="324961"/>
                  </a:lnTo>
                  <a:lnTo>
                    <a:pt x="117028" y="326640"/>
                  </a:lnTo>
                  <a:lnTo>
                    <a:pt x="122136" y="328157"/>
                  </a:lnTo>
                  <a:lnTo>
                    <a:pt x="127290" y="329510"/>
                  </a:lnTo>
                  <a:lnTo>
                    <a:pt x="132484" y="330698"/>
                  </a:lnTo>
                  <a:lnTo>
                    <a:pt x="137714" y="331720"/>
                  </a:lnTo>
                  <a:lnTo>
                    <a:pt x="142973" y="332575"/>
                  </a:lnTo>
                  <a:lnTo>
                    <a:pt x="148257" y="333262"/>
                  </a:lnTo>
                  <a:lnTo>
                    <a:pt x="153561" y="333780"/>
                  </a:lnTo>
                  <a:lnTo>
                    <a:pt x="158878" y="334129"/>
                  </a:lnTo>
                  <a:lnTo>
                    <a:pt x="164203" y="334308"/>
                  </a:lnTo>
                  <a:lnTo>
                    <a:pt x="169532" y="334318"/>
                  </a:lnTo>
                  <a:lnTo>
                    <a:pt x="174858" y="334157"/>
                  </a:lnTo>
                  <a:lnTo>
                    <a:pt x="180176" y="333827"/>
                  </a:lnTo>
                  <a:lnTo>
                    <a:pt x="185481" y="333327"/>
                  </a:lnTo>
                  <a:lnTo>
                    <a:pt x="190767" y="332659"/>
                  </a:lnTo>
                  <a:lnTo>
                    <a:pt x="196030" y="331823"/>
                  </a:lnTo>
                  <a:lnTo>
                    <a:pt x="201263" y="330819"/>
                  </a:lnTo>
                  <a:lnTo>
                    <a:pt x="206461" y="329649"/>
                  </a:lnTo>
                  <a:lnTo>
                    <a:pt x="211620" y="328314"/>
                  </a:lnTo>
                  <a:lnTo>
                    <a:pt x="216733" y="326815"/>
                  </a:lnTo>
                  <a:lnTo>
                    <a:pt x="221796" y="325154"/>
                  </a:lnTo>
                  <a:lnTo>
                    <a:pt x="226804" y="323332"/>
                  </a:lnTo>
                  <a:lnTo>
                    <a:pt x="231751" y="321352"/>
                  </a:lnTo>
                  <a:lnTo>
                    <a:pt x="236632" y="319215"/>
                  </a:lnTo>
                  <a:lnTo>
                    <a:pt x="241442" y="316924"/>
                  </a:lnTo>
                  <a:lnTo>
                    <a:pt x="246178" y="314480"/>
                  </a:lnTo>
                  <a:lnTo>
                    <a:pt x="250833" y="311887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83672" cy="144720"/>
            </a:xfrm>
            <a:custGeom>
              <a:avLst/>
              <a:pathLst>
                <a:path w="83672" h="144720">
                  <a:moveTo>
                    <a:pt x="83672" y="1447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167163" cy="311887"/>
            </a:xfrm>
            <a:custGeom>
              <a:avLst/>
              <a:pathLst>
                <a:path w="167163" h="311887">
                  <a:moveTo>
                    <a:pt x="83672" y="311887"/>
                  </a:moveTo>
                  <a:lnTo>
                    <a:pt x="88248" y="309143"/>
                  </a:lnTo>
                  <a:lnTo>
                    <a:pt x="92734" y="306254"/>
                  </a:lnTo>
                  <a:lnTo>
                    <a:pt x="97125" y="303224"/>
                  </a:lnTo>
                  <a:lnTo>
                    <a:pt x="101418" y="300055"/>
                  </a:lnTo>
                  <a:lnTo>
                    <a:pt x="105607" y="296751"/>
                  </a:lnTo>
                  <a:lnTo>
                    <a:pt x="109689" y="293314"/>
                  </a:lnTo>
                  <a:lnTo>
                    <a:pt x="113659" y="289750"/>
                  </a:lnTo>
                  <a:lnTo>
                    <a:pt x="117513" y="286060"/>
                  </a:lnTo>
                  <a:lnTo>
                    <a:pt x="121248" y="282249"/>
                  </a:lnTo>
                  <a:lnTo>
                    <a:pt x="124859" y="278321"/>
                  </a:lnTo>
                  <a:lnTo>
                    <a:pt x="128342" y="274279"/>
                  </a:lnTo>
                  <a:lnTo>
                    <a:pt x="131695" y="270129"/>
                  </a:lnTo>
                  <a:lnTo>
                    <a:pt x="134914" y="265874"/>
                  </a:lnTo>
                  <a:lnTo>
                    <a:pt x="137996" y="261518"/>
                  </a:lnTo>
                  <a:lnTo>
                    <a:pt x="140936" y="257066"/>
                  </a:lnTo>
                  <a:lnTo>
                    <a:pt x="143734" y="252522"/>
                  </a:lnTo>
                  <a:lnTo>
                    <a:pt x="146384" y="247891"/>
                  </a:lnTo>
                  <a:lnTo>
                    <a:pt x="148886" y="243179"/>
                  </a:lnTo>
                  <a:lnTo>
                    <a:pt x="151236" y="238388"/>
                  </a:lnTo>
                  <a:lnTo>
                    <a:pt x="153432" y="233525"/>
                  </a:lnTo>
                  <a:lnTo>
                    <a:pt x="155472" y="228595"/>
                  </a:lnTo>
                  <a:lnTo>
                    <a:pt x="157353" y="223602"/>
                  </a:lnTo>
                  <a:lnTo>
                    <a:pt x="159074" y="218552"/>
                  </a:lnTo>
                  <a:lnTo>
                    <a:pt x="160632" y="213449"/>
                  </a:lnTo>
                  <a:lnTo>
                    <a:pt x="162028" y="208299"/>
                  </a:lnTo>
                  <a:lnTo>
                    <a:pt x="163258" y="203107"/>
                  </a:lnTo>
                  <a:lnTo>
                    <a:pt x="164322" y="197878"/>
                  </a:lnTo>
                  <a:lnTo>
                    <a:pt x="165218" y="192618"/>
                  </a:lnTo>
                  <a:lnTo>
                    <a:pt x="165946" y="187333"/>
                  </a:lnTo>
                  <a:lnTo>
                    <a:pt x="166505" y="182026"/>
                  </a:lnTo>
                  <a:lnTo>
                    <a:pt x="166895" y="176705"/>
                  </a:lnTo>
                  <a:lnTo>
                    <a:pt x="167114" y="171374"/>
                  </a:lnTo>
                  <a:lnTo>
                    <a:pt x="167163" y="166038"/>
                  </a:lnTo>
                  <a:lnTo>
                    <a:pt x="167042" y="160704"/>
                  </a:lnTo>
                  <a:lnTo>
                    <a:pt x="166751" y="155377"/>
                  </a:lnTo>
                  <a:lnTo>
                    <a:pt x="166289" y="150061"/>
                  </a:lnTo>
                  <a:lnTo>
                    <a:pt x="165659" y="144763"/>
                  </a:lnTo>
                  <a:lnTo>
                    <a:pt x="164859" y="139487"/>
                  </a:lnTo>
                  <a:lnTo>
                    <a:pt x="163892" y="134240"/>
                  </a:lnTo>
                  <a:lnTo>
                    <a:pt x="162758" y="129026"/>
                  </a:lnTo>
                  <a:lnTo>
                    <a:pt x="161458" y="123851"/>
                  </a:lnTo>
                  <a:lnTo>
                    <a:pt x="159993" y="118721"/>
                  </a:lnTo>
                  <a:lnTo>
                    <a:pt x="158365" y="113639"/>
                  </a:lnTo>
                  <a:lnTo>
                    <a:pt x="156576" y="108613"/>
                  </a:lnTo>
                  <a:lnTo>
                    <a:pt x="154628" y="103646"/>
                  </a:lnTo>
                  <a:lnTo>
                    <a:pt x="152522" y="98743"/>
                  </a:lnTo>
                  <a:lnTo>
                    <a:pt x="150261" y="93910"/>
                  </a:lnTo>
                  <a:lnTo>
                    <a:pt x="147846" y="89152"/>
                  </a:lnTo>
                  <a:lnTo>
                    <a:pt x="145281" y="84474"/>
                  </a:lnTo>
                  <a:lnTo>
                    <a:pt x="142568" y="79879"/>
                  </a:lnTo>
                  <a:lnTo>
                    <a:pt x="139710" y="75374"/>
                  </a:lnTo>
                  <a:lnTo>
                    <a:pt x="136709" y="70962"/>
                  </a:lnTo>
                  <a:lnTo>
                    <a:pt x="133569" y="66648"/>
                  </a:lnTo>
                  <a:lnTo>
                    <a:pt x="130293" y="62436"/>
                  </a:lnTo>
                  <a:lnTo>
                    <a:pt x="126885" y="58332"/>
                  </a:lnTo>
                  <a:lnTo>
                    <a:pt x="123347" y="54338"/>
                  </a:lnTo>
                  <a:lnTo>
                    <a:pt x="119683" y="50459"/>
                  </a:lnTo>
                  <a:lnTo>
                    <a:pt x="115897" y="46698"/>
                  </a:lnTo>
                  <a:lnTo>
                    <a:pt x="111994" y="43061"/>
                  </a:lnTo>
                  <a:lnTo>
                    <a:pt x="107976" y="39550"/>
                  </a:lnTo>
                  <a:lnTo>
                    <a:pt x="103848" y="36169"/>
                  </a:lnTo>
                  <a:lnTo>
                    <a:pt x="99615" y="32922"/>
                  </a:lnTo>
                  <a:lnTo>
                    <a:pt x="95280" y="29811"/>
                  </a:lnTo>
                  <a:lnTo>
                    <a:pt x="90847" y="26840"/>
                  </a:lnTo>
                  <a:lnTo>
                    <a:pt x="86323" y="24012"/>
                  </a:lnTo>
                  <a:lnTo>
                    <a:pt x="81710" y="21330"/>
                  </a:lnTo>
                  <a:lnTo>
                    <a:pt x="77014" y="18797"/>
                  </a:lnTo>
                  <a:lnTo>
                    <a:pt x="72240" y="16415"/>
                  </a:lnTo>
                  <a:lnTo>
                    <a:pt x="67392" y="14186"/>
                  </a:lnTo>
                  <a:lnTo>
                    <a:pt x="62476" y="12113"/>
                  </a:lnTo>
                  <a:lnTo>
                    <a:pt x="57495" y="10198"/>
                  </a:lnTo>
                  <a:lnTo>
                    <a:pt x="52457" y="8443"/>
                  </a:lnTo>
                  <a:lnTo>
                    <a:pt x="47365" y="6850"/>
                  </a:lnTo>
                  <a:lnTo>
                    <a:pt x="42224" y="5420"/>
                  </a:lnTo>
                  <a:lnTo>
                    <a:pt x="37041" y="4155"/>
                  </a:lnTo>
                  <a:lnTo>
                    <a:pt x="31819" y="3056"/>
                  </a:lnTo>
                  <a:lnTo>
                    <a:pt x="26566" y="2124"/>
                  </a:lnTo>
                  <a:lnTo>
                    <a:pt x="21285" y="1360"/>
                  </a:lnTo>
                  <a:lnTo>
                    <a:pt x="15983" y="765"/>
                  </a:lnTo>
                  <a:lnTo>
                    <a:pt x="10664" y="340"/>
                  </a:lnTo>
                  <a:lnTo>
                    <a:pt x="533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365" y="4659281"/>
              <a:ext cx="167159" cy="200943"/>
            </a:xfrm>
            <a:custGeom>
              <a:avLst/>
              <a:pathLst>
                <a:path w="167159" h="200943">
                  <a:moveTo>
                    <a:pt x="167159" y="0"/>
                  </a:moveTo>
                  <a:lnTo>
                    <a:pt x="161767" y="86"/>
                  </a:lnTo>
                  <a:lnTo>
                    <a:pt x="156381" y="347"/>
                  </a:lnTo>
                  <a:lnTo>
                    <a:pt x="151006" y="782"/>
                  </a:lnTo>
                  <a:lnTo>
                    <a:pt x="145648" y="1389"/>
                  </a:lnTo>
                  <a:lnTo>
                    <a:pt x="140312" y="2169"/>
                  </a:lnTo>
                  <a:lnTo>
                    <a:pt x="135004" y="3121"/>
                  </a:lnTo>
                  <a:lnTo>
                    <a:pt x="129730" y="4243"/>
                  </a:lnTo>
                  <a:lnTo>
                    <a:pt x="124495" y="5535"/>
                  </a:lnTo>
                  <a:lnTo>
                    <a:pt x="119304" y="6996"/>
                  </a:lnTo>
                  <a:lnTo>
                    <a:pt x="114163" y="8622"/>
                  </a:lnTo>
                  <a:lnTo>
                    <a:pt x="109077" y="10414"/>
                  </a:lnTo>
                  <a:lnTo>
                    <a:pt x="104051" y="12369"/>
                  </a:lnTo>
                  <a:lnTo>
                    <a:pt x="99091" y="14485"/>
                  </a:lnTo>
                  <a:lnTo>
                    <a:pt x="94202" y="16760"/>
                  </a:lnTo>
                  <a:lnTo>
                    <a:pt x="89389" y="19191"/>
                  </a:lnTo>
                  <a:lnTo>
                    <a:pt x="84656" y="21777"/>
                  </a:lnTo>
                  <a:lnTo>
                    <a:pt x="80010" y="24513"/>
                  </a:lnTo>
                  <a:lnTo>
                    <a:pt x="75454" y="27398"/>
                  </a:lnTo>
                  <a:lnTo>
                    <a:pt x="70994" y="30429"/>
                  </a:lnTo>
                  <a:lnTo>
                    <a:pt x="66634" y="33602"/>
                  </a:lnTo>
                  <a:lnTo>
                    <a:pt x="62378" y="36913"/>
                  </a:lnTo>
                  <a:lnTo>
                    <a:pt x="58231" y="40361"/>
                  </a:lnTo>
                  <a:lnTo>
                    <a:pt x="54198" y="43940"/>
                  </a:lnTo>
                  <a:lnTo>
                    <a:pt x="50282" y="47648"/>
                  </a:lnTo>
                  <a:lnTo>
                    <a:pt x="46488" y="51479"/>
                  </a:lnTo>
                  <a:lnTo>
                    <a:pt x="42820" y="55432"/>
                  </a:lnTo>
                  <a:lnTo>
                    <a:pt x="39281" y="59500"/>
                  </a:lnTo>
                  <a:lnTo>
                    <a:pt x="35875" y="63681"/>
                  </a:lnTo>
                  <a:lnTo>
                    <a:pt x="32605" y="67969"/>
                  </a:lnTo>
                  <a:lnTo>
                    <a:pt x="29476" y="72360"/>
                  </a:lnTo>
                  <a:lnTo>
                    <a:pt x="26489" y="76850"/>
                  </a:lnTo>
                  <a:lnTo>
                    <a:pt x="23650" y="81434"/>
                  </a:lnTo>
                  <a:lnTo>
                    <a:pt x="20959" y="86108"/>
                  </a:lnTo>
                  <a:lnTo>
                    <a:pt x="18421" y="90865"/>
                  </a:lnTo>
                  <a:lnTo>
                    <a:pt x="16037" y="95702"/>
                  </a:lnTo>
                  <a:lnTo>
                    <a:pt x="13811" y="100614"/>
                  </a:lnTo>
                  <a:lnTo>
                    <a:pt x="11744" y="105594"/>
                  </a:lnTo>
                  <a:lnTo>
                    <a:pt x="9839" y="110639"/>
                  </a:lnTo>
                  <a:lnTo>
                    <a:pt x="8097" y="115743"/>
                  </a:lnTo>
                  <a:lnTo>
                    <a:pt x="6522" y="120900"/>
                  </a:lnTo>
                  <a:lnTo>
                    <a:pt x="5113" y="126105"/>
                  </a:lnTo>
                  <a:lnTo>
                    <a:pt x="3873" y="131353"/>
                  </a:lnTo>
                  <a:lnTo>
                    <a:pt x="2803" y="136638"/>
                  </a:lnTo>
                  <a:lnTo>
                    <a:pt x="1903" y="141955"/>
                  </a:lnTo>
                  <a:lnTo>
                    <a:pt x="1176" y="147298"/>
                  </a:lnTo>
                  <a:lnTo>
                    <a:pt x="622" y="152662"/>
                  </a:lnTo>
                  <a:lnTo>
                    <a:pt x="241" y="158041"/>
                  </a:lnTo>
                  <a:lnTo>
                    <a:pt x="33" y="163429"/>
                  </a:lnTo>
                  <a:lnTo>
                    <a:pt x="0" y="168821"/>
                  </a:lnTo>
                  <a:lnTo>
                    <a:pt x="140" y="174212"/>
                  </a:lnTo>
                  <a:lnTo>
                    <a:pt x="454" y="179595"/>
                  </a:lnTo>
                  <a:lnTo>
                    <a:pt x="942" y="184966"/>
                  </a:lnTo>
                  <a:lnTo>
                    <a:pt x="1602" y="190318"/>
                  </a:lnTo>
                  <a:lnTo>
                    <a:pt x="2435" y="195645"/>
                  </a:lnTo>
                  <a:lnTo>
                    <a:pt x="3439" y="200943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2805" y="4826449"/>
              <a:ext cx="163719" cy="33776"/>
            </a:xfrm>
            <a:custGeom>
              <a:avLst/>
              <a:pathLst>
                <a:path w="163719" h="33776">
                  <a:moveTo>
                    <a:pt x="0" y="33776"/>
                  </a:moveTo>
                  <a:lnTo>
                    <a:pt x="16371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2805" y="4826449"/>
              <a:ext cx="163719" cy="45678"/>
            </a:xfrm>
            <a:custGeom>
              <a:avLst/>
              <a:pathLst>
                <a:path w="163719" h="45678">
                  <a:moveTo>
                    <a:pt x="0" y="33776"/>
                  </a:moveTo>
                  <a:lnTo>
                    <a:pt x="2913" y="45678"/>
                  </a:lnTo>
                  <a:lnTo>
                    <a:pt x="1637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5719" y="4659281"/>
              <a:ext cx="327958" cy="334332"/>
            </a:xfrm>
            <a:custGeom>
              <a:avLst/>
              <a:pathLst>
                <a:path w="327958" h="334332">
                  <a:moveTo>
                    <a:pt x="0" y="212845"/>
                  </a:moveTo>
                  <a:lnTo>
                    <a:pt x="1527" y="217916"/>
                  </a:lnTo>
                  <a:lnTo>
                    <a:pt x="3215" y="222936"/>
                  </a:lnTo>
                  <a:lnTo>
                    <a:pt x="5060" y="227900"/>
                  </a:lnTo>
                  <a:lnTo>
                    <a:pt x="7063" y="232804"/>
                  </a:lnTo>
                  <a:lnTo>
                    <a:pt x="9219" y="237641"/>
                  </a:lnTo>
                  <a:lnTo>
                    <a:pt x="11527" y="242407"/>
                  </a:lnTo>
                  <a:lnTo>
                    <a:pt x="13986" y="247098"/>
                  </a:lnTo>
                  <a:lnTo>
                    <a:pt x="16592" y="251709"/>
                  </a:lnTo>
                  <a:lnTo>
                    <a:pt x="19342" y="256235"/>
                  </a:lnTo>
                  <a:lnTo>
                    <a:pt x="22234" y="260672"/>
                  </a:lnTo>
                  <a:lnTo>
                    <a:pt x="25266" y="265014"/>
                  </a:lnTo>
                  <a:lnTo>
                    <a:pt x="28434" y="269259"/>
                  </a:lnTo>
                  <a:lnTo>
                    <a:pt x="31734" y="273401"/>
                  </a:lnTo>
                  <a:lnTo>
                    <a:pt x="35164" y="277436"/>
                  </a:lnTo>
                  <a:lnTo>
                    <a:pt x="38720" y="281361"/>
                  </a:lnTo>
                  <a:lnTo>
                    <a:pt x="42399" y="285171"/>
                  </a:lnTo>
                  <a:lnTo>
                    <a:pt x="46196" y="288862"/>
                  </a:lnTo>
                  <a:lnTo>
                    <a:pt x="50109" y="292432"/>
                  </a:lnTo>
                  <a:lnTo>
                    <a:pt x="54133" y="295876"/>
                  </a:lnTo>
                  <a:lnTo>
                    <a:pt x="58263" y="299190"/>
                  </a:lnTo>
                  <a:lnTo>
                    <a:pt x="62497" y="302372"/>
                  </a:lnTo>
                  <a:lnTo>
                    <a:pt x="66829" y="305419"/>
                  </a:lnTo>
                  <a:lnTo>
                    <a:pt x="71256" y="308326"/>
                  </a:lnTo>
                  <a:lnTo>
                    <a:pt x="75773" y="311092"/>
                  </a:lnTo>
                  <a:lnTo>
                    <a:pt x="80374" y="313713"/>
                  </a:lnTo>
                  <a:lnTo>
                    <a:pt x="85057" y="316188"/>
                  </a:lnTo>
                  <a:lnTo>
                    <a:pt x="89816" y="318512"/>
                  </a:lnTo>
                  <a:lnTo>
                    <a:pt x="94646" y="320685"/>
                  </a:lnTo>
                  <a:lnTo>
                    <a:pt x="99542" y="322704"/>
                  </a:lnTo>
                  <a:lnTo>
                    <a:pt x="104500" y="324567"/>
                  </a:lnTo>
                  <a:lnTo>
                    <a:pt x="109514" y="326271"/>
                  </a:lnTo>
                  <a:lnTo>
                    <a:pt x="114580" y="327816"/>
                  </a:lnTo>
                  <a:lnTo>
                    <a:pt x="119692" y="329200"/>
                  </a:lnTo>
                  <a:lnTo>
                    <a:pt x="124846" y="330421"/>
                  </a:lnTo>
                  <a:lnTo>
                    <a:pt x="130035" y="331478"/>
                  </a:lnTo>
                  <a:lnTo>
                    <a:pt x="135256" y="332370"/>
                  </a:lnTo>
                  <a:lnTo>
                    <a:pt x="140502" y="333097"/>
                  </a:lnTo>
                  <a:lnTo>
                    <a:pt x="145768" y="333657"/>
                  </a:lnTo>
                  <a:lnTo>
                    <a:pt x="151050" y="334049"/>
                  </a:lnTo>
                  <a:lnTo>
                    <a:pt x="156341" y="334275"/>
                  </a:lnTo>
                  <a:lnTo>
                    <a:pt x="161637" y="334332"/>
                  </a:lnTo>
                  <a:lnTo>
                    <a:pt x="166932" y="334222"/>
                  </a:lnTo>
                  <a:lnTo>
                    <a:pt x="172221" y="333944"/>
                  </a:lnTo>
                  <a:lnTo>
                    <a:pt x="177498" y="333499"/>
                  </a:lnTo>
                  <a:lnTo>
                    <a:pt x="182759" y="332887"/>
                  </a:lnTo>
                  <a:lnTo>
                    <a:pt x="187997" y="332108"/>
                  </a:lnTo>
                  <a:lnTo>
                    <a:pt x="193209" y="331164"/>
                  </a:lnTo>
                  <a:lnTo>
                    <a:pt x="198387" y="330055"/>
                  </a:lnTo>
                  <a:lnTo>
                    <a:pt x="203528" y="328783"/>
                  </a:lnTo>
                  <a:lnTo>
                    <a:pt x="208627" y="327348"/>
                  </a:lnTo>
                  <a:lnTo>
                    <a:pt x="213677" y="325753"/>
                  </a:lnTo>
                  <a:lnTo>
                    <a:pt x="218674" y="323999"/>
                  </a:lnTo>
                  <a:lnTo>
                    <a:pt x="223613" y="322087"/>
                  </a:lnTo>
                  <a:lnTo>
                    <a:pt x="228489" y="320019"/>
                  </a:lnTo>
                  <a:lnTo>
                    <a:pt x="233297" y="317799"/>
                  </a:lnTo>
                  <a:lnTo>
                    <a:pt x="238032" y="315427"/>
                  </a:lnTo>
                  <a:lnTo>
                    <a:pt x="242690" y="312906"/>
                  </a:lnTo>
                  <a:lnTo>
                    <a:pt x="247266" y="310239"/>
                  </a:lnTo>
                  <a:lnTo>
                    <a:pt x="251754" y="307428"/>
                  </a:lnTo>
                  <a:lnTo>
                    <a:pt x="256152" y="304477"/>
                  </a:lnTo>
                  <a:lnTo>
                    <a:pt x="260454" y="301387"/>
                  </a:lnTo>
                  <a:lnTo>
                    <a:pt x="264655" y="298163"/>
                  </a:lnTo>
                  <a:lnTo>
                    <a:pt x="268753" y="294808"/>
                  </a:lnTo>
                  <a:lnTo>
                    <a:pt x="272742" y="291324"/>
                  </a:lnTo>
                  <a:lnTo>
                    <a:pt x="276619" y="287716"/>
                  </a:lnTo>
                  <a:lnTo>
                    <a:pt x="280380" y="283987"/>
                  </a:lnTo>
                  <a:lnTo>
                    <a:pt x="284020" y="280140"/>
                  </a:lnTo>
                  <a:lnTo>
                    <a:pt x="287537" y="276181"/>
                  </a:lnTo>
                  <a:lnTo>
                    <a:pt x="290927" y="272111"/>
                  </a:lnTo>
                  <a:lnTo>
                    <a:pt x="294186" y="267937"/>
                  </a:lnTo>
                  <a:lnTo>
                    <a:pt x="297311" y="263661"/>
                  </a:lnTo>
                  <a:lnTo>
                    <a:pt x="300299" y="259288"/>
                  </a:lnTo>
                  <a:lnTo>
                    <a:pt x="303148" y="254823"/>
                  </a:lnTo>
                  <a:lnTo>
                    <a:pt x="305853" y="250270"/>
                  </a:lnTo>
                  <a:lnTo>
                    <a:pt x="308413" y="245634"/>
                  </a:lnTo>
                  <a:lnTo>
                    <a:pt x="310824" y="240918"/>
                  </a:lnTo>
                  <a:lnTo>
                    <a:pt x="313085" y="236129"/>
                  </a:lnTo>
                  <a:lnTo>
                    <a:pt x="315193" y="231271"/>
                  </a:lnTo>
                  <a:lnTo>
                    <a:pt x="317146" y="226348"/>
                  </a:lnTo>
                  <a:lnTo>
                    <a:pt x="318943" y="221365"/>
                  </a:lnTo>
                  <a:lnTo>
                    <a:pt x="320580" y="216329"/>
                  </a:lnTo>
                  <a:lnTo>
                    <a:pt x="322057" y="211243"/>
                  </a:lnTo>
                  <a:lnTo>
                    <a:pt x="323373" y="206113"/>
                  </a:lnTo>
                  <a:lnTo>
                    <a:pt x="324525" y="200943"/>
                  </a:lnTo>
                  <a:lnTo>
                    <a:pt x="325513" y="195740"/>
                  </a:lnTo>
                  <a:lnTo>
                    <a:pt x="326335" y="190508"/>
                  </a:lnTo>
                  <a:lnTo>
                    <a:pt x="326991" y="185253"/>
                  </a:lnTo>
                  <a:lnTo>
                    <a:pt x="327481" y="179979"/>
                  </a:lnTo>
                  <a:lnTo>
                    <a:pt x="327803" y="174693"/>
                  </a:lnTo>
                  <a:lnTo>
                    <a:pt x="327958" y="169399"/>
                  </a:lnTo>
                  <a:lnTo>
                    <a:pt x="327945" y="164103"/>
                  </a:lnTo>
                  <a:lnTo>
                    <a:pt x="327764" y="158810"/>
                  </a:lnTo>
                  <a:lnTo>
                    <a:pt x="327415" y="153525"/>
                  </a:lnTo>
                  <a:lnTo>
                    <a:pt x="326899" y="148254"/>
                  </a:lnTo>
                  <a:lnTo>
                    <a:pt x="326217" y="143002"/>
                  </a:lnTo>
                  <a:lnTo>
                    <a:pt x="325368" y="137775"/>
                  </a:lnTo>
                  <a:lnTo>
                    <a:pt x="324355" y="132576"/>
                  </a:lnTo>
                  <a:lnTo>
                    <a:pt x="323177" y="127413"/>
                  </a:lnTo>
                  <a:lnTo>
                    <a:pt x="321836" y="122289"/>
                  </a:lnTo>
                  <a:lnTo>
                    <a:pt x="320334" y="117211"/>
                  </a:lnTo>
                  <a:lnTo>
                    <a:pt x="318671" y="112182"/>
                  </a:lnTo>
                  <a:lnTo>
                    <a:pt x="316850" y="107209"/>
                  </a:lnTo>
                  <a:lnTo>
                    <a:pt x="314872" y="102296"/>
                  </a:lnTo>
                  <a:lnTo>
                    <a:pt x="312740" y="97448"/>
                  </a:lnTo>
                  <a:lnTo>
                    <a:pt x="310455" y="92670"/>
                  </a:lnTo>
                  <a:lnTo>
                    <a:pt x="308020" y="87967"/>
                  </a:lnTo>
                  <a:lnTo>
                    <a:pt x="305438" y="83343"/>
                  </a:lnTo>
                  <a:lnTo>
                    <a:pt x="302710" y="78804"/>
                  </a:lnTo>
                  <a:lnTo>
                    <a:pt x="299839" y="74353"/>
                  </a:lnTo>
                  <a:lnTo>
                    <a:pt x="296829" y="69995"/>
                  </a:lnTo>
                  <a:lnTo>
                    <a:pt x="293683" y="65735"/>
                  </a:lnTo>
                  <a:lnTo>
                    <a:pt x="290403" y="61577"/>
                  </a:lnTo>
                  <a:lnTo>
                    <a:pt x="286993" y="57524"/>
                  </a:lnTo>
                  <a:lnTo>
                    <a:pt x="283457" y="53582"/>
                  </a:lnTo>
                  <a:lnTo>
                    <a:pt x="279797" y="49754"/>
                  </a:lnTo>
                  <a:lnTo>
                    <a:pt x="276018" y="46043"/>
                  </a:lnTo>
                  <a:lnTo>
                    <a:pt x="272123" y="42454"/>
                  </a:lnTo>
                  <a:lnTo>
                    <a:pt x="268117" y="38991"/>
                  </a:lnTo>
                  <a:lnTo>
                    <a:pt x="264002" y="35655"/>
                  </a:lnTo>
                  <a:lnTo>
                    <a:pt x="259785" y="32452"/>
                  </a:lnTo>
                  <a:lnTo>
                    <a:pt x="255468" y="29385"/>
                  </a:lnTo>
                  <a:lnTo>
                    <a:pt x="251055" y="26455"/>
                  </a:lnTo>
                  <a:lnTo>
                    <a:pt x="246553" y="23667"/>
                  </a:lnTo>
                  <a:lnTo>
                    <a:pt x="241964" y="21022"/>
                  </a:lnTo>
                  <a:lnTo>
                    <a:pt x="237294" y="18525"/>
                  </a:lnTo>
                  <a:lnTo>
                    <a:pt x="232547" y="16177"/>
                  </a:lnTo>
                  <a:lnTo>
                    <a:pt x="227728" y="13980"/>
                  </a:lnTo>
                  <a:lnTo>
                    <a:pt x="222841" y="11937"/>
                  </a:lnTo>
                  <a:lnTo>
                    <a:pt x="217893" y="10049"/>
                  </a:lnTo>
                  <a:lnTo>
                    <a:pt x="212887" y="8320"/>
                  </a:lnTo>
                  <a:lnTo>
                    <a:pt x="207829" y="6750"/>
                  </a:lnTo>
                  <a:lnTo>
                    <a:pt x="202724" y="5341"/>
                  </a:lnTo>
                  <a:lnTo>
                    <a:pt x="197577" y="4094"/>
                  </a:lnTo>
                  <a:lnTo>
                    <a:pt x="192392" y="3011"/>
                  </a:lnTo>
                  <a:lnTo>
                    <a:pt x="187176" y="2093"/>
                  </a:lnTo>
                  <a:lnTo>
                    <a:pt x="181934" y="1340"/>
                  </a:lnTo>
                  <a:lnTo>
                    <a:pt x="176670" y="754"/>
                  </a:lnTo>
                  <a:lnTo>
                    <a:pt x="171391" y="335"/>
                  </a:lnTo>
                  <a:lnTo>
                    <a:pt x="166101" y="83"/>
                  </a:lnTo>
                  <a:lnTo>
                    <a:pt x="160805" y="0"/>
                  </a:lnTo>
                  <a:lnTo>
                    <a:pt x="16080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7495" y="5018213"/>
              <a:ext cx="1225" cy="167167"/>
            </a:xfrm>
            <a:custGeom>
              <a:avLst/>
              <a:pathLst>
                <a:path w="1225" h="167167">
                  <a:moveTo>
                    <a:pt x="1225" y="0"/>
                  </a:moveTo>
                  <a:lnTo>
                    <a:pt x="0" y="4"/>
                  </a:lnTo>
                  <a:lnTo>
                    <a:pt x="122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321565" y="5018217"/>
              <a:ext cx="334310" cy="334330"/>
            </a:xfrm>
            <a:custGeom>
              <a:avLst/>
              <a:pathLst>
                <a:path w="334310" h="334330">
                  <a:moveTo>
                    <a:pt x="165929" y="0"/>
                  </a:moveTo>
                  <a:lnTo>
                    <a:pt x="160638" y="122"/>
                  </a:lnTo>
                  <a:lnTo>
                    <a:pt x="155354" y="412"/>
                  </a:lnTo>
                  <a:lnTo>
                    <a:pt x="150082" y="869"/>
                  </a:lnTo>
                  <a:lnTo>
                    <a:pt x="144826" y="1493"/>
                  </a:lnTo>
                  <a:lnTo>
                    <a:pt x="139593" y="2283"/>
                  </a:lnTo>
                  <a:lnTo>
                    <a:pt x="134388" y="3238"/>
                  </a:lnTo>
                  <a:lnTo>
                    <a:pt x="129216" y="4357"/>
                  </a:lnTo>
                  <a:lnTo>
                    <a:pt x="124081" y="5640"/>
                  </a:lnTo>
                  <a:lnTo>
                    <a:pt x="118990" y="7084"/>
                  </a:lnTo>
                  <a:lnTo>
                    <a:pt x="113947" y="8689"/>
                  </a:lnTo>
                  <a:lnTo>
                    <a:pt x="108957" y="10452"/>
                  </a:lnTo>
                  <a:lnTo>
                    <a:pt x="104026" y="12373"/>
                  </a:lnTo>
                  <a:lnTo>
                    <a:pt x="99158" y="14449"/>
                  </a:lnTo>
                  <a:lnTo>
                    <a:pt x="94358" y="16678"/>
                  </a:lnTo>
                  <a:lnTo>
                    <a:pt x="89631" y="19057"/>
                  </a:lnTo>
                  <a:lnTo>
                    <a:pt x="84982" y="21586"/>
                  </a:lnTo>
                  <a:lnTo>
                    <a:pt x="80415" y="24260"/>
                  </a:lnTo>
                  <a:lnTo>
                    <a:pt x="75935" y="27077"/>
                  </a:lnTo>
                  <a:lnTo>
                    <a:pt x="71547" y="30035"/>
                  </a:lnTo>
                  <a:lnTo>
                    <a:pt x="67254" y="33130"/>
                  </a:lnTo>
                  <a:lnTo>
                    <a:pt x="63061" y="36359"/>
                  </a:lnTo>
                  <a:lnTo>
                    <a:pt x="58973" y="39720"/>
                  </a:lnTo>
                  <a:lnTo>
                    <a:pt x="54993" y="43208"/>
                  </a:lnTo>
                  <a:lnTo>
                    <a:pt x="51126" y="46820"/>
                  </a:lnTo>
                  <a:lnTo>
                    <a:pt x="47374" y="50553"/>
                  </a:lnTo>
                  <a:lnTo>
                    <a:pt x="43743" y="54403"/>
                  </a:lnTo>
                  <a:lnTo>
                    <a:pt x="40236" y="58366"/>
                  </a:lnTo>
                  <a:lnTo>
                    <a:pt x="36856" y="62438"/>
                  </a:lnTo>
                  <a:lnTo>
                    <a:pt x="33606" y="66615"/>
                  </a:lnTo>
                  <a:lnTo>
                    <a:pt x="30490" y="70893"/>
                  </a:lnTo>
                  <a:lnTo>
                    <a:pt x="27511" y="75267"/>
                  </a:lnTo>
                  <a:lnTo>
                    <a:pt x="24673" y="79733"/>
                  </a:lnTo>
                  <a:lnTo>
                    <a:pt x="21977" y="84287"/>
                  </a:lnTo>
                  <a:lnTo>
                    <a:pt x="19426" y="88924"/>
                  </a:lnTo>
                  <a:lnTo>
                    <a:pt x="17023" y="93640"/>
                  </a:lnTo>
                  <a:lnTo>
                    <a:pt x="14771" y="98429"/>
                  </a:lnTo>
                  <a:lnTo>
                    <a:pt x="12672" y="103287"/>
                  </a:lnTo>
                  <a:lnTo>
                    <a:pt x="10728" y="108209"/>
                  </a:lnTo>
                  <a:lnTo>
                    <a:pt x="8940" y="113190"/>
                  </a:lnTo>
                  <a:lnTo>
                    <a:pt x="7311" y="118225"/>
                  </a:lnTo>
                  <a:lnTo>
                    <a:pt x="5842" y="123309"/>
                  </a:lnTo>
                  <a:lnTo>
                    <a:pt x="4534" y="128437"/>
                  </a:lnTo>
                  <a:lnTo>
                    <a:pt x="3390" y="133604"/>
                  </a:lnTo>
                  <a:lnTo>
                    <a:pt x="2410" y="138805"/>
                  </a:lnTo>
                  <a:lnTo>
                    <a:pt x="1595" y="144034"/>
                  </a:lnTo>
                  <a:lnTo>
                    <a:pt x="946" y="149286"/>
                  </a:lnTo>
                  <a:lnTo>
                    <a:pt x="463" y="154556"/>
                  </a:lnTo>
                  <a:lnTo>
                    <a:pt x="148" y="159839"/>
                  </a:lnTo>
                  <a:lnTo>
                    <a:pt x="0" y="165129"/>
                  </a:lnTo>
                  <a:lnTo>
                    <a:pt x="19" y="170421"/>
                  </a:lnTo>
                  <a:lnTo>
                    <a:pt x="206" y="175710"/>
                  </a:lnTo>
                  <a:lnTo>
                    <a:pt x="560" y="180990"/>
                  </a:lnTo>
                  <a:lnTo>
                    <a:pt x="1081" y="186257"/>
                  </a:lnTo>
                  <a:lnTo>
                    <a:pt x="1769" y="191504"/>
                  </a:lnTo>
                  <a:lnTo>
                    <a:pt x="2622" y="196727"/>
                  </a:lnTo>
                  <a:lnTo>
                    <a:pt x="3641" y="201920"/>
                  </a:lnTo>
                  <a:lnTo>
                    <a:pt x="4823" y="207079"/>
                  </a:lnTo>
                  <a:lnTo>
                    <a:pt x="6168" y="212197"/>
                  </a:lnTo>
                  <a:lnTo>
                    <a:pt x="7674" y="217271"/>
                  </a:lnTo>
                  <a:lnTo>
                    <a:pt x="9340" y="222294"/>
                  </a:lnTo>
                  <a:lnTo>
                    <a:pt x="11164" y="227261"/>
                  </a:lnTo>
                  <a:lnTo>
                    <a:pt x="13145" y="232169"/>
                  </a:lnTo>
                  <a:lnTo>
                    <a:pt x="15279" y="237011"/>
                  </a:lnTo>
                  <a:lnTo>
                    <a:pt x="17567" y="241784"/>
                  </a:lnTo>
                  <a:lnTo>
                    <a:pt x="20004" y="246482"/>
                  </a:lnTo>
                  <a:lnTo>
                    <a:pt x="22588" y="251100"/>
                  </a:lnTo>
                  <a:lnTo>
                    <a:pt x="25317" y="255634"/>
                  </a:lnTo>
                  <a:lnTo>
                    <a:pt x="28189" y="260079"/>
                  </a:lnTo>
                  <a:lnTo>
                    <a:pt x="31200" y="264431"/>
                  </a:lnTo>
                  <a:lnTo>
                    <a:pt x="34347" y="268686"/>
                  </a:lnTo>
                  <a:lnTo>
                    <a:pt x="37627" y="272839"/>
                  </a:lnTo>
                  <a:lnTo>
                    <a:pt x="41037" y="276886"/>
                  </a:lnTo>
                  <a:lnTo>
                    <a:pt x="44573" y="280823"/>
                  </a:lnTo>
                  <a:lnTo>
                    <a:pt x="48233" y="284647"/>
                  </a:lnTo>
                  <a:lnTo>
                    <a:pt x="52011" y="288352"/>
                  </a:lnTo>
                  <a:lnTo>
                    <a:pt x="55905" y="291936"/>
                  </a:lnTo>
                  <a:lnTo>
                    <a:pt x="59910" y="295395"/>
                  </a:lnTo>
                  <a:lnTo>
                    <a:pt x="64023" y="298725"/>
                  </a:lnTo>
                  <a:lnTo>
                    <a:pt x="68239" y="301924"/>
                  </a:lnTo>
                  <a:lnTo>
                    <a:pt x="72554" y="304988"/>
                  </a:lnTo>
                  <a:lnTo>
                    <a:pt x="76965" y="307913"/>
                  </a:lnTo>
                  <a:lnTo>
                    <a:pt x="81465" y="310697"/>
                  </a:lnTo>
                  <a:lnTo>
                    <a:pt x="86051" y="313338"/>
                  </a:lnTo>
                  <a:lnTo>
                    <a:pt x="90719" y="315832"/>
                  </a:lnTo>
                  <a:lnTo>
                    <a:pt x="95463" y="318177"/>
                  </a:lnTo>
                  <a:lnTo>
                    <a:pt x="100280" y="320370"/>
                  </a:lnTo>
                  <a:lnTo>
                    <a:pt x="105163" y="322410"/>
                  </a:lnTo>
                  <a:lnTo>
                    <a:pt x="110108" y="324295"/>
                  </a:lnTo>
                  <a:lnTo>
                    <a:pt x="115110" y="326022"/>
                  </a:lnTo>
                  <a:lnTo>
                    <a:pt x="120165" y="327590"/>
                  </a:lnTo>
                  <a:lnTo>
                    <a:pt x="125267" y="328997"/>
                  </a:lnTo>
                  <a:lnTo>
                    <a:pt x="130410" y="330242"/>
                  </a:lnTo>
                  <a:lnTo>
                    <a:pt x="135591" y="331323"/>
                  </a:lnTo>
                  <a:lnTo>
                    <a:pt x="140803" y="332240"/>
                  </a:lnTo>
                  <a:lnTo>
                    <a:pt x="146042" y="332991"/>
                  </a:lnTo>
                  <a:lnTo>
                    <a:pt x="151301" y="333576"/>
                  </a:lnTo>
                  <a:lnTo>
                    <a:pt x="156577" y="333995"/>
                  </a:lnTo>
                  <a:lnTo>
                    <a:pt x="161863" y="334246"/>
                  </a:lnTo>
                  <a:lnTo>
                    <a:pt x="167155" y="334330"/>
                  </a:lnTo>
                  <a:lnTo>
                    <a:pt x="172446" y="334246"/>
                  </a:lnTo>
                  <a:lnTo>
                    <a:pt x="177732" y="333995"/>
                  </a:lnTo>
                  <a:lnTo>
                    <a:pt x="183008" y="333576"/>
                  </a:lnTo>
                  <a:lnTo>
                    <a:pt x="188268" y="332991"/>
                  </a:lnTo>
                  <a:lnTo>
                    <a:pt x="193506" y="332240"/>
                  </a:lnTo>
                  <a:lnTo>
                    <a:pt x="198718" y="331323"/>
                  </a:lnTo>
                  <a:lnTo>
                    <a:pt x="203899" y="330242"/>
                  </a:lnTo>
                  <a:lnTo>
                    <a:pt x="209042" y="328997"/>
                  </a:lnTo>
                  <a:lnTo>
                    <a:pt x="214144" y="327590"/>
                  </a:lnTo>
                  <a:lnTo>
                    <a:pt x="219199" y="326022"/>
                  </a:lnTo>
                  <a:lnTo>
                    <a:pt x="224201" y="324295"/>
                  </a:lnTo>
                  <a:lnTo>
                    <a:pt x="229146" y="322410"/>
                  </a:lnTo>
                  <a:lnTo>
                    <a:pt x="234030" y="320370"/>
                  </a:lnTo>
                  <a:lnTo>
                    <a:pt x="238846" y="318177"/>
                  </a:lnTo>
                  <a:lnTo>
                    <a:pt x="243590" y="315832"/>
                  </a:lnTo>
                  <a:lnTo>
                    <a:pt x="248258" y="313338"/>
                  </a:lnTo>
                  <a:lnTo>
                    <a:pt x="252844" y="310697"/>
                  </a:lnTo>
                  <a:lnTo>
                    <a:pt x="257345" y="307913"/>
                  </a:lnTo>
                  <a:lnTo>
                    <a:pt x="261755" y="304988"/>
                  </a:lnTo>
                  <a:lnTo>
                    <a:pt x="266070" y="301924"/>
                  </a:lnTo>
                  <a:lnTo>
                    <a:pt x="270286" y="298725"/>
                  </a:lnTo>
                  <a:lnTo>
                    <a:pt x="274399" y="295395"/>
                  </a:lnTo>
                  <a:lnTo>
                    <a:pt x="278404" y="291936"/>
                  </a:lnTo>
                  <a:lnTo>
                    <a:pt x="282298" y="288352"/>
                  </a:lnTo>
                  <a:lnTo>
                    <a:pt x="286077" y="284647"/>
                  </a:lnTo>
                  <a:lnTo>
                    <a:pt x="289736" y="280823"/>
                  </a:lnTo>
                  <a:lnTo>
                    <a:pt x="293272" y="276886"/>
                  </a:lnTo>
                  <a:lnTo>
                    <a:pt x="296682" y="272839"/>
                  </a:lnTo>
                  <a:lnTo>
                    <a:pt x="299962" y="268686"/>
                  </a:lnTo>
                  <a:lnTo>
                    <a:pt x="303109" y="264431"/>
                  </a:lnTo>
                  <a:lnTo>
                    <a:pt x="306120" y="260079"/>
                  </a:lnTo>
                  <a:lnTo>
                    <a:pt x="308992" y="255634"/>
                  </a:lnTo>
                  <a:lnTo>
                    <a:pt x="311721" y="251100"/>
                  </a:lnTo>
                  <a:lnTo>
                    <a:pt x="314306" y="246482"/>
                  </a:lnTo>
                  <a:lnTo>
                    <a:pt x="316743" y="241784"/>
                  </a:lnTo>
                  <a:lnTo>
                    <a:pt x="319030" y="237011"/>
                  </a:lnTo>
                  <a:lnTo>
                    <a:pt x="321165" y="232169"/>
                  </a:lnTo>
                  <a:lnTo>
                    <a:pt x="323145" y="227261"/>
                  </a:lnTo>
                  <a:lnTo>
                    <a:pt x="324969" y="222294"/>
                  </a:lnTo>
                  <a:lnTo>
                    <a:pt x="326635" y="217271"/>
                  </a:lnTo>
                  <a:lnTo>
                    <a:pt x="328142" y="212197"/>
                  </a:lnTo>
                  <a:lnTo>
                    <a:pt x="329486" y="207079"/>
                  </a:lnTo>
                  <a:lnTo>
                    <a:pt x="330669" y="201920"/>
                  </a:lnTo>
                  <a:lnTo>
                    <a:pt x="331687" y="196727"/>
                  </a:lnTo>
                  <a:lnTo>
                    <a:pt x="332540" y="191504"/>
                  </a:lnTo>
                  <a:lnTo>
                    <a:pt x="333228" y="186257"/>
                  </a:lnTo>
                  <a:lnTo>
                    <a:pt x="333749" y="180990"/>
                  </a:lnTo>
                  <a:lnTo>
                    <a:pt x="334103" y="175710"/>
                  </a:lnTo>
                  <a:lnTo>
                    <a:pt x="334290" y="170421"/>
                  </a:lnTo>
                  <a:lnTo>
                    <a:pt x="334310" y="165129"/>
                  </a:lnTo>
                  <a:lnTo>
                    <a:pt x="334162" y="159839"/>
                  </a:lnTo>
                  <a:lnTo>
                    <a:pt x="333846" y="154556"/>
                  </a:lnTo>
                  <a:lnTo>
                    <a:pt x="333363" y="149286"/>
                  </a:lnTo>
                  <a:lnTo>
                    <a:pt x="332714" y="144034"/>
                  </a:lnTo>
                  <a:lnTo>
                    <a:pt x="331899" y="138805"/>
                  </a:lnTo>
                  <a:lnTo>
                    <a:pt x="330919" y="133604"/>
                  </a:lnTo>
                  <a:lnTo>
                    <a:pt x="329775" y="128437"/>
                  </a:lnTo>
                  <a:lnTo>
                    <a:pt x="328467" y="123309"/>
                  </a:lnTo>
                  <a:lnTo>
                    <a:pt x="326998" y="118225"/>
                  </a:lnTo>
                  <a:lnTo>
                    <a:pt x="325369" y="113190"/>
                  </a:lnTo>
                  <a:lnTo>
                    <a:pt x="323582" y="108209"/>
                  </a:lnTo>
                  <a:lnTo>
                    <a:pt x="321637" y="103287"/>
                  </a:lnTo>
                  <a:lnTo>
                    <a:pt x="319538" y="98429"/>
                  </a:lnTo>
                  <a:lnTo>
                    <a:pt x="317286" y="93640"/>
                  </a:lnTo>
                  <a:lnTo>
                    <a:pt x="314883" y="88924"/>
                  </a:lnTo>
                  <a:lnTo>
                    <a:pt x="312333" y="84287"/>
                  </a:lnTo>
                  <a:lnTo>
                    <a:pt x="309637" y="79733"/>
                  </a:lnTo>
                  <a:lnTo>
                    <a:pt x="306798" y="75267"/>
                  </a:lnTo>
                  <a:lnTo>
                    <a:pt x="303819" y="70893"/>
                  </a:lnTo>
                  <a:lnTo>
                    <a:pt x="300703" y="66615"/>
                  </a:lnTo>
                  <a:lnTo>
                    <a:pt x="297453" y="62438"/>
                  </a:lnTo>
                  <a:lnTo>
                    <a:pt x="294073" y="58366"/>
                  </a:lnTo>
                  <a:lnTo>
                    <a:pt x="290566" y="54403"/>
                  </a:lnTo>
                  <a:lnTo>
                    <a:pt x="286935" y="50553"/>
                  </a:lnTo>
                  <a:lnTo>
                    <a:pt x="283184" y="46820"/>
                  </a:lnTo>
                  <a:lnTo>
                    <a:pt x="279316" y="43208"/>
                  </a:lnTo>
                  <a:lnTo>
                    <a:pt x="275336" y="39720"/>
                  </a:lnTo>
                  <a:lnTo>
                    <a:pt x="271248" y="36359"/>
                  </a:lnTo>
                  <a:lnTo>
                    <a:pt x="267055" y="33130"/>
                  </a:lnTo>
                  <a:lnTo>
                    <a:pt x="262763" y="30035"/>
                  </a:lnTo>
                  <a:lnTo>
                    <a:pt x="258374" y="27077"/>
                  </a:lnTo>
                  <a:lnTo>
                    <a:pt x="253894" y="24260"/>
                  </a:lnTo>
                  <a:lnTo>
                    <a:pt x="249327" y="21586"/>
                  </a:lnTo>
                  <a:lnTo>
                    <a:pt x="244678" y="19057"/>
                  </a:lnTo>
                  <a:lnTo>
                    <a:pt x="239951" y="16678"/>
                  </a:lnTo>
                  <a:lnTo>
                    <a:pt x="235151" y="14449"/>
                  </a:lnTo>
                  <a:lnTo>
                    <a:pt x="230283" y="12373"/>
                  </a:lnTo>
                  <a:lnTo>
                    <a:pt x="225352" y="10452"/>
                  </a:lnTo>
                  <a:lnTo>
                    <a:pt x="220362" y="8689"/>
                  </a:lnTo>
                  <a:lnTo>
                    <a:pt x="215319" y="7084"/>
                  </a:lnTo>
                  <a:lnTo>
                    <a:pt x="210228" y="5640"/>
                  </a:lnTo>
                  <a:lnTo>
                    <a:pt x="205093" y="4357"/>
                  </a:lnTo>
                  <a:lnTo>
                    <a:pt x="199921" y="3238"/>
                  </a:lnTo>
                  <a:lnTo>
                    <a:pt x="194716" y="2283"/>
                  </a:lnTo>
                  <a:lnTo>
                    <a:pt x="189483" y="1493"/>
                  </a:lnTo>
                  <a:lnTo>
                    <a:pt x="184228" y="869"/>
                  </a:lnTo>
                  <a:lnTo>
                    <a:pt x="178955" y="412"/>
                  </a:lnTo>
                  <a:lnTo>
                    <a:pt x="173671" y="122"/>
                  </a:lnTo>
                  <a:lnTo>
                    <a:pt x="168380" y="0"/>
                  </a:lnTo>
                  <a:lnTo>
                    <a:pt x="167155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1225" cy="167167"/>
            </a:xfrm>
            <a:custGeom>
              <a:avLst/>
              <a:pathLst>
                <a:path w="1225" h="167167">
                  <a:moveTo>
                    <a:pt x="1225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797509" y="5269756"/>
              <a:ext cx="166991" cy="167167"/>
            </a:xfrm>
            <a:custGeom>
              <a:avLst/>
              <a:pathLst>
                <a:path w="166991" h="167167">
                  <a:moveTo>
                    <a:pt x="166991" y="0"/>
                  </a:moveTo>
                  <a:lnTo>
                    <a:pt x="161568" y="87"/>
                  </a:lnTo>
                  <a:lnTo>
                    <a:pt x="156151" y="351"/>
                  </a:lnTo>
                  <a:lnTo>
                    <a:pt x="150745" y="791"/>
                  </a:lnTo>
                  <a:lnTo>
                    <a:pt x="145357" y="1405"/>
                  </a:lnTo>
                  <a:lnTo>
                    <a:pt x="139990" y="2195"/>
                  </a:lnTo>
                  <a:lnTo>
                    <a:pt x="134653" y="3157"/>
                  </a:lnTo>
                  <a:lnTo>
                    <a:pt x="129349" y="4293"/>
                  </a:lnTo>
                  <a:lnTo>
                    <a:pt x="124085" y="5600"/>
                  </a:lnTo>
                  <a:lnTo>
                    <a:pt x="118867" y="7076"/>
                  </a:lnTo>
                  <a:lnTo>
                    <a:pt x="113699" y="8722"/>
                  </a:lnTo>
                  <a:lnTo>
                    <a:pt x="108587" y="10534"/>
                  </a:lnTo>
                  <a:lnTo>
                    <a:pt x="103536" y="12511"/>
                  </a:lnTo>
                  <a:lnTo>
                    <a:pt x="98552" y="14651"/>
                  </a:lnTo>
                  <a:lnTo>
                    <a:pt x="93641" y="16952"/>
                  </a:lnTo>
                  <a:lnTo>
                    <a:pt x="88806" y="19410"/>
                  </a:lnTo>
                  <a:lnTo>
                    <a:pt x="84054" y="22024"/>
                  </a:lnTo>
                  <a:lnTo>
                    <a:pt x="79389" y="24791"/>
                  </a:lnTo>
                  <a:lnTo>
                    <a:pt x="74817" y="27708"/>
                  </a:lnTo>
                  <a:lnTo>
                    <a:pt x="70341" y="30772"/>
                  </a:lnTo>
                  <a:lnTo>
                    <a:pt x="65967" y="33979"/>
                  </a:lnTo>
                  <a:lnTo>
                    <a:pt x="61700" y="37326"/>
                  </a:lnTo>
                  <a:lnTo>
                    <a:pt x="57543" y="40810"/>
                  </a:lnTo>
                  <a:lnTo>
                    <a:pt x="53501" y="44428"/>
                  </a:lnTo>
                  <a:lnTo>
                    <a:pt x="49579" y="48174"/>
                  </a:lnTo>
                  <a:lnTo>
                    <a:pt x="45781" y="52045"/>
                  </a:lnTo>
                  <a:lnTo>
                    <a:pt x="42110" y="56038"/>
                  </a:lnTo>
                  <a:lnTo>
                    <a:pt x="38571" y="60148"/>
                  </a:lnTo>
                  <a:lnTo>
                    <a:pt x="35167" y="64370"/>
                  </a:lnTo>
                  <a:lnTo>
                    <a:pt x="31901" y="68701"/>
                  </a:lnTo>
                  <a:lnTo>
                    <a:pt x="28778" y="73135"/>
                  </a:lnTo>
                  <a:lnTo>
                    <a:pt x="25800" y="77668"/>
                  </a:lnTo>
                  <a:lnTo>
                    <a:pt x="22971" y="82296"/>
                  </a:lnTo>
                  <a:lnTo>
                    <a:pt x="20294" y="87012"/>
                  </a:lnTo>
                  <a:lnTo>
                    <a:pt x="17771" y="91813"/>
                  </a:lnTo>
                  <a:lnTo>
                    <a:pt x="15405" y="96694"/>
                  </a:lnTo>
                  <a:lnTo>
                    <a:pt x="13198" y="101649"/>
                  </a:lnTo>
                  <a:lnTo>
                    <a:pt x="11154" y="106672"/>
                  </a:lnTo>
                  <a:lnTo>
                    <a:pt x="9273" y="111759"/>
                  </a:lnTo>
                  <a:lnTo>
                    <a:pt x="7559" y="116905"/>
                  </a:lnTo>
                  <a:lnTo>
                    <a:pt x="6012" y="122104"/>
                  </a:lnTo>
                  <a:lnTo>
                    <a:pt x="4635" y="127350"/>
                  </a:lnTo>
                  <a:lnTo>
                    <a:pt x="3429" y="132637"/>
                  </a:lnTo>
                  <a:lnTo>
                    <a:pt x="2395" y="137962"/>
                  </a:lnTo>
                  <a:lnTo>
                    <a:pt x="1534" y="143317"/>
                  </a:lnTo>
                  <a:lnTo>
                    <a:pt x="848" y="148697"/>
                  </a:lnTo>
                  <a:lnTo>
                    <a:pt x="336" y="154096"/>
                  </a:lnTo>
                  <a:lnTo>
                    <a:pt x="0" y="159510"/>
                  </a:lnTo>
                  <a:lnTo>
                    <a:pt x="16699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797350" y="5269756"/>
              <a:ext cx="334298" cy="334334"/>
            </a:xfrm>
            <a:custGeom>
              <a:avLst/>
              <a:pathLst>
                <a:path w="334298" h="334334">
                  <a:moveTo>
                    <a:pt x="158" y="159510"/>
                  </a:moveTo>
                  <a:lnTo>
                    <a:pt x="0" y="164810"/>
                  </a:lnTo>
                  <a:lnTo>
                    <a:pt x="9" y="170112"/>
                  </a:lnTo>
                  <a:lnTo>
                    <a:pt x="186" y="175412"/>
                  </a:lnTo>
                  <a:lnTo>
                    <a:pt x="532" y="180703"/>
                  </a:lnTo>
                  <a:lnTo>
                    <a:pt x="1045" y="185981"/>
                  </a:lnTo>
                  <a:lnTo>
                    <a:pt x="1725" y="191240"/>
                  </a:lnTo>
                  <a:lnTo>
                    <a:pt x="2572" y="196474"/>
                  </a:lnTo>
                  <a:lnTo>
                    <a:pt x="3584" y="201679"/>
                  </a:lnTo>
                  <a:lnTo>
                    <a:pt x="4761" y="206850"/>
                  </a:lnTo>
                  <a:lnTo>
                    <a:pt x="6101" y="211980"/>
                  </a:lnTo>
                  <a:lnTo>
                    <a:pt x="7604" y="217065"/>
                  </a:lnTo>
                  <a:lnTo>
                    <a:pt x="9267" y="222100"/>
                  </a:lnTo>
                  <a:lnTo>
                    <a:pt x="11088" y="227080"/>
                  </a:lnTo>
                  <a:lnTo>
                    <a:pt x="13067" y="232000"/>
                  </a:lnTo>
                  <a:lnTo>
                    <a:pt x="15201" y="236854"/>
                  </a:lnTo>
                  <a:lnTo>
                    <a:pt x="17487" y="241638"/>
                  </a:lnTo>
                  <a:lnTo>
                    <a:pt x="19925" y="246347"/>
                  </a:lnTo>
                  <a:lnTo>
                    <a:pt x="22510" y="250977"/>
                  </a:lnTo>
                  <a:lnTo>
                    <a:pt x="25241" y="255522"/>
                  </a:lnTo>
                  <a:lnTo>
                    <a:pt x="28115" y="259979"/>
                  </a:lnTo>
                  <a:lnTo>
                    <a:pt x="31128" y="264342"/>
                  </a:lnTo>
                  <a:lnTo>
                    <a:pt x="34279" y="268607"/>
                  </a:lnTo>
                  <a:lnTo>
                    <a:pt x="37563" y="272770"/>
                  </a:lnTo>
                  <a:lnTo>
                    <a:pt x="40977" y="276827"/>
                  </a:lnTo>
                  <a:lnTo>
                    <a:pt x="44519" y="280773"/>
                  </a:lnTo>
                  <a:lnTo>
                    <a:pt x="48183" y="284606"/>
                  </a:lnTo>
                  <a:lnTo>
                    <a:pt x="51968" y="288320"/>
                  </a:lnTo>
                  <a:lnTo>
                    <a:pt x="55868" y="291912"/>
                  </a:lnTo>
                  <a:lnTo>
                    <a:pt x="59881" y="295379"/>
                  </a:lnTo>
                  <a:lnTo>
                    <a:pt x="64001" y="298716"/>
                  </a:lnTo>
                  <a:lnTo>
                    <a:pt x="68225" y="301922"/>
                  </a:lnTo>
                  <a:lnTo>
                    <a:pt x="72549" y="304991"/>
                  </a:lnTo>
                  <a:lnTo>
                    <a:pt x="76968" y="307922"/>
                  </a:lnTo>
                  <a:lnTo>
                    <a:pt x="81477" y="310712"/>
                  </a:lnTo>
                  <a:lnTo>
                    <a:pt x="86073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1" y="320399"/>
                  </a:lnTo>
                  <a:lnTo>
                    <a:pt x="105225" y="322441"/>
                  </a:lnTo>
                  <a:lnTo>
                    <a:pt x="110180" y="324327"/>
                  </a:lnTo>
                  <a:lnTo>
                    <a:pt x="115194" y="326055"/>
                  </a:lnTo>
                  <a:lnTo>
                    <a:pt x="120259" y="327623"/>
                  </a:lnTo>
                  <a:lnTo>
                    <a:pt x="125372" y="329030"/>
                  </a:lnTo>
                  <a:lnTo>
                    <a:pt x="130526" y="330273"/>
                  </a:lnTo>
                  <a:lnTo>
                    <a:pt x="135718" y="331353"/>
                  </a:lnTo>
                  <a:lnTo>
                    <a:pt x="140941" y="332267"/>
                  </a:lnTo>
                  <a:lnTo>
                    <a:pt x="146191" y="333015"/>
                  </a:lnTo>
                  <a:lnTo>
                    <a:pt x="151461" y="333597"/>
                  </a:lnTo>
                  <a:lnTo>
                    <a:pt x="156748" y="334010"/>
                  </a:lnTo>
                  <a:lnTo>
                    <a:pt x="162044" y="334256"/>
                  </a:lnTo>
                  <a:lnTo>
                    <a:pt x="167346" y="334334"/>
                  </a:lnTo>
                  <a:lnTo>
                    <a:pt x="172648" y="334244"/>
                  </a:lnTo>
                  <a:lnTo>
                    <a:pt x="177944" y="333986"/>
                  </a:lnTo>
                  <a:lnTo>
                    <a:pt x="183230" y="333559"/>
                  </a:lnTo>
                  <a:lnTo>
                    <a:pt x="188499" y="332966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3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0" y="322296"/>
                  </a:lnTo>
                  <a:lnTo>
                    <a:pt x="234329" y="320242"/>
                  </a:lnTo>
                  <a:lnTo>
                    <a:pt x="239150" y="318034"/>
                  </a:lnTo>
                  <a:lnTo>
                    <a:pt x="243899" y="315675"/>
                  </a:lnTo>
                  <a:lnTo>
                    <a:pt x="248570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1" y="301689"/>
                  </a:lnTo>
                  <a:lnTo>
                    <a:pt x="270608" y="298474"/>
                  </a:lnTo>
                  <a:lnTo>
                    <a:pt x="274720" y="295127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2" y="284326"/>
                  </a:lnTo>
                  <a:lnTo>
                    <a:pt x="290048" y="280485"/>
                  </a:lnTo>
                  <a:lnTo>
                    <a:pt x="293580" y="276531"/>
                  </a:lnTo>
                  <a:lnTo>
                    <a:pt x="296985" y="272466"/>
                  </a:lnTo>
                  <a:lnTo>
                    <a:pt x="300260" y="268295"/>
                  </a:lnTo>
                  <a:lnTo>
                    <a:pt x="303400" y="264022"/>
                  </a:lnTo>
                  <a:lnTo>
                    <a:pt x="306403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1" y="246002"/>
                  </a:lnTo>
                  <a:lnTo>
                    <a:pt x="316988" y="241287"/>
                  </a:lnTo>
                  <a:lnTo>
                    <a:pt x="319263" y="236497"/>
                  </a:lnTo>
                  <a:lnTo>
                    <a:pt x="321385" y="231638"/>
                  </a:lnTo>
                  <a:lnTo>
                    <a:pt x="323353" y="226714"/>
                  </a:lnTo>
                  <a:lnTo>
                    <a:pt x="325163" y="221730"/>
                  </a:lnTo>
                  <a:lnTo>
                    <a:pt x="326814" y="216691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8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7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3" y="107437"/>
                  </a:lnTo>
                  <a:lnTo>
                    <a:pt x="321310" y="102515"/>
                  </a:lnTo>
                  <a:lnTo>
                    <a:pt x="319182" y="97658"/>
                  </a:lnTo>
                  <a:lnTo>
                    <a:pt x="316901" y="92871"/>
                  </a:lnTo>
                  <a:lnTo>
                    <a:pt x="314469" y="88159"/>
                  </a:lnTo>
                  <a:lnTo>
                    <a:pt x="311889" y="83527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2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67868" y="5399291"/>
              <a:ext cx="18347" cy="167167"/>
            </a:xfrm>
            <a:custGeom>
              <a:avLst/>
              <a:pathLst>
                <a:path w="18347" h="167167">
                  <a:moveTo>
                    <a:pt x="18347" y="0"/>
                  </a:moveTo>
                  <a:lnTo>
                    <a:pt x="9159" y="252"/>
                  </a:lnTo>
                  <a:lnTo>
                    <a:pt x="0" y="1009"/>
                  </a:lnTo>
                  <a:lnTo>
                    <a:pt x="1834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67868" y="5400301"/>
              <a:ext cx="18347" cy="166157"/>
            </a:xfrm>
            <a:custGeom>
              <a:avLst/>
              <a:pathLst>
                <a:path w="18347" h="166157">
                  <a:moveTo>
                    <a:pt x="0" y="0"/>
                  </a:moveTo>
                  <a:lnTo>
                    <a:pt x="18347" y="166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7868" y="5400301"/>
              <a:ext cx="18347" cy="166157"/>
            </a:xfrm>
            <a:custGeom>
              <a:avLst/>
              <a:pathLst>
                <a:path w="18347" h="166157">
                  <a:moveTo>
                    <a:pt x="0" y="0"/>
                  </a:moveTo>
                  <a:lnTo>
                    <a:pt x="18347" y="166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7868" y="5400301"/>
              <a:ext cx="18347" cy="166157"/>
            </a:xfrm>
            <a:custGeom>
              <a:avLst/>
              <a:pathLst>
                <a:path w="18347" h="166157">
                  <a:moveTo>
                    <a:pt x="0" y="0"/>
                  </a:moveTo>
                  <a:lnTo>
                    <a:pt x="18347" y="166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67868" y="5400301"/>
              <a:ext cx="18347" cy="166157"/>
            </a:xfrm>
            <a:custGeom>
              <a:avLst/>
              <a:pathLst>
                <a:path w="18347" h="166157">
                  <a:moveTo>
                    <a:pt x="0" y="0"/>
                  </a:moveTo>
                  <a:lnTo>
                    <a:pt x="18347" y="166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67868" y="5400301"/>
              <a:ext cx="18347" cy="166157"/>
            </a:xfrm>
            <a:custGeom>
              <a:avLst/>
              <a:pathLst>
                <a:path w="18347" h="166157">
                  <a:moveTo>
                    <a:pt x="0" y="0"/>
                  </a:moveTo>
                  <a:lnTo>
                    <a:pt x="18347" y="166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67868" y="5400301"/>
              <a:ext cx="18347" cy="166157"/>
            </a:xfrm>
            <a:custGeom>
              <a:avLst/>
              <a:pathLst>
                <a:path w="18347" h="166157">
                  <a:moveTo>
                    <a:pt x="0" y="0"/>
                  </a:moveTo>
                  <a:lnTo>
                    <a:pt x="18347" y="166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319049" y="5400301"/>
              <a:ext cx="334330" cy="333315"/>
            </a:xfrm>
            <a:custGeom>
              <a:avLst/>
              <a:pathLst>
                <a:path w="334330" h="333315">
                  <a:moveTo>
                    <a:pt x="148819" y="0"/>
                  </a:moveTo>
                  <a:lnTo>
                    <a:pt x="143563" y="664"/>
                  </a:lnTo>
                  <a:lnTo>
                    <a:pt x="138331" y="1495"/>
                  </a:lnTo>
                  <a:lnTo>
                    <a:pt x="133128" y="2492"/>
                  </a:lnTo>
                  <a:lnTo>
                    <a:pt x="127959" y="3653"/>
                  </a:lnTo>
                  <a:lnTo>
                    <a:pt x="122829" y="4976"/>
                  </a:lnTo>
                  <a:lnTo>
                    <a:pt x="117744" y="6462"/>
                  </a:lnTo>
                  <a:lnTo>
                    <a:pt x="112709" y="8109"/>
                  </a:lnTo>
                  <a:lnTo>
                    <a:pt x="107728" y="9914"/>
                  </a:lnTo>
                  <a:lnTo>
                    <a:pt x="102807" y="11876"/>
                  </a:lnTo>
                  <a:lnTo>
                    <a:pt x="97950" y="13992"/>
                  </a:lnTo>
                  <a:lnTo>
                    <a:pt x="93163" y="16262"/>
                  </a:lnTo>
                  <a:lnTo>
                    <a:pt x="88451" y="18682"/>
                  </a:lnTo>
                  <a:lnTo>
                    <a:pt x="83817" y="21251"/>
                  </a:lnTo>
                  <a:lnTo>
                    <a:pt x="79267" y="23965"/>
                  </a:lnTo>
                  <a:lnTo>
                    <a:pt x="74806" y="26821"/>
                  </a:lnTo>
                  <a:lnTo>
                    <a:pt x="70437" y="29818"/>
                  </a:lnTo>
                  <a:lnTo>
                    <a:pt x="66165" y="32951"/>
                  </a:lnTo>
                  <a:lnTo>
                    <a:pt x="61995" y="36219"/>
                  </a:lnTo>
                  <a:lnTo>
                    <a:pt x="57930" y="39617"/>
                  </a:lnTo>
                  <a:lnTo>
                    <a:pt x="53975" y="43142"/>
                  </a:lnTo>
                  <a:lnTo>
                    <a:pt x="50134" y="46790"/>
                  </a:lnTo>
                  <a:lnTo>
                    <a:pt x="46411" y="50558"/>
                  </a:lnTo>
                  <a:lnTo>
                    <a:pt x="42808" y="54443"/>
                  </a:lnTo>
                  <a:lnTo>
                    <a:pt x="39331" y="58440"/>
                  </a:lnTo>
                  <a:lnTo>
                    <a:pt x="35982" y="62544"/>
                  </a:lnTo>
                  <a:lnTo>
                    <a:pt x="32764" y="66753"/>
                  </a:lnTo>
                  <a:lnTo>
                    <a:pt x="29682" y="71062"/>
                  </a:lnTo>
                  <a:lnTo>
                    <a:pt x="26738" y="75466"/>
                  </a:lnTo>
                  <a:lnTo>
                    <a:pt x="23934" y="79962"/>
                  </a:lnTo>
                  <a:lnTo>
                    <a:pt x="21275" y="84544"/>
                  </a:lnTo>
                  <a:lnTo>
                    <a:pt x="18762" y="89208"/>
                  </a:lnTo>
                  <a:lnTo>
                    <a:pt x="16398" y="93949"/>
                  </a:lnTo>
                  <a:lnTo>
                    <a:pt x="14186" y="98763"/>
                  </a:lnTo>
                  <a:lnTo>
                    <a:pt x="12127" y="103644"/>
                  </a:lnTo>
                  <a:lnTo>
                    <a:pt x="10224" y="108588"/>
                  </a:lnTo>
                  <a:lnTo>
                    <a:pt x="8479" y="113590"/>
                  </a:lnTo>
                  <a:lnTo>
                    <a:pt x="6893" y="118645"/>
                  </a:lnTo>
                  <a:lnTo>
                    <a:pt x="5468" y="123747"/>
                  </a:lnTo>
                  <a:lnTo>
                    <a:pt x="4205" y="128892"/>
                  </a:lnTo>
                  <a:lnTo>
                    <a:pt x="3106" y="134075"/>
                  </a:lnTo>
                  <a:lnTo>
                    <a:pt x="2172" y="139290"/>
                  </a:lnTo>
                  <a:lnTo>
                    <a:pt x="1403" y="144531"/>
                  </a:lnTo>
                  <a:lnTo>
                    <a:pt x="801" y="149795"/>
                  </a:lnTo>
                  <a:lnTo>
                    <a:pt x="367" y="155075"/>
                  </a:lnTo>
                  <a:lnTo>
                    <a:pt x="99" y="160366"/>
                  </a:lnTo>
                  <a:lnTo>
                    <a:pt x="0" y="165663"/>
                  </a:lnTo>
                  <a:lnTo>
                    <a:pt x="68" y="170960"/>
                  </a:lnTo>
                  <a:lnTo>
                    <a:pt x="304" y="176252"/>
                  </a:lnTo>
                  <a:lnTo>
                    <a:pt x="708" y="181535"/>
                  </a:lnTo>
                  <a:lnTo>
                    <a:pt x="1278" y="186802"/>
                  </a:lnTo>
                  <a:lnTo>
                    <a:pt x="2016" y="192048"/>
                  </a:lnTo>
                  <a:lnTo>
                    <a:pt x="2919" y="197268"/>
                  </a:lnTo>
                  <a:lnTo>
                    <a:pt x="3988" y="202457"/>
                  </a:lnTo>
                  <a:lnTo>
                    <a:pt x="5220" y="207610"/>
                  </a:lnTo>
                  <a:lnTo>
                    <a:pt x="6615" y="212720"/>
                  </a:lnTo>
                  <a:lnTo>
                    <a:pt x="8171" y="217784"/>
                  </a:lnTo>
                  <a:lnTo>
                    <a:pt x="9886" y="222797"/>
                  </a:lnTo>
                  <a:lnTo>
                    <a:pt x="11760" y="227752"/>
                  </a:lnTo>
                  <a:lnTo>
                    <a:pt x="13790" y="232645"/>
                  </a:lnTo>
                  <a:lnTo>
                    <a:pt x="15974" y="237472"/>
                  </a:lnTo>
                  <a:lnTo>
                    <a:pt x="18310" y="242227"/>
                  </a:lnTo>
                  <a:lnTo>
                    <a:pt x="20795" y="246906"/>
                  </a:lnTo>
                  <a:lnTo>
                    <a:pt x="23427" y="251504"/>
                  </a:lnTo>
                  <a:lnTo>
                    <a:pt x="26204" y="256015"/>
                  </a:lnTo>
                  <a:lnTo>
                    <a:pt x="29122" y="260437"/>
                  </a:lnTo>
                  <a:lnTo>
                    <a:pt x="32179" y="264764"/>
                  </a:lnTo>
                  <a:lnTo>
                    <a:pt x="35371" y="268992"/>
                  </a:lnTo>
                  <a:lnTo>
                    <a:pt x="38696" y="273116"/>
                  </a:lnTo>
                  <a:lnTo>
                    <a:pt x="42150" y="277134"/>
                  </a:lnTo>
                  <a:lnTo>
                    <a:pt x="45729" y="281039"/>
                  </a:lnTo>
                  <a:lnTo>
                    <a:pt x="49430" y="284830"/>
                  </a:lnTo>
                  <a:lnTo>
                    <a:pt x="53250" y="288501"/>
                  </a:lnTo>
                  <a:lnTo>
                    <a:pt x="57184" y="292049"/>
                  </a:lnTo>
                  <a:lnTo>
                    <a:pt x="61228" y="295471"/>
                  </a:lnTo>
                  <a:lnTo>
                    <a:pt x="65379" y="298763"/>
                  </a:lnTo>
                  <a:lnTo>
                    <a:pt x="69632" y="301922"/>
                  </a:lnTo>
                  <a:lnTo>
                    <a:pt x="73983" y="304944"/>
                  </a:lnTo>
                  <a:lnTo>
                    <a:pt x="78428" y="307827"/>
                  </a:lnTo>
                  <a:lnTo>
                    <a:pt x="82961" y="310568"/>
                  </a:lnTo>
                  <a:lnTo>
                    <a:pt x="87580" y="313164"/>
                  </a:lnTo>
                  <a:lnTo>
                    <a:pt x="92278" y="315612"/>
                  </a:lnTo>
                  <a:lnTo>
                    <a:pt x="97051" y="317910"/>
                  </a:lnTo>
                  <a:lnTo>
                    <a:pt x="101895" y="320055"/>
                  </a:lnTo>
                  <a:lnTo>
                    <a:pt x="106805" y="322046"/>
                  </a:lnTo>
                  <a:lnTo>
                    <a:pt x="111775" y="323881"/>
                  </a:lnTo>
                  <a:lnTo>
                    <a:pt x="116800" y="325557"/>
                  </a:lnTo>
                  <a:lnTo>
                    <a:pt x="121876" y="327073"/>
                  </a:lnTo>
                  <a:lnTo>
                    <a:pt x="126998" y="328427"/>
                  </a:lnTo>
                  <a:lnTo>
                    <a:pt x="132160" y="329618"/>
                  </a:lnTo>
                  <a:lnTo>
                    <a:pt x="137358" y="330645"/>
                  </a:lnTo>
                  <a:lnTo>
                    <a:pt x="142585" y="331507"/>
                  </a:lnTo>
                  <a:lnTo>
                    <a:pt x="147837" y="332203"/>
                  </a:lnTo>
                  <a:lnTo>
                    <a:pt x="153108" y="332732"/>
                  </a:lnTo>
                  <a:lnTo>
                    <a:pt x="158393" y="333094"/>
                  </a:lnTo>
                  <a:lnTo>
                    <a:pt x="163687" y="333288"/>
                  </a:lnTo>
                  <a:lnTo>
                    <a:pt x="168985" y="333315"/>
                  </a:lnTo>
                  <a:lnTo>
                    <a:pt x="174281" y="333173"/>
                  </a:lnTo>
                  <a:lnTo>
                    <a:pt x="179570" y="332864"/>
                  </a:lnTo>
                  <a:lnTo>
                    <a:pt x="184846" y="332387"/>
                  </a:lnTo>
                  <a:lnTo>
                    <a:pt x="190105" y="331743"/>
                  </a:lnTo>
                  <a:lnTo>
                    <a:pt x="195340" y="330933"/>
                  </a:lnTo>
                  <a:lnTo>
                    <a:pt x="200547" y="329958"/>
                  </a:lnTo>
                  <a:lnTo>
                    <a:pt x="205721" y="328818"/>
                  </a:lnTo>
                  <a:lnTo>
                    <a:pt x="210856" y="327514"/>
                  </a:lnTo>
                  <a:lnTo>
                    <a:pt x="215947" y="326049"/>
                  </a:lnTo>
                  <a:lnTo>
                    <a:pt x="220989" y="324423"/>
                  </a:lnTo>
                  <a:lnTo>
                    <a:pt x="225977" y="322638"/>
                  </a:lnTo>
                  <a:lnTo>
                    <a:pt x="230906" y="320696"/>
                  </a:lnTo>
                  <a:lnTo>
                    <a:pt x="235771" y="318598"/>
                  </a:lnTo>
                  <a:lnTo>
                    <a:pt x="240567" y="316348"/>
                  </a:lnTo>
                  <a:lnTo>
                    <a:pt x="245289" y="313947"/>
                  </a:lnTo>
                  <a:lnTo>
                    <a:pt x="249933" y="311397"/>
                  </a:lnTo>
                  <a:lnTo>
                    <a:pt x="254494" y="308701"/>
                  </a:lnTo>
                  <a:lnTo>
                    <a:pt x="258967" y="305863"/>
                  </a:lnTo>
                  <a:lnTo>
                    <a:pt x="263347" y="302884"/>
                  </a:lnTo>
                  <a:lnTo>
                    <a:pt x="267632" y="299767"/>
                  </a:lnTo>
                  <a:lnTo>
                    <a:pt x="271815" y="296517"/>
                  </a:lnTo>
                  <a:lnTo>
                    <a:pt x="275893" y="293135"/>
                  </a:lnTo>
                  <a:lnTo>
                    <a:pt x="279862" y="289626"/>
                  </a:lnTo>
                  <a:lnTo>
                    <a:pt x="283718" y="285993"/>
                  </a:lnTo>
                  <a:lnTo>
                    <a:pt x="287457" y="282240"/>
                  </a:lnTo>
                  <a:lnTo>
                    <a:pt x="291075" y="278370"/>
                  </a:lnTo>
                  <a:lnTo>
                    <a:pt x="294568" y="274387"/>
                  </a:lnTo>
                  <a:lnTo>
                    <a:pt x="297934" y="270296"/>
                  </a:lnTo>
                  <a:lnTo>
                    <a:pt x="301168" y="266100"/>
                  </a:lnTo>
                  <a:lnTo>
                    <a:pt x="304268" y="261803"/>
                  </a:lnTo>
                  <a:lnTo>
                    <a:pt x="307229" y="257411"/>
                  </a:lnTo>
                  <a:lnTo>
                    <a:pt x="310051" y="252927"/>
                  </a:lnTo>
                  <a:lnTo>
                    <a:pt x="312728" y="248355"/>
                  </a:lnTo>
                  <a:lnTo>
                    <a:pt x="315260" y="243702"/>
                  </a:lnTo>
                  <a:lnTo>
                    <a:pt x="317643" y="238970"/>
                  </a:lnTo>
                  <a:lnTo>
                    <a:pt x="319875" y="234165"/>
                  </a:lnTo>
                  <a:lnTo>
                    <a:pt x="321953" y="229292"/>
                  </a:lnTo>
                  <a:lnTo>
                    <a:pt x="323876" y="224356"/>
                  </a:lnTo>
                  <a:lnTo>
                    <a:pt x="325641" y="219361"/>
                  </a:lnTo>
                  <a:lnTo>
                    <a:pt x="327247" y="214312"/>
                  </a:lnTo>
                  <a:lnTo>
                    <a:pt x="328693" y="209216"/>
                  </a:lnTo>
                  <a:lnTo>
                    <a:pt x="329976" y="204076"/>
                  </a:lnTo>
                  <a:lnTo>
                    <a:pt x="331096" y="198898"/>
                  </a:lnTo>
                  <a:lnTo>
                    <a:pt x="332051" y="193687"/>
                  </a:lnTo>
                  <a:lnTo>
                    <a:pt x="332841" y="188448"/>
                  </a:lnTo>
                  <a:lnTo>
                    <a:pt x="333464" y="183187"/>
                  </a:lnTo>
                  <a:lnTo>
                    <a:pt x="333920" y="177909"/>
                  </a:lnTo>
                  <a:lnTo>
                    <a:pt x="334209" y="172619"/>
                  </a:lnTo>
                  <a:lnTo>
                    <a:pt x="334330" y="167323"/>
                  </a:lnTo>
                  <a:lnTo>
                    <a:pt x="334283" y="162025"/>
                  </a:lnTo>
                  <a:lnTo>
                    <a:pt x="334068" y="156732"/>
                  </a:lnTo>
                  <a:lnTo>
                    <a:pt x="333685" y="151448"/>
                  </a:lnTo>
                  <a:lnTo>
                    <a:pt x="333136" y="146179"/>
                  </a:lnTo>
                  <a:lnTo>
                    <a:pt x="332419" y="140930"/>
                  </a:lnTo>
                  <a:lnTo>
                    <a:pt x="331537" y="135706"/>
                  </a:lnTo>
                  <a:lnTo>
                    <a:pt x="330489" y="130513"/>
                  </a:lnTo>
                  <a:lnTo>
                    <a:pt x="329278" y="125355"/>
                  </a:lnTo>
                  <a:lnTo>
                    <a:pt x="327903" y="120239"/>
                  </a:lnTo>
                  <a:lnTo>
                    <a:pt x="326368" y="115168"/>
                  </a:lnTo>
                  <a:lnTo>
                    <a:pt x="324672" y="110149"/>
                  </a:lnTo>
                  <a:lnTo>
                    <a:pt x="322818" y="105187"/>
                  </a:lnTo>
                  <a:lnTo>
                    <a:pt x="320808" y="100285"/>
                  </a:lnTo>
                  <a:lnTo>
                    <a:pt x="318644" y="95450"/>
                  </a:lnTo>
                  <a:lnTo>
                    <a:pt x="316327" y="90685"/>
                  </a:lnTo>
                  <a:lnTo>
                    <a:pt x="313861" y="85997"/>
                  </a:lnTo>
                  <a:lnTo>
                    <a:pt x="311247" y="81388"/>
                  </a:lnTo>
                  <a:lnTo>
                    <a:pt x="308488" y="76865"/>
                  </a:lnTo>
                  <a:lnTo>
                    <a:pt x="305588" y="72432"/>
                  </a:lnTo>
                  <a:lnTo>
                    <a:pt x="302549" y="68093"/>
                  </a:lnTo>
                  <a:lnTo>
                    <a:pt x="299373" y="63852"/>
                  </a:lnTo>
                  <a:lnTo>
                    <a:pt x="296065" y="59714"/>
                  </a:lnTo>
                  <a:lnTo>
                    <a:pt x="292627" y="55683"/>
                  </a:lnTo>
                  <a:lnTo>
                    <a:pt x="289064" y="51763"/>
                  </a:lnTo>
                  <a:lnTo>
                    <a:pt x="285378" y="47958"/>
                  </a:lnTo>
                  <a:lnTo>
                    <a:pt x="281573" y="44272"/>
                  </a:lnTo>
                  <a:lnTo>
                    <a:pt x="277653" y="40708"/>
                  </a:lnTo>
                  <a:lnTo>
                    <a:pt x="273623" y="37270"/>
                  </a:lnTo>
                  <a:lnTo>
                    <a:pt x="269485" y="33961"/>
                  </a:lnTo>
                  <a:lnTo>
                    <a:pt x="265245" y="30785"/>
                  </a:lnTo>
                  <a:lnTo>
                    <a:pt x="260906" y="27745"/>
                  </a:lnTo>
                  <a:lnTo>
                    <a:pt x="256473" y="24844"/>
                  </a:lnTo>
                  <a:lnTo>
                    <a:pt x="251950" y="22085"/>
                  </a:lnTo>
                  <a:lnTo>
                    <a:pt x="247342" y="19471"/>
                  </a:lnTo>
                  <a:lnTo>
                    <a:pt x="242654" y="17004"/>
                  </a:lnTo>
                  <a:lnTo>
                    <a:pt x="237890" y="14687"/>
                  </a:lnTo>
                  <a:lnTo>
                    <a:pt x="233055" y="12522"/>
                  </a:lnTo>
                  <a:lnTo>
                    <a:pt x="228153" y="10512"/>
                  </a:lnTo>
                  <a:lnTo>
                    <a:pt x="223191" y="8657"/>
                  </a:lnTo>
                  <a:lnTo>
                    <a:pt x="218172" y="6961"/>
                  </a:lnTo>
                  <a:lnTo>
                    <a:pt x="213102" y="5425"/>
                  </a:lnTo>
                  <a:lnTo>
                    <a:pt x="207985" y="4050"/>
                  </a:lnTo>
                  <a:lnTo>
                    <a:pt x="202828" y="2838"/>
                  </a:lnTo>
                  <a:lnTo>
                    <a:pt x="197635" y="1790"/>
                  </a:lnTo>
                  <a:lnTo>
                    <a:pt x="167166" y="166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30468" cy="167167"/>
            </a:xfrm>
            <a:custGeom>
              <a:avLst/>
              <a:pathLst>
                <a:path w="30468" h="167167">
                  <a:moveTo>
                    <a:pt x="30468" y="2800"/>
                  </a:moveTo>
                  <a:lnTo>
                    <a:pt x="22907" y="1577"/>
                  </a:lnTo>
                  <a:lnTo>
                    <a:pt x="15298" y="701"/>
                  </a:lnTo>
                  <a:lnTo>
                    <a:pt x="7657" y="17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56377" y="5399291"/>
              <a:ext cx="167166" cy="253215"/>
            </a:xfrm>
            <a:custGeom>
              <a:avLst/>
              <a:pathLst>
                <a:path w="167166" h="253215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2" y="1366"/>
                  </a:lnTo>
                  <a:lnTo>
                    <a:pt x="140540" y="2134"/>
                  </a:lnTo>
                  <a:lnTo>
                    <a:pt x="135274" y="3070"/>
                  </a:lnTo>
                  <a:lnTo>
                    <a:pt x="130042" y="4174"/>
                  </a:lnTo>
                  <a:lnTo>
                    <a:pt x="124847" y="5445"/>
                  </a:lnTo>
                  <a:lnTo>
                    <a:pt x="119696" y="6881"/>
                  </a:lnTo>
                  <a:lnTo>
                    <a:pt x="114593" y="8482"/>
                  </a:lnTo>
                  <a:lnTo>
                    <a:pt x="109544" y="10245"/>
                  </a:lnTo>
                  <a:lnTo>
                    <a:pt x="104554" y="12168"/>
                  </a:lnTo>
                  <a:lnTo>
                    <a:pt x="99628" y="14250"/>
                  </a:lnTo>
                  <a:lnTo>
                    <a:pt x="94771" y="16489"/>
                  </a:lnTo>
                  <a:lnTo>
                    <a:pt x="89988" y="18882"/>
                  </a:lnTo>
                  <a:lnTo>
                    <a:pt x="85285" y="21426"/>
                  </a:lnTo>
                  <a:lnTo>
                    <a:pt x="80665" y="24120"/>
                  </a:lnTo>
                  <a:lnTo>
                    <a:pt x="76133" y="26960"/>
                  </a:lnTo>
                  <a:lnTo>
                    <a:pt x="71695" y="29944"/>
                  </a:lnTo>
                  <a:lnTo>
                    <a:pt x="67355" y="33068"/>
                  </a:lnTo>
                  <a:lnTo>
                    <a:pt x="63116" y="36329"/>
                  </a:lnTo>
                  <a:lnTo>
                    <a:pt x="58984" y="39724"/>
                  </a:lnTo>
                  <a:lnTo>
                    <a:pt x="54963" y="43250"/>
                  </a:lnTo>
                  <a:lnTo>
                    <a:pt x="51057" y="46902"/>
                  </a:lnTo>
                  <a:lnTo>
                    <a:pt x="47269" y="50678"/>
                  </a:lnTo>
                  <a:lnTo>
                    <a:pt x="43605" y="54572"/>
                  </a:lnTo>
                  <a:lnTo>
                    <a:pt x="40066" y="58582"/>
                  </a:lnTo>
                  <a:lnTo>
                    <a:pt x="36658" y="62703"/>
                  </a:lnTo>
                  <a:lnTo>
                    <a:pt x="33383" y="66931"/>
                  </a:lnTo>
                  <a:lnTo>
                    <a:pt x="30246" y="71262"/>
                  </a:lnTo>
                  <a:lnTo>
                    <a:pt x="27248" y="75691"/>
                  </a:lnTo>
                  <a:lnTo>
                    <a:pt x="24394" y="80213"/>
                  </a:lnTo>
                  <a:lnTo>
                    <a:pt x="21685" y="84825"/>
                  </a:lnTo>
                  <a:lnTo>
                    <a:pt x="19126" y="89520"/>
                  </a:lnTo>
                  <a:lnTo>
                    <a:pt x="16718" y="94295"/>
                  </a:lnTo>
                  <a:lnTo>
                    <a:pt x="14464" y="99145"/>
                  </a:lnTo>
                  <a:lnTo>
                    <a:pt x="12366" y="104064"/>
                  </a:lnTo>
                  <a:lnTo>
                    <a:pt x="10427" y="109048"/>
                  </a:lnTo>
                  <a:lnTo>
                    <a:pt x="8648" y="114092"/>
                  </a:lnTo>
                  <a:lnTo>
                    <a:pt x="7032" y="119189"/>
                  </a:lnTo>
                  <a:lnTo>
                    <a:pt x="5579" y="124336"/>
                  </a:lnTo>
                  <a:lnTo>
                    <a:pt x="4291" y="129527"/>
                  </a:lnTo>
                  <a:lnTo>
                    <a:pt x="3171" y="134756"/>
                  </a:lnTo>
                  <a:lnTo>
                    <a:pt x="2218" y="140018"/>
                  </a:lnTo>
                  <a:lnTo>
                    <a:pt x="1434" y="145308"/>
                  </a:lnTo>
                  <a:lnTo>
                    <a:pt x="820" y="150621"/>
                  </a:lnTo>
                  <a:lnTo>
                    <a:pt x="375" y="155950"/>
                  </a:lnTo>
                  <a:lnTo>
                    <a:pt x="102" y="161291"/>
                  </a:lnTo>
                  <a:lnTo>
                    <a:pt x="0" y="166638"/>
                  </a:lnTo>
                  <a:lnTo>
                    <a:pt x="68" y="171985"/>
                  </a:lnTo>
                  <a:lnTo>
                    <a:pt x="308" y="177328"/>
                  </a:lnTo>
                  <a:lnTo>
                    <a:pt x="718" y="182660"/>
                  </a:lnTo>
                  <a:lnTo>
                    <a:pt x="1299" y="187976"/>
                  </a:lnTo>
                  <a:lnTo>
                    <a:pt x="2049" y="193271"/>
                  </a:lnTo>
                  <a:lnTo>
                    <a:pt x="2969" y="198539"/>
                  </a:lnTo>
                  <a:lnTo>
                    <a:pt x="4056" y="203775"/>
                  </a:lnTo>
                  <a:lnTo>
                    <a:pt x="5311" y="208974"/>
                  </a:lnTo>
                  <a:lnTo>
                    <a:pt x="6731" y="214130"/>
                  </a:lnTo>
                  <a:lnTo>
                    <a:pt x="8315" y="219238"/>
                  </a:lnTo>
                  <a:lnTo>
                    <a:pt x="10062" y="224292"/>
                  </a:lnTo>
                  <a:lnTo>
                    <a:pt x="11970" y="229288"/>
                  </a:lnTo>
                  <a:lnTo>
                    <a:pt x="14036" y="234221"/>
                  </a:lnTo>
                  <a:lnTo>
                    <a:pt x="16259" y="239085"/>
                  </a:lnTo>
                  <a:lnTo>
                    <a:pt x="18637" y="243875"/>
                  </a:lnTo>
                  <a:lnTo>
                    <a:pt x="21167" y="248587"/>
                  </a:lnTo>
                  <a:lnTo>
                    <a:pt x="23846" y="25321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80223" y="5566459"/>
              <a:ext cx="143320" cy="86047"/>
            </a:xfrm>
            <a:custGeom>
              <a:avLst/>
              <a:pathLst>
                <a:path w="143320" h="86047">
                  <a:moveTo>
                    <a:pt x="0" y="86047"/>
                  </a:moveTo>
                  <a:lnTo>
                    <a:pt x="143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80223" y="5566459"/>
              <a:ext cx="143320" cy="86047"/>
            </a:xfrm>
            <a:custGeom>
              <a:avLst/>
              <a:pathLst>
                <a:path w="143320" h="86047">
                  <a:moveTo>
                    <a:pt x="0" y="86047"/>
                  </a:moveTo>
                  <a:lnTo>
                    <a:pt x="143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80223" y="5566459"/>
              <a:ext cx="143320" cy="86047"/>
            </a:xfrm>
            <a:custGeom>
              <a:avLst/>
              <a:pathLst>
                <a:path w="143320" h="86047">
                  <a:moveTo>
                    <a:pt x="0" y="86047"/>
                  </a:moveTo>
                  <a:lnTo>
                    <a:pt x="143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880223" y="5566459"/>
              <a:ext cx="143320" cy="86047"/>
            </a:xfrm>
            <a:custGeom>
              <a:avLst/>
              <a:pathLst>
                <a:path w="143320" h="86047">
                  <a:moveTo>
                    <a:pt x="0" y="86047"/>
                  </a:moveTo>
                  <a:lnTo>
                    <a:pt x="14332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880223" y="5566459"/>
              <a:ext cx="143320" cy="86047"/>
            </a:xfrm>
            <a:custGeom>
              <a:avLst/>
              <a:pathLst>
                <a:path w="143320" h="86047">
                  <a:moveTo>
                    <a:pt x="0" y="86047"/>
                  </a:moveTo>
                  <a:lnTo>
                    <a:pt x="14332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880223" y="5566459"/>
              <a:ext cx="143320" cy="160889"/>
            </a:xfrm>
            <a:custGeom>
              <a:avLst/>
              <a:pathLst>
                <a:path w="143320" h="160889">
                  <a:moveTo>
                    <a:pt x="0" y="86047"/>
                  </a:moveTo>
                  <a:lnTo>
                    <a:pt x="2901" y="90706"/>
                  </a:lnTo>
                  <a:lnTo>
                    <a:pt x="5955" y="95266"/>
                  </a:lnTo>
                  <a:lnTo>
                    <a:pt x="9156" y="99724"/>
                  </a:lnTo>
                  <a:lnTo>
                    <a:pt x="12502" y="104075"/>
                  </a:lnTo>
                  <a:lnTo>
                    <a:pt x="15989" y="108313"/>
                  </a:lnTo>
                  <a:lnTo>
                    <a:pt x="19613" y="112435"/>
                  </a:lnTo>
                  <a:lnTo>
                    <a:pt x="23371" y="116435"/>
                  </a:lnTo>
                  <a:lnTo>
                    <a:pt x="27258" y="120310"/>
                  </a:lnTo>
                  <a:lnTo>
                    <a:pt x="31270" y="124055"/>
                  </a:lnTo>
                  <a:lnTo>
                    <a:pt x="35402" y="127666"/>
                  </a:lnTo>
                  <a:lnTo>
                    <a:pt x="39651" y="131140"/>
                  </a:lnTo>
                  <a:lnTo>
                    <a:pt x="44012" y="134472"/>
                  </a:lnTo>
                  <a:lnTo>
                    <a:pt x="48480" y="137660"/>
                  </a:lnTo>
                  <a:lnTo>
                    <a:pt x="53050" y="140699"/>
                  </a:lnTo>
                  <a:lnTo>
                    <a:pt x="57718" y="143587"/>
                  </a:lnTo>
                  <a:lnTo>
                    <a:pt x="62477" y="146319"/>
                  </a:lnTo>
                  <a:lnTo>
                    <a:pt x="67324" y="148894"/>
                  </a:lnTo>
                  <a:lnTo>
                    <a:pt x="72253" y="151309"/>
                  </a:lnTo>
                  <a:lnTo>
                    <a:pt x="77258" y="153560"/>
                  </a:lnTo>
                  <a:lnTo>
                    <a:pt x="82335" y="155646"/>
                  </a:lnTo>
                  <a:lnTo>
                    <a:pt x="87477" y="157564"/>
                  </a:lnTo>
                  <a:lnTo>
                    <a:pt x="92679" y="159312"/>
                  </a:lnTo>
                  <a:lnTo>
                    <a:pt x="97936" y="160889"/>
                  </a:lnTo>
                  <a:lnTo>
                    <a:pt x="14332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78160" y="5399291"/>
              <a:ext cx="212547" cy="334321"/>
            </a:xfrm>
            <a:custGeom>
              <a:avLst/>
              <a:pathLst>
                <a:path w="212547" h="334321">
                  <a:moveTo>
                    <a:pt x="0" y="328056"/>
                  </a:moveTo>
                  <a:lnTo>
                    <a:pt x="5159" y="329423"/>
                  </a:lnTo>
                  <a:lnTo>
                    <a:pt x="10359" y="330624"/>
                  </a:lnTo>
                  <a:lnTo>
                    <a:pt x="15596" y="331659"/>
                  </a:lnTo>
                  <a:lnTo>
                    <a:pt x="20862" y="332526"/>
                  </a:lnTo>
                  <a:lnTo>
                    <a:pt x="26154" y="333225"/>
                  </a:lnTo>
                  <a:lnTo>
                    <a:pt x="31465" y="333754"/>
                  </a:lnTo>
                  <a:lnTo>
                    <a:pt x="36790" y="334113"/>
                  </a:lnTo>
                  <a:lnTo>
                    <a:pt x="42124" y="334303"/>
                  </a:lnTo>
                  <a:lnTo>
                    <a:pt x="47462" y="334321"/>
                  </a:lnTo>
                  <a:lnTo>
                    <a:pt x="52797" y="334170"/>
                  </a:lnTo>
                  <a:lnTo>
                    <a:pt x="58125" y="333848"/>
                  </a:lnTo>
                  <a:lnTo>
                    <a:pt x="63440" y="333356"/>
                  </a:lnTo>
                  <a:lnTo>
                    <a:pt x="68736" y="332695"/>
                  </a:lnTo>
                  <a:lnTo>
                    <a:pt x="74008" y="331865"/>
                  </a:lnTo>
                  <a:lnTo>
                    <a:pt x="79252" y="330867"/>
                  </a:lnTo>
                  <a:lnTo>
                    <a:pt x="84461" y="329703"/>
                  </a:lnTo>
                  <a:lnTo>
                    <a:pt x="89630" y="328372"/>
                  </a:lnTo>
                  <a:lnTo>
                    <a:pt x="94754" y="326878"/>
                  </a:lnTo>
                  <a:lnTo>
                    <a:pt x="99827" y="325220"/>
                  </a:lnTo>
                  <a:lnTo>
                    <a:pt x="104845" y="323401"/>
                  </a:lnTo>
                  <a:lnTo>
                    <a:pt x="109803" y="321423"/>
                  </a:lnTo>
                  <a:lnTo>
                    <a:pt x="114694" y="319288"/>
                  </a:lnTo>
                  <a:lnTo>
                    <a:pt x="119515" y="316998"/>
                  </a:lnTo>
                  <a:lnTo>
                    <a:pt x="124261" y="314555"/>
                  </a:lnTo>
                  <a:lnTo>
                    <a:pt x="128926" y="311962"/>
                  </a:lnTo>
                  <a:lnTo>
                    <a:pt x="133506" y="309221"/>
                  </a:lnTo>
                  <a:lnTo>
                    <a:pt x="137996" y="306335"/>
                  </a:lnTo>
                  <a:lnTo>
                    <a:pt x="142392" y="303307"/>
                  </a:lnTo>
                  <a:lnTo>
                    <a:pt x="146689" y="300141"/>
                  </a:lnTo>
                  <a:lnTo>
                    <a:pt x="150882" y="296839"/>
                  </a:lnTo>
                  <a:lnTo>
                    <a:pt x="154968" y="293405"/>
                  </a:lnTo>
                  <a:lnTo>
                    <a:pt x="158942" y="289842"/>
                  </a:lnTo>
                  <a:lnTo>
                    <a:pt x="162801" y="286154"/>
                  </a:lnTo>
                  <a:lnTo>
                    <a:pt x="166540" y="282345"/>
                  </a:lnTo>
                  <a:lnTo>
                    <a:pt x="170155" y="278418"/>
                  </a:lnTo>
                  <a:lnTo>
                    <a:pt x="173643" y="274378"/>
                  </a:lnTo>
                  <a:lnTo>
                    <a:pt x="177000" y="270229"/>
                  </a:lnTo>
                  <a:lnTo>
                    <a:pt x="180223" y="265975"/>
                  </a:lnTo>
                  <a:lnTo>
                    <a:pt x="183309" y="261620"/>
                  </a:lnTo>
                  <a:lnTo>
                    <a:pt x="186254" y="257168"/>
                  </a:lnTo>
                  <a:lnTo>
                    <a:pt x="189056" y="252625"/>
                  </a:lnTo>
                  <a:lnTo>
                    <a:pt x="191711" y="247995"/>
                  </a:lnTo>
                  <a:lnTo>
                    <a:pt x="194217" y="243282"/>
                  </a:lnTo>
                  <a:lnTo>
                    <a:pt x="196571" y="238492"/>
                  </a:lnTo>
                  <a:lnTo>
                    <a:pt x="198771" y="233629"/>
                  </a:lnTo>
                  <a:lnTo>
                    <a:pt x="200814" y="228698"/>
                  </a:lnTo>
                  <a:lnTo>
                    <a:pt x="202699" y="223705"/>
                  </a:lnTo>
                  <a:lnTo>
                    <a:pt x="204424" y="218653"/>
                  </a:lnTo>
                  <a:lnTo>
                    <a:pt x="205987" y="213550"/>
                  </a:lnTo>
                  <a:lnTo>
                    <a:pt x="207386" y="208399"/>
                  </a:lnTo>
                  <a:lnTo>
                    <a:pt x="208619" y="203206"/>
                  </a:lnTo>
                  <a:lnTo>
                    <a:pt x="209687" y="197976"/>
                  </a:lnTo>
                  <a:lnTo>
                    <a:pt x="210586" y="192715"/>
                  </a:lnTo>
                  <a:lnTo>
                    <a:pt x="211318" y="187428"/>
                  </a:lnTo>
                  <a:lnTo>
                    <a:pt x="211880" y="182121"/>
                  </a:lnTo>
                  <a:lnTo>
                    <a:pt x="212273" y="176798"/>
                  </a:lnTo>
                  <a:lnTo>
                    <a:pt x="212495" y="171465"/>
                  </a:lnTo>
                  <a:lnTo>
                    <a:pt x="212547" y="166127"/>
                  </a:lnTo>
                  <a:lnTo>
                    <a:pt x="212429" y="160791"/>
                  </a:lnTo>
                  <a:lnTo>
                    <a:pt x="212140" y="155462"/>
                  </a:lnTo>
                  <a:lnTo>
                    <a:pt x="211681" y="150144"/>
                  </a:lnTo>
                  <a:lnTo>
                    <a:pt x="211053" y="144844"/>
                  </a:lnTo>
                  <a:lnTo>
                    <a:pt x="210256" y="139566"/>
                  </a:lnTo>
                  <a:lnTo>
                    <a:pt x="209291" y="134317"/>
                  </a:lnTo>
                  <a:lnTo>
                    <a:pt x="208159" y="129101"/>
                  </a:lnTo>
                  <a:lnTo>
                    <a:pt x="206860" y="123923"/>
                  </a:lnTo>
                  <a:lnTo>
                    <a:pt x="205397" y="118790"/>
                  </a:lnTo>
                  <a:lnTo>
                    <a:pt x="203771" y="113707"/>
                  </a:lnTo>
                  <a:lnTo>
                    <a:pt x="201984" y="108677"/>
                  </a:lnTo>
                  <a:lnTo>
                    <a:pt x="200037" y="103708"/>
                  </a:lnTo>
                  <a:lnTo>
                    <a:pt x="197932" y="98803"/>
                  </a:lnTo>
                  <a:lnTo>
                    <a:pt x="195672" y="93967"/>
                  </a:lnTo>
                  <a:lnTo>
                    <a:pt x="193258" y="89207"/>
                  </a:lnTo>
                  <a:lnTo>
                    <a:pt x="190694" y="84526"/>
                  </a:lnTo>
                  <a:lnTo>
                    <a:pt x="187982" y="79929"/>
                  </a:lnTo>
                  <a:lnTo>
                    <a:pt x="185124" y="75421"/>
                  </a:lnTo>
                  <a:lnTo>
                    <a:pt x="182124" y="71006"/>
                  </a:lnTo>
                  <a:lnTo>
                    <a:pt x="178984" y="66690"/>
                  </a:lnTo>
                  <a:lnTo>
                    <a:pt x="175708" y="62476"/>
                  </a:lnTo>
                  <a:lnTo>
                    <a:pt x="172300" y="58369"/>
                  </a:lnTo>
                  <a:lnTo>
                    <a:pt x="168762" y="54372"/>
                  </a:lnTo>
                  <a:lnTo>
                    <a:pt x="165098" y="50491"/>
                  </a:lnTo>
                  <a:lnTo>
                    <a:pt x="161312" y="46729"/>
                  </a:lnTo>
                  <a:lnTo>
                    <a:pt x="157408" y="43089"/>
                  </a:lnTo>
                  <a:lnTo>
                    <a:pt x="153390" y="39576"/>
                  </a:lnTo>
                  <a:lnTo>
                    <a:pt x="149261" y="36193"/>
                  </a:lnTo>
                  <a:lnTo>
                    <a:pt x="145027" y="32943"/>
                  </a:lnTo>
                  <a:lnTo>
                    <a:pt x="140691" y="29831"/>
                  </a:lnTo>
                  <a:lnTo>
                    <a:pt x="136258" y="26858"/>
                  </a:lnTo>
                  <a:lnTo>
                    <a:pt x="131733" y="24028"/>
                  </a:lnTo>
                  <a:lnTo>
                    <a:pt x="127119" y="21345"/>
                  </a:lnTo>
                  <a:lnTo>
                    <a:pt x="122422" y="18809"/>
                  </a:lnTo>
                  <a:lnTo>
                    <a:pt x="117646" y="16426"/>
                  </a:lnTo>
                  <a:lnTo>
                    <a:pt x="112797" y="14196"/>
                  </a:lnTo>
                  <a:lnTo>
                    <a:pt x="107879" y="12121"/>
                  </a:lnTo>
                  <a:lnTo>
                    <a:pt x="102898" y="10205"/>
                  </a:lnTo>
                  <a:lnTo>
                    <a:pt x="97857" y="8449"/>
                  </a:lnTo>
                  <a:lnTo>
                    <a:pt x="92764" y="6855"/>
                  </a:lnTo>
                  <a:lnTo>
                    <a:pt x="87621" y="5424"/>
                  </a:lnTo>
                  <a:lnTo>
                    <a:pt x="82436" y="4158"/>
                  </a:lnTo>
                  <a:lnTo>
                    <a:pt x="77213" y="3058"/>
                  </a:lnTo>
                  <a:lnTo>
                    <a:pt x="71958" y="2125"/>
                  </a:lnTo>
                  <a:lnTo>
                    <a:pt x="66676" y="1361"/>
                  </a:lnTo>
                  <a:lnTo>
                    <a:pt x="61371" y="766"/>
                  </a:lnTo>
                  <a:lnTo>
                    <a:pt x="56051" y="340"/>
                  </a:lnTo>
                  <a:lnTo>
                    <a:pt x="50720" y="85"/>
                  </a:lnTo>
                  <a:lnTo>
                    <a:pt x="45383" y="0"/>
                  </a:lnTo>
                  <a:lnTo>
                    <a:pt x="4538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51717" y="5269756"/>
              <a:ext cx="93540" cy="167167"/>
            </a:xfrm>
            <a:custGeom>
              <a:avLst/>
              <a:pathLst>
                <a:path w="93540" h="167167">
                  <a:moveTo>
                    <a:pt x="93540" y="0"/>
                  </a:moveTo>
                  <a:lnTo>
                    <a:pt x="87702" y="101"/>
                  </a:lnTo>
                  <a:lnTo>
                    <a:pt x="81871" y="407"/>
                  </a:lnTo>
                  <a:lnTo>
                    <a:pt x="76054" y="917"/>
                  </a:lnTo>
                  <a:lnTo>
                    <a:pt x="70258" y="1629"/>
                  </a:lnTo>
                  <a:lnTo>
                    <a:pt x="64490" y="2543"/>
                  </a:lnTo>
                  <a:lnTo>
                    <a:pt x="58759" y="3658"/>
                  </a:lnTo>
                  <a:lnTo>
                    <a:pt x="53069" y="4973"/>
                  </a:lnTo>
                  <a:lnTo>
                    <a:pt x="47429" y="6485"/>
                  </a:lnTo>
                  <a:lnTo>
                    <a:pt x="41845" y="8194"/>
                  </a:lnTo>
                  <a:lnTo>
                    <a:pt x="36324" y="10096"/>
                  </a:lnTo>
                  <a:lnTo>
                    <a:pt x="30873" y="12190"/>
                  </a:lnTo>
                  <a:lnTo>
                    <a:pt x="25499" y="14473"/>
                  </a:lnTo>
                  <a:lnTo>
                    <a:pt x="20208" y="16943"/>
                  </a:lnTo>
                  <a:lnTo>
                    <a:pt x="15006" y="19596"/>
                  </a:lnTo>
                  <a:lnTo>
                    <a:pt x="9899" y="22429"/>
                  </a:lnTo>
                  <a:lnTo>
                    <a:pt x="4895" y="25438"/>
                  </a:lnTo>
                  <a:lnTo>
                    <a:pt x="0" y="28621"/>
                  </a:lnTo>
                  <a:lnTo>
                    <a:pt x="935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51717" y="5298377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51717" y="5298377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51717" y="5298377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51717" y="5298377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23743" y="5298377"/>
              <a:ext cx="121515" cy="138546"/>
            </a:xfrm>
            <a:custGeom>
              <a:avLst/>
              <a:pathLst>
                <a:path w="121515" h="138546">
                  <a:moveTo>
                    <a:pt x="27974" y="0"/>
                  </a:moveTo>
                  <a:lnTo>
                    <a:pt x="22959" y="3521"/>
                  </a:lnTo>
                  <a:lnTo>
                    <a:pt x="18077" y="7224"/>
                  </a:lnTo>
                  <a:lnTo>
                    <a:pt x="13333" y="11103"/>
                  </a:lnTo>
                  <a:lnTo>
                    <a:pt x="8735" y="15153"/>
                  </a:lnTo>
                  <a:lnTo>
                    <a:pt x="4289" y="19370"/>
                  </a:lnTo>
                  <a:lnTo>
                    <a:pt x="0" y="23746"/>
                  </a:lnTo>
                  <a:lnTo>
                    <a:pt x="121515" y="138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78091" y="5269756"/>
              <a:ext cx="334326" cy="334323"/>
            </a:xfrm>
            <a:custGeom>
              <a:avLst/>
              <a:pathLst>
                <a:path w="334326" h="334323">
                  <a:moveTo>
                    <a:pt x="45651" y="52367"/>
                  </a:moveTo>
                  <a:lnTo>
                    <a:pt x="42083" y="56266"/>
                  </a:lnTo>
                  <a:lnTo>
                    <a:pt x="38640" y="60275"/>
                  </a:lnTo>
                  <a:lnTo>
                    <a:pt x="35326" y="64391"/>
                  </a:lnTo>
                  <a:lnTo>
                    <a:pt x="32143" y="68610"/>
                  </a:lnTo>
                  <a:lnTo>
                    <a:pt x="29095" y="72927"/>
                  </a:lnTo>
                  <a:lnTo>
                    <a:pt x="26185" y="77339"/>
                  </a:lnTo>
                  <a:lnTo>
                    <a:pt x="23416" y="81840"/>
                  </a:lnTo>
                  <a:lnTo>
                    <a:pt x="20791" y="86426"/>
                  </a:lnTo>
                  <a:lnTo>
                    <a:pt x="18312" y="91094"/>
                  </a:lnTo>
                  <a:lnTo>
                    <a:pt x="15981" y="95837"/>
                  </a:lnTo>
                  <a:lnTo>
                    <a:pt x="13802" y="100651"/>
                  </a:lnTo>
                  <a:lnTo>
                    <a:pt x="11776" y="105532"/>
                  </a:lnTo>
                  <a:lnTo>
                    <a:pt x="9906" y="110475"/>
                  </a:lnTo>
                  <a:lnTo>
                    <a:pt x="8192" y="115474"/>
                  </a:lnTo>
                  <a:lnTo>
                    <a:pt x="6638" y="120525"/>
                  </a:lnTo>
                  <a:lnTo>
                    <a:pt x="5244" y="125623"/>
                  </a:lnTo>
                  <a:lnTo>
                    <a:pt x="4011" y="130762"/>
                  </a:lnTo>
                  <a:lnTo>
                    <a:pt x="2942" y="135937"/>
                  </a:lnTo>
                  <a:lnTo>
                    <a:pt x="2037" y="141144"/>
                  </a:lnTo>
                  <a:lnTo>
                    <a:pt x="1297" y="146377"/>
                  </a:lnTo>
                  <a:lnTo>
                    <a:pt x="723" y="151630"/>
                  </a:lnTo>
                  <a:lnTo>
                    <a:pt x="315" y="156899"/>
                  </a:lnTo>
                  <a:lnTo>
                    <a:pt x="74" y="162178"/>
                  </a:lnTo>
                  <a:lnTo>
                    <a:pt x="0" y="167463"/>
                  </a:lnTo>
                  <a:lnTo>
                    <a:pt x="92" y="172747"/>
                  </a:lnTo>
                  <a:lnTo>
                    <a:pt x="352" y="178025"/>
                  </a:lnTo>
                  <a:lnTo>
                    <a:pt x="779" y="183293"/>
                  </a:lnTo>
                  <a:lnTo>
                    <a:pt x="1372" y="188544"/>
                  </a:lnTo>
                  <a:lnTo>
                    <a:pt x="2130" y="193774"/>
                  </a:lnTo>
                  <a:lnTo>
                    <a:pt x="3054" y="198977"/>
                  </a:lnTo>
                  <a:lnTo>
                    <a:pt x="4141" y="204149"/>
                  </a:lnTo>
                  <a:lnTo>
                    <a:pt x="5392" y="209284"/>
                  </a:lnTo>
                  <a:lnTo>
                    <a:pt x="6804" y="214376"/>
                  </a:lnTo>
                  <a:lnTo>
                    <a:pt x="8376" y="219422"/>
                  </a:lnTo>
                  <a:lnTo>
                    <a:pt x="10107" y="224415"/>
                  </a:lnTo>
                  <a:lnTo>
                    <a:pt x="11995" y="229351"/>
                  </a:lnTo>
                  <a:lnTo>
                    <a:pt x="14039" y="234225"/>
                  </a:lnTo>
                  <a:lnTo>
                    <a:pt x="16235" y="239032"/>
                  </a:lnTo>
                  <a:lnTo>
                    <a:pt x="18582" y="243767"/>
                  </a:lnTo>
                  <a:lnTo>
                    <a:pt x="21077" y="248425"/>
                  </a:lnTo>
                  <a:lnTo>
                    <a:pt x="23719" y="253002"/>
                  </a:lnTo>
                  <a:lnTo>
                    <a:pt x="26504" y="257494"/>
                  </a:lnTo>
                  <a:lnTo>
                    <a:pt x="29429" y="261895"/>
                  </a:lnTo>
                  <a:lnTo>
                    <a:pt x="32492" y="266201"/>
                  </a:lnTo>
                  <a:lnTo>
                    <a:pt x="35690" y="270409"/>
                  </a:lnTo>
                  <a:lnTo>
                    <a:pt x="39019" y="274513"/>
                  </a:lnTo>
                  <a:lnTo>
                    <a:pt x="42477" y="278510"/>
                  </a:lnTo>
                  <a:lnTo>
                    <a:pt x="46058" y="282396"/>
                  </a:lnTo>
                  <a:lnTo>
                    <a:pt x="49761" y="286167"/>
                  </a:lnTo>
                  <a:lnTo>
                    <a:pt x="53581" y="289818"/>
                  </a:lnTo>
                  <a:lnTo>
                    <a:pt x="57515" y="293347"/>
                  </a:lnTo>
                  <a:lnTo>
                    <a:pt x="61558" y="296750"/>
                  </a:lnTo>
                  <a:lnTo>
                    <a:pt x="65707" y="300024"/>
                  </a:lnTo>
                  <a:lnTo>
                    <a:pt x="69958" y="303165"/>
                  </a:lnTo>
                  <a:lnTo>
                    <a:pt x="74305" y="306169"/>
                  </a:lnTo>
                  <a:lnTo>
                    <a:pt x="78745" y="309035"/>
                  </a:lnTo>
                  <a:lnTo>
                    <a:pt x="83274" y="311759"/>
                  </a:lnTo>
                  <a:lnTo>
                    <a:pt x="87886" y="314339"/>
                  </a:lnTo>
                  <a:lnTo>
                    <a:pt x="92578" y="316771"/>
                  </a:lnTo>
                  <a:lnTo>
                    <a:pt x="97344" y="319054"/>
                  </a:lnTo>
                  <a:lnTo>
                    <a:pt x="102180" y="321185"/>
                  </a:lnTo>
                  <a:lnTo>
                    <a:pt x="107081" y="323163"/>
                  </a:lnTo>
                  <a:lnTo>
                    <a:pt x="112042" y="324984"/>
                  </a:lnTo>
                  <a:lnTo>
                    <a:pt x="117058" y="326648"/>
                  </a:lnTo>
                  <a:lnTo>
                    <a:pt x="122124" y="328152"/>
                  </a:lnTo>
                  <a:lnTo>
                    <a:pt x="127236" y="329495"/>
                  </a:lnTo>
                  <a:lnTo>
                    <a:pt x="132387" y="330676"/>
                  </a:lnTo>
                  <a:lnTo>
                    <a:pt x="137572" y="331694"/>
                  </a:lnTo>
                  <a:lnTo>
                    <a:pt x="142788" y="332547"/>
                  </a:lnTo>
                  <a:lnTo>
                    <a:pt x="148028" y="333235"/>
                  </a:lnTo>
                  <a:lnTo>
                    <a:pt x="153287" y="333757"/>
                  </a:lnTo>
                  <a:lnTo>
                    <a:pt x="158559" y="334113"/>
                  </a:lnTo>
                  <a:lnTo>
                    <a:pt x="163841" y="334301"/>
                  </a:lnTo>
                  <a:lnTo>
                    <a:pt x="169125" y="334323"/>
                  </a:lnTo>
                  <a:lnTo>
                    <a:pt x="174408" y="334177"/>
                  </a:lnTo>
                  <a:lnTo>
                    <a:pt x="179684" y="333865"/>
                  </a:lnTo>
                  <a:lnTo>
                    <a:pt x="184947" y="333386"/>
                  </a:lnTo>
                  <a:lnTo>
                    <a:pt x="190192" y="332741"/>
                  </a:lnTo>
                  <a:lnTo>
                    <a:pt x="195414" y="331930"/>
                  </a:lnTo>
                  <a:lnTo>
                    <a:pt x="200608" y="330955"/>
                  </a:lnTo>
                  <a:lnTo>
                    <a:pt x="205769" y="329816"/>
                  </a:lnTo>
                  <a:lnTo>
                    <a:pt x="210891" y="328515"/>
                  </a:lnTo>
                  <a:lnTo>
                    <a:pt x="215969" y="327052"/>
                  </a:lnTo>
                  <a:lnTo>
                    <a:pt x="220999" y="325430"/>
                  </a:lnTo>
                  <a:lnTo>
                    <a:pt x="225974" y="323649"/>
                  </a:lnTo>
                  <a:lnTo>
                    <a:pt x="230891" y="321712"/>
                  </a:lnTo>
                  <a:lnTo>
                    <a:pt x="235745" y="319620"/>
                  </a:lnTo>
                  <a:lnTo>
                    <a:pt x="240529" y="317376"/>
                  </a:lnTo>
                  <a:lnTo>
                    <a:pt x="245241" y="314982"/>
                  </a:lnTo>
                  <a:lnTo>
                    <a:pt x="249874" y="312441"/>
                  </a:lnTo>
                  <a:lnTo>
                    <a:pt x="254425" y="309754"/>
                  </a:lnTo>
                  <a:lnTo>
                    <a:pt x="258888" y="306924"/>
                  </a:lnTo>
                  <a:lnTo>
                    <a:pt x="263260" y="303955"/>
                  </a:lnTo>
                  <a:lnTo>
                    <a:pt x="267536" y="300849"/>
                  </a:lnTo>
                  <a:lnTo>
                    <a:pt x="271711" y="297610"/>
                  </a:lnTo>
                  <a:lnTo>
                    <a:pt x="275782" y="294240"/>
                  </a:lnTo>
                  <a:lnTo>
                    <a:pt x="279745" y="290743"/>
                  </a:lnTo>
                  <a:lnTo>
                    <a:pt x="283595" y="287123"/>
                  </a:lnTo>
                  <a:lnTo>
                    <a:pt x="287328" y="283383"/>
                  </a:lnTo>
                  <a:lnTo>
                    <a:pt x="290942" y="279526"/>
                  </a:lnTo>
                  <a:lnTo>
                    <a:pt x="294432" y="275558"/>
                  </a:lnTo>
                  <a:lnTo>
                    <a:pt x="297794" y="271481"/>
                  </a:lnTo>
                  <a:lnTo>
                    <a:pt x="301026" y="267300"/>
                  </a:lnTo>
                  <a:lnTo>
                    <a:pt x="304125" y="263018"/>
                  </a:lnTo>
                  <a:lnTo>
                    <a:pt x="307086" y="258641"/>
                  </a:lnTo>
                  <a:lnTo>
                    <a:pt x="309908" y="254173"/>
                  </a:lnTo>
                  <a:lnTo>
                    <a:pt x="312586" y="249617"/>
                  </a:lnTo>
                  <a:lnTo>
                    <a:pt x="315120" y="244979"/>
                  </a:lnTo>
                  <a:lnTo>
                    <a:pt x="317506" y="240264"/>
                  </a:lnTo>
                  <a:lnTo>
                    <a:pt x="319741" y="235475"/>
                  </a:lnTo>
                  <a:lnTo>
                    <a:pt x="321824" y="230618"/>
                  </a:lnTo>
                  <a:lnTo>
                    <a:pt x="323752" y="225698"/>
                  </a:lnTo>
                  <a:lnTo>
                    <a:pt x="325524" y="220719"/>
                  </a:lnTo>
                  <a:lnTo>
                    <a:pt x="327138" y="215686"/>
                  </a:lnTo>
                  <a:lnTo>
                    <a:pt x="328592" y="210606"/>
                  </a:lnTo>
                  <a:lnTo>
                    <a:pt x="329884" y="205481"/>
                  </a:lnTo>
                  <a:lnTo>
                    <a:pt x="331014" y="200319"/>
                  </a:lnTo>
                  <a:lnTo>
                    <a:pt x="331980" y="195123"/>
                  </a:lnTo>
                  <a:lnTo>
                    <a:pt x="332781" y="189899"/>
                  </a:lnTo>
                  <a:lnTo>
                    <a:pt x="333417" y="184653"/>
                  </a:lnTo>
                  <a:lnTo>
                    <a:pt x="333887" y="179389"/>
                  </a:lnTo>
                  <a:lnTo>
                    <a:pt x="334190" y="174113"/>
                  </a:lnTo>
                  <a:lnTo>
                    <a:pt x="334326" y="168830"/>
                  </a:lnTo>
                  <a:lnTo>
                    <a:pt x="334295" y="163545"/>
                  </a:lnTo>
                  <a:lnTo>
                    <a:pt x="334097" y="158264"/>
                  </a:lnTo>
                  <a:lnTo>
                    <a:pt x="333732" y="152992"/>
                  </a:lnTo>
                  <a:lnTo>
                    <a:pt x="333201" y="147734"/>
                  </a:lnTo>
                  <a:lnTo>
                    <a:pt x="332504" y="142496"/>
                  </a:lnTo>
                  <a:lnTo>
                    <a:pt x="331641" y="137282"/>
                  </a:lnTo>
                  <a:lnTo>
                    <a:pt x="330614" y="132098"/>
                  </a:lnTo>
                  <a:lnTo>
                    <a:pt x="329424" y="126949"/>
                  </a:lnTo>
                  <a:lnTo>
                    <a:pt x="328072" y="121840"/>
                  </a:lnTo>
                  <a:lnTo>
                    <a:pt x="326558" y="116776"/>
                  </a:lnTo>
                  <a:lnTo>
                    <a:pt x="324886" y="111763"/>
                  </a:lnTo>
                  <a:lnTo>
                    <a:pt x="323056" y="106805"/>
                  </a:lnTo>
                  <a:lnTo>
                    <a:pt x="321070" y="101908"/>
                  </a:lnTo>
                  <a:lnTo>
                    <a:pt x="318930" y="97076"/>
                  </a:lnTo>
                  <a:lnTo>
                    <a:pt x="316639" y="92314"/>
                  </a:lnTo>
                  <a:lnTo>
                    <a:pt x="314198" y="87626"/>
                  </a:lnTo>
                  <a:lnTo>
                    <a:pt x="311610" y="83018"/>
                  </a:lnTo>
                  <a:lnTo>
                    <a:pt x="308878" y="78495"/>
                  </a:lnTo>
                  <a:lnTo>
                    <a:pt x="306005" y="74059"/>
                  </a:lnTo>
                  <a:lnTo>
                    <a:pt x="302992" y="69717"/>
                  </a:lnTo>
                  <a:lnTo>
                    <a:pt x="299844" y="65473"/>
                  </a:lnTo>
                  <a:lnTo>
                    <a:pt x="296563" y="61330"/>
                  </a:lnTo>
                  <a:lnTo>
                    <a:pt x="293153" y="57292"/>
                  </a:lnTo>
                  <a:lnTo>
                    <a:pt x="289617" y="53365"/>
                  </a:lnTo>
                  <a:lnTo>
                    <a:pt x="285958" y="49551"/>
                  </a:lnTo>
                  <a:lnTo>
                    <a:pt x="282181" y="45855"/>
                  </a:lnTo>
                  <a:lnTo>
                    <a:pt x="278289" y="42280"/>
                  </a:lnTo>
                  <a:lnTo>
                    <a:pt x="274286" y="38830"/>
                  </a:lnTo>
                  <a:lnTo>
                    <a:pt x="270176" y="35508"/>
                  </a:lnTo>
                  <a:lnTo>
                    <a:pt x="265963" y="32318"/>
                  </a:lnTo>
                  <a:lnTo>
                    <a:pt x="261651" y="29262"/>
                  </a:lnTo>
                  <a:lnTo>
                    <a:pt x="257244" y="26345"/>
                  </a:lnTo>
                  <a:lnTo>
                    <a:pt x="252748" y="23568"/>
                  </a:lnTo>
                  <a:lnTo>
                    <a:pt x="248166" y="20934"/>
                  </a:lnTo>
                  <a:lnTo>
                    <a:pt x="243503" y="18447"/>
                  </a:lnTo>
                  <a:lnTo>
                    <a:pt x="238764" y="16108"/>
                  </a:lnTo>
                  <a:lnTo>
                    <a:pt x="233953" y="13920"/>
                  </a:lnTo>
                  <a:lnTo>
                    <a:pt x="229076" y="11886"/>
                  </a:lnTo>
                  <a:lnTo>
                    <a:pt x="224137" y="10007"/>
                  </a:lnTo>
                  <a:lnTo>
                    <a:pt x="219140" y="8284"/>
                  </a:lnTo>
                  <a:lnTo>
                    <a:pt x="214092" y="6721"/>
                  </a:lnTo>
                  <a:lnTo>
                    <a:pt x="208997" y="5318"/>
                  </a:lnTo>
                  <a:lnTo>
                    <a:pt x="203860" y="4076"/>
                  </a:lnTo>
                  <a:lnTo>
                    <a:pt x="198687" y="2998"/>
                  </a:lnTo>
                  <a:lnTo>
                    <a:pt x="193482" y="2084"/>
                  </a:lnTo>
                  <a:lnTo>
                    <a:pt x="188250" y="1334"/>
                  </a:lnTo>
                  <a:lnTo>
                    <a:pt x="182998" y="751"/>
                  </a:lnTo>
                  <a:lnTo>
                    <a:pt x="177730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65088" y="5018213"/>
              <a:ext cx="155950" cy="167167"/>
            </a:xfrm>
            <a:custGeom>
              <a:avLst/>
              <a:pathLst>
                <a:path w="155950" h="167167">
                  <a:moveTo>
                    <a:pt x="155950" y="0"/>
                  </a:moveTo>
                  <a:lnTo>
                    <a:pt x="150519" y="88"/>
                  </a:lnTo>
                  <a:lnTo>
                    <a:pt x="145093" y="352"/>
                  </a:lnTo>
                  <a:lnTo>
                    <a:pt x="139679" y="793"/>
                  </a:lnTo>
                  <a:lnTo>
                    <a:pt x="134281" y="1410"/>
                  </a:lnTo>
                  <a:lnTo>
                    <a:pt x="128907" y="2201"/>
                  </a:lnTo>
                  <a:lnTo>
                    <a:pt x="123562" y="3167"/>
                  </a:lnTo>
                  <a:lnTo>
                    <a:pt x="118250" y="4306"/>
                  </a:lnTo>
                  <a:lnTo>
                    <a:pt x="112979" y="5617"/>
                  </a:lnTo>
                  <a:lnTo>
                    <a:pt x="107752" y="7098"/>
                  </a:lnTo>
                  <a:lnTo>
                    <a:pt x="102577" y="8749"/>
                  </a:lnTo>
                  <a:lnTo>
                    <a:pt x="97458" y="10567"/>
                  </a:lnTo>
                  <a:lnTo>
                    <a:pt x="92401" y="12550"/>
                  </a:lnTo>
                  <a:lnTo>
                    <a:pt x="87411" y="14696"/>
                  </a:lnTo>
                  <a:lnTo>
                    <a:pt x="82493" y="17004"/>
                  </a:lnTo>
                  <a:lnTo>
                    <a:pt x="77653" y="19470"/>
                  </a:lnTo>
                  <a:lnTo>
                    <a:pt x="72895" y="22092"/>
                  </a:lnTo>
                  <a:lnTo>
                    <a:pt x="68225" y="24867"/>
                  </a:lnTo>
                  <a:lnTo>
                    <a:pt x="63648" y="27792"/>
                  </a:lnTo>
                  <a:lnTo>
                    <a:pt x="59168" y="30865"/>
                  </a:lnTo>
                  <a:lnTo>
                    <a:pt x="54791" y="34081"/>
                  </a:lnTo>
                  <a:lnTo>
                    <a:pt x="50520" y="37438"/>
                  </a:lnTo>
                  <a:lnTo>
                    <a:pt x="46361" y="40932"/>
                  </a:lnTo>
                  <a:lnTo>
                    <a:pt x="42317" y="44560"/>
                  </a:lnTo>
                  <a:lnTo>
                    <a:pt x="38394" y="48316"/>
                  </a:lnTo>
                  <a:lnTo>
                    <a:pt x="34594" y="52199"/>
                  </a:lnTo>
                  <a:lnTo>
                    <a:pt x="30923" y="56202"/>
                  </a:lnTo>
                  <a:lnTo>
                    <a:pt x="27383" y="60323"/>
                  </a:lnTo>
                  <a:lnTo>
                    <a:pt x="23980" y="64557"/>
                  </a:lnTo>
                  <a:lnTo>
                    <a:pt x="20716" y="68899"/>
                  </a:lnTo>
                  <a:lnTo>
                    <a:pt x="17594" y="73345"/>
                  </a:lnTo>
                  <a:lnTo>
                    <a:pt x="14619" y="77890"/>
                  </a:lnTo>
                  <a:lnTo>
                    <a:pt x="11793" y="82529"/>
                  </a:lnTo>
                  <a:lnTo>
                    <a:pt x="9119" y="87257"/>
                  </a:lnTo>
                  <a:lnTo>
                    <a:pt x="6600" y="92070"/>
                  </a:lnTo>
                  <a:lnTo>
                    <a:pt x="4239" y="96962"/>
                  </a:lnTo>
                  <a:lnTo>
                    <a:pt x="2038" y="101929"/>
                  </a:lnTo>
                  <a:lnTo>
                    <a:pt x="0" y="106964"/>
                  </a:lnTo>
                  <a:lnTo>
                    <a:pt x="1559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65088" y="5125177"/>
              <a:ext cx="155950" cy="60202"/>
            </a:xfrm>
            <a:custGeom>
              <a:avLst/>
              <a:pathLst>
                <a:path w="155950" h="60202">
                  <a:moveTo>
                    <a:pt x="0" y="0"/>
                  </a:moveTo>
                  <a:lnTo>
                    <a:pt x="155950" y="602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65088" y="5125177"/>
              <a:ext cx="155950" cy="60202"/>
            </a:xfrm>
            <a:custGeom>
              <a:avLst/>
              <a:pathLst>
                <a:path w="155950" h="60202">
                  <a:moveTo>
                    <a:pt x="0" y="0"/>
                  </a:moveTo>
                  <a:lnTo>
                    <a:pt x="155950" y="602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5088" y="5125177"/>
              <a:ext cx="155950" cy="60202"/>
            </a:xfrm>
            <a:custGeom>
              <a:avLst/>
              <a:pathLst>
                <a:path w="155950" h="60202">
                  <a:moveTo>
                    <a:pt x="0" y="0"/>
                  </a:moveTo>
                  <a:lnTo>
                    <a:pt x="155950" y="602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4659" y="5125177"/>
              <a:ext cx="166379" cy="60202"/>
            </a:xfrm>
            <a:custGeom>
              <a:avLst/>
              <a:pathLst>
                <a:path w="166379" h="60202">
                  <a:moveTo>
                    <a:pt x="10428" y="0"/>
                  </a:moveTo>
                  <a:lnTo>
                    <a:pt x="8213" y="6087"/>
                  </a:lnTo>
                  <a:lnTo>
                    <a:pt x="6235" y="12255"/>
                  </a:lnTo>
                  <a:lnTo>
                    <a:pt x="4498" y="18496"/>
                  </a:lnTo>
                  <a:lnTo>
                    <a:pt x="3003" y="24799"/>
                  </a:lnTo>
                  <a:lnTo>
                    <a:pt x="1754" y="31155"/>
                  </a:lnTo>
                  <a:lnTo>
                    <a:pt x="753" y="37555"/>
                  </a:lnTo>
                  <a:lnTo>
                    <a:pt x="0" y="43989"/>
                  </a:lnTo>
                  <a:lnTo>
                    <a:pt x="166379" y="602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3872" y="5018213"/>
              <a:ext cx="334323" cy="334328"/>
            </a:xfrm>
            <a:custGeom>
              <a:avLst/>
              <a:pathLst>
                <a:path w="334323" h="334328">
                  <a:moveTo>
                    <a:pt x="787" y="150953"/>
                  </a:moveTo>
                  <a:lnTo>
                    <a:pt x="358" y="156225"/>
                  </a:lnTo>
                  <a:lnTo>
                    <a:pt x="95" y="161508"/>
                  </a:lnTo>
                  <a:lnTo>
                    <a:pt x="0" y="166796"/>
                  </a:lnTo>
                  <a:lnTo>
                    <a:pt x="71" y="172085"/>
                  </a:lnTo>
                  <a:lnTo>
                    <a:pt x="311" y="177369"/>
                  </a:lnTo>
                  <a:lnTo>
                    <a:pt x="717" y="182642"/>
                  </a:lnTo>
                  <a:lnTo>
                    <a:pt x="1290" y="187900"/>
                  </a:lnTo>
                  <a:lnTo>
                    <a:pt x="2029" y="193138"/>
                  </a:lnTo>
                  <a:lnTo>
                    <a:pt x="2933" y="198349"/>
                  </a:lnTo>
                  <a:lnTo>
                    <a:pt x="4002" y="203529"/>
                  </a:lnTo>
                  <a:lnTo>
                    <a:pt x="5234" y="208673"/>
                  </a:lnTo>
                  <a:lnTo>
                    <a:pt x="6628" y="213775"/>
                  </a:lnTo>
                  <a:lnTo>
                    <a:pt x="8183" y="218831"/>
                  </a:lnTo>
                  <a:lnTo>
                    <a:pt x="9897" y="223834"/>
                  </a:lnTo>
                  <a:lnTo>
                    <a:pt x="11768" y="228782"/>
                  </a:lnTo>
                  <a:lnTo>
                    <a:pt x="13795" y="233667"/>
                  </a:lnTo>
                  <a:lnTo>
                    <a:pt x="15976" y="238486"/>
                  </a:lnTo>
                  <a:lnTo>
                    <a:pt x="18308" y="243233"/>
                  </a:lnTo>
                  <a:lnTo>
                    <a:pt x="20789" y="247904"/>
                  </a:lnTo>
                  <a:lnTo>
                    <a:pt x="23416" y="252495"/>
                  </a:lnTo>
                  <a:lnTo>
                    <a:pt x="26188" y="257000"/>
                  </a:lnTo>
                  <a:lnTo>
                    <a:pt x="29100" y="261415"/>
                  </a:lnTo>
                  <a:lnTo>
                    <a:pt x="32151" y="265736"/>
                  </a:lnTo>
                  <a:lnTo>
                    <a:pt x="35337" y="269958"/>
                  </a:lnTo>
                  <a:lnTo>
                    <a:pt x="38655" y="274077"/>
                  </a:lnTo>
                  <a:lnTo>
                    <a:pt x="42102" y="278089"/>
                  </a:lnTo>
                  <a:lnTo>
                    <a:pt x="45673" y="281990"/>
                  </a:lnTo>
                  <a:lnTo>
                    <a:pt x="49367" y="285776"/>
                  </a:lnTo>
                  <a:lnTo>
                    <a:pt x="53178" y="289444"/>
                  </a:lnTo>
                  <a:lnTo>
                    <a:pt x="57104" y="292989"/>
                  </a:lnTo>
                  <a:lnTo>
                    <a:pt x="61139" y="296408"/>
                  </a:lnTo>
                  <a:lnTo>
                    <a:pt x="65281" y="299697"/>
                  </a:lnTo>
                  <a:lnTo>
                    <a:pt x="69525" y="302854"/>
                  </a:lnTo>
                  <a:lnTo>
                    <a:pt x="73866" y="305875"/>
                  </a:lnTo>
                  <a:lnTo>
                    <a:pt x="78301" y="308758"/>
                  </a:lnTo>
                  <a:lnTo>
                    <a:pt x="82825" y="311498"/>
                  </a:lnTo>
                  <a:lnTo>
                    <a:pt x="87433" y="314094"/>
                  </a:lnTo>
                  <a:lnTo>
                    <a:pt x="92122" y="316543"/>
                  </a:lnTo>
                  <a:lnTo>
                    <a:pt x="96885" y="318842"/>
                  </a:lnTo>
                  <a:lnTo>
                    <a:pt x="101719" y="320990"/>
                  </a:lnTo>
                  <a:lnTo>
                    <a:pt x="106618" y="322983"/>
                  </a:lnTo>
                  <a:lnTo>
                    <a:pt x="111578" y="324821"/>
                  </a:lnTo>
                  <a:lnTo>
                    <a:pt x="116593" y="326501"/>
                  </a:lnTo>
                  <a:lnTo>
                    <a:pt x="121659" y="328021"/>
                  </a:lnTo>
                  <a:lnTo>
                    <a:pt x="126771" y="329380"/>
                  </a:lnTo>
                  <a:lnTo>
                    <a:pt x="131923" y="330577"/>
                  </a:lnTo>
                  <a:lnTo>
                    <a:pt x="137110" y="331610"/>
                  </a:lnTo>
                  <a:lnTo>
                    <a:pt x="142327" y="332479"/>
                  </a:lnTo>
                  <a:lnTo>
                    <a:pt x="147570" y="333182"/>
                  </a:lnTo>
                  <a:lnTo>
                    <a:pt x="152832" y="333719"/>
                  </a:lnTo>
                  <a:lnTo>
                    <a:pt x="158108" y="334089"/>
                  </a:lnTo>
                  <a:lnTo>
                    <a:pt x="163393" y="334292"/>
                  </a:lnTo>
                  <a:lnTo>
                    <a:pt x="168682" y="334328"/>
                  </a:lnTo>
                  <a:lnTo>
                    <a:pt x="173970" y="334196"/>
                  </a:lnTo>
                  <a:lnTo>
                    <a:pt x="179251" y="333897"/>
                  </a:lnTo>
                  <a:lnTo>
                    <a:pt x="184519" y="333431"/>
                  </a:lnTo>
                  <a:lnTo>
                    <a:pt x="189771" y="332799"/>
                  </a:lnTo>
                  <a:lnTo>
                    <a:pt x="194999" y="332001"/>
                  </a:lnTo>
                  <a:lnTo>
                    <a:pt x="200200" y="331038"/>
                  </a:lnTo>
                  <a:lnTo>
                    <a:pt x="205368" y="329911"/>
                  </a:lnTo>
                  <a:lnTo>
                    <a:pt x="210498" y="328621"/>
                  </a:lnTo>
                  <a:lnTo>
                    <a:pt x="215584" y="327169"/>
                  </a:lnTo>
                  <a:lnTo>
                    <a:pt x="220621" y="325557"/>
                  </a:lnTo>
                  <a:lnTo>
                    <a:pt x="225605" y="323787"/>
                  </a:lnTo>
                  <a:lnTo>
                    <a:pt x="230531" y="321860"/>
                  </a:lnTo>
                  <a:lnTo>
                    <a:pt x="235393" y="319778"/>
                  </a:lnTo>
                  <a:lnTo>
                    <a:pt x="240187" y="317543"/>
                  </a:lnTo>
                  <a:lnTo>
                    <a:pt x="244908" y="315158"/>
                  </a:lnTo>
                  <a:lnTo>
                    <a:pt x="249551" y="312624"/>
                  </a:lnTo>
                  <a:lnTo>
                    <a:pt x="254111" y="309945"/>
                  </a:lnTo>
                  <a:lnTo>
                    <a:pt x="258585" y="307123"/>
                  </a:lnTo>
                  <a:lnTo>
                    <a:pt x="262967" y="304161"/>
                  </a:lnTo>
                  <a:lnTo>
                    <a:pt x="267253" y="301061"/>
                  </a:lnTo>
                  <a:lnTo>
                    <a:pt x="271439" y="297828"/>
                  </a:lnTo>
                  <a:lnTo>
                    <a:pt x="275520" y="294464"/>
                  </a:lnTo>
                  <a:lnTo>
                    <a:pt x="279493" y="290972"/>
                  </a:lnTo>
                  <a:lnTo>
                    <a:pt x="283354" y="287356"/>
                  </a:lnTo>
                  <a:lnTo>
                    <a:pt x="287098" y="283620"/>
                  </a:lnTo>
                  <a:lnTo>
                    <a:pt x="290722" y="279768"/>
                  </a:lnTo>
                  <a:lnTo>
                    <a:pt x="294222" y="275803"/>
                  </a:lnTo>
                  <a:lnTo>
                    <a:pt x="297596" y="271729"/>
                  </a:lnTo>
                  <a:lnTo>
                    <a:pt x="300838" y="267550"/>
                  </a:lnTo>
                  <a:lnTo>
                    <a:pt x="303947" y="263271"/>
                  </a:lnTo>
                  <a:lnTo>
                    <a:pt x="306919" y="258896"/>
                  </a:lnTo>
                  <a:lnTo>
                    <a:pt x="309751" y="254428"/>
                  </a:lnTo>
                  <a:lnTo>
                    <a:pt x="312440" y="249874"/>
                  </a:lnTo>
                  <a:lnTo>
                    <a:pt x="314984" y="245237"/>
                  </a:lnTo>
                  <a:lnTo>
                    <a:pt x="317380" y="240521"/>
                  </a:lnTo>
                  <a:lnTo>
                    <a:pt x="319626" y="235732"/>
                  </a:lnTo>
                  <a:lnTo>
                    <a:pt x="321718" y="230875"/>
                  </a:lnTo>
                  <a:lnTo>
                    <a:pt x="323657" y="225953"/>
                  </a:lnTo>
                  <a:lnTo>
                    <a:pt x="325438" y="220973"/>
                  </a:lnTo>
                  <a:lnTo>
                    <a:pt x="327061" y="215939"/>
                  </a:lnTo>
                  <a:lnTo>
                    <a:pt x="328524" y="210856"/>
                  </a:lnTo>
                  <a:lnTo>
                    <a:pt x="329825" y="205729"/>
                  </a:lnTo>
                  <a:lnTo>
                    <a:pt x="330964" y="200564"/>
                  </a:lnTo>
                  <a:lnTo>
                    <a:pt x="331938" y="195366"/>
                  </a:lnTo>
                  <a:lnTo>
                    <a:pt x="332748" y="190139"/>
                  </a:lnTo>
                  <a:lnTo>
                    <a:pt x="333392" y="184889"/>
                  </a:lnTo>
                  <a:lnTo>
                    <a:pt x="333869" y="179621"/>
                  </a:lnTo>
                  <a:lnTo>
                    <a:pt x="334180" y="174341"/>
                  </a:lnTo>
                  <a:lnTo>
                    <a:pt x="334323" y="169054"/>
                  </a:lnTo>
                  <a:lnTo>
                    <a:pt x="334299" y="163765"/>
                  </a:lnTo>
                  <a:lnTo>
                    <a:pt x="334108" y="158479"/>
                  </a:lnTo>
                  <a:lnTo>
                    <a:pt x="333750" y="153202"/>
                  </a:lnTo>
                  <a:lnTo>
                    <a:pt x="333224" y="147939"/>
                  </a:lnTo>
                  <a:lnTo>
                    <a:pt x="332533" y="142695"/>
                  </a:lnTo>
                  <a:lnTo>
                    <a:pt x="331676" y="137475"/>
                  </a:lnTo>
                  <a:lnTo>
                    <a:pt x="330654" y="132286"/>
                  </a:lnTo>
                  <a:lnTo>
                    <a:pt x="329469" y="127131"/>
                  </a:lnTo>
                  <a:lnTo>
                    <a:pt x="328121" y="122016"/>
                  </a:lnTo>
                  <a:lnTo>
                    <a:pt x="326612" y="116947"/>
                  </a:lnTo>
                  <a:lnTo>
                    <a:pt x="324944" y="111928"/>
                  </a:lnTo>
                  <a:lnTo>
                    <a:pt x="323117" y="106964"/>
                  </a:lnTo>
                  <a:lnTo>
                    <a:pt x="321134" y="102060"/>
                  </a:lnTo>
                  <a:lnTo>
                    <a:pt x="318998" y="97222"/>
                  </a:lnTo>
                  <a:lnTo>
                    <a:pt x="316709" y="92454"/>
                  </a:lnTo>
                  <a:lnTo>
                    <a:pt x="314270" y="87760"/>
                  </a:lnTo>
                  <a:lnTo>
                    <a:pt x="311684" y="83146"/>
                  </a:lnTo>
                  <a:lnTo>
                    <a:pt x="308954" y="78616"/>
                  </a:lnTo>
                  <a:lnTo>
                    <a:pt x="306082" y="74175"/>
                  </a:lnTo>
                  <a:lnTo>
                    <a:pt x="303070" y="69826"/>
                  </a:lnTo>
                  <a:lnTo>
                    <a:pt x="299923" y="65576"/>
                  </a:lnTo>
                  <a:lnTo>
                    <a:pt x="296642" y="61427"/>
                  </a:lnTo>
                  <a:lnTo>
                    <a:pt x="293232" y="57383"/>
                  </a:lnTo>
                  <a:lnTo>
                    <a:pt x="289696" y="53450"/>
                  </a:lnTo>
                  <a:lnTo>
                    <a:pt x="286037" y="49631"/>
                  </a:lnTo>
                  <a:lnTo>
                    <a:pt x="282259" y="45929"/>
                  </a:lnTo>
                  <a:lnTo>
                    <a:pt x="278366" y="42348"/>
                  </a:lnTo>
                  <a:lnTo>
                    <a:pt x="274361" y="38893"/>
                  </a:lnTo>
                  <a:lnTo>
                    <a:pt x="270250" y="35566"/>
                  </a:lnTo>
                  <a:lnTo>
                    <a:pt x="266035" y="32371"/>
                  </a:lnTo>
                  <a:lnTo>
                    <a:pt x="261721" y="29310"/>
                  </a:lnTo>
                  <a:lnTo>
                    <a:pt x="257312" y="26388"/>
                  </a:lnTo>
                  <a:lnTo>
                    <a:pt x="252813" y="23607"/>
                  </a:lnTo>
                  <a:lnTo>
                    <a:pt x="248229" y="20969"/>
                  </a:lnTo>
                  <a:lnTo>
                    <a:pt x="243563" y="18477"/>
                  </a:lnTo>
                  <a:lnTo>
                    <a:pt x="238821" y="16135"/>
                  </a:lnTo>
                  <a:lnTo>
                    <a:pt x="234007" y="13944"/>
                  </a:lnTo>
                  <a:lnTo>
                    <a:pt x="229126" y="11906"/>
                  </a:lnTo>
                  <a:lnTo>
                    <a:pt x="224183" y="10023"/>
                  </a:lnTo>
                  <a:lnTo>
                    <a:pt x="219183" y="8298"/>
                  </a:lnTo>
                  <a:lnTo>
                    <a:pt x="214131" y="6732"/>
                  </a:lnTo>
                  <a:lnTo>
                    <a:pt x="209032" y="5327"/>
                  </a:lnTo>
                  <a:lnTo>
                    <a:pt x="203891" y="4083"/>
                  </a:lnTo>
                  <a:lnTo>
                    <a:pt x="198713" y="3003"/>
                  </a:lnTo>
                  <a:lnTo>
                    <a:pt x="193504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256076" y="4659281"/>
              <a:ext cx="168996" cy="334324"/>
            </a:xfrm>
            <a:custGeom>
              <a:avLst/>
              <a:pathLst>
                <a:path w="168996" h="334324">
                  <a:moveTo>
                    <a:pt x="167158" y="0"/>
                  </a:moveTo>
                  <a:lnTo>
                    <a:pt x="161835" y="84"/>
                  </a:lnTo>
                  <a:lnTo>
                    <a:pt x="156518" y="338"/>
                  </a:lnTo>
                  <a:lnTo>
                    <a:pt x="151212" y="762"/>
                  </a:lnTo>
                  <a:lnTo>
                    <a:pt x="145922" y="1354"/>
                  </a:lnTo>
                  <a:lnTo>
                    <a:pt x="140653" y="2114"/>
                  </a:lnTo>
                  <a:lnTo>
                    <a:pt x="135412" y="3042"/>
                  </a:lnTo>
                  <a:lnTo>
                    <a:pt x="130202" y="4136"/>
                  </a:lnTo>
                  <a:lnTo>
                    <a:pt x="125030" y="5395"/>
                  </a:lnTo>
                  <a:lnTo>
                    <a:pt x="119901" y="6818"/>
                  </a:lnTo>
                  <a:lnTo>
                    <a:pt x="114820" y="8404"/>
                  </a:lnTo>
                  <a:lnTo>
                    <a:pt x="109791" y="10151"/>
                  </a:lnTo>
                  <a:lnTo>
                    <a:pt x="104821" y="12057"/>
                  </a:lnTo>
                  <a:lnTo>
                    <a:pt x="99914" y="14120"/>
                  </a:lnTo>
                  <a:lnTo>
                    <a:pt x="95075" y="16339"/>
                  </a:lnTo>
                  <a:lnTo>
                    <a:pt x="90310" y="18710"/>
                  </a:lnTo>
                  <a:lnTo>
                    <a:pt x="85622" y="21232"/>
                  </a:lnTo>
                  <a:lnTo>
                    <a:pt x="81017" y="23902"/>
                  </a:lnTo>
                  <a:lnTo>
                    <a:pt x="76499" y="26718"/>
                  </a:lnTo>
                  <a:lnTo>
                    <a:pt x="72074" y="29675"/>
                  </a:lnTo>
                  <a:lnTo>
                    <a:pt x="67744" y="32773"/>
                  </a:lnTo>
                  <a:lnTo>
                    <a:pt x="63516" y="36006"/>
                  </a:lnTo>
                  <a:lnTo>
                    <a:pt x="59392" y="39372"/>
                  </a:lnTo>
                  <a:lnTo>
                    <a:pt x="55378" y="42868"/>
                  </a:lnTo>
                  <a:lnTo>
                    <a:pt x="51477" y="46490"/>
                  </a:lnTo>
                  <a:lnTo>
                    <a:pt x="47693" y="50234"/>
                  </a:lnTo>
                  <a:lnTo>
                    <a:pt x="44031" y="54097"/>
                  </a:lnTo>
                  <a:lnTo>
                    <a:pt x="40493" y="58075"/>
                  </a:lnTo>
                  <a:lnTo>
                    <a:pt x="37084" y="62163"/>
                  </a:lnTo>
                  <a:lnTo>
                    <a:pt x="33807" y="66358"/>
                  </a:lnTo>
                  <a:lnTo>
                    <a:pt x="30665" y="70655"/>
                  </a:lnTo>
                  <a:lnTo>
                    <a:pt x="27661" y="75049"/>
                  </a:lnTo>
                  <a:lnTo>
                    <a:pt x="24799" y="79537"/>
                  </a:lnTo>
                  <a:lnTo>
                    <a:pt x="22081" y="84114"/>
                  </a:lnTo>
                  <a:lnTo>
                    <a:pt x="19510" y="88776"/>
                  </a:lnTo>
                  <a:lnTo>
                    <a:pt x="17089" y="93516"/>
                  </a:lnTo>
                  <a:lnTo>
                    <a:pt x="14821" y="98332"/>
                  </a:lnTo>
                  <a:lnTo>
                    <a:pt x="12706" y="103217"/>
                  </a:lnTo>
                  <a:lnTo>
                    <a:pt x="10748" y="108167"/>
                  </a:lnTo>
                  <a:lnTo>
                    <a:pt x="8949" y="113177"/>
                  </a:lnTo>
                  <a:lnTo>
                    <a:pt x="7310" y="118241"/>
                  </a:lnTo>
                  <a:lnTo>
                    <a:pt x="5834" y="123355"/>
                  </a:lnTo>
                  <a:lnTo>
                    <a:pt x="4520" y="128514"/>
                  </a:lnTo>
                  <a:lnTo>
                    <a:pt x="3372" y="133712"/>
                  </a:lnTo>
                  <a:lnTo>
                    <a:pt x="2390" y="138944"/>
                  </a:lnTo>
                  <a:lnTo>
                    <a:pt x="1575" y="144204"/>
                  </a:lnTo>
                  <a:lnTo>
                    <a:pt x="928" y="149488"/>
                  </a:lnTo>
                  <a:lnTo>
                    <a:pt x="449" y="154789"/>
                  </a:lnTo>
                  <a:lnTo>
                    <a:pt x="140" y="160103"/>
                  </a:lnTo>
                  <a:lnTo>
                    <a:pt x="0" y="165425"/>
                  </a:lnTo>
                  <a:lnTo>
                    <a:pt x="29" y="170748"/>
                  </a:lnTo>
                  <a:lnTo>
                    <a:pt x="228" y="176067"/>
                  </a:lnTo>
                  <a:lnTo>
                    <a:pt x="596" y="181377"/>
                  </a:lnTo>
                  <a:lnTo>
                    <a:pt x="1132" y="186673"/>
                  </a:lnTo>
                  <a:lnTo>
                    <a:pt x="1838" y="191949"/>
                  </a:lnTo>
                  <a:lnTo>
                    <a:pt x="2710" y="197201"/>
                  </a:lnTo>
                  <a:lnTo>
                    <a:pt x="3750" y="202421"/>
                  </a:lnTo>
                  <a:lnTo>
                    <a:pt x="4955" y="207606"/>
                  </a:lnTo>
                  <a:lnTo>
                    <a:pt x="6325" y="212750"/>
                  </a:lnTo>
                  <a:lnTo>
                    <a:pt x="7858" y="217847"/>
                  </a:lnTo>
                  <a:lnTo>
                    <a:pt x="9552" y="222894"/>
                  </a:lnTo>
                  <a:lnTo>
                    <a:pt x="11407" y="227883"/>
                  </a:lnTo>
                  <a:lnTo>
                    <a:pt x="13419" y="232812"/>
                  </a:lnTo>
                  <a:lnTo>
                    <a:pt x="15587" y="237673"/>
                  </a:lnTo>
                  <a:lnTo>
                    <a:pt x="17908" y="242463"/>
                  </a:lnTo>
                  <a:lnTo>
                    <a:pt x="20381" y="247177"/>
                  </a:lnTo>
                  <a:lnTo>
                    <a:pt x="23003" y="251810"/>
                  </a:lnTo>
                  <a:lnTo>
                    <a:pt x="25771" y="256357"/>
                  </a:lnTo>
                  <a:lnTo>
                    <a:pt x="28683" y="260813"/>
                  </a:lnTo>
                  <a:lnTo>
                    <a:pt x="31735" y="265174"/>
                  </a:lnTo>
                  <a:lnTo>
                    <a:pt x="34924" y="269436"/>
                  </a:lnTo>
                  <a:lnTo>
                    <a:pt x="38247" y="273595"/>
                  </a:lnTo>
                  <a:lnTo>
                    <a:pt x="41701" y="277645"/>
                  </a:lnTo>
                  <a:lnTo>
                    <a:pt x="45282" y="281584"/>
                  </a:lnTo>
                  <a:lnTo>
                    <a:pt x="48987" y="285406"/>
                  </a:lnTo>
                  <a:lnTo>
                    <a:pt x="52811" y="289109"/>
                  </a:lnTo>
                  <a:lnTo>
                    <a:pt x="56752" y="292687"/>
                  </a:lnTo>
                  <a:lnTo>
                    <a:pt x="60804" y="296139"/>
                  </a:lnTo>
                  <a:lnTo>
                    <a:pt x="64964" y="299460"/>
                  </a:lnTo>
                  <a:lnTo>
                    <a:pt x="69228" y="302647"/>
                  </a:lnTo>
                  <a:lnTo>
                    <a:pt x="73591" y="305696"/>
                  </a:lnTo>
                  <a:lnTo>
                    <a:pt x="78049" y="308605"/>
                  </a:lnTo>
                  <a:lnTo>
                    <a:pt x="82598" y="311370"/>
                  </a:lnTo>
                  <a:lnTo>
                    <a:pt x="87232" y="313989"/>
                  </a:lnTo>
                  <a:lnTo>
                    <a:pt x="91947" y="316460"/>
                  </a:lnTo>
                  <a:lnTo>
                    <a:pt x="96739" y="318779"/>
                  </a:lnTo>
                  <a:lnTo>
                    <a:pt x="101601" y="320944"/>
                  </a:lnTo>
                  <a:lnTo>
                    <a:pt x="106531" y="322953"/>
                  </a:lnTo>
                  <a:lnTo>
                    <a:pt x="111522" y="324804"/>
                  </a:lnTo>
                  <a:lnTo>
                    <a:pt x="116569" y="326496"/>
                  </a:lnTo>
                  <a:lnTo>
                    <a:pt x="121667" y="328026"/>
                  </a:lnTo>
                  <a:lnTo>
                    <a:pt x="126812" y="329393"/>
                  </a:lnTo>
                  <a:lnTo>
                    <a:pt x="131997" y="330595"/>
                  </a:lnTo>
                  <a:lnTo>
                    <a:pt x="137219" y="331632"/>
                  </a:lnTo>
                  <a:lnTo>
                    <a:pt x="142470" y="332501"/>
                  </a:lnTo>
                  <a:lnTo>
                    <a:pt x="147747" y="333204"/>
                  </a:lnTo>
                  <a:lnTo>
                    <a:pt x="153043" y="333737"/>
                  </a:lnTo>
                  <a:lnTo>
                    <a:pt x="158354" y="334102"/>
                  </a:lnTo>
                  <a:lnTo>
                    <a:pt x="163673" y="334298"/>
                  </a:lnTo>
                  <a:lnTo>
                    <a:pt x="168996" y="334324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826449"/>
              <a:ext cx="1838" cy="167157"/>
            </a:xfrm>
            <a:custGeom>
              <a:avLst/>
              <a:pathLst>
                <a:path w="1838" h="167157">
                  <a:moveTo>
                    <a:pt x="1838" y="1671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826449"/>
              <a:ext cx="1838" cy="167157"/>
            </a:xfrm>
            <a:custGeom>
              <a:avLst/>
              <a:pathLst>
                <a:path w="1838" h="167157">
                  <a:moveTo>
                    <a:pt x="1838" y="1671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826449"/>
              <a:ext cx="126044" cy="167157"/>
            </a:xfrm>
            <a:custGeom>
              <a:avLst/>
              <a:pathLst>
                <a:path w="126044" h="167157">
                  <a:moveTo>
                    <a:pt x="1838" y="167157"/>
                  </a:moveTo>
                  <a:lnTo>
                    <a:pt x="7473" y="167000"/>
                  </a:lnTo>
                  <a:lnTo>
                    <a:pt x="13100" y="166653"/>
                  </a:lnTo>
                  <a:lnTo>
                    <a:pt x="18712" y="166116"/>
                  </a:lnTo>
                  <a:lnTo>
                    <a:pt x="24303" y="165391"/>
                  </a:lnTo>
                  <a:lnTo>
                    <a:pt x="29866" y="164477"/>
                  </a:lnTo>
                  <a:lnTo>
                    <a:pt x="35395" y="163377"/>
                  </a:lnTo>
                  <a:lnTo>
                    <a:pt x="40883" y="162090"/>
                  </a:lnTo>
                  <a:lnTo>
                    <a:pt x="46326" y="160620"/>
                  </a:lnTo>
                  <a:lnTo>
                    <a:pt x="51715" y="158966"/>
                  </a:lnTo>
                  <a:lnTo>
                    <a:pt x="57046" y="157132"/>
                  </a:lnTo>
                  <a:lnTo>
                    <a:pt x="62312" y="155119"/>
                  </a:lnTo>
                  <a:lnTo>
                    <a:pt x="67507" y="152930"/>
                  </a:lnTo>
                  <a:lnTo>
                    <a:pt x="72625" y="150567"/>
                  </a:lnTo>
                  <a:lnTo>
                    <a:pt x="77661" y="148032"/>
                  </a:lnTo>
                  <a:lnTo>
                    <a:pt x="82608" y="145329"/>
                  </a:lnTo>
                  <a:lnTo>
                    <a:pt x="87462" y="142461"/>
                  </a:lnTo>
                  <a:lnTo>
                    <a:pt x="92216" y="139431"/>
                  </a:lnTo>
                  <a:lnTo>
                    <a:pt x="96865" y="136242"/>
                  </a:lnTo>
                  <a:lnTo>
                    <a:pt x="101404" y="132899"/>
                  </a:lnTo>
                  <a:lnTo>
                    <a:pt x="105827" y="129404"/>
                  </a:lnTo>
                  <a:lnTo>
                    <a:pt x="110130" y="125762"/>
                  </a:lnTo>
                  <a:lnTo>
                    <a:pt x="114308" y="121977"/>
                  </a:lnTo>
                  <a:lnTo>
                    <a:pt x="118356" y="118053"/>
                  </a:lnTo>
                  <a:lnTo>
                    <a:pt x="122270" y="113995"/>
                  </a:lnTo>
                  <a:lnTo>
                    <a:pt x="126044" y="109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167162" cy="276975"/>
            </a:xfrm>
            <a:custGeom>
              <a:avLst/>
              <a:pathLst>
                <a:path w="167162" h="276975">
                  <a:moveTo>
                    <a:pt x="126044" y="276975"/>
                  </a:moveTo>
                  <a:lnTo>
                    <a:pt x="129516" y="272858"/>
                  </a:lnTo>
                  <a:lnTo>
                    <a:pt x="132853" y="268631"/>
                  </a:lnTo>
                  <a:lnTo>
                    <a:pt x="136052" y="264299"/>
                  </a:lnTo>
                  <a:lnTo>
                    <a:pt x="139111" y="259866"/>
                  </a:lnTo>
                  <a:lnTo>
                    <a:pt x="142024" y="255336"/>
                  </a:lnTo>
                  <a:lnTo>
                    <a:pt x="144791" y="250716"/>
                  </a:lnTo>
                  <a:lnTo>
                    <a:pt x="147407" y="246008"/>
                  </a:lnTo>
                  <a:lnTo>
                    <a:pt x="149870" y="241219"/>
                  </a:lnTo>
                  <a:lnTo>
                    <a:pt x="152178" y="236353"/>
                  </a:lnTo>
                  <a:lnTo>
                    <a:pt x="154327" y="231415"/>
                  </a:lnTo>
                  <a:lnTo>
                    <a:pt x="156317" y="226411"/>
                  </a:lnTo>
                  <a:lnTo>
                    <a:pt x="158144" y="221344"/>
                  </a:lnTo>
                  <a:lnTo>
                    <a:pt x="159807" y="216222"/>
                  </a:lnTo>
                  <a:lnTo>
                    <a:pt x="161305" y="211049"/>
                  </a:lnTo>
                  <a:lnTo>
                    <a:pt x="162634" y="205830"/>
                  </a:lnTo>
                  <a:lnTo>
                    <a:pt x="163795" y="200571"/>
                  </a:lnTo>
                  <a:lnTo>
                    <a:pt x="164786" y="195278"/>
                  </a:lnTo>
                  <a:lnTo>
                    <a:pt x="165606" y="189955"/>
                  </a:lnTo>
                  <a:lnTo>
                    <a:pt x="166255" y="184609"/>
                  </a:lnTo>
                  <a:lnTo>
                    <a:pt x="166730" y="179244"/>
                  </a:lnTo>
                  <a:lnTo>
                    <a:pt x="167033" y="173867"/>
                  </a:lnTo>
                  <a:lnTo>
                    <a:pt x="167162" y="168483"/>
                  </a:lnTo>
                  <a:lnTo>
                    <a:pt x="167117" y="163098"/>
                  </a:lnTo>
                  <a:lnTo>
                    <a:pt x="166900" y="157717"/>
                  </a:lnTo>
                  <a:lnTo>
                    <a:pt x="166509" y="152345"/>
                  </a:lnTo>
                  <a:lnTo>
                    <a:pt x="165945" y="146989"/>
                  </a:lnTo>
                  <a:lnTo>
                    <a:pt x="165209" y="141654"/>
                  </a:lnTo>
                  <a:lnTo>
                    <a:pt x="164301" y="136346"/>
                  </a:lnTo>
                  <a:lnTo>
                    <a:pt x="163223" y="131069"/>
                  </a:lnTo>
                  <a:lnTo>
                    <a:pt x="161976" y="125830"/>
                  </a:lnTo>
                  <a:lnTo>
                    <a:pt x="160560" y="120634"/>
                  </a:lnTo>
                  <a:lnTo>
                    <a:pt x="158978" y="115486"/>
                  </a:lnTo>
                  <a:lnTo>
                    <a:pt x="157230" y="110392"/>
                  </a:lnTo>
                  <a:lnTo>
                    <a:pt x="155320" y="105357"/>
                  </a:lnTo>
                  <a:lnTo>
                    <a:pt x="153248" y="100386"/>
                  </a:lnTo>
                  <a:lnTo>
                    <a:pt x="151018" y="95484"/>
                  </a:lnTo>
                  <a:lnTo>
                    <a:pt x="148630" y="90656"/>
                  </a:lnTo>
                  <a:lnTo>
                    <a:pt x="146089" y="85908"/>
                  </a:lnTo>
                  <a:lnTo>
                    <a:pt x="143395" y="81245"/>
                  </a:lnTo>
                  <a:lnTo>
                    <a:pt x="140553" y="76670"/>
                  </a:lnTo>
                  <a:lnTo>
                    <a:pt x="137565" y="72190"/>
                  </a:lnTo>
                  <a:lnTo>
                    <a:pt x="134434" y="67808"/>
                  </a:lnTo>
                  <a:lnTo>
                    <a:pt x="131164" y="63529"/>
                  </a:lnTo>
                  <a:lnTo>
                    <a:pt x="127757" y="59358"/>
                  </a:lnTo>
                  <a:lnTo>
                    <a:pt x="124218" y="55298"/>
                  </a:lnTo>
                  <a:lnTo>
                    <a:pt x="120550" y="51355"/>
                  </a:lnTo>
                  <a:lnTo>
                    <a:pt x="116757" y="47532"/>
                  </a:lnTo>
                  <a:lnTo>
                    <a:pt x="112843" y="43833"/>
                  </a:lnTo>
                  <a:lnTo>
                    <a:pt x="108811" y="40262"/>
                  </a:lnTo>
                  <a:lnTo>
                    <a:pt x="104667" y="36823"/>
                  </a:lnTo>
                  <a:lnTo>
                    <a:pt x="100414" y="33519"/>
                  </a:lnTo>
                  <a:lnTo>
                    <a:pt x="96057" y="30353"/>
                  </a:lnTo>
                  <a:lnTo>
                    <a:pt x="91600" y="27330"/>
                  </a:lnTo>
                  <a:lnTo>
                    <a:pt x="87048" y="24452"/>
                  </a:lnTo>
                  <a:lnTo>
                    <a:pt x="82406" y="21722"/>
                  </a:lnTo>
                  <a:lnTo>
                    <a:pt x="77678" y="19143"/>
                  </a:lnTo>
                  <a:lnTo>
                    <a:pt x="72869" y="16718"/>
                  </a:lnTo>
                  <a:lnTo>
                    <a:pt x="67985" y="14449"/>
                  </a:lnTo>
                  <a:lnTo>
                    <a:pt x="63031" y="12338"/>
                  </a:lnTo>
                  <a:lnTo>
                    <a:pt x="58011" y="10388"/>
                  </a:lnTo>
                  <a:lnTo>
                    <a:pt x="52930" y="8601"/>
                  </a:lnTo>
                  <a:lnTo>
                    <a:pt x="47795" y="6978"/>
                  </a:lnTo>
                  <a:lnTo>
                    <a:pt x="42610" y="5521"/>
                  </a:lnTo>
                  <a:lnTo>
                    <a:pt x="37381" y="4233"/>
                  </a:lnTo>
                  <a:lnTo>
                    <a:pt x="32113" y="3113"/>
                  </a:lnTo>
                  <a:lnTo>
                    <a:pt x="26812" y="2164"/>
                  </a:lnTo>
                  <a:lnTo>
                    <a:pt x="21483" y="1386"/>
                  </a:lnTo>
                  <a:lnTo>
                    <a:pt x="16132" y="780"/>
                  </a:lnTo>
                  <a:lnTo>
                    <a:pt x="10764" y="346"/>
                  </a:lnTo>
                  <a:lnTo>
                    <a:pt x="538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561325" y="4213821"/>
              <a:ext cx="278562" cy="334334"/>
            </a:xfrm>
            <a:custGeom>
              <a:avLst/>
              <a:pathLst>
                <a:path w="278562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8" y="756"/>
                  </a:lnTo>
                  <a:lnTo>
                    <a:pt x="145986" y="1344"/>
                  </a:lnTo>
                  <a:lnTo>
                    <a:pt x="140736" y="2099"/>
                  </a:lnTo>
                  <a:lnTo>
                    <a:pt x="135513" y="3020"/>
                  </a:lnTo>
                  <a:lnTo>
                    <a:pt x="130321" y="4106"/>
                  </a:lnTo>
                  <a:lnTo>
                    <a:pt x="125166" y="5356"/>
                  </a:lnTo>
                  <a:lnTo>
                    <a:pt x="120054" y="6770"/>
                  </a:lnTo>
                  <a:lnTo>
                    <a:pt x="114989" y="8344"/>
                  </a:lnTo>
                  <a:lnTo>
                    <a:pt x="109977" y="10079"/>
                  </a:lnTo>
                  <a:lnTo>
                    <a:pt x="105022" y="11972"/>
                  </a:lnTo>
                  <a:lnTo>
                    <a:pt x="100130" y="14021"/>
                  </a:lnTo>
                  <a:lnTo>
                    <a:pt x="95305" y="16224"/>
                  </a:lnTo>
                  <a:lnTo>
                    <a:pt x="90553" y="18579"/>
                  </a:lnTo>
                  <a:lnTo>
                    <a:pt x="85877" y="21084"/>
                  </a:lnTo>
                  <a:lnTo>
                    <a:pt x="81284" y="23736"/>
                  </a:lnTo>
                  <a:lnTo>
                    <a:pt x="76776" y="26532"/>
                  </a:lnTo>
                  <a:lnTo>
                    <a:pt x="72360" y="29470"/>
                  </a:lnTo>
                  <a:lnTo>
                    <a:pt x="68040" y="32546"/>
                  </a:lnTo>
                  <a:lnTo>
                    <a:pt x="63819" y="35758"/>
                  </a:lnTo>
                  <a:lnTo>
                    <a:pt x="59702" y="39102"/>
                  </a:lnTo>
                  <a:lnTo>
                    <a:pt x="55693" y="42575"/>
                  </a:lnTo>
                  <a:lnTo>
                    <a:pt x="51796" y="46174"/>
                  </a:lnTo>
                  <a:lnTo>
                    <a:pt x="48016" y="49894"/>
                  </a:lnTo>
                  <a:lnTo>
                    <a:pt x="44355" y="53733"/>
                  </a:lnTo>
                  <a:lnTo>
                    <a:pt x="40819" y="57685"/>
                  </a:lnTo>
                  <a:lnTo>
                    <a:pt x="37409" y="61748"/>
                  </a:lnTo>
                  <a:lnTo>
                    <a:pt x="34130" y="65917"/>
                  </a:lnTo>
                  <a:lnTo>
                    <a:pt x="30985" y="70188"/>
                  </a:lnTo>
                  <a:lnTo>
                    <a:pt x="27976" y="74556"/>
                  </a:lnTo>
                  <a:lnTo>
                    <a:pt x="25108" y="79018"/>
                  </a:lnTo>
                  <a:lnTo>
                    <a:pt x="22383" y="83569"/>
                  </a:lnTo>
                  <a:lnTo>
                    <a:pt x="19804" y="88203"/>
                  </a:lnTo>
                  <a:lnTo>
                    <a:pt x="17373" y="92918"/>
                  </a:lnTo>
                  <a:lnTo>
                    <a:pt x="15093" y="97706"/>
                  </a:lnTo>
                  <a:lnTo>
                    <a:pt x="12966" y="102565"/>
                  </a:lnTo>
                  <a:lnTo>
                    <a:pt x="10994" y="107489"/>
                  </a:lnTo>
                  <a:lnTo>
                    <a:pt x="9179" y="112473"/>
                  </a:lnTo>
                  <a:lnTo>
                    <a:pt x="7524" y="117512"/>
                  </a:lnTo>
                  <a:lnTo>
                    <a:pt x="6029" y="122601"/>
                  </a:lnTo>
                  <a:lnTo>
                    <a:pt x="4696" y="127735"/>
                  </a:lnTo>
                  <a:lnTo>
                    <a:pt x="3527" y="132909"/>
                  </a:lnTo>
                  <a:lnTo>
                    <a:pt x="2522" y="138117"/>
                  </a:lnTo>
                  <a:lnTo>
                    <a:pt x="1684" y="143354"/>
                  </a:lnTo>
                  <a:lnTo>
                    <a:pt x="1011" y="148615"/>
                  </a:lnTo>
                  <a:lnTo>
                    <a:pt x="507" y="153895"/>
                  </a:lnTo>
                  <a:lnTo>
                    <a:pt x="169" y="159188"/>
                  </a:lnTo>
                  <a:lnTo>
                    <a:pt x="0" y="164490"/>
                  </a:lnTo>
                  <a:lnTo>
                    <a:pt x="0" y="169794"/>
                  </a:lnTo>
                  <a:lnTo>
                    <a:pt x="167" y="175095"/>
                  </a:lnTo>
                  <a:lnTo>
                    <a:pt x="503" y="180389"/>
                  </a:lnTo>
                  <a:lnTo>
                    <a:pt x="1006" y="185669"/>
                  </a:lnTo>
                  <a:lnTo>
                    <a:pt x="1676" y="190930"/>
                  </a:lnTo>
                  <a:lnTo>
                    <a:pt x="2514" y="196168"/>
                  </a:lnTo>
                  <a:lnTo>
                    <a:pt x="3517" y="201376"/>
                  </a:lnTo>
                  <a:lnTo>
                    <a:pt x="4684" y="206550"/>
                  </a:lnTo>
                  <a:lnTo>
                    <a:pt x="6015" y="211684"/>
                  </a:lnTo>
                  <a:lnTo>
                    <a:pt x="7509" y="216774"/>
                  </a:lnTo>
                  <a:lnTo>
                    <a:pt x="9163" y="221813"/>
                  </a:lnTo>
                  <a:lnTo>
                    <a:pt x="10976" y="226798"/>
                  </a:lnTo>
                  <a:lnTo>
                    <a:pt x="12947" y="231722"/>
                  </a:lnTo>
                  <a:lnTo>
                    <a:pt x="15072" y="236582"/>
                  </a:lnTo>
                  <a:lnTo>
                    <a:pt x="17351" y="241371"/>
                  </a:lnTo>
                  <a:lnTo>
                    <a:pt x="19780" y="246086"/>
                  </a:lnTo>
                  <a:lnTo>
                    <a:pt x="22358" y="250722"/>
                  </a:lnTo>
                  <a:lnTo>
                    <a:pt x="25082" y="255273"/>
                  </a:lnTo>
                  <a:lnTo>
                    <a:pt x="27949" y="259736"/>
                  </a:lnTo>
                  <a:lnTo>
                    <a:pt x="30955" y="264105"/>
                  </a:lnTo>
                  <a:lnTo>
                    <a:pt x="34099" y="268377"/>
                  </a:lnTo>
                  <a:lnTo>
                    <a:pt x="37377" y="272547"/>
                  </a:lnTo>
                  <a:lnTo>
                    <a:pt x="40786" y="276611"/>
                  </a:lnTo>
                  <a:lnTo>
                    <a:pt x="44321" y="280564"/>
                  </a:lnTo>
                  <a:lnTo>
                    <a:pt x="47981" y="284404"/>
                  </a:lnTo>
                  <a:lnTo>
                    <a:pt x="51760" y="288125"/>
                  </a:lnTo>
                  <a:lnTo>
                    <a:pt x="55655" y="291725"/>
                  </a:lnTo>
                  <a:lnTo>
                    <a:pt x="59663" y="295200"/>
                  </a:lnTo>
                  <a:lnTo>
                    <a:pt x="63779" y="298545"/>
                  </a:lnTo>
                  <a:lnTo>
                    <a:pt x="67999" y="301758"/>
                  </a:lnTo>
                  <a:lnTo>
                    <a:pt x="72319" y="304836"/>
                  </a:lnTo>
                  <a:lnTo>
                    <a:pt x="76734" y="307775"/>
                  </a:lnTo>
                  <a:lnTo>
                    <a:pt x="81240" y="310572"/>
                  </a:lnTo>
                  <a:lnTo>
                    <a:pt x="85833" y="313226"/>
                  </a:lnTo>
                  <a:lnTo>
                    <a:pt x="90508" y="315732"/>
                  </a:lnTo>
                  <a:lnTo>
                    <a:pt x="95260" y="318088"/>
                  </a:lnTo>
                  <a:lnTo>
                    <a:pt x="100084" y="320293"/>
                  </a:lnTo>
                  <a:lnTo>
                    <a:pt x="104975" y="322343"/>
                  </a:lnTo>
                  <a:lnTo>
                    <a:pt x="109930" y="324238"/>
                  </a:lnTo>
                  <a:lnTo>
                    <a:pt x="114942" y="325974"/>
                  </a:lnTo>
                  <a:lnTo>
                    <a:pt x="120006" y="327550"/>
                  </a:lnTo>
                  <a:lnTo>
                    <a:pt x="125118" y="328965"/>
                  </a:lnTo>
                  <a:lnTo>
                    <a:pt x="130272" y="330217"/>
                  </a:lnTo>
                  <a:lnTo>
                    <a:pt x="135463" y="331305"/>
                  </a:lnTo>
                  <a:lnTo>
                    <a:pt x="140687" y="332227"/>
                  </a:lnTo>
                  <a:lnTo>
                    <a:pt x="145936" y="332983"/>
                  </a:lnTo>
                  <a:lnTo>
                    <a:pt x="151208" y="333573"/>
                  </a:lnTo>
                  <a:lnTo>
                    <a:pt x="156495" y="333995"/>
                  </a:lnTo>
                  <a:lnTo>
                    <a:pt x="161793" y="334249"/>
                  </a:lnTo>
                  <a:lnTo>
                    <a:pt x="167096" y="334334"/>
                  </a:lnTo>
                  <a:lnTo>
                    <a:pt x="172399" y="334252"/>
                  </a:lnTo>
                  <a:lnTo>
                    <a:pt x="177698" y="334001"/>
                  </a:lnTo>
                  <a:lnTo>
                    <a:pt x="182985" y="333582"/>
                  </a:lnTo>
                  <a:lnTo>
                    <a:pt x="188257" y="332996"/>
                  </a:lnTo>
                  <a:lnTo>
                    <a:pt x="193507" y="332243"/>
                  </a:lnTo>
                  <a:lnTo>
                    <a:pt x="198731" y="331324"/>
                  </a:lnTo>
                  <a:lnTo>
                    <a:pt x="203923" y="330239"/>
                  </a:lnTo>
                  <a:lnTo>
                    <a:pt x="209078" y="328990"/>
                  </a:lnTo>
                  <a:lnTo>
                    <a:pt x="214190" y="327578"/>
                  </a:lnTo>
                  <a:lnTo>
                    <a:pt x="219256" y="326005"/>
                  </a:lnTo>
                  <a:lnTo>
                    <a:pt x="224268" y="324272"/>
                  </a:lnTo>
                  <a:lnTo>
                    <a:pt x="229224" y="322381"/>
                  </a:lnTo>
                  <a:lnTo>
                    <a:pt x="234117" y="320333"/>
                  </a:lnTo>
                  <a:lnTo>
                    <a:pt x="238942" y="318131"/>
                  </a:lnTo>
                  <a:lnTo>
                    <a:pt x="243695" y="315778"/>
                  </a:lnTo>
                  <a:lnTo>
                    <a:pt x="248372" y="313274"/>
                  </a:lnTo>
                  <a:lnTo>
                    <a:pt x="252966" y="310624"/>
                  </a:lnTo>
                  <a:lnTo>
                    <a:pt x="257474" y="307829"/>
                  </a:lnTo>
                  <a:lnTo>
                    <a:pt x="261891" y="304893"/>
                  </a:lnTo>
                  <a:lnTo>
                    <a:pt x="266213" y="301818"/>
                  </a:lnTo>
                  <a:lnTo>
                    <a:pt x="270434" y="298607"/>
                  </a:lnTo>
                  <a:lnTo>
                    <a:pt x="274552" y="295264"/>
                  </a:lnTo>
                  <a:lnTo>
                    <a:pt x="278562" y="291792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380988"/>
              <a:ext cx="111415" cy="124625"/>
            </a:xfrm>
            <a:custGeom>
              <a:avLst/>
              <a:pathLst>
                <a:path w="111415" h="124625">
                  <a:moveTo>
                    <a:pt x="111415" y="1246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355050"/>
              <a:ext cx="167158" cy="150564"/>
            </a:xfrm>
            <a:custGeom>
              <a:avLst/>
              <a:pathLst>
                <a:path w="167158" h="150564">
                  <a:moveTo>
                    <a:pt x="111415" y="150564"/>
                  </a:moveTo>
                  <a:lnTo>
                    <a:pt x="115495" y="146792"/>
                  </a:lnTo>
                  <a:lnTo>
                    <a:pt x="119448" y="142888"/>
                  </a:lnTo>
                  <a:lnTo>
                    <a:pt x="123268" y="138854"/>
                  </a:lnTo>
                  <a:lnTo>
                    <a:pt x="126952" y="134695"/>
                  </a:lnTo>
                  <a:lnTo>
                    <a:pt x="130496" y="130416"/>
                  </a:lnTo>
                  <a:lnTo>
                    <a:pt x="133896" y="126022"/>
                  </a:lnTo>
                  <a:lnTo>
                    <a:pt x="137148" y="121517"/>
                  </a:lnTo>
                  <a:lnTo>
                    <a:pt x="140248" y="116907"/>
                  </a:lnTo>
                  <a:lnTo>
                    <a:pt x="143193" y="112196"/>
                  </a:lnTo>
                  <a:lnTo>
                    <a:pt x="145981" y="107390"/>
                  </a:lnTo>
                  <a:lnTo>
                    <a:pt x="148607" y="102494"/>
                  </a:lnTo>
                  <a:lnTo>
                    <a:pt x="151069" y="97514"/>
                  </a:lnTo>
                  <a:lnTo>
                    <a:pt x="153364" y="92454"/>
                  </a:lnTo>
                  <a:lnTo>
                    <a:pt x="155489" y="87321"/>
                  </a:lnTo>
                  <a:lnTo>
                    <a:pt x="157443" y="82120"/>
                  </a:lnTo>
                  <a:lnTo>
                    <a:pt x="159223" y="76857"/>
                  </a:lnTo>
                  <a:lnTo>
                    <a:pt x="160827" y="71538"/>
                  </a:lnTo>
                  <a:lnTo>
                    <a:pt x="162254" y="66168"/>
                  </a:lnTo>
                  <a:lnTo>
                    <a:pt x="163501" y="60754"/>
                  </a:lnTo>
                  <a:lnTo>
                    <a:pt x="164568" y="55302"/>
                  </a:lnTo>
                  <a:lnTo>
                    <a:pt x="165453" y="49817"/>
                  </a:lnTo>
                  <a:lnTo>
                    <a:pt x="166155" y="44306"/>
                  </a:lnTo>
                  <a:lnTo>
                    <a:pt x="166673" y="38774"/>
                  </a:lnTo>
                  <a:lnTo>
                    <a:pt x="167008" y="33228"/>
                  </a:lnTo>
                  <a:lnTo>
                    <a:pt x="167158" y="27675"/>
                  </a:lnTo>
                  <a:lnTo>
                    <a:pt x="167123" y="22119"/>
                  </a:lnTo>
                  <a:lnTo>
                    <a:pt x="166904" y="16567"/>
                  </a:lnTo>
                  <a:lnTo>
                    <a:pt x="166500" y="11026"/>
                  </a:lnTo>
                  <a:lnTo>
                    <a:pt x="165913" y="5502"/>
                  </a:lnTo>
                  <a:lnTo>
                    <a:pt x="165142" y="0"/>
                  </a:lnTo>
                  <a:lnTo>
                    <a:pt x="0" y="259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165142" cy="167167"/>
            </a:xfrm>
            <a:custGeom>
              <a:avLst/>
              <a:pathLst>
                <a:path w="165142" h="167167">
                  <a:moveTo>
                    <a:pt x="165142" y="141228"/>
                  </a:moveTo>
                  <a:lnTo>
                    <a:pt x="164223" y="135932"/>
                  </a:lnTo>
                  <a:lnTo>
                    <a:pt x="163134" y="130667"/>
                  </a:lnTo>
                  <a:lnTo>
                    <a:pt x="161876" y="125441"/>
                  </a:lnTo>
                  <a:lnTo>
                    <a:pt x="160450" y="120258"/>
                  </a:lnTo>
                  <a:lnTo>
                    <a:pt x="158859" y="115123"/>
                  </a:lnTo>
                  <a:lnTo>
                    <a:pt x="157103" y="110042"/>
                  </a:lnTo>
                  <a:lnTo>
                    <a:pt x="155185" y="105020"/>
                  </a:lnTo>
                  <a:lnTo>
                    <a:pt x="153107" y="100062"/>
                  </a:lnTo>
                  <a:lnTo>
                    <a:pt x="150870" y="95174"/>
                  </a:lnTo>
                  <a:lnTo>
                    <a:pt x="148477" y="90360"/>
                  </a:lnTo>
                  <a:lnTo>
                    <a:pt x="145931" y="85626"/>
                  </a:lnTo>
                  <a:lnTo>
                    <a:pt x="143234" y="80976"/>
                  </a:lnTo>
                  <a:lnTo>
                    <a:pt x="140388" y="76415"/>
                  </a:lnTo>
                  <a:lnTo>
                    <a:pt x="137398" y="71948"/>
                  </a:lnTo>
                  <a:lnTo>
                    <a:pt x="134265" y="67579"/>
                  </a:lnTo>
                  <a:lnTo>
                    <a:pt x="130993" y="63314"/>
                  </a:lnTo>
                  <a:lnTo>
                    <a:pt x="127586" y="59155"/>
                  </a:lnTo>
                  <a:lnTo>
                    <a:pt x="124048" y="55109"/>
                  </a:lnTo>
                  <a:lnTo>
                    <a:pt x="120380" y="51178"/>
                  </a:lnTo>
                  <a:lnTo>
                    <a:pt x="116589" y="47367"/>
                  </a:lnTo>
                  <a:lnTo>
                    <a:pt x="112676" y="43681"/>
                  </a:lnTo>
                  <a:lnTo>
                    <a:pt x="108648" y="40121"/>
                  </a:lnTo>
                  <a:lnTo>
                    <a:pt x="104506" y="36694"/>
                  </a:lnTo>
                  <a:lnTo>
                    <a:pt x="100257" y="33401"/>
                  </a:lnTo>
                  <a:lnTo>
                    <a:pt x="95904" y="30246"/>
                  </a:lnTo>
                  <a:lnTo>
                    <a:pt x="91452" y="27234"/>
                  </a:lnTo>
                  <a:lnTo>
                    <a:pt x="86906" y="24365"/>
                  </a:lnTo>
                  <a:lnTo>
                    <a:pt x="82269" y="21645"/>
                  </a:lnTo>
                  <a:lnTo>
                    <a:pt x="77548" y="19075"/>
                  </a:lnTo>
                  <a:lnTo>
                    <a:pt x="72746" y="16658"/>
                  </a:lnTo>
                  <a:lnTo>
                    <a:pt x="67869" y="14397"/>
                  </a:lnTo>
                  <a:lnTo>
                    <a:pt x="62922" y="12294"/>
                  </a:lnTo>
                  <a:lnTo>
                    <a:pt x="57909" y="10350"/>
                  </a:lnTo>
                  <a:lnTo>
                    <a:pt x="52837" y="8570"/>
                  </a:lnTo>
                  <a:lnTo>
                    <a:pt x="47710" y="6953"/>
                  </a:lnTo>
                  <a:lnTo>
                    <a:pt x="42534" y="5501"/>
                  </a:lnTo>
                  <a:lnTo>
                    <a:pt x="37314" y="4217"/>
                  </a:lnTo>
                  <a:lnTo>
                    <a:pt x="32055" y="3102"/>
                  </a:lnTo>
                  <a:lnTo>
                    <a:pt x="26764" y="2156"/>
                  </a:lnTo>
                  <a:lnTo>
                    <a:pt x="21444" y="1381"/>
                  </a:lnTo>
                  <a:lnTo>
                    <a:pt x="16102" y="777"/>
                  </a:lnTo>
                  <a:lnTo>
                    <a:pt x="10744" y="345"/>
                  </a:lnTo>
                  <a:lnTo>
                    <a:pt x="537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751848" y="3707720"/>
              <a:ext cx="269151" cy="334318"/>
            </a:xfrm>
            <a:custGeom>
              <a:avLst/>
              <a:pathLst>
                <a:path w="269151" h="334318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2" y="765"/>
                  </a:lnTo>
                  <a:lnTo>
                    <a:pt x="145881" y="1360"/>
                  </a:lnTo>
                  <a:lnTo>
                    <a:pt x="140601" y="2123"/>
                  </a:lnTo>
                  <a:lnTo>
                    <a:pt x="135348" y="3055"/>
                  </a:lnTo>
                  <a:lnTo>
                    <a:pt x="130128" y="4154"/>
                  </a:lnTo>
                  <a:lnTo>
                    <a:pt x="124945" y="5418"/>
                  </a:lnTo>
                  <a:lnTo>
                    <a:pt x="119805" y="6848"/>
                  </a:lnTo>
                  <a:lnTo>
                    <a:pt x="114714" y="8441"/>
                  </a:lnTo>
                  <a:lnTo>
                    <a:pt x="109676" y="10195"/>
                  </a:lnTo>
                  <a:lnTo>
                    <a:pt x="104696" y="12109"/>
                  </a:lnTo>
                  <a:lnTo>
                    <a:pt x="99781" y="14181"/>
                  </a:lnTo>
                  <a:lnTo>
                    <a:pt x="94933" y="16409"/>
                  </a:lnTo>
                  <a:lnTo>
                    <a:pt x="90160" y="18791"/>
                  </a:lnTo>
                  <a:lnTo>
                    <a:pt x="85464" y="21323"/>
                  </a:lnTo>
                  <a:lnTo>
                    <a:pt x="80852" y="24005"/>
                  </a:lnTo>
                  <a:lnTo>
                    <a:pt x="76328" y="26832"/>
                  </a:lnTo>
                  <a:lnTo>
                    <a:pt x="71896" y="29801"/>
                  </a:lnTo>
                  <a:lnTo>
                    <a:pt x="67562" y="32911"/>
                  </a:lnTo>
                  <a:lnTo>
                    <a:pt x="63329" y="36158"/>
                  </a:lnTo>
                  <a:lnTo>
                    <a:pt x="59201" y="39538"/>
                  </a:lnTo>
                  <a:lnTo>
                    <a:pt x="55184" y="43048"/>
                  </a:lnTo>
                  <a:lnTo>
                    <a:pt x="51280" y="46684"/>
                  </a:lnTo>
                  <a:lnTo>
                    <a:pt x="47495" y="50443"/>
                  </a:lnTo>
                  <a:lnTo>
                    <a:pt x="43831" y="54321"/>
                  </a:lnTo>
                  <a:lnTo>
                    <a:pt x="40293" y="58314"/>
                  </a:lnTo>
                  <a:lnTo>
                    <a:pt x="36885" y="62417"/>
                  </a:lnTo>
                  <a:lnTo>
                    <a:pt x="33608" y="66628"/>
                  </a:lnTo>
                  <a:lnTo>
                    <a:pt x="30468" y="70940"/>
                  </a:lnTo>
                  <a:lnTo>
                    <a:pt x="27468" y="75351"/>
                  </a:lnTo>
                  <a:lnTo>
                    <a:pt x="24609" y="79855"/>
                  </a:lnTo>
                  <a:lnTo>
                    <a:pt x="21896" y="84448"/>
                  </a:lnTo>
                  <a:lnTo>
                    <a:pt x="19330" y="89126"/>
                  </a:lnTo>
                  <a:lnTo>
                    <a:pt x="16915" y="93883"/>
                  </a:lnTo>
                  <a:lnTo>
                    <a:pt x="14653" y="98714"/>
                  </a:lnTo>
                  <a:lnTo>
                    <a:pt x="12547" y="103615"/>
                  </a:lnTo>
                  <a:lnTo>
                    <a:pt x="10598" y="108581"/>
                  </a:lnTo>
                  <a:lnTo>
                    <a:pt x="8808" y="113607"/>
                  </a:lnTo>
                  <a:lnTo>
                    <a:pt x="7180" y="118687"/>
                  </a:lnTo>
                  <a:lnTo>
                    <a:pt x="5714" y="123817"/>
                  </a:lnTo>
                  <a:lnTo>
                    <a:pt x="4413" y="128990"/>
                  </a:lnTo>
                  <a:lnTo>
                    <a:pt x="3278" y="134203"/>
                  </a:lnTo>
                  <a:lnTo>
                    <a:pt x="2309" y="139449"/>
                  </a:lnTo>
                  <a:lnTo>
                    <a:pt x="1509" y="144723"/>
                  </a:lnTo>
                  <a:lnTo>
                    <a:pt x="877" y="150021"/>
                  </a:lnTo>
                  <a:lnTo>
                    <a:pt x="415" y="155335"/>
                  </a:lnTo>
                  <a:lnTo>
                    <a:pt x="122" y="160662"/>
                  </a:lnTo>
                  <a:lnTo>
                    <a:pt x="0" y="165995"/>
                  </a:lnTo>
                  <a:lnTo>
                    <a:pt x="47" y="171330"/>
                  </a:lnTo>
                  <a:lnTo>
                    <a:pt x="265" y="176660"/>
                  </a:lnTo>
                  <a:lnTo>
                    <a:pt x="653" y="181981"/>
                  </a:lnTo>
                  <a:lnTo>
                    <a:pt x="1211" y="187286"/>
                  </a:lnTo>
                  <a:lnTo>
                    <a:pt x="1937" y="192572"/>
                  </a:lnTo>
                  <a:lnTo>
                    <a:pt x="2832" y="197831"/>
                  </a:lnTo>
                  <a:lnTo>
                    <a:pt x="3894" y="203059"/>
                  </a:lnTo>
                  <a:lnTo>
                    <a:pt x="5122" y="208250"/>
                  </a:lnTo>
                  <a:lnTo>
                    <a:pt x="6516" y="213400"/>
                  </a:lnTo>
                  <a:lnTo>
                    <a:pt x="8073" y="218502"/>
                  </a:lnTo>
                  <a:lnTo>
                    <a:pt x="9792" y="223552"/>
                  </a:lnTo>
                  <a:lnTo>
                    <a:pt x="11671" y="228545"/>
                  </a:lnTo>
                  <a:lnTo>
                    <a:pt x="13709" y="233475"/>
                  </a:lnTo>
                  <a:lnTo>
                    <a:pt x="15903" y="238338"/>
                  </a:lnTo>
                  <a:lnTo>
                    <a:pt x="18251" y="243128"/>
                  </a:lnTo>
                  <a:lnTo>
                    <a:pt x="20750" y="247841"/>
                  </a:lnTo>
                  <a:lnTo>
                    <a:pt x="23399" y="252472"/>
                  </a:lnTo>
                  <a:lnTo>
                    <a:pt x="26194" y="257016"/>
                  </a:lnTo>
                  <a:lnTo>
                    <a:pt x="29133" y="261468"/>
                  </a:lnTo>
                  <a:lnTo>
                    <a:pt x="32212" y="265825"/>
                  </a:lnTo>
                  <a:lnTo>
                    <a:pt x="35429" y="270080"/>
                  </a:lnTo>
                  <a:lnTo>
                    <a:pt x="38780" y="274231"/>
                  </a:lnTo>
                  <a:lnTo>
                    <a:pt x="42262" y="278273"/>
                  </a:lnTo>
                  <a:lnTo>
                    <a:pt x="45871" y="282202"/>
                  </a:lnTo>
                  <a:lnTo>
                    <a:pt x="49603" y="286014"/>
                  </a:lnTo>
                  <a:lnTo>
                    <a:pt x="53455" y="289705"/>
                  </a:lnTo>
                  <a:lnTo>
                    <a:pt x="57423" y="293271"/>
                  </a:lnTo>
                  <a:lnTo>
                    <a:pt x="61503" y="296708"/>
                  </a:lnTo>
                  <a:lnTo>
                    <a:pt x="65690" y="300013"/>
                  </a:lnTo>
                  <a:lnTo>
                    <a:pt x="69981" y="303184"/>
                  </a:lnTo>
                  <a:lnTo>
                    <a:pt x="74370" y="306215"/>
                  </a:lnTo>
                  <a:lnTo>
                    <a:pt x="78854" y="309105"/>
                  </a:lnTo>
                  <a:lnTo>
                    <a:pt x="83428" y="311851"/>
                  </a:lnTo>
                  <a:lnTo>
                    <a:pt x="88088" y="314449"/>
                  </a:lnTo>
                  <a:lnTo>
                    <a:pt x="92827" y="316897"/>
                  </a:lnTo>
                  <a:lnTo>
                    <a:pt x="97643" y="319193"/>
                  </a:lnTo>
                  <a:lnTo>
                    <a:pt x="102529" y="321334"/>
                  </a:lnTo>
                  <a:lnTo>
                    <a:pt x="107481" y="323318"/>
                  </a:lnTo>
                  <a:lnTo>
                    <a:pt x="112494" y="325143"/>
                  </a:lnTo>
                  <a:lnTo>
                    <a:pt x="117563" y="326807"/>
                  </a:lnTo>
                  <a:lnTo>
                    <a:pt x="122682" y="328308"/>
                  </a:lnTo>
                  <a:lnTo>
                    <a:pt x="127847" y="329645"/>
                  </a:lnTo>
                  <a:lnTo>
                    <a:pt x="133051" y="330817"/>
                  </a:lnTo>
                  <a:lnTo>
                    <a:pt x="138290" y="331822"/>
                  </a:lnTo>
                  <a:lnTo>
                    <a:pt x="143559" y="332660"/>
                  </a:lnTo>
                  <a:lnTo>
                    <a:pt x="148852" y="333328"/>
                  </a:lnTo>
                  <a:lnTo>
                    <a:pt x="154163" y="333828"/>
                  </a:lnTo>
                  <a:lnTo>
                    <a:pt x="159487" y="334158"/>
                  </a:lnTo>
                  <a:lnTo>
                    <a:pt x="164820" y="334318"/>
                  </a:lnTo>
                  <a:lnTo>
                    <a:pt x="170155" y="334308"/>
                  </a:lnTo>
                  <a:lnTo>
                    <a:pt x="175486" y="334127"/>
                  </a:lnTo>
                  <a:lnTo>
                    <a:pt x="180810" y="333776"/>
                  </a:lnTo>
                  <a:lnTo>
                    <a:pt x="186119" y="333256"/>
                  </a:lnTo>
                  <a:lnTo>
                    <a:pt x="191409" y="332567"/>
                  </a:lnTo>
                  <a:lnTo>
                    <a:pt x="196674" y="331709"/>
                  </a:lnTo>
                  <a:lnTo>
                    <a:pt x="201909" y="330683"/>
                  </a:lnTo>
                  <a:lnTo>
                    <a:pt x="207109" y="329491"/>
                  </a:lnTo>
                  <a:lnTo>
                    <a:pt x="212269" y="328134"/>
                  </a:lnTo>
                  <a:lnTo>
                    <a:pt x="217382" y="326613"/>
                  </a:lnTo>
                  <a:lnTo>
                    <a:pt x="222444" y="324929"/>
                  </a:lnTo>
                  <a:lnTo>
                    <a:pt x="227450" y="323085"/>
                  </a:lnTo>
                  <a:lnTo>
                    <a:pt x="232394" y="321082"/>
                  </a:lnTo>
                  <a:lnTo>
                    <a:pt x="237272" y="318922"/>
                  </a:lnTo>
                  <a:lnTo>
                    <a:pt x="242079" y="316608"/>
                  </a:lnTo>
                  <a:lnTo>
                    <a:pt x="246809" y="314141"/>
                  </a:lnTo>
                  <a:lnTo>
                    <a:pt x="251458" y="311525"/>
                  </a:lnTo>
                  <a:lnTo>
                    <a:pt x="256022" y="308762"/>
                  </a:lnTo>
                  <a:lnTo>
                    <a:pt x="260495" y="305854"/>
                  </a:lnTo>
                  <a:lnTo>
                    <a:pt x="264872" y="302805"/>
                  </a:lnTo>
                  <a:lnTo>
                    <a:pt x="269151" y="299619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8730"/>
              <a:ext cx="167146" cy="298609"/>
            </a:xfrm>
            <a:custGeom>
              <a:avLst/>
              <a:pathLst>
                <a:path w="167146" h="298609">
                  <a:moveTo>
                    <a:pt x="101987" y="298609"/>
                  </a:moveTo>
                  <a:lnTo>
                    <a:pt x="106186" y="295267"/>
                  </a:lnTo>
                  <a:lnTo>
                    <a:pt x="110275" y="291793"/>
                  </a:lnTo>
                  <a:lnTo>
                    <a:pt x="114250" y="288189"/>
                  </a:lnTo>
                  <a:lnTo>
                    <a:pt x="118108" y="284459"/>
                  </a:lnTo>
                  <a:lnTo>
                    <a:pt x="121844" y="280607"/>
                  </a:lnTo>
                  <a:lnTo>
                    <a:pt x="125455" y="276638"/>
                  </a:lnTo>
                  <a:lnTo>
                    <a:pt x="128936" y="272554"/>
                  </a:lnTo>
                  <a:lnTo>
                    <a:pt x="132284" y="268361"/>
                  </a:lnTo>
                  <a:lnTo>
                    <a:pt x="135496" y="264063"/>
                  </a:lnTo>
                  <a:lnTo>
                    <a:pt x="138569" y="259664"/>
                  </a:lnTo>
                  <a:lnTo>
                    <a:pt x="141499" y="255168"/>
                  </a:lnTo>
                  <a:lnTo>
                    <a:pt x="144282" y="250581"/>
                  </a:lnTo>
                  <a:lnTo>
                    <a:pt x="146918" y="245907"/>
                  </a:lnTo>
                  <a:lnTo>
                    <a:pt x="149402" y="241150"/>
                  </a:lnTo>
                  <a:lnTo>
                    <a:pt x="151732" y="236316"/>
                  </a:lnTo>
                  <a:lnTo>
                    <a:pt x="153905" y="231410"/>
                  </a:lnTo>
                  <a:lnTo>
                    <a:pt x="155920" y="226437"/>
                  </a:lnTo>
                  <a:lnTo>
                    <a:pt x="157775" y="221402"/>
                  </a:lnTo>
                  <a:lnTo>
                    <a:pt x="159466" y="216310"/>
                  </a:lnTo>
                  <a:lnTo>
                    <a:pt x="160994" y="211166"/>
                  </a:lnTo>
                  <a:lnTo>
                    <a:pt x="162355" y="205975"/>
                  </a:lnTo>
                  <a:lnTo>
                    <a:pt x="163550" y="200744"/>
                  </a:lnTo>
                  <a:lnTo>
                    <a:pt x="164576" y="195477"/>
                  </a:lnTo>
                  <a:lnTo>
                    <a:pt x="165432" y="190180"/>
                  </a:lnTo>
                  <a:lnTo>
                    <a:pt x="166118" y="184858"/>
                  </a:lnTo>
                  <a:lnTo>
                    <a:pt x="166632" y="179517"/>
                  </a:lnTo>
                  <a:lnTo>
                    <a:pt x="166975" y="174162"/>
                  </a:lnTo>
                  <a:lnTo>
                    <a:pt x="167146" y="168799"/>
                  </a:lnTo>
                  <a:lnTo>
                    <a:pt x="167145" y="163433"/>
                  </a:lnTo>
                  <a:lnTo>
                    <a:pt x="166971" y="158070"/>
                  </a:lnTo>
                  <a:lnTo>
                    <a:pt x="166626" y="152715"/>
                  </a:lnTo>
                  <a:lnTo>
                    <a:pt x="166108" y="147374"/>
                  </a:lnTo>
                  <a:lnTo>
                    <a:pt x="165420" y="142052"/>
                  </a:lnTo>
                  <a:lnTo>
                    <a:pt x="164561" y="136755"/>
                  </a:lnTo>
                  <a:lnTo>
                    <a:pt x="163533" y="131489"/>
                  </a:lnTo>
                  <a:lnTo>
                    <a:pt x="162336" y="126258"/>
                  </a:lnTo>
                  <a:lnTo>
                    <a:pt x="160972" y="121069"/>
                  </a:lnTo>
                  <a:lnTo>
                    <a:pt x="159441" y="115925"/>
                  </a:lnTo>
                  <a:lnTo>
                    <a:pt x="157747" y="110834"/>
                  </a:lnTo>
                  <a:lnTo>
                    <a:pt x="155890" y="105800"/>
                  </a:lnTo>
                  <a:lnTo>
                    <a:pt x="153873" y="100827"/>
                  </a:lnTo>
                  <a:lnTo>
                    <a:pt x="151697" y="95923"/>
                  </a:lnTo>
                  <a:lnTo>
                    <a:pt x="149364" y="91090"/>
                  </a:lnTo>
                  <a:lnTo>
                    <a:pt x="146878" y="86335"/>
                  </a:lnTo>
                  <a:lnTo>
                    <a:pt x="144241" y="81662"/>
                  </a:lnTo>
                  <a:lnTo>
                    <a:pt x="141454" y="77076"/>
                  </a:lnTo>
                  <a:lnTo>
                    <a:pt x="138523" y="72582"/>
                  </a:lnTo>
                  <a:lnTo>
                    <a:pt x="135448" y="68184"/>
                  </a:lnTo>
                  <a:lnTo>
                    <a:pt x="132234" y="63887"/>
                  </a:lnTo>
                  <a:lnTo>
                    <a:pt x="128883" y="59696"/>
                  </a:lnTo>
                  <a:lnTo>
                    <a:pt x="125400" y="55614"/>
                  </a:lnTo>
                  <a:lnTo>
                    <a:pt x="121787" y="51647"/>
                  </a:lnTo>
                  <a:lnTo>
                    <a:pt x="118049" y="47797"/>
                  </a:lnTo>
                  <a:lnTo>
                    <a:pt x="114190" y="44069"/>
                  </a:lnTo>
                  <a:lnTo>
                    <a:pt x="110213" y="40467"/>
                  </a:lnTo>
                  <a:lnTo>
                    <a:pt x="106122" y="36994"/>
                  </a:lnTo>
                  <a:lnTo>
                    <a:pt x="101922" y="33655"/>
                  </a:lnTo>
                  <a:lnTo>
                    <a:pt x="97616" y="30452"/>
                  </a:lnTo>
                  <a:lnTo>
                    <a:pt x="93211" y="27389"/>
                  </a:lnTo>
                  <a:lnTo>
                    <a:pt x="88709" y="24469"/>
                  </a:lnTo>
                  <a:lnTo>
                    <a:pt x="84116" y="21695"/>
                  </a:lnTo>
                  <a:lnTo>
                    <a:pt x="79436" y="19069"/>
                  </a:lnTo>
                  <a:lnTo>
                    <a:pt x="74674" y="16596"/>
                  </a:lnTo>
                  <a:lnTo>
                    <a:pt x="69836" y="14276"/>
                  </a:lnTo>
                  <a:lnTo>
                    <a:pt x="64925" y="12113"/>
                  </a:lnTo>
                  <a:lnTo>
                    <a:pt x="59947" y="10108"/>
                  </a:lnTo>
                  <a:lnTo>
                    <a:pt x="54908" y="8265"/>
                  </a:lnTo>
                  <a:lnTo>
                    <a:pt x="49812" y="6584"/>
                  </a:lnTo>
                  <a:lnTo>
                    <a:pt x="44665" y="5067"/>
                  </a:lnTo>
                  <a:lnTo>
                    <a:pt x="39472" y="3717"/>
                  </a:lnTo>
                  <a:lnTo>
                    <a:pt x="34238" y="2533"/>
                  </a:lnTo>
                  <a:lnTo>
                    <a:pt x="28969" y="1519"/>
                  </a:lnTo>
                  <a:lnTo>
                    <a:pt x="23670" y="674"/>
                  </a:lnTo>
                  <a:lnTo>
                    <a:pt x="18347" y="0"/>
                  </a:lnTo>
                  <a:lnTo>
                    <a:pt x="0" y="166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18347" cy="167167"/>
            </a:xfrm>
            <a:custGeom>
              <a:avLst/>
              <a:pathLst>
                <a:path w="18347" h="167167">
                  <a:moveTo>
                    <a:pt x="18347" y="1009"/>
                  </a:moveTo>
                  <a:lnTo>
                    <a:pt x="9187" y="25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tx81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2025-06-06T04:09:45Z</dcterms:modified>
  <cp:category/>
</cp:coreProperties>
</file>