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6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6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323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1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1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19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6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9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3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1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9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7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59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66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69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2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5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83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4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8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83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2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2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6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22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0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1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0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9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88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83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1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51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71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24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51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9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1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1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69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71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1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3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83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1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1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44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66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49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6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2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1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69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1352" y="3170392"/>
              <a:ext cx="42426" cy="167167"/>
            </a:xfrm>
            <a:custGeom>
              <a:avLst/>
              <a:pathLst>
                <a:path w="42426" h="167167">
                  <a:moveTo>
                    <a:pt x="42426" y="0"/>
                  </a:moveTo>
                  <a:lnTo>
                    <a:pt x="36300" y="112"/>
                  </a:lnTo>
                  <a:lnTo>
                    <a:pt x="30181" y="449"/>
                  </a:lnTo>
                  <a:lnTo>
                    <a:pt x="24079" y="1009"/>
                  </a:lnTo>
                  <a:lnTo>
                    <a:pt x="18002" y="1793"/>
                  </a:lnTo>
                  <a:lnTo>
                    <a:pt x="11958" y="2800"/>
                  </a:lnTo>
                  <a:lnTo>
                    <a:pt x="5954" y="4027"/>
                  </a:lnTo>
                  <a:lnTo>
                    <a:pt x="0" y="5473"/>
                  </a:lnTo>
                  <a:lnTo>
                    <a:pt x="424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1352" y="317586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8" y="3170756"/>
              <a:ext cx="334299" cy="333971"/>
            </a:xfrm>
            <a:custGeom>
              <a:avLst/>
              <a:pathLst>
                <a:path w="334299" h="333971">
                  <a:moveTo>
                    <a:pt x="124723" y="5109"/>
                  </a:moveTo>
                  <a:lnTo>
                    <a:pt x="119619" y="6535"/>
                  </a:lnTo>
                  <a:lnTo>
                    <a:pt x="114562" y="8123"/>
                  </a:lnTo>
                  <a:lnTo>
                    <a:pt x="109558" y="9870"/>
                  </a:lnTo>
                  <a:lnTo>
                    <a:pt x="104612" y="11774"/>
                  </a:lnTo>
                  <a:lnTo>
                    <a:pt x="99729" y="13834"/>
                  </a:lnTo>
                  <a:lnTo>
                    <a:pt x="94914" y="16049"/>
                  </a:lnTo>
                  <a:lnTo>
                    <a:pt x="90172" y="18414"/>
                  </a:lnTo>
                  <a:lnTo>
                    <a:pt x="85506" y="20929"/>
                  </a:lnTo>
                  <a:lnTo>
                    <a:pt x="80923" y="23590"/>
                  </a:lnTo>
                  <a:lnTo>
                    <a:pt x="76427" y="26396"/>
                  </a:lnTo>
                  <a:lnTo>
                    <a:pt x="72021" y="29342"/>
                  </a:lnTo>
                  <a:lnTo>
                    <a:pt x="67712" y="32427"/>
                  </a:lnTo>
                  <a:lnTo>
                    <a:pt x="63502" y="35647"/>
                  </a:lnTo>
                  <a:lnTo>
                    <a:pt x="59396" y="38998"/>
                  </a:lnTo>
                  <a:lnTo>
                    <a:pt x="55399" y="42478"/>
                  </a:lnTo>
                  <a:lnTo>
                    <a:pt x="51514" y="46083"/>
                  </a:lnTo>
                  <a:lnTo>
                    <a:pt x="47745" y="49809"/>
                  </a:lnTo>
                  <a:lnTo>
                    <a:pt x="44097" y="53653"/>
                  </a:lnTo>
                  <a:lnTo>
                    <a:pt x="40572" y="57611"/>
                  </a:lnTo>
                  <a:lnTo>
                    <a:pt x="37174" y="61678"/>
                  </a:lnTo>
                  <a:lnTo>
                    <a:pt x="33907" y="65852"/>
                  </a:lnTo>
                  <a:lnTo>
                    <a:pt x="30774" y="70126"/>
                  </a:lnTo>
                  <a:lnTo>
                    <a:pt x="27777" y="74498"/>
                  </a:lnTo>
                  <a:lnTo>
                    <a:pt x="24921" y="78962"/>
                  </a:lnTo>
                  <a:lnTo>
                    <a:pt x="22208" y="83515"/>
                  </a:lnTo>
                  <a:lnTo>
                    <a:pt x="19641" y="88152"/>
                  </a:lnTo>
                  <a:lnTo>
                    <a:pt x="17222" y="92867"/>
                  </a:lnTo>
                  <a:lnTo>
                    <a:pt x="14953" y="97657"/>
                  </a:lnTo>
                  <a:lnTo>
                    <a:pt x="12838" y="102516"/>
                  </a:lnTo>
                  <a:lnTo>
                    <a:pt x="10878" y="107440"/>
                  </a:lnTo>
                  <a:lnTo>
                    <a:pt x="9074" y="112424"/>
                  </a:lnTo>
                  <a:lnTo>
                    <a:pt x="7430" y="117462"/>
                  </a:lnTo>
                  <a:lnTo>
                    <a:pt x="5946" y="122550"/>
                  </a:lnTo>
                  <a:lnTo>
                    <a:pt x="4624" y="127683"/>
                  </a:lnTo>
                  <a:lnTo>
                    <a:pt x="3466" y="132854"/>
                  </a:lnTo>
                  <a:lnTo>
                    <a:pt x="2472" y="138060"/>
                  </a:lnTo>
                  <a:lnTo>
                    <a:pt x="1644" y="143295"/>
                  </a:lnTo>
                  <a:lnTo>
                    <a:pt x="982" y="148553"/>
                  </a:lnTo>
                  <a:lnTo>
                    <a:pt x="487" y="153830"/>
                  </a:lnTo>
                  <a:lnTo>
                    <a:pt x="159" y="159120"/>
                  </a:lnTo>
                  <a:lnTo>
                    <a:pt x="0" y="164417"/>
                  </a:lnTo>
                  <a:lnTo>
                    <a:pt x="8" y="169717"/>
                  </a:lnTo>
                  <a:lnTo>
                    <a:pt x="184" y="175014"/>
                  </a:lnTo>
                  <a:lnTo>
                    <a:pt x="528" y="180303"/>
                  </a:lnTo>
                  <a:lnTo>
                    <a:pt x="1040" y="185578"/>
                  </a:lnTo>
                  <a:lnTo>
                    <a:pt x="1719" y="190834"/>
                  </a:lnTo>
                  <a:lnTo>
                    <a:pt x="2564" y="196066"/>
                  </a:lnTo>
                  <a:lnTo>
                    <a:pt x="3574" y="201269"/>
                  </a:lnTo>
                  <a:lnTo>
                    <a:pt x="4749" y="206437"/>
                  </a:lnTo>
                  <a:lnTo>
                    <a:pt x="6087" y="211565"/>
                  </a:lnTo>
                  <a:lnTo>
                    <a:pt x="7587" y="216648"/>
                  </a:lnTo>
                  <a:lnTo>
                    <a:pt x="9247" y="221681"/>
                  </a:lnTo>
                  <a:lnTo>
                    <a:pt x="11066" y="226659"/>
                  </a:lnTo>
                  <a:lnTo>
                    <a:pt x="13042" y="231577"/>
                  </a:lnTo>
                  <a:lnTo>
                    <a:pt x="15173" y="236430"/>
                  </a:lnTo>
                  <a:lnTo>
                    <a:pt x="17456" y="241212"/>
                  </a:lnTo>
                  <a:lnTo>
                    <a:pt x="19890" y="245920"/>
                  </a:lnTo>
                  <a:lnTo>
                    <a:pt x="22472" y="250549"/>
                  </a:lnTo>
                  <a:lnTo>
                    <a:pt x="25200" y="255093"/>
                  </a:lnTo>
                  <a:lnTo>
                    <a:pt x="28070" y="259548"/>
                  </a:lnTo>
                  <a:lnTo>
                    <a:pt x="31080" y="263911"/>
                  </a:lnTo>
                  <a:lnTo>
                    <a:pt x="34226" y="268175"/>
                  </a:lnTo>
                  <a:lnTo>
                    <a:pt x="37507" y="272338"/>
                  </a:lnTo>
                  <a:lnTo>
                    <a:pt x="40917" y="276395"/>
                  </a:lnTo>
                  <a:lnTo>
                    <a:pt x="44455" y="280341"/>
                  </a:lnTo>
                  <a:lnTo>
                    <a:pt x="48116" y="284173"/>
                  </a:lnTo>
                  <a:lnTo>
                    <a:pt x="51896" y="287888"/>
                  </a:lnTo>
                  <a:lnTo>
                    <a:pt x="55792" y="291480"/>
                  </a:lnTo>
                  <a:lnTo>
                    <a:pt x="59801" y="294948"/>
                  </a:lnTo>
                  <a:lnTo>
                    <a:pt x="63917" y="298286"/>
                  </a:lnTo>
                  <a:lnTo>
                    <a:pt x="68137" y="301493"/>
                  </a:lnTo>
                  <a:lnTo>
                    <a:pt x="72456" y="304564"/>
                  </a:lnTo>
                  <a:lnTo>
                    <a:pt x="76871" y="307496"/>
                  </a:lnTo>
                  <a:lnTo>
                    <a:pt x="81376" y="310288"/>
                  </a:lnTo>
                  <a:lnTo>
                    <a:pt x="85968" y="312935"/>
                  </a:lnTo>
                  <a:lnTo>
                    <a:pt x="90641" y="315435"/>
                  </a:lnTo>
                  <a:lnTo>
                    <a:pt x="95391" y="317785"/>
                  </a:lnTo>
                  <a:lnTo>
                    <a:pt x="100213" y="319984"/>
                  </a:lnTo>
                  <a:lnTo>
                    <a:pt x="105102" y="322029"/>
                  </a:lnTo>
                  <a:lnTo>
                    <a:pt x="110054" y="323918"/>
                  </a:lnTo>
                  <a:lnTo>
                    <a:pt x="115063" y="325649"/>
                  </a:lnTo>
                  <a:lnTo>
                    <a:pt x="120125" y="327220"/>
                  </a:lnTo>
                  <a:lnTo>
                    <a:pt x="125234" y="328630"/>
                  </a:lnTo>
                  <a:lnTo>
                    <a:pt x="130385" y="329878"/>
                  </a:lnTo>
                  <a:lnTo>
                    <a:pt x="135573" y="330961"/>
                  </a:lnTo>
                  <a:lnTo>
                    <a:pt x="140792" y="331880"/>
                  </a:lnTo>
                  <a:lnTo>
                    <a:pt x="146039" y="332632"/>
                  </a:lnTo>
                  <a:lnTo>
                    <a:pt x="151306" y="333218"/>
                  </a:lnTo>
                  <a:lnTo>
                    <a:pt x="156589" y="333637"/>
                  </a:lnTo>
                  <a:lnTo>
                    <a:pt x="161883" y="333888"/>
                  </a:lnTo>
                  <a:lnTo>
                    <a:pt x="167183" y="333971"/>
                  </a:lnTo>
                  <a:lnTo>
                    <a:pt x="172482" y="333886"/>
                  </a:lnTo>
                  <a:lnTo>
                    <a:pt x="177776" y="333633"/>
                  </a:lnTo>
                  <a:lnTo>
                    <a:pt x="183059" y="333212"/>
                  </a:lnTo>
                  <a:lnTo>
                    <a:pt x="188326" y="332624"/>
                  </a:lnTo>
                  <a:lnTo>
                    <a:pt x="193572" y="331869"/>
                  </a:lnTo>
                  <a:lnTo>
                    <a:pt x="198791" y="330949"/>
                  </a:lnTo>
                  <a:lnTo>
                    <a:pt x="203979" y="329863"/>
                  </a:lnTo>
                  <a:lnTo>
                    <a:pt x="209129" y="328614"/>
                  </a:lnTo>
                  <a:lnTo>
                    <a:pt x="214237" y="327202"/>
                  </a:lnTo>
                  <a:lnTo>
                    <a:pt x="219298" y="325629"/>
                  </a:lnTo>
                  <a:lnTo>
                    <a:pt x="224307" y="323896"/>
                  </a:lnTo>
                  <a:lnTo>
                    <a:pt x="229258" y="322005"/>
                  </a:lnTo>
                  <a:lnTo>
                    <a:pt x="234147" y="319958"/>
                  </a:lnTo>
                  <a:lnTo>
                    <a:pt x="238968" y="317757"/>
                  </a:lnTo>
                  <a:lnTo>
                    <a:pt x="243717" y="315405"/>
                  </a:lnTo>
                  <a:lnTo>
                    <a:pt x="248389" y="312903"/>
                  </a:lnTo>
                  <a:lnTo>
                    <a:pt x="252980" y="310254"/>
                  </a:lnTo>
                  <a:lnTo>
                    <a:pt x="257484" y="307461"/>
                  </a:lnTo>
                  <a:lnTo>
                    <a:pt x="261898" y="304527"/>
                  </a:lnTo>
                  <a:lnTo>
                    <a:pt x="266216" y="301454"/>
                  </a:lnTo>
                  <a:lnTo>
                    <a:pt x="270434" y="298246"/>
                  </a:lnTo>
                  <a:lnTo>
                    <a:pt x="274549" y="294906"/>
                  </a:lnTo>
                  <a:lnTo>
                    <a:pt x="278556" y="291437"/>
                  </a:lnTo>
                  <a:lnTo>
                    <a:pt x="282451" y="287843"/>
                  </a:lnTo>
                  <a:lnTo>
                    <a:pt x="286230" y="284127"/>
                  </a:lnTo>
                  <a:lnTo>
                    <a:pt x="289889" y="280293"/>
                  </a:lnTo>
                  <a:lnTo>
                    <a:pt x="293425" y="276345"/>
                  </a:lnTo>
                  <a:lnTo>
                    <a:pt x="296834" y="272287"/>
                  </a:lnTo>
                  <a:lnTo>
                    <a:pt x="300113" y="268123"/>
                  </a:lnTo>
                  <a:lnTo>
                    <a:pt x="303258" y="263857"/>
                  </a:lnTo>
                  <a:lnTo>
                    <a:pt x="306266" y="259494"/>
                  </a:lnTo>
                  <a:lnTo>
                    <a:pt x="309135" y="255037"/>
                  </a:lnTo>
                  <a:lnTo>
                    <a:pt x="311860" y="250492"/>
                  </a:lnTo>
                  <a:lnTo>
                    <a:pt x="314440" y="245863"/>
                  </a:lnTo>
                  <a:lnTo>
                    <a:pt x="316873" y="241154"/>
                  </a:lnTo>
                  <a:lnTo>
                    <a:pt x="319154" y="236370"/>
                  </a:lnTo>
                  <a:lnTo>
                    <a:pt x="321283" y="231517"/>
                  </a:lnTo>
                  <a:lnTo>
                    <a:pt x="323257" y="226598"/>
                  </a:lnTo>
                  <a:lnTo>
                    <a:pt x="325074" y="221620"/>
                  </a:lnTo>
                  <a:lnTo>
                    <a:pt x="326733" y="216586"/>
                  </a:lnTo>
                  <a:lnTo>
                    <a:pt x="328230" y="211502"/>
                  </a:lnTo>
                  <a:lnTo>
                    <a:pt x="329566" y="206374"/>
                  </a:lnTo>
                  <a:lnTo>
                    <a:pt x="330739" y="201205"/>
                  </a:lnTo>
                  <a:lnTo>
                    <a:pt x="331748" y="196002"/>
                  </a:lnTo>
                  <a:lnTo>
                    <a:pt x="332590" y="190770"/>
                  </a:lnTo>
                  <a:lnTo>
                    <a:pt x="333267" y="185513"/>
                  </a:lnTo>
                  <a:lnTo>
                    <a:pt x="333777" y="180238"/>
                  </a:lnTo>
                  <a:lnTo>
                    <a:pt x="334119" y="174949"/>
                  </a:lnTo>
                  <a:lnTo>
                    <a:pt x="334293" y="169652"/>
                  </a:lnTo>
                  <a:lnTo>
                    <a:pt x="334299" y="164352"/>
                  </a:lnTo>
                  <a:lnTo>
                    <a:pt x="334138" y="159055"/>
                  </a:lnTo>
                  <a:lnTo>
                    <a:pt x="333808" y="153765"/>
                  </a:lnTo>
                  <a:lnTo>
                    <a:pt x="333311" y="148489"/>
                  </a:lnTo>
                  <a:lnTo>
                    <a:pt x="332647" y="143230"/>
                  </a:lnTo>
                  <a:lnTo>
                    <a:pt x="331817" y="137996"/>
                  </a:lnTo>
                  <a:lnTo>
                    <a:pt x="330821" y="132791"/>
                  </a:lnTo>
                  <a:lnTo>
                    <a:pt x="329660" y="127619"/>
                  </a:lnTo>
                  <a:lnTo>
                    <a:pt x="328336" y="122487"/>
                  </a:lnTo>
                  <a:lnTo>
                    <a:pt x="326851" y="117400"/>
                  </a:lnTo>
                  <a:lnTo>
                    <a:pt x="325204" y="112362"/>
                  </a:lnTo>
                  <a:lnTo>
                    <a:pt x="323399" y="107379"/>
                  </a:lnTo>
                  <a:lnTo>
                    <a:pt x="321437" y="102456"/>
                  </a:lnTo>
                  <a:lnTo>
                    <a:pt x="319319" y="97598"/>
                  </a:lnTo>
                  <a:lnTo>
                    <a:pt x="317049" y="92809"/>
                  </a:lnTo>
                  <a:lnTo>
                    <a:pt x="314628" y="88094"/>
                  </a:lnTo>
                  <a:lnTo>
                    <a:pt x="312059" y="83459"/>
                  </a:lnTo>
                  <a:lnTo>
                    <a:pt x="309344" y="78907"/>
                  </a:lnTo>
                  <a:lnTo>
                    <a:pt x="306486" y="74443"/>
                  </a:lnTo>
                  <a:lnTo>
                    <a:pt x="303489" y="70073"/>
                  </a:lnTo>
                  <a:lnTo>
                    <a:pt x="300354" y="65800"/>
                  </a:lnTo>
                  <a:lnTo>
                    <a:pt x="297085" y="61628"/>
                  </a:lnTo>
                  <a:lnTo>
                    <a:pt x="293686" y="57562"/>
                  </a:lnTo>
                  <a:lnTo>
                    <a:pt x="290159" y="53605"/>
                  </a:lnTo>
                  <a:lnTo>
                    <a:pt x="286509" y="49763"/>
                  </a:lnTo>
                  <a:lnTo>
                    <a:pt x="282739" y="46038"/>
                  </a:lnTo>
                  <a:lnTo>
                    <a:pt x="278852" y="42435"/>
                  </a:lnTo>
                  <a:lnTo>
                    <a:pt x="274854" y="38956"/>
                  </a:lnTo>
                  <a:lnTo>
                    <a:pt x="270747" y="35606"/>
                  </a:lnTo>
                  <a:lnTo>
                    <a:pt x="266536" y="32388"/>
                  </a:lnTo>
                  <a:lnTo>
                    <a:pt x="262225" y="29305"/>
                  </a:lnTo>
                  <a:lnTo>
                    <a:pt x="257818" y="26360"/>
                  </a:lnTo>
                  <a:lnTo>
                    <a:pt x="253321" y="23557"/>
                  </a:lnTo>
                  <a:lnTo>
                    <a:pt x="248737" y="20897"/>
                  </a:lnTo>
                  <a:lnTo>
                    <a:pt x="244070" y="18384"/>
                  </a:lnTo>
                  <a:lnTo>
                    <a:pt x="239327" y="16020"/>
                  </a:lnTo>
                  <a:lnTo>
                    <a:pt x="234511" y="13808"/>
                  </a:lnTo>
                  <a:lnTo>
                    <a:pt x="229627" y="11750"/>
                  </a:lnTo>
                  <a:lnTo>
                    <a:pt x="224680" y="9847"/>
                  </a:lnTo>
                  <a:lnTo>
                    <a:pt x="219676" y="8102"/>
                  </a:lnTo>
                  <a:lnTo>
                    <a:pt x="214619" y="6517"/>
                  </a:lnTo>
                  <a:lnTo>
                    <a:pt x="209514" y="5093"/>
                  </a:lnTo>
                  <a:lnTo>
                    <a:pt x="204366" y="3831"/>
                  </a:lnTo>
                  <a:lnTo>
                    <a:pt x="199181" y="2733"/>
                  </a:lnTo>
                  <a:lnTo>
                    <a:pt x="193964" y="1800"/>
                  </a:lnTo>
                  <a:lnTo>
                    <a:pt x="188720" y="1033"/>
                  </a:lnTo>
                  <a:lnTo>
                    <a:pt x="183454" y="433"/>
                  </a:lnTo>
                  <a:lnTo>
                    <a:pt x="178172" y="0"/>
                  </a:lnTo>
                  <a:lnTo>
                    <a:pt x="167150" y="166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11022" cy="167167"/>
            </a:xfrm>
            <a:custGeom>
              <a:avLst/>
              <a:pathLst>
                <a:path w="11022" h="167167">
                  <a:moveTo>
                    <a:pt x="11022" y="3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44" y="2633064"/>
              <a:ext cx="167167" cy="177884"/>
            </a:xfrm>
            <a:custGeom>
              <a:avLst/>
              <a:pathLst>
                <a:path w="167167" h="177884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5" y="772"/>
                  </a:lnTo>
                  <a:lnTo>
                    <a:pt x="145790" y="1372"/>
                  </a:lnTo>
                  <a:lnTo>
                    <a:pt x="140486" y="2142"/>
                  </a:lnTo>
                  <a:lnTo>
                    <a:pt x="135211" y="3082"/>
                  </a:lnTo>
                  <a:lnTo>
                    <a:pt x="129968" y="4191"/>
                  </a:lnTo>
                  <a:lnTo>
                    <a:pt x="124763" y="5467"/>
                  </a:lnTo>
                  <a:lnTo>
                    <a:pt x="119602" y="6909"/>
                  </a:lnTo>
                  <a:lnTo>
                    <a:pt x="114490" y="8516"/>
                  </a:lnTo>
                  <a:lnTo>
                    <a:pt x="109432" y="10286"/>
                  </a:lnTo>
                  <a:lnTo>
                    <a:pt x="104433" y="12217"/>
                  </a:lnTo>
                  <a:lnTo>
                    <a:pt x="99499" y="14308"/>
                  </a:lnTo>
                  <a:lnTo>
                    <a:pt x="94634" y="16555"/>
                  </a:lnTo>
                  <a:lnTo>
                    <a:pt x="89844" y="18957"/>
                  </a:lnTo>
                  <a:lnTo>
                    <a:pt x="85133" y="21512"/>
                  </a:lnTo>
                  <a:lnTo>
                    <a:pt x="80507" y="24216"/>
                  </a:lnTo>
                  <a:lnTo>
                    <a:pt x="75969" y="27067"/>
                  </a:lnTo>
                  <a:lnTo>
                    <a:pt x="71526" y="30062"/>
                  </a:lnTo>
                  <a:lnTo>
                    <a:pt x="67180" y="33198"/>
                  </a:lnTo>
                  <a:lnTo>
                    <a:pt x="62938" y="36472"/>
                  </a:lnTo>
                  <a:lnTo>
                    <a:pt x="58802" y="39880"/>
                  </a:lnTo>
                  <a:lnTo>
                    <a:pt x="54778" y="43418"/>
                  </a:lnTo>
                  <a:lnTo>
                    <a:pt x="50869" y="47084"/>
                  </a:lnTo>
                  <a:lnTo>
                    <a:pt x="47080" y="50874"/>
                  </a:lnTo>
                  <a:lnTo>
                    <a:pt x="43414" y="54782"/>
                  </a:lnTo>
                  <a:lnTo>
                    <a:pt x="39876" y="58807"/>
                  </a:lnTo>
                  <a:lnTo>
                    <a:pt x="36468" y="62942"/>
                  </a:lnTo>
                  <a:lnTo>
                    <a:pt x="33195" y="67185"/>
                  </a:lnTo>
                  <a:lnTo>
                    <a:pt x="30059" y="71531"/>
                  </a:lnTo>
                  <a:lnTo>
                    <a:pt x="27064" y="75974"/>
                  </a:lnTo>
                  <a:lnTo>
                    <a:pt x="24213" y="80512"/>
                  </a:lnTo>
                  <a:lnTo>
                    <a:pt x="21509" y="85138"/>
                  </a:lnTo>
                  <a:lnTo>
                    <a:pt x="18954" y="89849"/>
                  </a:lnTo>
                  <a:lnTo>
                    <a:pt x="16552" y="94640"/>
                  </a:lnTo>
                  <a:lnTo>
                    <a:pt x="14305" y="99504"/>
                  </a:lnTo>
                  <a:lnTo>
                    <a:pt x="12215" y="104439"/>
                  </a:lnTo>
                  <a:lnTo>
                    <a:pt x="10284" y="109438"/>
                  </a:lnTo>
                  <a:lnTo>
                    <a:pt x="8514" y="114496"/>
                  </a:lnTo>
                  <a:lnTo>
                    <a:pt x="6907" y="119608"/>
                  </a:lnTo>
                  <a:lnTo>
                    <a:pt x="5465" y="124769"/>
                  </a:lnTo>
                  <a:lnTo>
                    <a:pt x="4190" y="129974"/>
                  </a:lnTo>
                  <a:lnTo>
                    <a:pt x="3081" y="135217"/>
                  </a:lnTo>
                  <a:lnTo>
                    <a:pt x="2141" y="140492"/>
                  </a:lnTo>
                  <a:lnTo>
                    <a:pt x="1371" y="145796"/>
                  </a:lnTo>
                  <a:lnTo>
                    <a:pt x="771" y="151121"/>
                  </a:lnTo>
                  <a:lnTo>
                    <a:pt x="343" y="156462"/>
                  </a:lnTo>
                  <a:lnTo>
                    <a:pt x="85" y="161815"/>
                  </a:lnTo>
                  <a:lnTo>
                    <a:pt x="0" y="167173"/>
                  </a:lnTo>
                  <a:lnTo>
                    <a:pt x="86" y="172531"/>
                  </a:lnTo>
                  <a:lnTo>
                    <a:pt x="343" y="17788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187" y="2800231"/>
              <a:ext cx="166823" cy="10716"/>
            </a:xfrm>
            <a:custGeom>
              <a:avLst/>
              <a:pathLst>
                <a:path w="166823" h="10716">
                  <a:moveTo>
                    <a:pt x="0" y="10716"/>
                  </a:moveTo>
                  <a:lnTo>
                    <a:pt x="1668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187" y="2658350"/>
              <a:ext cx="333990" cy="309028"/>
            </a:xfrm>
            <a:custGeom>
              <a:avLst/>
              <a:pathLst>
                <a:path w="333990" h="309028">
                  <a:moveTo>
                    <a:pt x="0" y="152598"/>
                  </a:moveTo>
                  <a:lnTo>
                    <a:pt x="423" y="157882"/>
                  </a:lnTo>
                  <a:lnTo>
                    <a:pt x="1014" y="163150"/>
                  </a:lnTo>
                  <a:lnTo>
                    <a:pt x="1772" y="168397"/>
                  </a:lnTo>
                  <a:lnTo>
                    <a:pt x="2696" y="173617"/>
                  </a:lnTo>
                  <a:lnTo>
                    <a:pt x="3785" y="178805"/>
                  </a:lnTo>
                  <a:lnTo>
                    <a:pt x="5037" y="183956"/>
                  </a:lnTo>
                  <a:lnTo>
                    <a:pt x="6453" y="189065"/>
                  </a:lnTo>
                  <a:lnTo>
                    <a:pt x="8030" y="194126"/>
                  </a:lnTo>
                  <a:lnTo>
                    <a:pt x="9766" y="199135"/>
                  </a:lnTo>
                  <a:lnTo>
                    <a:pt x="11660" y="204086"/>
                  </a:lnTo>
                  <a:lnTo>
                    <a:pt x="13711" y="208975"/>
                  </a:lnTo>
                  <a:lnTo>
                    <a:pt x="15915" y="213796"/>
                  </a:lnTo>
                  <a:lnTo>
                    <a:pt x="18271" y="218545"/>
                  </a:lnTo>
                  <a:lnTo>
                    <a:pt x="20777" y="223217"/>
                  </a:lnTo>
                  <a:lnTo>
                    <a:pt x="23430" y="227807"/>
                  </a:lnTo>
                  <a:lnTo>
                    <a:pt x="26226" y="232310"/>
                  </a:lnTo>
                  <a:lnTo>
                    <a:pt x="29164" y="236723"/>
                  </a:lnTo>
                  <a:lnTo>
                    <a:pt x="32241" y="241040"/>
                  </a:lnTo>
                  <a:lnTo>
                    <a:pt x="35453" y="245257"/>
                  </a:lnTo>
                  <a:lnTo>
                    <a:pt x="38796" y="249371"/>
                  </a:lnTo>
                  <a:lnTo>
                    <a:pt x="42269" y="253376"/>
                  </a:lnTo>
                  <a:lnTo>
                    <a:pt x="45867" y="257270"/>
                  </a:lnTo>
                  <a:lnTo>
                    <a:pt x="49587" y="261047"/>
                  </a:lnTo>
                  <a:lnTo>
                    <a:pt x="53424" y="264704"/>
                  </a:lnTo>
                  <a:lnTo>
                    <a:pt x="57376" y="268238"/>
                  </a:lnTo>
                  <a:lnTo>
                    <a:pt x="61437" y="271645"/>
                  </a:lnTo>
                  <a:lnTo>
                    <a:pt x="65605" y="274922"/>
                  </a:lnTo>
                  <a:lnTo>
                    <a:pt x="69874" y="278064"/>
                  </a:lnTo>
                  <a:lnTo>
                    <a:pt x="74241" y="281070"/>
                  </a:lnTo>
                  <a:lnTo>
                    <a:pt x="78701" y="283935"/>
                  </a:lnTo>
                  <a:lnTo>
                    <a:pt x="83250" y="286658"/>
                  </a:lnTo>
                  <a:lnTo>
                    <a:pt x="87882" y="289235"/>
                  </a:lnTo>
                  <a:lnTo>
                    <a:pt x="92594" y="291664"/>
                  </a:lnTo>
                  <a:lnTo>
                    <a:pt x="97381" y="293943"/>
                  </a:lnTo>
                  <a:lnTo>
                    <a:pt x="102237" y="296068"/>
                  </a:lnTo>
                  <a:lnTo>
                    <a:pt x="107159" y="298038"/>
                  </a:lnTo>
                  <a:lnTo>
                    <a:pt x="112140" y="299852"/>
                  </a:lnTo>
                  <a:lnTo>
                    <a:pt x="117177" y="301506"/>
                  </a:lnTo>
                  <a:lnTo>
                    <a:pt x="122263" y="303000"/>
                  </a:lnTo>
                  <a:lnTo>
                    <a:pt x="127394" y="304332"/>
                  </a:lnTo>
                  <a:lnTo>
                    <a:pt x="132565" y="305500"/>
                  </a:lnTo>
                  <a:lnTo>
                    <a:pt x="137771" y="306504"/>
                  </a:lnTo>
                  <a:lnTo>
                    <a:pt x="143005" y="307343"/>
                  </a:lnTo>
                  <a:lnTo>
                    <a:pt x="148264" y="308015"/>
                  </a:lnTo>
                  <a:lnTo>
                    <a:pt x="153541" y="308520"/>
                  </a:lnTo>
                  <a:lnTo>
                    <a:pt x="158831" y="308857"/>
                  </a:lnTo>
                  <a:lnTo>
                    <a:pt x="164130" y="309027"/>
                  </a:lnTo>
                  <a:lnTo>
                    <a:pt x="169431" y="309028"/>
                  </a:lnTo>
                  <a:lnTo>
                    <a:pt x="174730" y="308861"/>
                  </a:lnTo>
                  <a:lnTo>
                    <a:pt x="180020" y="308527"/>
                  </a:lnTo>
                  <a:lnTo>
                    <a:pt x="185298" y="308024"/>
                  </a:lnTo>
                  <a:lnTo>
                    <a:pt x="190556" y="307355"/>
                  </a:lnTo>
                  <a:lnTo>
                    <a:pt x="195791" y="306519"/>
                  </a:lnTo>
                  <a:lnTo>
                    <a:pt x="200997" y="305518"/>
                  </a:lnTo>
                  <a:lnTo>
                    <a:pt x="206169" y="304352"/>
                  </a:lnTo>
                  <a:lnTo>
                    <a:pt x="211300" y="303023"/>
                  </a:lnTo>
                  <a:lnTo>
                    <a:pt x="216388" y="301531"/>
                  </a:lnTo>
                  <a:lnTo>
                    <a:pt x="221425" y="299880"/>
                  </a:lnTo>
                  <a:lnTo>
                    <a:pt x="226407" y="298069"/>
                  </a:lnTo>
                  <a:lnTo>
                    <a:pt x="231330" y="296101"/>
                  </a:lnTo>
                  <a:lnTo>
                    <a:pt x="236187" y="293978"/>
                  </a:lnTo>
                  <a:lnTo>
                    <a:pt x="240975" y="291702"/>
                  </a:lnTo>
                  <a:lnTo>
                    <a:pt x="245688" y="289276"/>
                  </a:lnTo>
                  <a:lnTo>
                    <a:pt x="250322" y="286701"/>
                  </a:lnTo>
                  <a:lnTo>
                    <a:pt x="254872" y="283980"/>
                  </a:lnTo>
                  <a:lnTo>
                    <a:pt x="259334" y="281117"/>
                  </a:lnTo>
                  <a:lnTo>
                    <a:pt x="263702" y="278114"/>
                  </a:lnTo>
                  <a:lnTo>
                    <a:pt x="267973" y="274973"/>
                  </a:lnTo>
                  <a:lnTo>
                    <a:pt x="272142" y="271699"/>
                  </a:lnTo>
                  <a:lnTo>
                    <a:pt x="276206" y="268294"/>
                  </a:lnTo>
                  <a:lnTo>
                    <a:pt x="280159" y="264762"/>
                  </a:lnTo>
                  <a:lnTo>
                    <a:pt x="283999" y="261107"/>
                  </a:lnTo>
                  <a:lnTo>
                    <a:pt x="287720" y="257332"/>
                  </a:lnTo>
                  <a:lnTo>
                    <a:pt x="291320" y="253440"/>
                  </a:lnTo>
                  <a:lnTo>
                    <a:pt x="294795" y="249436"/>
                  </a:lnTo>
                  <a:lnTo>
                    <a:pt x="298141" y="245325"/>
                  </a:lnTo>
                  <a:lnTo>
                    <a:pt x="301355" y="241109"/>
                  </a:lnTo>
                  <a:lnTo>
                    <a:pt x="304433" y="236793"/>
                  </a:lnTo>
                  <a:lnTo>
                    <a:pt x="307374" y="232382"/>
                  </a:lnTo>
                  <a:lnTo>
                    <a:pt x="310173" y="227880"/>
                  </a:lnTo>
                  <a:lnTo>
                    <a:pt x="312827" y="223291"/>
                  </a:lnTo>
                  <a:lnTo>
                    <a:pt x="315335" y="218621"/>
                  </a:lnTo>
                  <a:lnTo>
                    <a:pt x="317694" y="213873"/>
                  </a:lnTo>
                  <a:lnTo>
                    <a:pt x="319901" y="209053"/>
                  </a:lnTo>
                  <a:lnTo>
                    <a:pt x="321954" y="204166"/>
                  </a:lnTo>
                  <a:lnTo>
                    <a:pt x="323851" y="199215"/>
                  </a:lnTo>
                  <a:lnTo>
                    <a:pt x="325590" y="194208"/>
                  </a:lnTo>
                  <a:lnTo>
                    <a:pt x="327169" y="189147"/>
                  </a:lnTo>
                  <a:lnTo>
                    <a:pt x="328587" y="184039"/>
                  </a:lnTo>
                  <a:lnTo>
                    <a:pt x="329843" y="178889"/>
                  </a:lnTo>
                  <a:lnTo>
                    <a:pt x="330934" y="173701"/>
                  </a:lnTo>
                  <a:lnTo>
                    <a:pt x="331861" y="168481"/>
                  </a:lnTo>
                  <a:lnTo>
                    <a:pt x="332621" y="163235"/>
                  </a:lnTo>
                  <a:lnTo>
                    <a:pt x="333215" y="157967"/>
                  </a:lnTo>
                  <a:lnTo>
                    <a:pt x="333641" y="152683"/>
                  </a:lnTo>
                  <a:lnTo>
                    <a:pt x="333900" y="147388"/>
                  </a:lnTo>
                  <a:lnTo>
                    <a:pt x="333990" y="142088"/>
                  </a:lnTo>
                  <a:lnTo>
                    <a:pt x="333913" y="136787"/>
                  </a:lnTo>
                  <a:lnTo>
                    <a:pt x="333667" y="131491"/>
                  </a:lnTo>
                  <a:lnTo>
                    <a:pt x="333254" y="126206"/>
                  </a:lnTo>
                  <a:lnTo>
                    <a:pt x="332673" y="120937"/>
                  </a:lnTo>
                  <a:lnTo>
                    <a:pt x="331926" y="115689"/>
                  </a:lnTo>
                  <a:lnTo>
                    <a:pt x="331012" y="110467"/>
                  </a:lnTo>
                  <a:lnTo>
                    <a:pt x="329934" y="105276"/>
                  </a:lnTo>
                  <a:lnTo>
                    <a:pt x="328691" y="100123"/>
                  </a:lnTo>
                  <a:lnTo>
                    <a:pt x="327286" y="95011"/>
                  </a:lnTo>
                  <a:lnTo>
                    <a:pt x="325719" y="89947"/>
                  </a:lnTo>
                  <a:lnTo>
                    <a:pt x="323992" y="84935"/>
                  </a:lnTo>
                  <a:lnTo>
                    <a:pt x="322107" y="79980"/>
                  </a:lnTo>
                  <a:lnTo>
                    <a:pt x="320067" y="75087"/>
                  </a:lnTo>
                  <a:lnTo>
                    <a:pt x="317872" y="70262"/>
                  </a:lnTo>
                  <a:lnTo>
                    <a:pt x="315525" y="65508"/>
                  </a:lnTo>
                  <a:lnTo>
                    <a:pt x="313028" y="60832"/>
                  </a:lnTo>
                  <a:lnTo>
                    <a:pt x="310385" y="56236"/>
                  </a:lnTo>
                  <a:lnTo>
                    <a:pt x="307597" y="51727"/>
                  </a:lnTo>
                  <a:lnTo>
                    <a:pt x="304668" y="47309"/>
                  </a:lnTo>
                  <a:lnTo>
                    <a:pt x="301600" y="42986"/>
                  </a:lnTo>
                  <a:lnTo>
                    <a:pt x="298396" y="38762"/>
                  </a:lnTo>
                  <a:lnTo>
                    <a:pt x="295060" y="34642"/>
                  </a:lnTo>
                  <a:lnTo>
                    <a:pt x="291595" y="30630"/>
                  </a:lnTo>
                  <a:lnTo>
                    <a:pt x="288005" y="26729"/>
                  </a:lnTo>
                  <a:lnTo>
                    <a:pt x="284293" y="22945"/>
                  </a:lnTo>
                  <a:lnTo>
                    <a:pt x="280463" y="19280"/>
                  </a:lnTo>
                  <a:lnTo>
                    <a:pt x="276518" y="15738"/>
                  </a:lnTo>
                  <a:lnTo>
                    <a:pt x="272463" y="12323"/>
                  </a:lnTo>
                  <a:lnTo>
                    <a:pt x="268302" y="9039"/>
                  </a:lnTo>
                  <a:lnTo>
                    <a:pt x="264039" y="5888"/>
                  </a:lnTo>
                  <a:lnTo>
                    <a:pt x="259678" y="2874"/>
                  </a:lnTo>
                  <a:lnTo>
                    <a:pt x="255223" y="0"/>
                  </a:lnTo>
                  <a:lnTo>
                    <a:pt x="166823" y="141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88400" cy="167167"/>
            </a:xfrm>
            <a:custGeom>
              <a:avLst/>
              <a:pathLst>
                <a:path w="88400" h="167167">
                  <a:moveTo>
                    <a:pt x="88400" y="25286"/>
                  </a:moveTo>
                  <a:lnTo>
                    <a:pt x="83406" y="22294"/>
                  </a:lnTo>
                  <a:lnTo>
                    <a:pt x="78311" y="19477"/>
                  </a:lnTo>
                  <a:lnTo>
                    <a:pt x="73122" y="16840"/>
                  </a:lnTo>
                  <a:lnTo>
                    <a:pt x="67843" y="14385"/>
                  </a:lnTo>
                  <a:lnTo>
                    <a:pt x="62483" y="12116"/>
                  </a:lnTo>
                  <a:lnTo>
                    <a:pt x="57046" y="10034"/>
                  </a:lnTo>
                  <a:lnTo>
                    <a:pt x="51541" y="8143"/>
                  </a:lnTo>
                  <a:lnTo>
                    <a:pt x="45972" y="6445"/>
                  </a:lnTo>
                  <a:lnTo>
                    <a:pt x="40348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284" y="2126963"/>
              <a:ext cx="71187" cy="167167"/>
            </a:xfrm>
            <a:custGeom>
              <a:avLst/>
              <a:pathLst>
                <a:path w="71187" h="167167">
                  <a:moveTo>
                    <a:pt x="71187" y="0"/>
                  </a:moveTo>
                  <a:lnTo>
                    <a:pt x="65531" y="95"/>
                  </a:lnTo>
                  <a:lnTo>
                    <a:pt x="59882" y="382"/>
                  </a:lnTo>
                  <a:lnTo>
                    <a:pt x="54246" y="860"/>
                  </a:lnTo>
                  <a:lnTo>
                    <a:pt x="48629" y="1528"/>
                  </a:lnTo>
                  <a:lnTo>
                    <a:pt x="43039" y="2386"/>
                  </a:lnTo>
                  <a:lnTo>
                    <a:pt x="37480" y="3433"/>
                  </a:lnTo>
                  <a:lnTo>
                    <a:pt x="31960" y="4667"/>
                  </a:lnTo>
                  <a:lnTo>
                    <a:pt x="26485" y="6087"/>
                  </a:lnTo>
                  <a:lnTo>
                    <a:pt x="21061" y="7692"/>
                  </a:lnTo>
                  <a:lnTo>
                    <a:pt x="15694" y="9479"/>
                  </a:lnTo>
                  <a:lnTo>
                    <a:pt x="10391" y="11447"/>
                  </a:lnTo>
                  <a:lnTo>
                    <a:pt x="5157" y="13593"/>
                  </a:lnTo>
                  <a:lnTo>
                    <a:pt x="0" y="15915"/>
                  </a:lnTo>
                  <a:lnTo>
                    <a:pt x="711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57284" y="2142878"/>
              <a:ext cx="71187" cy="151252"/>
            </a:xfrm>
            <a:custGeom>
              <a:avLst/>
              <a:pathLst>
                <a:path w="71187" h="151252">
                  <a:moveTo>
                    <a:pt x="0" y="0"/>
                  </a:moveTo>
                  <a:lnTo>
                    <a:pt x="71187" y="1512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15" y="2142878"/>
              <a:ext cx="261205" cy="318417"/>
            </a:xfrm>
            <a:custGeom>
              <a:avLst/>
              <a:pathLst>
                <a:path w="261205" h="318417">
                  <a:moveTo>
                    <a:pt x="95969" y="0"/>
                  </a:moveTo>
                  <a:lnTo>
                    <a:pt x="91207" y="2334"/>
                  </a:lnTo>
                  <a:lnTo>
                    <a:pt x="86522" y="4817"/>
                  </a:lnTo>
                  <a:lnTo>
                    <a:pt x="81918" y="7449"/>
                  </a:lnTo>
                  <a:lnTo>
                    <a:pt x="77400" y="10225"/>
                  </a:lnTo>
                  <a:lnTo>
                    <a:pt x="72972" y="13142"/>
                  </a:lnTo>
                  <a:lnTo>
                    <a:pt x="68639" y="16199"/>
                  </a:lnTo>
                  <a:lnTo>
                    <a:pt x="64405" y="19392"/>
                  </a:lnTo>
                  <a:lnTo>
                    <a:pt x="60274" y="22717"/>
                  </a:lnTo>
                  <a:lnTo>
                    <a:pt x="56251" y="26172"/>
                  </a:lnTo>
                  <a:lnTo>
                    <a:pt x="52340" y="29753"/>
                  </a:lnTo>
                  <a:lnTo>
                    <a:pt x="48544" y="33456"/>
                  </a:lnTo>
                  <a:lnTo>
                    <a:pt x="44867" y="37277"/>
                  </a:lnTo>
                  <a:lnTo>
                    <a:pt x="41314" y="41213"/>
                  </a:lnTo>
                  <a:lnTo>
                    <a:pt x="37887" y="45260"/>
                  </a:lnTo>
                  <a:lnTo>
                    <a:pt x="34590" y="49414"/>
                  </a:lnTo>
                  <a:lnTo>
                    <a:pt x="31427" y="53670"/>
                  </a:lnTo>
                  <a:lnTo>
                    <a:pt x="28400" y="58024"/>
                  </a:lnTo>
                  <a:lnTo>
                    <a:pt x="25513" y="62472"/>
                  </a:lnTo>
                  <a:lnTo>
                    <a:pt x="22768" y="67009"/>
                  </a:lnTo>
                  <a:lnTo>
                    <a:pt x="20168" y="71631"/>
                  </a:lnTo>
                  <a:lnTo>
                    <a:pt x="17717" y="76333"/>
                  </a:lnTo>
                  <a:lnTo>
                    <a:pt x="15416" y="81111"/>
                  </a:lnTo>
                  <a:lnTo>
                    <a:pt x="13268" y="85959"/>
                  </a:lnTo>
                  <a:lnTo>
                    <a:pt x="11274" y="90873"/>
                  </a:lnTo>
                  <a:lnTo>
                    <a:pt x="9437" y="95848"/>
                  </a:lnTo>
                  <a:lnTo>
                    <a:pt x="7759" y="100878"/>
                  </a:lnTo>
                  <a:lnTo>
                    <a:pt x="6242" y="105959"/>
                  </a:lnTo>
                  <a:lnTo>
                    <a:pt x="4886" y="111086"/>
                  </a:lnTo>
                  <a:lnTo>
                    <a:pt x="3694" y="116253"/>
                  </a:lnTo>
                  <a:lnTo>
                    <a:pt x="2666" y="121455"/>
                  </a:lnTo>
                  <a:lnTo>
                    <a:pt x="1804" y="126688"/>
                  </a:lnTo>
                  <a:lnTo>
                    <a:pt x="1108" y="131945"/>
                  </a:lnTo>
                  <a:lnTo>
                    <a:pt x="579" y="137221"/>
                  </a:lnTo>
                  <a:lnTo>
                    <a:pt x="218" y="142512"/>
                  </a:lnTo>
                  <a:lnTo>
                    <a:pt x="25" y="147811"/>
                  </a:lnTo>
                  <a:lnTo>
                    <a:pt x="0" y="153114"/>
                  </a:lnTo>
                  <a:lnTo>
                    <a:pt x="143" y="158415"/>
                  </a:lnTo>
                  <a:lnTo>
                    <a:pt x="454" y="163709"/>
                  </a:lnTo>
                  <a:lnTo>
                    <a:pt x="933" y="168990"/>
                  </a:lnTo>
                  <a:lnTo>
                    <a:pt x="1579" y="174253"/>
                  </a:lnTo>
                  <a:lnTo>
                    <a:pt x="2392" y="179493"/>
                  </a:lnTo>
                  <a:lnTo>
                    <a:pt x="3371" y="184705"/>
                  </a:lnTo>
                  <a:lnTo>
                    <a:pt x="4514" y="189883"/>
                  </a:lnTo>
                  <a:lnTo>
                    <a:pt x="5821" y="195022"/>
                  </a:lnTo>
                  <a:lnTo>
                    <a:pt x="7291" y="200118"/>
                  </a:lnTo>
                  <a:lnTo>
                    <a:pt x="8921" y="205164"/>
                  </a:lnTo>
                  <a:lnTo>
                    <a:pt x="10711" y="210155"/>
                  </a:lnTo>
                  <a:lnTo>
                    <a:pt x="12658" y="215088"/>
                  </a:lnTo>
                  <a:lnTo>
                    <a:pt x="14760" y="219956"/>
                  </a:lnTo>
                  <a:lnTo>
                    <a:pt x="17016" y="224755"/>
                  </a:lnTo>
                  <a:lnTo>
                    <a:pt x="19423" y="229481"/>
                  </a:lnTo>
                  <a:lnTo>
                    <a:pt x="21979" y="234127"/>
                  </a:lnTo>
                  <a:lnTo>
                    <a:pt x="24680" y="238690"/>
                  </a:lnTo>
                  <a:lnTo>
                    <a:pt x="27525" y="243165"/>
                  </a:lnTo>
                  <a:lnTo>
                    <a:pt x="30511" y="247548"/>
                  </a:lnTo>
                  <a:lnTo>
                    <a:pt x="33634" y="251833"/>
                  </a:lnTo>
                  <a:lnTo>
                    <a:pt x="36891" y="256018"/>
                  </a:lnTo>
                  <a:lnTo>
                    <a:pt x="40280" y="260097"/>
                  </a:lnTo>
                  <a:lnTo>
                    <a:pt x="43796" y="264066"/>
                  </a:lnTo>
                  <a:lnTo>
                    <a:pt x="47436" y="267922"/>
                  </a:lnTo>
                  <a:lnTo>
                    <a:pt x="51197" y="271661"/>
                  </a:lnTo>
                  <a:lnTo>
                    <a:pt x="55075" y="275278"/>
                  </a:lnTo>
                  <a:lnTo>
                    <a:pt x="59065" y="278771"/>
                  </a:lnTo>
                  <a:lnTo>
                    <a:pt x="63164" y="282135"/>
                  </a:lnTo>
                  <a:lnTo>
                    <a:pt x="67368" y="285368"/>
                  </a:lnTo>
                  <a:lnTo>
                    <a:pt x="71672" y="288466"/>
                  </a:lnTo>
                  <a:lnTo>
                    <a:pt x="76072" y="291425"/>
                  </a:lnTo>
                  <a:lnTo>
                    <a:pt x="80564" y="294244"/>
                  </a:lnTo>
                  <a:lnTo>
                    <a:pt x="85143" y="296918"/>
                  </a:lnTo>
                  <a:lnTo>
                    <a:pt x="89804" y="299446"/>
                  </a:lnTo>
                  <a:lnTo>
                    <a:pt x="94543" y="301825"/>
                  </a:lnTo>
                  <a:lnTo>
                    <a:pt x="99356" y="304052"/>
                  </a:lnTo>
                  <a:lnTo>
                    <a:pt x="104236" y="306126"/>
                  </a:lnTo>
                  <a:lnTo>
                    <a:pt x="109180" y="308044"/>
                  </a:lnTo>
                  <a:lnTo>
                    <a:pt x="114183" y="309804"/>
                  </a:lnTo>
                  <a:lnTo>
                    <a:pt x="119238" y="311404"/>
                  </a:lnTo>
                  <a:lnTo>
                    <a:pt x="124342" y="312844"/>
                  </a:lnTo>
                  <a:lnTo>
                    <a:pt x="129489" y="314120"/>
                  </a:lnTo>
                  <a:lnTo>
                    <a:pt x="134674" y="315233"/>
                  </a:lnTo>
                  <a:lnTo>
                    <a:pt x="139891" y="316181"/>
                  </a:lnTo>
                  <a:lnTo>
                    <a:pt x="145136" y="316963"/>
                  </a:lnTo>
                  <a:lnTo>
                    <a:pt x="150403" y="317578"/>
                  </a:lnTo>
                  <a:lnTo>
                    <a:pt x="155687" y="318025"/>
                  </a:lnTo>
                  <a:lnTo>
                    <a:pt x="160983" y="318305"/>
                  </a:lnTo>
                  <a:lnTo>
                    <a:pt x="166285" y="318417"/>
                  </a:lnTo>
                  <a:lnTo>
                    <a:pt x="171587" y="318361"/>
                  </a:lnTo>
                  <a:lnTo>
                    <a:pt x="176885" y="318136"/>
                  </a:lnTo>
                  <a:lnTo>
                    <a:pt x="182174" y="317743"/>
                  </a:lnTo>
                  <a:lnTo>
                    <a:pt x="187447" y="317183"/>
                  </a:lnTo>
                  <a:lnTo>
                    <a:pt x="192700" y="316456"/>
                  </a:lnTo>
                  <a:lnTo>
                    <a:pt x="197927" y="315563"/>
                  </a:lnTo>
                  <a:lnTo>
                    <a:pt x="203123" y="314504"/>
                  </a:lnTo>
                  <a:lnTo>
                    <a:pt x="208283" y="313282"/>
                  </a:lnTo>
                  <a:lnTo>
                    <a:pt x="213401" y="311896"/>
                  </a:lnTo>
                  <a:lnTo>
                    <a:pt x="218473" y="310348"/>
                  </a:lnTo>
                  <a:lnTo>
                    <a:pt x="223494" y="308640"/>
                  </a:lnTo>
                  <a:lnTo>
                    <a:pt x="228457" y="306774"/>
                  </a:lnTo>
                  <a:lnTo>
                    <a:pt x="233359" y="304752"/>
                  </a:lnTo>
                  <a:lnTo>
                    <a:pt x="238195" y="302574"/>
                  </a:lnTo>
                  <a:lnTo>
                    <a:pt x="242959" y="300245"/>
                  </a:lnTo>
                  <a:lnTo>
                    <a:pt x="247646" y="297766"/>
                  </a:lnTo>
                  <a:lnTo>
                    <a:pt x="252253" y="295139"/>
                  </a:lnTo>
                  <a:lnTo>
                    <a:pt x="256774" y="292368"/>
                  </a:lnTo>
                  <a:lnTo>
                    <a:pt x="261205" y="289454"/>
                  </a:lnTo>
                  <a:lnTo>
                    <a:pt x="167157" y="151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3" cy="305369"/>
            </a:xfrm>
            <a:custGeom>
              <a:avLst/>
              <a:pathLst>
                <a:path w="167163" h="305369">
                  <a:moveTo>
                    <a:pt x="94048" y="305369"/>
                  </a:moveTo>
                  <a:lnTo>
                    <a:pt x="98449" y="302270"/>
                  </a:lnTo>
                  <a:lnTo>
                    <a:pt x="102748" y="299030"/>
                  </a:lnTo>
                  <a:lnTo>
                    <a:pt x="106940" y="295653"/>
                  </a:lnTo>
                  <a:lnTo>
                    <a:pt x="111022" y="292143"/>
                  </a:lnTo>
                  <a:lnTo>
                    <a:pt x="114988" y="288504"/>
                  </a:lnTo>
                  <a:lnTo>
                    <a:pt x="118835" y="284738"/>
                  </a:lnTo>
                  <a:lnTo>
                    <a:pt x="122559" y="280851"/>
                  </a:lnTo>
                  <a:lnTo>
                    <a:pt x="126156" y="276846"/>
                  </a:lnTo>
                  <a:lnTo>
                    <a:pt x="129622" y="272727"/>
                  </a:lnTo>
                  <a:lnTo>
                    <a:pt x="132954" y="268499"/>
                  </a:lnTo>
                  <a:lnTo>
                    <a:pt x="136147" y="264166"/>
                  </a:lnTo>
                  <a:lnTo>
                    <a:pt x="139200" y="259732"/>
                  </a:lnTo>
                  <a:lnTo>
                    <a:pt x="142108" y="255202"/>
                  </a:lnTo>
                  <a:lnTo>
                    <a:pt x="144869" y="250580"/>
                  </a:lnTo>
                  <a:lnTo>
                    <a:pt x="147480" y="245873"/>
                  </a:lnTo>
                  <a:lnTo>
                    <a:pt x="149937" y="241083"/>
                  </a:lnTo>
                  <a:lnTo>
                    <a:pt x="152239" y="236217"/>
                  </a:lnTo>
                  <a:lnTo>
                    <a:pt x="154384" y="231280"/>
                  </a:lnTo>
                  <a:lnTo>
                    <a:pt x="156368" y="226276"/>
                  </a:lnTo>
                  <a:lnTo>
                    <a:pt x="158190" y="221210"/>
                  </a:lnTo>
                  <a:lnTo>
                    <a:pt x="159848" y="216089"/>
                  </a:lnTo>
                  <a:lnTo>
                    <a:pt x="161340" y="210917"/>
                  </a:lnTo>
                  <a:lnTo>
                    <a:pt x="162665" y="205699"/>
                  </a:lnTo>
                  <a:lnTo>
                    <a:pt x="163822" y="200442"/>
                  </a:lnTo>
                  <a:lnTo>
                    <a:pt x="164808" y="195150"/>
                  </a:lnTo>
                  <a:lnTo>
                    <a:pt x="165624" y="189829"/>
                  </a:lnTo>
                  <a:lnTo>
                    <a:pt x="166268" y="184484"/>
                  </a:lnTo>
                  <a:lnTo>
                    <a:pt x="166739" y="179122"/>
                  </a:lnTo>
                  <a:lnTo>
                    <a:pt x="167037" y="173747"/>
                  </a:lnTo>
                  <a:lnTo>
                    <a:pt x="167163" y="168365"/>
                  </a:lnTo>
                  <a:lnTo>
                    <a:pt x="167115" y="162982"/>
                  </a:lnTo>
                  <a:lnTo>
                    <a:pt x="166893" y="157604"/>
                  </a:lnTo>
                  <a:lnTo>
                    <a:pt x="166499" y="152235"/>
                  </a:lnTo>
                  <a:lnTo>
                    <a:pt x="165932" y="146882"/>
                  </a:lnTo>
                  <a:lnTo>
                    <a:pt x="165192" y="141550"/>
                  </a:lnTo>
                  <a:lnTo>
                    <a:pt x="164282" y="136244"/>
                  </a:lnTo>
                  <a:lnTo>
                    <a:pt x="163201" y="130971"/>
                  </a:lnTo>
                  <a:lnTo>
                    <a:pt x="161951" y="125735"/>
                  </a:lnTo>
                  <a:lnTo>
                    <a:pt x="160533" y="120542"/>
                  </a:lnTo>
                  <a:lnTo>
                    <a:pt x="158949" y="115397"/>
                  </a:lnTo>
                  <a:lnTo>
                    <a:pt x="157199" y="110306"/>
                  </a:lnTo>
                  <a:lnTo>
                    <a:pt x="155287" y="105274"/>
                  </a:lnTo>
                  <a:lnTo>
                    <a:pt x="153214" y="100306"/>
                  </a:lnTo>
                  <a:lnTo>
                    <a:pt x="150982" y="95408"/>
                  </a:lnTo>
                  <a:lnTo>
                    <a:pt x="148593" y="90584"/>
                  </a:lnTo>
                  <a:lnTo>
                    <a:pt x="146050" y="85839"/>
                  </a:lnTo>
                  <a:lnTo>
                    <a:pt x="143356" y="81179"/>
                  </a:lnTo>
                  <a:lnTo>
                    <a:pt x="140513" y="76608"/>
                  </a:lnTo>
                  <a:lnTo>
                    <a:pt x="137524" y="72130"/>
                  </a:lnTo>
                  <a:lnTo>
                    <a:pt x="134393" y="67752"/>
                  </a:lnTo>
                  <a:lnTo>
                    <a:pt x="131122" y="63476"/>
                  </a:lnTo>
                  <a:lnTo>
                    <a:pt x="127716" y="59308"/>
                  </a:lnTo>
                  <a:lnTo>
                    <a:pt x="124177" y="55252"/>
                  </a:lnTo>
                  <a:lnTo>
                    <a:pt x="120509" y="51311"/>
                  </a:lnTo>
                  <a:lnTo>
                    <a:pt x="116716" y="47491"/>
                  </a:lnTo>
                  <a:lnTo>
                    <a:pt x="112802" y="43795"/>
                  </a:lnTo>
                  <a:lnTo>
                    <a:pt x="108771" y="40227"/>
                  </a:lnTo>
                  <a:lnTo>
                    <a:pt x="104628" y="36791"/>
                  </a:lnTo>
                  <a:lnTo>
                    <a:pt x="100376" y="33490"/>
                  </a:lnTo>
                  <a:lnTo>
                    <a:pt x="96020" y="30327"/>
                  </a:lnTo>
                  <a:lnTo>
                    <a:pt x="91564" y="27307"/>
                  </a:lnTo>
                  <a:lnTo>
                    <a:pt x="87013" y="24431"/>
                  </a:lnTo>
                  <a:lnTo>
                    <a:pt x="82372" y="21703"/>
                  </a:lnTo>
                  <a:lnTo>
                    <a:pt x="77646" y="19126"/>
                  </a:lnTo>
                  <a:lnTo>
                    <a:pt x="72839" y="16703"/>
                  </a:lnTo>
                  <a:lnTo>
                    <a:pt x="67957" y="14436"/>
                  </a:lnTo>
                  <a:lnTo>
                    <a:pt x="63004" y="12327"/>
                  </a:lnTo>
                  <a:lnTo>
                    <a:pt x="57986" y="10379"/>
                  </a:lnTo>
                  <a:lnTo>
                    <a:pt x="52907" y="8593"/>
                  </a:lnTo>
                  <a:lnTo>
                    <a:pt x="47774" y="6972"/>
                  </a:lnTo>
                  <a:lnTo>
                    <a:pt x="42592" y="5516"/>
                  </a:lnTo>
                  <a:lnTo>
                    <a:pt x="37365" y="4229"/>
                  </a:lnTo>
                  <a:lnTo>
                    <a:pt x="32099" y="3110"/>
                  </a:lnTo>
                  <a:lnTo>
                    <a:pt x="26800" y="2162"/>
                  </a:lnTo>
                  <a:lnTo>
                    <a:pt x="21473" y="1384"/>
                  </a:lnTo>
                  <a:lnTo>
                    <a:pt x="16124" y="779"/>
                  </a:lnTo>
                  <a:lnTo>
                    <a:pt x="10759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4910" y="1681503"/>
              <a:ext cx="48324" cy="167167"/>
            </a:xfrm>
            <a:custGeom>
              <a:avLst/>
              <a:pathLst>
                <a:path w="48324" h="167167">
                  <a:moveTo>
                    <a:pt x="48324" y="0"/>
                  </a:moveTo>
                  <a:lnTo>
                    <a:pt x="42197" y="112"/>
                  </a:lnTo>
                  <a:lnTo>
                    <a:pt x="36079" y="449"/>
                  </a:lnTo>
                  <a:lnTo>
                    <a:pt x="29977" y="1009"/>
                  </a:lnTo>
                  <a:lnTo>
                    <a:pt x="23900" y="1793"/>
                  </a:lnTo>
                  <a:lnTo>
                    <a:pt x="17855" y="2800"/>
                  </a:lnTo>
                  <a:lnTo>
                    <a:pt x="11852" y="4027"/>
                  </a:lnTo>
                  <a:lnTo>
                    <a:pt x="5897" y="5473"/>
                  </a:lnTo>
                  <a:lnTo>
                    <a:pt x="0" y="7137"/>
                  </a:lnTo>
                  <a:lnTo>
                    <a:pt x="4832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4910" y="1688640"/>
              <a:ext cx="48324" cy="160030"/>
            </a:xfrm>
            <a:custGeom>
              <a:avLst/>
              <a:pathLst>
                <a:path w="48324" h="160030">
                  <a:moveTo>
                    <a:pt x="0" y="0"/>
                  </a:moveTo>
                  <a:lnTo>
                    <a:pt x="48324" y="160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82" y="1688640"/>
              <a:ext cx="334317" cy="327196"/>
            </a:xfrm>
            <a:custGeom>
              <a:avLst/>
              <a:pathLst>
                <a:path w="334317" h="327196">
                  <a:moveTo>
                    <a:pt x="118828" y="0"/>
                  </a:moveTo>
                  <a:lnTo>
                    <a:pt x="113795" y="1606"/>
                  </a:lnTo>
                  <a:lnTo>
                    <a:pt x="108815" y="3372"/>
                  </a:lnTo>
                  <a:lnTo>
                    <a:pt x="103894" y="5293"/>
                  </a:lnTo>
                  <a:lnTo>
                    <a:pt x="99036" y="7369"/>
                  </a:lnTo>
                  <a:lnTo>
                    <a:pt x="94246" y="9598"/>
                  </a:lnTo>
                  <a:lnTo>
                    <a:pt x="89529" y="11977"/>
                  </a:lnTo>
                  <a:lnTo>
                    <a:pt x="84890" y="14504"/>
                  </a:lnTo>
                  <a:lnTo>
                    <a:pt x="80332" y="17176"/>
                  </a:lnTo>
                  <a:lnTo>
                    <a:pt x="75861" y="19991"/>
                  </a:lnTo>
                  <a:lnTo>
                    <a:pt x="71482" y="22945"/>
                  </a:lnTo>
                  <a:lnTo>
                    <a:pt x="67198" y="26037"/>
                  </a:lnTo>
                  <a:lnTo>
                    <a:pt x="63014" y="29262"/>
                  </a:lnTo>
                  <a:lnTo>
                    <a:pt x="58933" y="32618"/>
                  </a:lnTo>
                  <a:lnTo>
                    <a:pt x="54961" y="36102"/>
                  </a:lnTo>
                  <a:lnTo>
                    <a:pt x="51101" y="39709"/>
                  </a:lnTo>
                  <a:lnTo>
                    <a:pt x="47357" y="43436"/>
                  </a:lnTo>
                  <a:lnTo>
                    <a:pt x="43733" y="47279"/>
                  </a:lnTo>
                  <a:lnTo>
                    <a:pt x="40232" y="51236"/>
                  </a:lnTo>
                  <a:lnTo>
                    <a:pt x="36857" y="55301"/>
                  </a:lnTo>
                  <a:lnTo>
                    <a:pt x="33613" y="59470"/>
                  </a:lnTo>
                  <a:lnTo>
                    <a:pt x="30502" y="63740"/>
                  </a:lnTo>
                  <a:lnTo>
                    <a:pt x="27527" y="68106"/>
                  </a:lnTo>
                  <a:lnTo>
                    <a:pt x="24692" y="72564"/>
                  </a:lnTo>
                  <a:lnTo>
                    <a:pt x="22000" y="77110"/>
                  </a:lnTo>
                  <a:lnTo>
                    <a:pt x="19452" y="81738"/>
                  </a:lnTo>
                  <a:lnTo>
                    <a:pt x="17052" y="86444"/>
                  </a:lnTo>
                  <a:lnTo>
                    <a:pt x="14801" y="91224"/>
                  </a:lnTo>
                  <a:lnTo>
                    <a:pt x="12703" y="96072"/>
                  </a:lnTo>
                  <a:lnTo>
                    <a:pt x="10759" y="100985"/>
                  </a:lnTo>
                  <a:lnTo>
                    <a:pt x="8972" y="105956"/>
                  </a:lnTo>
                  <a:lnTo>
                    <a:pt x="7342" y="110982"/>
                  </a:lnTo>
                  <a:lnTo>
                    <a:pt x="5872" y="116056"/>
                  </a:lnTo>
                  <a:lnTo>
                    <a:pt x="4563" y="121174"/>
                  </a:lnTo>
                  <a:lnTo>
                    <a:pt x="3416" y="126331"/>
                  </a:lnTo>
                  <a:lnTo>
                    <a:pt x="2433" y="131522"/>
                  </a:lnTo>
                  <a:lnTo>
                    <a:pt x="1615" y="136741"/>
                  </a:lnTo>
                  <a:lnTo>
                    <a:pt x="962" y="141984"/>
                  </a:lnTo>
                  <a:lnTo>
                    <a:pt x="474" y="147244"/>
                  </a:lnTo>
                  <a:lnTo>
                    <a:pt x="153" y="152518"/>
                  </a:lnTo>
                  <a:lnTo>
                    <a:pt x="0" y="157798"/>
                  </a:lnTo>
                  <a:lnTo>
                    <a:pt x="12" y="163082"/>
                  </a:lnTo>
                  <a:lnTo>
                    <a:pt x="192" y="168361"/>
                  </a:lnTo>
                  <a:lnTo>
                    <a:pt x="539" y="173633"/>
                  </a:lnTo>
                  <a:lnTo>
                    <a:pt x="1052" y="178891"/>
                  </a:lnTo>
                  <a:lnTo>
                    <a:pt x="1731" y="184130"/>
                  </a:lnTo>
                  <a:lnTo>
                    <a:pt x="2575" y="189346"/>
                  </a:lnTo>
                  <a:lnTo>
                    <a:pt x="3584" y="194531"/>
                  </a:lnTo>
                  <a:lnTo>
                    <a:pt x="4756" y="199683"/>
                  </a:lnTo>
                  <a:lnTo>
                    <a:pt x="6090" y="204795"/>
                  </a:lnTo>
                  <a:lnTo>
                    <a:pt x="7585" y="209862"/>
                  </a:lnTo>
                  <a:lnTo>
                    <a:pt x="9239" y="214879"/>
                  </a:lnTo>
                  <a:lnTo>
                    <a:pt x="11051" y="219842"/>
                  </a:lnTo>
                  <a:lnTo>
                    <a:pt x="13019" y="224745"/>
                  </a:lnTo>
                  <a:lnTo>
                    <a:pt x="15141" y="229583"/>
                  </a:lnTo>
                  <a:lnTo>
                    <a:pt x="17415" y="234351"/>
                  </a:lnTo>
                  <a:lnTo>
                    <a:pt x="19838" y="239046"/>
                  </a:lnTo>
                  <a:lnTo>
                    <a:pt x="22409" y="243661"/>
                  </a:lnTo>
                  <a:lnTo>
                    <a:pt x="25123" y="248194"/>
                  </a:lnTo>
                  <a:lnTo>
                    <a:pt x="27980" y="252637"/>
                  </a:lnTo>
                  <a:lnTo>
                    <a:pt x="30976" y="256989"/>
                  </a:lnTo>
                  <a:lnTo>
                    <a:pt x="34108" y="261244"/>
                  </a:lnTo>
                  <a:lnTo>
                    <a:pt x="37373" y="265397"/>
                  </a:lnTo>
                  <a:lnTo>
                    <a:pt x="40767" y="269446"/>
                  </a:lnTo>
                  <a:lnTo>
                    <a:pt x="44288" y="273385"/>
                  </a:lnTo>
                  <a:lnTo>
                    <a:pt x="47931" y="277210"/>
                  </a:lnTo>
                  <a:lnTo>
                    <a:pt x="51693" y="280919"/>
                  </a:lnTo>
                  <a:lnTo>
                    <a:pt x="55571" y="284507"/>
                  </a:lnTo>
                  <a:lnTo>
                    <a:pt x="59560" y="287971"/>
                  </a:lnTo>
                  <a:lnTo>
                    <a:pt x="63657" y="291307"/>
                  </a:lnTo>
                  <a:lnTo>
                    <a:pt x="67857" y="294512"/>
                  </a:lnTo>
                  <a:lnTo>
                    <a:pt x="72156" y="297582"/>
                  </a:lnTo>
                  <a:lnTo>
                    <a:pt x="76550" y="300515"/>
                  </a:lnTo>
                  <a:lnTo>
                    <a:pt x="81034" y="303308"/>
                  </a:lnTo>
                  <a:lnTo>
                    <a:pt x="85605" y="305958"/>
                  </a:lnTo>
                  <a:lnTo>
                    <a:pt x="90257" y="308462"/>
                  </a:lnTo>
                  <a:lnTo>
                    <a:pt x="94986" y="310818"/>
                  </a:lnTo>
                  <a:lnTo>
                    <a:pt x="99786" y="313023"/>
                  </a:lnTo>
                  <a:lnTo>
                    <a:pt x="104654" y="315075"/>
                  </a:lnTo>
                  <a:lnTo>
                    <a:pt x="109585" y="316972"/>
                  </a:lnTo>
                  <a:lnTo>
                    <a:pt x="114573" y="318713"/>
                  </a:lnTo>
                  <a:lnTo>
                    <a:pt x="119614" y="320295"/>
                  </a:lnTo>
                  <a:lnTo>
                    <a:pt x="124702" y="321717"/>
                  </a:lnTo>
                  <a:lnTo>
                    <a:pt x="129832" y="322978"/>
                  </a:lnTo>
                  <a:lnTo>
                    <a:pt x="135000" y="324076"/>
                  </a:lnTo>
                  <a:lnTo>
                    <a:pt x="140200" y="325010"/>
                  </a:lnTo>
                  <a:lnTo>
                    <a:pt x="145426" y="325779"/>
                  </a:lnTo>
                  <a:lnTo>
                    <a:pt x="150675" y="326383"/>
                  </a:lnTo>
                  <a:lnTo>
                    <a:pt x="155940" y="326821"/>
                  </a:lnTo>
                  <a:lnTo>
                    <a:pt x="161216" y="327092"/>
                  </a:lnTo>
                  <a:lnTo>
                    <a:pt x="166498" y="327196"/>
                  </a:lnTo>
                  <a:lnTo>
                    <a:pt x="171780" y="327133"/>
                  </a:lnTo>
                  <a:lnTo>
                    <a:pt x="177058" y="326903"/>
                  </a:lnTo>
                  <a:lnTo>
                    <a:pt x="182327" y="326507"/>
                  </a:lnTo>
                  <a:lnTo>
                    <a:pt x="187580" y="325944"/>
                  </a:lnTo>
                  <a:lnTo>
                    <a:pt x="192812" y="325216"/>
                  </a:lnTo>
                  <a:lnTo>
                    <a:pt x="198019" y="324323"/>
                  </a:lnTo>
                  <a:lnTo>
                    <a:pt x="203195" y="323265"/>
                  </a:lnTo>
                  <a:lnTo>
                    <a:pt x="208335" y="322045"/>
                  </a:lnTo>
                  <a:lnTo>
                    <a:pt x="213434" y="320663"/>
                  </a:lnTo>
                  <a:lnTo>
                    <a:pt x="218487" y="319120"/>
                  </a:lnTo>
                  <a:lnTo>
                    <a:pt x="223489" y="317418"/>
                  </a:lnTo>
                  <a:lnTo>
                    <a:pt x="228434" y="315559"/>
                  </a:lnTo>
                  <a:lnTo>
                    <a:pt x="233318" y="313545"/>
                  </a:lnTo>
                  <a:lnTo>
                    <a:pt x="238136" y="311378"/>
                  </a:lnTo>
                  <a:lnTo>
                    <a:pt x="242883" y="309059"/>
                  </a:lnTo>
                  <a:lnTo>
                    <a:pt x="247554" y="306592"/>
                  </a:lnTo>
                  <a:lnTo>
                    <a:pt x="252145" y="303978"/>
                  </a:lnTo>
                  <a:lnTo>
                    <a:pt x="256652" y="301220"/>
                  </a:lnTo>
                  <a:lnTo>
                    <a:pt x="261069" y="298322"/>
                  </a:lnTo>
                  <a:lnTo>
                    <a:pt x="265392" y="295285"/>
                  </a:lnTo>
                  <a:lnTo>
                    <a:pt x="269616" y="292113"/>
                  </a:lnTo>
                  <a:lnTo>
                    <a:pt x="273739" y="288809"/>
                  </a:lnTo>
                  <a:lnTo>
                    <a:pt x="277755" y="285377"/>
                  </a:lnTo>
                  <a:lnTo>
                    <a:pt x="281661" y="281819"/>
                  </a:lnTo>
                  <a:lnTo>
                    <a:pt x="285452" y="278140"/>
                  </a:lnTo>
                  <a:lnTo>
                    <a:pt x="289125" y="274343"/>
                  </a:lnTo>
                  <a:lnTo>
                    <a:pt x="292677" y="270432"/>
                  </a:lnTo>
                  <a:lnTo>
                    <a:pt x="296102" y="266410"/>
                  </a:lnTo>
                  <a:lnTo>
                    <a:pt x="299400" y="262282"/>
                  </a:lnTo>
                  <a:lnTo>
                    <a:pt x="302565" y="258052"/>
                  </a:lnTo>
                  <a:lnTo>
                    <a:pt x="305595" y="253724"/>
                  </a:lnTo>
                  <a:lnTo>
                    <a:pt x="308486" y="249303"/>
                  </a:lnTo>
                  <a:lnTo>
                    <a:pt x="311236" y="244792"/>
                  </a:lnTo>
                  <a:lnTo>
                    <a:pt x="313843" y="240197"/>
                  </a:lnTo>
                  <a:lnTo>
                    <a:pt x="316303" y="235521"/>
                  </a:lnTo>
                  <a:lnTo>
                    <a:pt x="318614" y="230771"/>
                  </a:lnTo>
                  <a:lnTo>
                    <a:pt x="320774" y="225949"/>
                  </a:lnTo>
                  <a:lnTo>
                    <a:pt x="322780" y="221062"/>
                  </a:lnTo>
                  <a:lnTo>
                    <a:pt x="324631" y="216114"/>
                  </a:lnTo>
                  <a:lnTo>
                    <a:pt x="326324" y="211109"/>
                  </a:lnTo>
                  <a:lnTo>
                    <a:pt x="327859" y="206054"/>
                  </a:lnTo>
                  <a:lnTo>
                    <a:pt x="329233" y="200953"/>
                  </a:lnTo>
                  <a:lnTo>
                    <a:pt x="330445" y="195811"/>
                  </a:lnTo>
                  <a:lnTo>
                    <a:pt x="331494" y="190633"/>
                  </a:lnTo>
                  <a:lnTo>
                    <a:pt x="332379" y="185425"/>
                  </a:lnTo>
                  <a:lnTo>
                    <a:pt x="333099" y="180191"/>
                  </a:lnTo>
                  <a:lnTo>
                    <a:pt x="333653" y="174937"/>
                  </a:lnTo>
                  <a:lnTo>
                    <a:pt x="334041" y="169668"/>
                  </a:lnTo>
                  <a:lnTo>
                    <a:pt x="334263" y="164390"/>
                  </a:lnTo>
                  <a:lnTo>
                    <a:pt x="334317" y="159107"/>
                  </a:lnTo>
                  <a:lnTo>
                    <a:pt x="334204" y="153825"/>
                  </a:lnTo>
                  <a:lnTo>
                    <a:pt x="333925" y="148550"/>
                  </a:lnTo>
                  <a:lnTo>
                    <a:pt x="333479" y="143285"/>
                  </a:lnTo>
                  <a:lnTo>
                    <a:pt x="332867" y="138038"/>
                  </a:lnTo>
                  <a:lnTo>
                    <a:pt x="332089" y="132813"/>
                  </a:lnTo>
                  <a:lnTo>
                    <a:pt x="331147" y="127614"/>
                  </a:lnTo>
                  <a:lnTo>
                    <a:pt x="330040" y="122448"/>
                  </a:lnTo>
                  <a:lnTo>
                    <a:pt x="328771" y="117320"/>
                  </a:lnTo>
                  <a:lnTo>
                    <a:pt x="327341" y="112234"/>
                  </a:lnTo>
                  <a:lnTo>
                    <a:pt x="325751" y="107196"/>
                  </a:lnTo>
                  <a:lnTo>
                    <a:pt x="324002" y="102211"/>
                  </a:lnTo>
                  <a:lnTo>
                    <a:pt x="322097" y="97283"/>
                  </a:lnTo>
                  <a:lnTo>
                    <a:pt x="320037" y="92419"/>
                  </a:lnTo>
                  <a:lnTo>
                    <a:pt x="317824" y="87621"/>
                  </a:lnTo>
                  <a:lnTo>
                    <a:pt x="315460" y="82896"/>
                  </a:lnTo>
                  <a:lnTo>
                    <a:pt x="312949" y="78248"/>
                  </a:lnTo>
                  <a:lnTo>
                    <a:pt x="310292" y="73682"/>
                  </a:lnTo>
                  <a:lnTo>
                    <a:pt x="307492" y="69202"/>
                  </a:lnTo>
                  <a:lnTo>
                    <a:pt x="304552" y="64813"/>
                  </a:lnTo>
                  <a:lnTo>
                    <a:pt x="301474" y="60519"/>
                  </a:lnTo>
                  <a:lnTo>
                    <a:pt x="298263" y="56324"/>
                  </a:lnTo>
                  <a:lnTo>
                    <a:pt x="294920" y="52233"/>
                  </a:lnTo>
                  <a:lnTo>
                    <a:pt x="291450" y="48249"/>
                  </a:lnTo>
                  <a:lnTo>
                    <a:pt x="287856" y="44377"/>
                  </a:lnTo>
                  <a:lnTo>
                    <a:pt x="284141" y="40621"/>
                  </a:lnTo>
                  <a:lnTo>
                    <a:pt x="280309" y="36984"/>
                  </a:lnTo>
                  <a:lnTo>
                    <a:pt x="276365" y="33469"/>
                  </a:lnTo>
                  <a:lnTo>
                    <a:pt x="272311" y="30082"/>
                  </a:lnTo>
                  <a:lnTo>
                    <a:pt x="268152" y="26823"/>
                  </a:lnTo>
                  <a:lnTo>
                    <a:pt x="263893" y="23698"/>
                  </a:lnTo>
                  <a:lnTo>
                    <a:pt x="259536" y="20710"/>
                  </a:lnTo>
                  <a:lnTo>
                    <a:pt x="255088" y="17860"/>
                  </a:lnTo>
                  <a:lnTo>
                    <a:pt x="250551" y="15152"/>
                  </a:lnTo>
                  <a:lnTo>
                    <a:pt x="245932" y="12589"/>
                  </a:lnTo>
                  <a:lnTo>
                    <a:pt x="241233" y="10173"/>
                  </a:lnTo>
                  <a:lnTo>
                    <a:pt x="236461" y="7907"/>
                  </a:lnTo>
                  <a:lnTo>
                    <a:pt x="231619" y="5793"/>
                  </a:lnTo>
                  <a:lnTo>
                    <a:pt x="167152" y="1600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83" y="1322571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0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3" y="16153"/>
                  </a:lnTo>
                  <a:lnTo>
                    <a:pt x="90719" y="18498"/>
                  </a:lnTo>
                  <a:lnTo>
                    <a:pt x="86051" y="20992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4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3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7" y="78696"/>
                  </a:lnTo>
                  <a:lnTo>
                    <a:pt x="22588" y="83230"/>
                  </a:lnTo>
                  <a:lnTo>
                    <a:pt x="20004" y="87848"/>
                  </a:lnTo>
                  <a:lnTo>
                    <a:pt x="17567" y="92545"/>
                  </a:lnTo>
                  <a:lnTo>
                    <a:pt x="15279" y="97318"/>
                  </a:lnTo>
                  <a:lnTo>
                    <a:pt x="13145" y="102160"/>
                  </a:lnTo>
                  <a:lnTo>
                    <a:pt x="11164" y="107068"/>
                  </a:lnTo>
                  <a:lnTo>
                    <a:pt x="9340" y="112036"/>
                  </a:lnTo>
                  <a:lnTo>
                    <a:pt x="7674" y="117059"/>
                  </a:lnTo>
                  <a:lnTo>
                    <a:pt x="6168" y="122132"/>
                  </a:lnTo>
                  <a:lnTo>
                    <a:pt x="4823" y="127251"/>
                  </a:lnTo>
                  <a:lnTo>
                    <a:pt x="3641" y="132409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3"/>
                  </a:lnTo>
                  <a:lnTo>
                    <a:pt x="560" y="153339"/>
                  </a:lnTo>
                  <a:lnTo>
                    <a:pt x="206" y="158619"/>
                  </a:lnTo>
                  <a:lnTo>
                    <a:pt x="19" y="163908"/>
                  </a:lnTo>
                  <a:lnTo>
                    <a:pt x="0" y="169200"/>
                  </a:lnTo>
                  <a:lnTo>
                    <a:pt x="148" y="174490"/>
                  </a:lnTo>
                  <a:lnTo>
                    <a:pt x="463" y="179773"/>
                  </a:lnTo>
                  <a:lnTo>
                    <a:pt x="946" y="185043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5"/>
                  </a:lnTo>
                  <a:lnTo>
                    <a:pt x="4534" y="205892"/>
                  </a:lnTo>
                  <a:lnTo>
                    <a:pt x="5842" y="211020"/>
                  </a:lnTo>
                  <a:lnTo>
                    <a:pt x="7311" y="216104"/>
                  </a:lnTo>
                  <a:lnTo>
                    <a:pt x="8940" y="221140"/>
                  </a:lnTo>
                  <a:lnTo>
                    <a:pt x="10728" y="226121"/>
                  </a:lnTo>
                  <a:lnTo>
                    <a:pt x="12672" y="231043"/>
                  </a:lnTo>
                  <a:lnTo>
                    <a:pt x="14771" y="235901"/>
                  </a:lnTo>
                  <a:lnTo>
                    <a:pt x="17023" y="240690"/>
                  </a:lnTo>
                  <a:lnTo>
                    <a:pt x="19426" y="245405"/>
                  </a:lnTo>
                  <a:lnTo>
                    <a:pt x="21977" y="250042"/>
                  </a:lnTo>
                  <a:lnTo>
                    <a:pt x="24673" y="254596"/>
                  </a:lnTo>
                  <a:lnTo>
                    <a:pt x="27511" y="259062"/>
                  </a:lnTo>
                  <a:lnTo>
                    <a:pt x="30490" y="263436"/>
                  </a:lnTo>
                  <a:lnTo>
                    <a:pt x="33606" y="267714"/>
                  </a:lnTo>
                  <a:lnTo>
                    <a:pt x="36856" y="271891"/>
                  </a:lnTo>
                  <a:lnTo>
                    <a:pt x="40236" y="275963"/>
                  </a:lnTo>
                  <a:lnTo>
                    <a:pt x="43743" y="279926"/>
                  </a:lnTo>
                  <a:lnTo>
                    <a:pt x="47374" y="283776"/>
                  </a:lnTo>
                  <a:lnTo>
                    <a:pt x="51126" y="287509"/>
                  </a:lnTo>
                  <a:lnTo>
                    <a:pt x="54993" y="291122"/>
                  </a:lnTo>
                  <a:lnTo>
                    <a:pt x="58973" y="294610"/>
                  </a:lnTo>
                  <a:lnTo>
                    <a:pt x="63061" y="297970"/>
                  </a:lnTo>
                  <a:lnTo>
                    <a:pt x="67254" y="301200"/>
                  </a:lnTo>
                  <a:lnTo>
                    <a:pt x="71547" y="304295"/>
                  </a:lnTo>
                  <a:lnTo>
                    <a:pt x="75935" y="307252"/>
                  </a:lnTo>
                  <a:lnTo>
                    <a:pt x="80415" y="310070"/>
                  </a:lnTo>
                  <a:lnTo>
                    <a:pt x="84982" y="312744"/>
                  </a:lnTo>
                  <a:lnTo>
                    <a:pt x="89631" y="315272"/>
                  </a:lnTo>
                  <a:lnTo>
                    <a:pt x="94358" y="317652"/>
                  </a:lnTo>
                  <a:lnTo>
                    <a:pt x="99158" y="319880"/>
                  </a:lnTo>
                  <a:lnTo>
                    <a:pt x="104026" y="321956"/>
                  </a:lnTo>
                  <a:lnTo>
                    <a:pt x="108957" y="323877"/>
                  </a:lnTo>
                  <a:lnTo>
                    <a:pt x="113947" y="325641"/>
                  </a:lnTo>
                  <a:lnTo>
                    <a:pt x="118990" y="327245"/>
                  </a:lnTo>
                  <a:lnTo>
                    <a:pt x="124081" y="328690"/>
                  </a:lnTo>
                  <a:lnTo>
                    <a:pt x="129216" y="329972"/>
                  </a:lnTo>
                  <a:lnTo>
                    <a:pt x="134388" y="331092"/>
                  </a:lnTo>
                  <a:lnTo>
                    <a:pt x="139593" y="332047"/>
                  </a:lnTo>
                  <a:lnTo>
                    <a:pt x="144826" y="332837"/>
                  </a:lnTo>
                  <a:lnTo>
                    <a:pt x="150082" y="333460"/>
                  </a:lnTo>
                  <a:lnTo>
                    <a:pt x="155354" y="333917"/>
                  </a:lnTo>
                  <a:lnTo>
                    <a:pt x="160638" y="334207"/>
                  </a:lnTo>
                  <a:lnTo>
                    <a:pt x="165929" y="334330"/>
                  </a:lnTo>
                  <a:lnTo>
                    <a:pt x="171221" y="334285"/>
                  </a:lnTo>
                  <a:lnTo>
                    <a:pt x="176509" y="334072"/>
                  </a:lnTo>
                  <a:lnTo>
                    <a:pt x="181787" y="333693"/>
                  </a:lnTo>
                  <a:lnTo>
                    <a:pt x="187051" y="333146"/>
                  </a:lnTo>
                  <a:lnTo>
                    <a:pt x="192295" y="332433"/>
                  </a:lnTo>
                  <a:lnTo>
                    <a:pt x="197514" y="331554"/>
                  </a:lnTo>
                  <a:lnTo>
                    <a:pt x="202702" y="330511"/>
                  </a:lnTo>
                  <a:lnTo>
                    <a:pt x="207855" y="329304"/>
                  </a:lnTo>
                  <a:lnTo>
                    <a:pt x="212967" y="327934"/>
                  </a:lnTo>
                  <a:lnTo>
                    <a:pt x="218033" y="326404"/>
                  </a:lnTo>
                  <a:lnTo>
                    <a:pt x="223048" y="324713"/>
                  </a:lnTo>
                  <a:lnTo>
                    <a:pt x="228007" y="322865"/>
                  </a:lnTo>
                  <a:lnTo>
                    <a:pt x="232905" y="320861"/>
                  </a:lnTo>
                  <a:lnTo>
                    <a:pt x="237737" y="318703"/>
                  </a:lnTo>
                  <a:lnTo>
                    <a:pt x="242498" y="316393"/>
                  </a:lnTo>
                  <a:lnTo>
                    <a:pt x="247184" y="313933"/>
                  </a:lnTo>
                  <a:lnTo>
                    <a:pt x="251789" y="311326"/>
                  </a:lnTo>
                  <a:lnTo>
                    <a:pt x="256310" y="308575"/>
                  </a:lnTo>
                  <a:lnTo>
                    <a:pt x="260742" y="305682"/>
                  </a:lnTo>
                  <a:lnTo>
                    <a:pt x="265079" y="302650"/>
                  </a:lnTo>
                  <a:lnTo>
                    <a:pt x="269319" y="299483"/>
                  </a:lnTo>
                  <a:lnTo>
                    <a:pt x="273456" y="296182"/>
                  </a:lnTo>
                  <a:lnTo>
                    <a:pt x="277487" y="292753"/>
                  </a:lnTo>
                  <a:lnTo>
                    <a:pt x="281407" y="289197"/>
                  </a:lnTo>
                  <a:lnTo>
                    <a:pt x="285212" y="285520"/>
                  </a:lnTo>
                  <a:lnTo>
                    <a:pt x="288899" y="281724"/>
                  </a:lnTo>
                  <a:lnTo>
                    <a:pt x="292464" y="277812"/>
                  </a:lnTo>
                  <a:lnTo>
                    <a:pt x="295904" y="273790"/>
                  </a:lnTo>
                  <a:lnTo>
                    <a:pt x="299214" y="269662"/>
                  </a:lnTo>
                  <a:lnTo>
                    <a:pt x="302393" y="265430"/>
                  </a:lnTo>
                  <a:lnTo>
                    <a:pt x="305435" y="261100"/>
                  </a:lnTo>
                  <a:lnTo>
                    <a:pt x="308339" y="256676"/>
                  </a:lnTo>
                  <a:lnTo>
                    <a:pt x="311102" y="252162"/>
                  </a:lnTo>
                  <a:lnTo>
                    <a:pt x="313720" y="247563"/>
                  </a:lnTo>
                  <a:lnTo>
                    <a:pt x="316192" y="242883"/>
                  </a:lnTo>
                  <a:lnTo>
                    <a:pt x="318514" y="238128"/>
                  </a:lnTo>
                  <a:lnTo>
                    <a:pt x="320684" y="233301"/>
                  </a:lnTo>
                  <a:lnTo>
                    <a:pt x="322700" y="228408"/>
                  </a:lnTo>
                  <a:lnTo>
                    <a:pt x="324561" y="223454"/>
                  </a:lnTo>
                  <a:lnTo>
                    <a:pt x="326264" y="218443"/>
                  </a:lnTo>
                  <a:lnTo>
                    <a:pt x="327807" y="213381"/>
                  </a:lnTo>
                  <a:lnTo>
                    <a:pt x="329189" y="208272"/>
                  </a:lnTo>
                  <a:lnTo>
                    <a:pt x="330409" y="203123"/>
                  </a:lnTo>
                  <a:lnTo>
                    <a:pt x="331466" y="197937"/>
                  </a:lnTo>
                  <a:lnTo>
                    <a:pt x="332357" y="192721"/>
                  </a:lnTo>
                  <a:lnTo>
                    <a:pt x="333083" y="187478"/>
                  </a:lnTo>
                  <a:lnTo>
                    <a:pt x="333643" y="182216"/>
                  </a:lnTo>
                  <a:lnTo>
                    <a:pt x="334036" y="176938"/>
                  </a:lnTo>
                  <a:lnTo>
                    <a:pt x="334262" y="171651"/>
                  </a:lnTo>
                  <a:lnTo>
                    <a:pt x="334320" y="166359"/>
                  </a:lnTo>
                  <a:lnTo>
                    <a:pt x="334211" y="161068"/>
                  </a:lnTo>
                  <a:lnTo>
                    <a:pt x="333934" y="155783"/>
                  </a:lnTo>
                  <a:lnTo>
                    <a:pt x="333490" y="150510"/>
                  </a:lnTo>
                  <a:lnTo>
                    <a:pt x="332879" y="145253"/>
                  </a:lnTo>
                  <a:lnTo>
                    <a:pt x="332103" y="140018"/>
                  </a:lnTo>
                  <a:lnTo>
                    <a:pt x="331161" y="134810"/>
                  </a:lnTo>
                  <a:lnTo>
                    <a:pt x="330054" y="129635"/>
                  </a:lnTo>
                  <a:lnTo>
                    <a:pt x="328785" y="124498"/>
                  </a:lnTo>
                  <a:lnTo>
                    <a:pt x="327353" y="119403"/>
                  </a:lnTo>
                  <a:lnTo>
                    <a:pt x="325761" y="114356"/>
                  </a:lnTo>
                  <a:lnTo>
                    <a:pt x="324010" y="109362"/>
                  </a:lnTo>
                  <a:lnTo>
                    <a:pt x="322101" y="104426"/>
                  </a:lnTo>
                  <a:lnTo>
                    <a:pt x="320038" y="99552"/>
                  </a:lnTo>
                  <a:lnTo>
                    <a:pt x="317821" y="94747"/>
                  </a:lnTo>
                  <a:lnTo>
                    <a:pt x="315453" y="90014"/>
                  </a:lnTo>
                  <a:lnTo>
                    <a:pt x="312936" y="85358"/>
                  </a:lnTo>
                  <a:lnTo>
                    <a:pt x="310274" y="80785"/>
                  </a:lnTo>
                  <a:lnTo>
                    <a:pt x="307468" y="76298"/>
                  </a:lnTo>
                  <a:lnTo>
                    <a:pt x="304521" y="71902"/>
                  </a:lnTo>
                  <a:lnTo>
                    <a:pt x="301437" y="67601"/>
                  </a:lnTo>
                  <a:lnTo>
                    <a:pt x="298218" y="63401"/>
                  </a:lnTo>
                  <a:lnTo>
                    <a:pt x="294867" y="59304"/>
                  </a:lnTo>
                  <a:lnTo>
                    <a:pt x="291389" y="55316"/>
                  </a:lnTo>
                  <a:lnTo>
                    <a:pt x="287786" y="51439"/>
                  </a:lnTo>
                  <a:lnTo>
                    <a:pt x="284063" y="47679"/>
                  </a:lnTo>
                  <a:lnTo>
                    <a:pt x="280222" y="44038"/>
                  </a:lnTo>
                  <a:lnTo>
                    <a:pt x="276268" y="40521"/>
                  </a:lnTo>
                  <a:lnTo>
                    <a:pt x="272204" y="37130"/>
                  </a:lnTo>
                  <a:lnTo>
                    <a:pt x="268035" y="33870"/>
                  </a:lnTo>
                  <a:lnTo>
                    <a:pt x="263765" y="30744"/>
                  </a:lnTo>
                  <a:lnTo>
                    <a:pt x="259399" y="27754"/>
                  </a:lnTo>
                  <a:lnTo>
                    <a:pt x="254939" y="24904"/>
                  </a:lnTo>
                  <a:lnTo>
                    <a:pt x="250392" y="22196"/>
                  </a:lnTo>
                  <a:lnTo>
                    <a:pt x="245762" y="19634"/>
                  </a:lnTo>
                  <a:lnTo>
                    <a:pt x="241052" y="17220"/>
                  </a:lnTo>
                  <a:lnTo>
                    <a:pt x="236269" y="14956"/>
                  </a:lnTo>
                  <a:lnTo>
                    <a:pt x="231416" y="12845"/>
                  </a:lnTo>
                  <a:lnTo>
                    <a:pt x="226499" y="10888"/>
                  </a:lnTo>
                  <a:lnTo>
                    <a:pt x="221522" y="9088"/>
                  </a:lnTo>
                  <a:lnTo>
                    <a:pt x="216491" y="7446"/>
                  </a:lnTo>
                  <a:lnTo>
                    <a:pt x="211411" y="5964"/>
                  </a:lnTo>
                  <a:lnTo>
                    <a:pt x="206286" y="4644"/>
                  </a:lnTo>
                  <a:lnTo>
                    <a:pt x="201122" y="3487"/>
                  </a:lnTo>
                  <a:lnTo>
                    <a:pt x="195924" y="2494"/>
                  </a:lnTo>
                  <a:lnTo>
                    <a:pt x="190697" y="1666"/>
                  </a:lnTo>
                  <a:lnTo>
                    <a:pt x="185446" y="1003"/>
                  </a:lnTo>
                  <a:lnTo>
                    <a:pt x="180177" y="508"/>
                  </a:lnTo>
                  <a:lnTo>
                    <a:pt x="174895" y="179"/>
                  </a:lnTo>
                  <a:lnTo>
                    <a:pt x="169606" y="1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89"/>
              <a:ext cx="2451" cy="167149"/>
            </a:xfrm>
            <a:custGeom>
              <a:avLst/>
              <a:pathLst>
                <a:path w="2451" h="167149">
                  <a:moveTo>
                    <a:pt x="2451" y="0"/>
                  </a:moveTo>
                  <a:lnTo>
                    <a:pt x="0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2451" cy="167167"/>
            </a:xfrm>
            <a:custGeom>
              <a:avLst/>
              <a:pathLst>
                <a:path w="2451" h="167167">
                  <a:moveTo>
                    <a:pt x="2451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333715" y="152987"/>
                  </a:lnTo>
                  <a:lnTo>
                    <a:pt x="333181" y="147704"/>
                  </a:lnTo>
                  <a:lnTo>
                    <a:pt x="332479" y="142440"/>
                  </a:lnTo>
                  <a:lnTo>
                    <a:pt x="331610" y="137200"/>
                  </a:lnTo>
                  <a:lnTo>
                    <a:pt x="330575" y="131991"/>
                  </a:lnTo>
                  <a:lnTo>
                    <a:pt x="329375" y="126818"/>
                  </a:lnTo>
                  <a:lnTo>
                    <a:pt x="328012" y="121685"/>
                  </a:lnTo>
                  <a:lnTo>
                    <a:pt x="326486" y="116598"/>
                  </a:lnTo>
                  <a:lnTo>
                    <a:pt x="324799" y="111563"/>
                  </a:lnTo>
                  <a:lnTo>
                    <a:pt x="322953" y="106583"/>
                  </a:lnTo>
                  <a:lnTo>
                    <a:pt x="320950" y="101665"/>
                  </a:lnTo>
                  <a:lnTo>
                    <a:pt x="318792" y="96812"/>
                  </a:lnTo>
                  <a:lnTo>
                    <a:pt x="316481" y="92031"/>
                  </a:lnTo>
                  <a:lnTo>
                    <a:pt x="314019" y="87325"/>
                  </a:lnTo>
                  <a:lnTo>
                    <a:pt x="311408" y="8270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53729"/>
              <a:ext cx="144257" cy="84466"/>
            </a:xfrm>
            <a:custGeom>
              <a:avLst/>
              <a:pathLst>
                <a:path w="144257" h="84466">
                  <a:moveTo>
                    <a:pt x="144257" y="0"/>
                  </a:moveTo>
                  <a:lnTo>
                    <a:pt x="0" y="84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52674"/>
              <a:ext cx="144257" cy="85522"/>
            </a:xfrm>
            <a:custGeom>
              <a:avLst/>
              <a:pathLst>
                <a:path w="144257" h="85522">
                  <a:moveTo>
                    <a:pt x="144257" y="1055"/>
                  </a:moveTo>
                  <a:lnTo>
                    <a:pt x="143634" y="0"/>
                  </a:lnTo>
                  <a:lnTo>
                    <a:pt x="0" y="85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43634" cy="167167"/>
            </a:xfrm>
            <a:custGeom>
              <a:avLst/>
              <a:pathLst>
                <a:path w="143634" h="167167">
                  <a:moveTo>
                    <a:pt x="143634" y="81645"/>
                  </a:moveTo>
                  <a:lnTo>
                    <a:pt x="140703" y="76904"/>
                  </a:lnTo>
                  <a:lnTo>
                    <a:pt x="137615" y="72263"/>
                  </a:lnTo>
                  <a:lnTo>
                    <a:pt x="134375" y="67727"/>
                  </a:lnTo>
                  <a:lnTo>
                    <a:pt x="130985" y="63302"/>
                  </a:lnTo>
                  <a:lnTo>
                    <a:pt x="127449" y="58993"/>
                  </a:lnTo>
                  <a:lnTo>
                    <a:pt x="123771" y="54804"/>
                  </a:lnTo>
                  <a:lnTo>
                    <a:pt x="119956" y="50740"/>
                  </a:lnTo>
                  <a:lnTo>
                    <a:pt x="116008" y="46805"/>
                  </a:lnTo>
                  <a:lnTo>
                    <a:pt x="111930" y="43004"/>
                  </a:lnTo>
                  <a:lnTo>
                    <a:pt x="107728" y="39341"/>
                  </a:lnTo>
                  <a:lnTo>
                    <a:pt x="103407" y="35820"/>
                  </a:lnTo>
                  <a:lnTo>
                    <a:pt x="98970" y="32446"/>
                  </a:lnTo>
                  <a:lnTo>
                    <a:pt x="94423" y="29221"/>
                  </a:lnTo>
                  <a:lnTo>
                    <a:pt x="89771" y="26149"/>
                  </a:lnTo>
                  <a:lnTo>
                    <a:pt x="85020" y="23235"/>
                  </a:lnTo>
                  <a:lnTo>
                    <a:pt x="80174" y="20480"/>
                  </a:lnTo>
                  <a:lnTo>
                    <a:pt x="75239" y="17889"/>
                  </a:lnTo>
                  <a:lnTo>
                    <a:pt x="70220" y="15463"/>
                  </a:lnTo>
                  <a:lnTo>
                    <a:pt x="65123" y="13206"/>
                  </a:lnTo>
                  <a:lnTo>
                    <a:pt x="59953" y="11121"/>
                  </a:lnTo>
                  <a:lnTo>
                    <a:pt x="54717" y="9208"/>
                  </a:lnTo>
                  <a:lnTo>
                    <a:pt x="49420" y="7472"/>
                  </a:lnTo>
                  <a:lnTo>
                    <a:pt x="44069" y="5913"/>
                  </a:lnTo>
                  <a:lnTo>
                    <a:pt x="38668" y="4533"/>
                  </a:lnTo>
                  <a:lnTo>
                    <a:pt x="33224" y="3334"/>
                  </a:lnTo>
                  <a:lnTo>
                    <a:pt x="27743" y="2318"/>
                  </a:lnTo>
                  <a:lnTo>
                    <a:pt x="22232" y="1484"/>
                  </a:lnTo>
                  <a:lnTo>
                    <a:pt x="16695" y="835"/>
                  </a:lnTo>
                  <a:lnTo>
                    <a:pt x="11140" y="371"/>
                  </a:lnTo>
                  <a:lnTo>
                    <a:pt x="557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7981" y="941493"/>
              <a:ext cx="95562" cy="167167"/>
            </a:xfrm>
            <a:custGeom>
              <a:avLst/>
              <a:pathLst>
                <a:path w="95562" h="167167">
                  <a:moveTo>
                    <a:pt x="95562" y="0"/>
                  </a:moveTo>
                  <a:lnTo>
                    <a:pt x="89912" y="95"/>
                  </a:lnTo>
                  <a:lnTo>
                    <a:pt x="84268" y="381"/>
                  </a:lnTo>
                  <a:lnTo>
                    <a:pt x="78637" y="859"/>
                  </a:lnTo>
                  <a:lnTo>
                    <a:pt x="73025" y="1526"/>
                  </a:lnTo>
                  <a:lnTo>
                    <a:pt x="67439" y="2382"/>
                  </a:lnTo>
                  <a:lnTo>
                    <a:pt x="61885" y="3427"/>
                  </a:lnTo>
                  <a:lnTo>
                    <a:pt x="56370" y="4659"/>
                  </a:lnTo>
                  <a:lnTo>
                    <a:pt x="50900" y="6076"/>
                  </a:lnTo>
                  <a:lnTo>
                    <a:pt x="45480" y="7678"/>
                  </a:lnTo>
                  <a:lnTo>
                    <a:pt x="40118" y="9462"/>
                  </a:lnTo>
                  <a:lnTo>
                    <a:pt x="34819" y="11426"/>
                  </a:lnTo>
                  <a:lnTo>
                    <a:pt x="29590" y="13568"/>
                  </a:lnTo>
                  <a:lnTo>
                    <a:pt x="24436" y="15886"/>
                  </a:lnTo>
                  <a:lnTo>
                    <a:pt x="19363" y="18376"/>
                  </a:lnTo>
                  <a:lnTo>
                    <a:pt x="14378" y="21037"/>
                  </a:lnTo>
                  <a:lnTo>
                    <a:pt x="9485" y="23864"/>
                  </a:lnTo>
                  <a:lnTo>
                    <a:pt x="4690" y="26856"/>
                  </a:lnTo>
                  <a:lnTo>
                    <a:pt x="0" y="30007"/>
                  </a:lnTo>
                  <a:lnTo>
                    <a:pt x="955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7981" y="97150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83" y="950910"/>
              <a:ext cx="334325" cy="324911"/>
            </a:xfrm>
            <a:custGeom>
              <a:avLst/>
              <a:pathLst>
                <a:path w="334325" h="324911">
                  <a:moveTo>
                    <a:pt x="71598" y="20590"/>
                  </a:moveTo>
                  <a:lnTo>
                    <a:pt x="67289" y="23695"/>
                  </a:lnTo>
                  <a:lnTo>
                    <a:pt x="63081" y="26935"/>
                  </a:lnTo>
                  <a:lnTo>
                    <a:pt x="58978" y="30307"/>
                  </a:lnTo>
                  <a:lnTo>
                    <a:pt x="54985" y="33808"/>
                  </a:lnTo>
                  <a:lnTo>
                    <a:pt x="51104" y="37433"/>
                  </a:lnTo>
                  <a:lnTo>
                    <a:pt x="47341" y="41181"/>
                  </a:lnTo>
                  <a:lnTo>
                    <a:pt x="43699" y="45046"/>
                  </a:lnTo>
                  <a:lnTo>
                    <a:pt x="40181" y="49024"/>
                  </a:lnTo>
                  <a:lnTo>
                    <a:pt x="36791" y="53113"/>
                  </a:lnTo>
                  <a:lnTo>
                    <a:pt x="33533" y="57306"/>
                  </a:lnTo>
                  <a:lnTo>
                    <a:pt x="30410" y="61602"/>
                  </a:lnTo>
                  <a:lnTo>
                    <a:pt x="27425" y="65994"/>
                  </a:lnTo>
                  <a:lnTo>
                    <a:pt x="24581" y="70479"/>
                  </a:lnTo>
                  <a:lnTo>
                    <a:pt x="21881" y="75052"/>
                  </a:lnTo>
                  <a:lnTo>
                    <a:pt x="19327" y="79709"/>
                  </a:lnTo>
                  <a:lnTo>
                    <a:pt x="16923" y="84444"/>
                  </a:lnTo>
                  <a:lnTo>
                    <a:pt x="14670" y="89253"/>
                  </a:lnTo>
                  <a:lnTo>
                    <a:pt x="12571" y="94132"/>
                  </a:lnTo>
                  <a:lnTo>
                    <a:pt x="10628" y="99074"/>
                  </a:lnTo>
                  <a:lnTo>
                    <a:pt x="8844" y="104076"/>
                  </a:lnTo>
                  <a:lnTo>
                    <a:pt x="7218" y="109132"/>
                  </a:lnTo>
                  <a:lnTo>
                    <a:pt x="5755" y="114237"/>
                  </a:lnTo>
                  <a:lnTo>
                    <a:pt x="4454" y="119386"/>
                  </a:lnTo>
                  <a:lnTo>
                    <a:pt x="3318" y="124574"/>
                  </a:lnTo>
                  <a:lnTo>
                    <a:pt x="2346" y="129795"/>
                  </a:lnTo>
                  <a:lnTo>
                    <a:pt x="1542" y="135044"/>
                  </a:lnTo>
                  <a:lnTo>
                    <a:pt x="904" y="140317"/>
                  </a:lnTo>
                  <a:lnTo>
                    <a:pt x="434" y="145607"/>
                  </a:lnTo>
                  <a:lnTo>
                    <a:pt x="133" y="150909"/>
                  </a:lnTo>
                  <a:lnTo>
                    <a:pt x="0" y="156218"/>
                  </a:lnTo>
                  <a:lnTo>
                    <a:pt x="35" y="161529"/>
                  </a:lnTo>
                  <a:lnTo>
                    <a:pt x="240" y="166835"/>
                  </a:lnTo>
                  <a:lnTo>
                    <a:pt x="612" y="172133"/>
                  </a:lnTo>
                  <a:lnTo>
                    <a:pt x="1153" y="177416"/>
                  </a:lnTo>
                  <a:lnTo>
                    <a:pt x="1862" y="182679"/>
                  </a:lnTo>
                  <a:lnTo>
                    <a:pt x="2737" y="187917"/>
                  </a:lnTo>
                  <a:lnTo>
                    <a:pt x="3778" y="193125"/>
                  </a:lnTo>
                  <a:lnTo>
                    <a:pt x="4984" y="198297"/>
                  </a:lnTo>
                  <a:lnTo>
                    <a:pt x="6354" y="203428"/>
                  </a:lnTo>
                  <a:lnTo>
                    <a:pt x="7886" y="208513"/>
                  </a:lnTo>
                  <a:lnTo>
                    <a:pt x="9579" y="213547"/>
                  </a:lnTo>
                  <a:lnTo>
                    <a:pt x="11431" y="218524"/>
                  </a:lnTo>
                  <a:lnTo>
                    <a:pt x="13440" y="223440"/>
                  </a:lnTo>
                  <a:lnTo>
                    <a:pt x="15604" y="228290"/>
                  </a:lnTo>
                  <a:lnTo>
                    <a:pt x="17922" y="233068"/>
                  </a:lnTo>
                  <a:lnTo>
                    <a:pt x="20389" y="237771"/>
                  </a:lnTo>
                  <a:lnTo>
                    <a:pt x="23005" y="242393"/>
                  </a:lnTo>
                  <a:lnTo>
                    <a:pt x="25767" y="246929"/>
                  </a:lnTo>
                  <a:lnTo>
                    <a:pt x="28671" y="251375"/>
                  </a:lnTo>
                  <a:lnTo>
                    <a:pt x="31715" y="255727"/>
                  </a:lnTo>
                  <a:lnTo>
                    <a:pt x="34895" y="259980"/>
                  </a:lnTo>
                  <a:lnTo>
                    <a:pt x="38209" y="264130"/>
                  </a:lnTo>
                  <a:lnTo>
                    <a:pt x="41654" y="268172"/>
                  </a:lnTo>
                  <a:lnTo>
                    <a:pt x="45225" y="272103"/>
                  </a:lnTo>
                  <a:lnTo>
                    <a:pt x="48919" y="275919"/>
                  </a:lnTo>
                  <a:lnTo>
                    <a:pt x="52732" y="279615"/>
                  </a:lnTo>
                  <a:lnTo>
                    <a:pt x="56661" y="283189"/>
                  </a:lnTo>
                  <a:lnTo>
                    <a:pt x="60701" y="286635"/>
                  </a:lnTo>
                  <a:lnTo>
                    <a:pt x="64849" y="289952"/>
                  </a:lnTo>
                  <a:lnTo>
                    <a:pt x="69100" y="293135"/>
                  </a:lnTo>
                  <a:lnTo>
                    <a:pt x="73450" y="296182"/>
                  </a:lnTo>
                  <a:lnTo>
                    <a:pt x="77894" y="299089"/>
                  </a:lnTo>
                  <a:lnTo>
                    <a:pt x="82429" y="301853"/>
                  </a:lnTo>
                  <a:lnTo>
                    <a:pt x="87049" y="304471"/>
                  </a:lnTo>
                  <a:lnTo>
                    <a:pt x="91750" y="306942"/>
                  </a:lnTo>
                  <a:lnTo>
                    <a:pt x="96527" y="309262"/>
                  </a:lnTo>
                  <a:lnTo>
                    <a:pt x="101376" y="311429"/>
                  </a:lnTo>
                  <a:lnTo>
                    <a:pt x="106291" y="313441"/>
                  </a:lnTo>
                  <a:lnTo>
                    <a:pt x="111267" y="315296"/>
                  </a:lnTo>
                  <a:lnTo>
                    <a:pt x="116299" y="316992"/>
                  </a:lnTo>
                  <a:lnTo>
                    <a:pt x="121383" y="318528"/>
                  </a:lnTo>
                  <a:lnTo>
                    <a:pt x="126514" y="319901"/>
                  </a:lnTo>
                  <a:lnTo>
                    <a:pt x="131685" y="321110"/>
                  </a:lnTo>
                  <a:lnTo>
                    <a:pt x="136892" y="322154"/>
                  </a:lnTo>
                  <a:lnTo>
                    <a:pt x="142129" y="323033"/>
                  </a:lnTo>
                  <a:lnTo>
                    <a:pt x="147392" y="323744"/>
                  </a:lnTo>
                  <a:lnTo>
                    <a:pt x="152675" y="324289"/>
                  </a:lnTo>
                  <a:lnTo>
                    <a:pt x="157973" y="324665"/>
                  </a:lnTo>
                  <a:lnTo>
                    <a:pt x="163279" y="324872"/>
                  </a:lnTo>
                  <a:lnTo>
                    <a:pt x="168590" y="324911"/>
                  </a:lnTo>
                  <a:lnTo>
                    <a:pt x="173899" y="324781"/>
                  </a:lnTo>
                  <a:lnTo>
                    <a:pt x="179201" y="324483"/>
                  </a:lnTo>
                  <a:lnTo>
                    <a:pt x="184491" y="324016"/>
                  </a:lnTo>
                  <a:lnTo>
                    <a:pt x="189764" y="323382"/>
                  </a:lnTo>
                  <a:lnTo>
                    <a:pt x="195014" y="322580"/>
                  </a:lnTo>
                  <a:lnTo>
                    <a:pt x="200236" y="321612"/>
                  </a:lnTo>
                  <a:lnTo>
                    <a:pt x="205424" y="320479"/>
                  </a:lnTo>
                  <a:lnTo>
                    <a:pt x="210574" y="319182"/>
                  </a:lnTo>
                  <a:lnTo>
                    <a:pt x="215680" y="317721"/>
                  </a:lnTo>
                  <a:lnTo>
                    <a:pt x="220737" y="316099"/>
                  </a:lnTo>
                  <a:lnTo>
                    <a:pt x="225740" y="314317"/>
                  </a:lnTo>
                  <a:lnTo>
                    <a:pt x="230684" y="312377"/>
                  </a:lnTo>
                  <a:lnTo>
                    <a:pt x="235563" y="310282"/>
                  </a:lnTo>
                  <a:lnTo>
                    <a:pt x="240374" y="308032"/>
                  </a:lnTo>
                  <a:lnTo>
                    <a:pt x="245111" y="305630"/>
                  </a:lnTo>
                  <a:lnTo>
                    <a:pt x="249769" y="303080"/>
                  </a:lnTo>
                  <a:lnTo>
                    <a:pt x="254344" y="300382"/>
                  </a:lnTo>
                  <a:lnTo>
                    <a:pt x="258830" y="297541"/>
                  </a:lnTo>
                  <a:lnTo>
                    <a:pt x="263224" y="294558"/>
                  </a:lnTo>
                  <a:lnTo>
                    <a:pt x="267522" y="291438"/>
                  </a:lnTo>
                  <a:lnTo>
                    <a:pt x="271718" y="288182"/>
                  </a:lnTo>
                  <a:lnTo>
                    <a:pt x="275808" y="284795"/>
                  </a:lnTo>
                  <a:lnTo>
                    <a:pt x="279789" y="281280"/>
                  </a:lnTo>
                  <a:lnTo>
                    <a:pt x="283656" y="277640"/>
                  </a:lnTo>
                  <a:lnTo>
                    <a:pt x="287405" y="273879"/>
                  </a:lnTo>
                  <a:lnTo>
                    <a:pt x="291034" y="270001"/>
                  </a:lnTo>
                  <a:lnTo>
                    <a:pt x="294537" y="266009"/>
                  </a:lnTo>
                  <a:lnTo>
                    <a:pt x="297911" y="261909"/>
                  </a:lnTo>
                  <a:lnTo>
                    <a:pt x="301154" y="257703"/>
                  </a:lnTo>
                  <a:lnTo>
                    <a:pt x="304261" y="253396"/>
                  </a:lnTo>
                  <a:lnTo>
                    <a:pt x="307230" y="248993"/>
                  </a:lnTo>
                  <a:lnTo>
                    <a:pt x="310058" y="244497"/>
                  </a:lnTo>
                  <a:lnTo>
                    <a:pt x="312741" y="239914"/>
                  </a:lnTo>
                  <a:lnTo>
                    <a:pt x="315278" y="235249"/>
                  </a:lnTo>
                  <a:lnTo>
                    <a:pt x="317665" y="230505"/>
                  </a:lnTo>
                  <a:lnTo>
                    <a:pt x="319900" y="225687"/>
                  </a:lnTo>
                  <a:lnTo>
                    <a:pt x="321981" y="220801"/>
                  </a:lnTo>
                  <a:lnTo>
                    <a:pt x="323906" y="215851"/>
                  </a:lnTo>
                  <a:lnTo>
                    <a:pt x="325672" y="210843"/>
                  </a:lnTo>
                  <a:lnTo>
                    <a:pt x="327279" y="205781"/>
                  </a:lnTo>
                  <a:lnTo>
                    <a:pt x="328723" y="200671"/>
                  </a:lnTo>
                  <a:lnTo>
                    <a:pt x="330005" y="195517"/>
                  </a:lnTo>
                  <a:lnTo>
                    <a:pt x="331123" y="190325"/>
                  </a:lnTo>
                  <a:lnTo>
                    <a:pt x="332075" y="185100"/>
                  </a:lnTo>
                  <a:lnTo>
                    <a:pt x="332860" y="179848"/>
                  </a:lnTo>
                  <a:lnTo>
                    <a:pt x="333479" y="174573"/>
                  </a:lnTo>
                  <a:lnTo>
                    <a:pt x="333929" y="169282"/>
                  </a:lnTo>
                  <a:lnTo>
                    <a:pt x="334211" y="163979"/>
                  </a:lnTo>
                  <a:lnTo>
                    <a:pt x="334325" y="158669"/>
                  </a:lnTo>
                  <a:lnTo>
                    <a:pt x="334270" y="153359"/>
                  </a:lnTo>
                  <a:lnTo>
                    <a:pt x="334046" y="148053"/>
                  </a:lnTo>
                  <a:lnTo>
                    <a:pt x="333654" y="142756"/>
                  </a:lnTo>
                  <a:lnTo>
                    <a:pt x="333093" y="137475"/>
                  </a:lnTo>
                  <a:lnTo>
                    <a:pt x="332366" y="132215"/>
                  </a:lnTo>
                  <a:lnTo>
                    <a:pt x="331471" y="126980"/>
                  </a:lnTo>
                  <a:lnTo>
                    <a:pt x="330411" y="121776"/>
                  </a:lnTo>
                  <a:lnTo>
                    <a:pt x="329186" y="116608"/>
                  </a:lnTo>
                  <a:lnTo>
                    <a:pt x="327797" y="111483"/>
                  </a:lnTo>
                  <a:lnTo>
                    <a:pt x="326246" y="106403"/>
                  </a:lnTo>
                  <a:lnTo>
                    <a:pt x="324535" y="101376"/>
                  </a:lnTo>
                  <a:lnTo>
                    <a:pt x="322665" y="96405"/>
                  </a:lnTo>
                  <a:lnTo>
                    <a:pt x="320638" y="91497"/>
                  </a:lnTo>
                  <a:lnTo>
                    <a:pt x="318456" y="86655"/>
                  </a:lnTo>
                  <a:lnTo>
                    <a:pt x="316121" y="81885"/>
                  </a:lnTo>
                  <a:lnTo>
                    <a:pt x="313636" y="77191"/>
                  </a:lnTo>
                  <a:lnTo>
                    <a:pt x="311003" y="72579"/>
                  </a:lnTo>
                  <a:lnTo>
                    <a:pt x="308225" y="68053"/>
                  </a:lnTo>
                  <a:lnTo>
                    <a:pt x="305305" y="63617"/>
                  </a:lnTo>
                  <a:lnTo>
                    <a:pt x="302245" y="59277"/>
                  </a:lnTo>
                  <a:lnTo>
                    <a:pt x="299049" y="55035"/>
                  </a:lnTo>
                  <a:lnTo>
                    <a:pt x="295720" y="50898"/>
                  </a:lnTo>
                  <a:lnTo>
                    <a:pt x="292260" y="46868"/>
                  </a:lnTo>
                  <a:lnTo>
                    <a:pt x="288675" y="42950"/>
                  </a:lnTo>
                  <a:lnTo>
                    <a:pt x="284967" y="39148"/>
                  </a:lnTo>
                  <a:lnTo>
                    <a:pt x="281140" y="35466"/>
                  </a:lnTo>
                  <a:lnTo>
                    <a:pt x="277199" y="31907"/>
                  </a:lnTo>
                  <a:lnTo>
                    <a:pt x="273146" y="28475"/>
                  </a:lnTo>
                  <a:lnTo>
                    <a:pt x="268986" y="25174"/>
                  </a:lnTo>
                  <a:lnTo>
                    <a:pt x="264723" y="22006"/>
                  </a:lnTo>
                  <a:lnTo>
                    <a:pt x="260362" y="18976"/>
                  </a:lnTo>
                  <a:lnTo>
                    <a:pt x="255907" y="16085"/>
                  </a:lnTo>
                  <a:lnTo>
                    <a:pt x="251362" y="13337"/>
                  </a:lnTo>
                  <a:lnTo>
                    <a:pt x="246732" y="10736"/>
                  </a:lnTo>
                  <a:lnTo>
                    <a:pt x="242022" y="8282"/>
                  </a:lnTo>
                  <a:lnTo>
                    <a:pt x="237237" y="5980"/>
                  </a:lnTo>
                  <a:lnTo>
                    <a:pt x="232380" y="3830"/>
                  </a:lnTo>
                  <a:lnTo>
                    <a:pt x="227458" y="1836"/>
                  </a:lnTo>
                  <a:lnTo>
                    <a:pt x="222475" y="0"/>
                  </a:lnTo>
                  <a:lnTo>
                    <a:pt x="167160" y="157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0863" y="941493"/>
              <a:ext cx="105352" cy="167167"/>
            </a:xfrm>
            <a:custGeom>
              <a:avLst/>
              <a:pathLst>
                <a:path w="105352" h="167167">
                  <a:moveTo>
                    <a:pt x="105352" y="0"/>
                  </a:moveTo>
                  <a:lnTo>
                    <a:pt x="99654" y="97"/>
                  </a:lnTo>
                  <a:lnTo>
                    <a:pt x="93963" y="388"/>
                  </a:lnTo>
                  <a:lnTo>
                    <a:pt x="88285" y="873"/>
                  </a:lnTo>
                  <a:lnTo>
                    <a:pt x="82626" y="1551"/>
                  </a:lnTo>
                  <a:lnTo>
                    <a:pt x="76995" y="2422"/>
                  </a:lnTo>
                  <a:lnTo>
                    <a:pt x="71396" y="3485"/>
                  </a:lnTo>
                  <a:lnTo>
                    <a:pt x="65836" y="4737"/>
                  </a:lnTo>
                  <a:lnTo>
                    <a:pt x="60323" y="6178"/>
                  </a:lnTo>
                  <a:lnTo>
                    <a:pt x="54862" y="7807"/>
                  </a:lnTo>
                  <a:lnTo>
                    <a:pt x="49459" y="9620"/>
                  </a:lnTo>
                  <a:lnTo>
                    <a:pt x="44121" y="11617"/>
                  </a:lnTo>
                  <a:lnTo>
                    <a:pt x="38855" y="13795"/>
                  </a:lnTo>
                  <a:lnTo>
                    <a:pt x="33666" y="16150"/>
                  </a:lnTo>
                  <a:lnTo>
                    <a:pt x="28560" y="18681"/>
                  </a:lnTo>
                  <a:lnTo>
                    <a:pt x="23544" y="21385"/>
                  </a:lnTo>
                  <a:lnTo>
                    <a:pt x="18622" y="24258"/>
                  </a:lnTo>
                  <a:lnTo>
                    <a:pt x="13801" y="27298"/>
                  </a:lnTo>
                  <a:lnTo>
                    <a:pt x="9087" y="30499"/>
                  </a:lnTo>
                  <a:lnTo>
                    <a:pt x="4485" y="33860"/>
                  </a:lnTo>
                  <a:lnTo>
                    <a:pt x="0" y="37376"/>
                  </a:lnTo>
                  <a:lnTo>
                    <a:pt x="1053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0863" y="978869"/>
              <a:ext cx="105352" cy="129791"/>
            </a:xfrm>
            <a:custGeom>
              <a:avLst/>
              <a:pathLst>
                <a:path w="105352" h="129791">
                  <a:moveTo>
                    <a:pt x="0" y="0"/>
                  </a:moveTo>
                  <a:lnTo>
                    <a:pt x="105352" y="12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67" y="978869"/>
              <a:ext cx="167148" cy="269357"/>
            </a:xfrm>
            <a:custGeom>
              <a:avLst/>
              <a:pathLst>
                <a:path w="167148" h="269357">
                  <a:moveTo>
                    <a:pt x="61795" y="0"/>
                  </a:moveTo>
                  <a:lnTo>
                    <a:pt x="57651" y="3476"/>
                  </a:lnTo>
                  <a:lnTo>
                    <a:pt x="53621" y="7085"/>
                  </a:lnTo>
                  <a:lnTo>
                    <a:pt x="49711" y="10822"/>
                  </a:lnTo>
                  <a:lnTo>
                    <a:pt x="45923" y="14684"/>
                  </a:lnTo>
                  <a:lnTo>
                    <a:pt x="42262" y="18667"/>
                  </a:lnTo>
                  <a:lnTo>
                    <a:pt x="38732" y="22765"/>
                  </a:lnTo>
                  <a:lnTo>
                    <a:pt x="35337" y="26976"/>
                  </a:lnTo>
                  <a:lnTo>
                    <a:pt x="32079" y="31295"/>
                  </a:lnTo>
                  <a:lnTo>
                    <a:pt x="28963" y="35716"/>
                  </a:lnTo>
                  <a:lnTo>
                    <a:pt x="25992" y="40237"/>
                  </a:lnTo>
                  <a:lnTo>
                    <a:pt x="23168" y="44850"/>
                  </a:lnTo>
                  <a:lnTo>
                    <a:pt x="20495" y="49553"/>
                  </a:lnTo>
                  <a:lnTo>
                    <a:pt x="17976" y="54340"/>
                  </a:lnTo>
                  <a:lnTo>
                    <a:pt x="15613" y="59206"/>
                  </a:lnTo>
                  <a:lnTo>
                    <a:pt x="13408" y="64146"/>
                  </a:lnTo>
                  <a:lnTo>
                    <a:pt x="11365" y="69154"/>
                  </a:lnTo>
                  <a:lnTo>
                    <a:pt x="9485" y="74226"/>
                  </a:lnTo>
                  <a:lnTo>
                    <a:pt x="7770" y="79357"/>
                  </a:lnTo>
                  <a:lnTo>
                    <a:pt x="6221" y="84540"/>
                  </a:lnTo>
                  <a:lnTo>
                    <a:pt x="4841" y="89770"/>
                  </a:lnTo>
                  <a:lnTo>
                    <a:pt x="3632" y="95042"/>
                  </a:lnTo>
                  <a:lnTo>
                    <a:pt x="2593" y="100351"/>
                  </a:lnTo>
                  <a:lnTo>
                    <a:pt x="1726" y="105690"/>
                  </a:lnTo>
                  <a:lnTo>
                    <a:pt x="1033" y="111055"/>
                  </a:lnTo>
                  <a:lnTo>
                    <a:pt x="514" y="116440"/>
                  </a:lnTo>
                  <a:lnTo>
                    <a:pt x="169" y="121838"/>
                  </a:lnTo>
                  <a:lnTo>
                    <a:pt x="0" y="127245"/>
                  </a:lnTo>
                  <a:lnTo>
                    <a:pt x="5" y="132654"/>
                  </a:lnTo>
                  <a:lnTo>
                    <a:pt x="185" y="138060"/>
                  </a:lnTo>
                  <a:lnTo>
                    <a:pt x="540" y="143458"/>
                  </a:lnTo>
                  <a:lnTo>
                    <a:pt x="1069" y="148841"/>
                  </a:lnTo>
                  <a:lnTo>
                    <a:pt x="1772" y="154205"/>
                  </a:lnTo>
                  <a:lnTo>
                    <a:pt x="2649" y="159543"/>
                  </a:lnTo>
                  <a:lnTo>
                    <a:pt x="3698" y="164849"/>
                  </a:lnTo>
                  <a:lnTo>
                    <a:pt x="4918" y="170119"/>
                  </a:lnTo>
                  <a:lnTo>
                    <a:pt x="6307" y="175347"/>
                  </a:lnTo>
                  <a:lnTo>
                    <a:pt x="7865" y="180527"/>
                  </a:lnTo>
                  <a:lnTo>
                    <a:pt x="9590" y="185654"/>
                  </a:lnTo>
                  <a:lnTo>
                    <a:pt x="11480" y="190722"/>
                  </a:lnTo>
                  <a:lnTo>
                    <a:pt x="13533" y="195727"/>
                  </a:lnTo>
                  <a:lnTo>
                    <a:pt x="15747" y="200663"/>
                  </a:lnTo>
                  <a:lnTo>
                    <a:pt x="18119" y="205524"/>
                  </a:lnTo>
                  <a:lnTo>
                    <a:pt x="20648" y="210306"/>
                  </a:lnTo>
                  <a:lnTo>
                    <a:pt x="23329" y="215004"/>
                  </a:lnTo>
                  <a:lnTo>
                    <a:pt x="26162" y="219613"/>
                  </a:lnTo>
                  <a:lnTo>
                    <a:pt x="29142" y="224127"/>
                  </a:lnTo>
                  <a:lnTo>
                    <a:pt x="32266" y="228543"/>
                  </a:lnTo>
                  <a:lnTo>
                    <a:pt x="35532" y="232855"/>
                  </a:lnTo>
                  <a:lnTo>
                    <a:pt x="38935" y="237059"/>
                  </a:lnTo>
                  <a:lnTo>
                    <a:pt x="42473" y="241152"/>
                  </a:lnTo>
                  <a:lnTo>
                    <a:pt x="46141" y="245127"/>
                  </a:lnTo>
                  <a:lnTo>
                    <a:pt x="49936" y="248982"/>
                  </a:lnTo>
                  <a:lnTo>
                    <a:pt x="53854" y="252712"/>
                  </a:lnTo>
                  <a:lnTo>
                    <a:pt x="57890" y="256313"/>
                  </a:lnTo>
                  <a:lnTo>
                    <a:pt x="62041" y="259782"/>
                  </a:lnTo>
                  <a:lnTo>
                    <a:pt x="66302" y="263114"/>
                  </a:lnTo>
                  <a:lnTo>
                    <a:pt x="70668" y="266307"/>
                  </a:lnTo>
                  <a:lnTo>
                    <a:pt x="75136" y="269357"/>
                  </a:lnTo>
                  <a:lnTo>
                    <a:pt x="167148" y="12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4204" y="941493"/>
              <a:ext cx="259169" cy="334326"/>
            </a:xfrm>
            <a:custGeom>
              <a:avLst/>
              <a:pathLst>
                <a:path w="259169" h="334326">
                  <a:moveTo>
                    <a:pt x="0" y="306733"/>
                  </a:moveTo>
                  <a:lnTo>
                    <a:pt x="4488" y="309591"/>
                  </a:lnTo>
                  <a:lnTo>
                    <a:pt x="9066" y="312305"/>
                  </a:lnTo>
                  <a:lnTo>
                    <a:pt x="13727" y="314871"/>
                  </a:lnTo>
                  <a:lnTo>
                    <a:pt x="18468" y="317288"/>
                  </a:lnTo>
                  <a:lnTo>
                    <a:pt x="23283" y="319553"/>
                  </a:lnTo>
                  <a:lnTo>
                    <a:pt x="28168" y="321663"/>
                  </a:lnTo>
                  <a:lnTo>
                    <a:pt x="33117" y="323617"/>
                  </a:lnTo>
                  <a:lnTo>
                    <a:pt x="38127" y="325412"/>
                  </a:lnTo>
                  <a:lnTo>
                    <a:pt x="43190" y="327047"/>
                  </a:lnTo>
                  <a:lnTo>
                    <a:pt x="48304" y="328519"/>
                  </a:lnTo>
                  <a:lnTo>
                    <a:pt x="53461" y="329829"/>
                  </a:lnTo>
                  <a:lnTo>
                    <a:pt x="58658" y="330973"/>
                  </a:lnTo>
                  <a:lnTo>
                    <a:pt x="63889" y="331952"/>
                  </a:lnTo>
                  <a:lnTo>
                    <a:pt x="69147" y="332763"/>
                  </a:lnTo>
                  <a:lnTo>
                    <a:pt x="74430" y="333407"/>
                  </a:lnTo>
                  <a:lnTo>
                    <a:pt x="79730" y="333883"/>
                  </a:lnTo>
                  <a:lnTo>
                    <a:pt x="85042" y="334189"/>
                  </a:lnTo>
                  <a:lnTo>
                    <a:pt x="90361" y="334326"/>
                  </a:lnTo>
                  <a:lnTo>
                    <a:pt x="95682" y="334294"/>
                  </a:lnTo>
                  <a:lnTo>
                    <a:pt x="101000" y="334093"/>
                  </a:lnTo>
                  <a:lnTo>
                    <a:pt x="106308" y="333722"/>
                  </a:lnTo>
                  <a:lnTo>
                    <a:pt x="111602" y="333182"/>
                  </a:lnTo>
                  <a:lnTo>
                    <a:pt x="116876" y="332475"/>
                  </a:lnTo>
                  <a:lnTo>
                    <a:pt x="122125" y="331600"/>
                  </a:lnTo>
                  <a:lnTo>
                    <a:pt x="127343" y="330558"/>
                  </a:lnTo>
                  <a:lnTo>
                    <a:pt x="132525" y="329351"/>
                  </a:lnTo>
                  <a:lnTo>
                    <a:pt x="137667" y="327979"/>
                  </a:lnTo>
                  <a:lnTo>
                    <a:pt x="142762" y="326444"/>
                  </a:lnTo>
                  <a:lnTo>
                    <a:pt x="147806" y="324748"/>
                  </a:lnTo>
                  <a:lnTo>
                    <a:pt x="152793" y="322893"/>
                  </a:lnTo>
                  <a:lnTo>
                    <a:pt x="157718" y="320879"/>
                  </a:lnTo>
                  <a:lnTo>
                    <a:pt x="162577" y="318710"/>
                  </a:lnTo>
                  <a:lnTo>
                    <a:pt x="167365" y="316388"/>
                  </a:lnTo>
                  <a:lnTo>
                    <a:pt x="172076" y="313914"/>
                  </a:lnTo>
                  <a:lnTo>
                    <a:pt x="176706" y="311291"/>
                  </a:lnTo>
                  <a:lnTo>
                    <a:pt x="181250" y="308522"/>
                  </a:lnTo>
                  <a:lnTo>
                    <a:pt x="185704" y="305610"/>
                  </a:lnTo>
                  <a:lnTo>
                    <a:pt x="190063" y="302558"/>
                  </a:lnTo>
                  <a:lnTo>
                    <a:pt x="194322" y="299369"/>
                  </a:lnTo>
                  <a:lnTo>
                    <a:pt x="198478" y="296046"/>
                  </a:lnTo>
                  <a:lnTo>
                    <a:pt x="202526" y="292592"/>
                  </a:lnTo>
                  <a:lnTo>
                    <a:pt x="206462" y="289011"/>
                  </a:lnTo>
                  <a:lnTo>
                    <a:pt x="210282" y="285306"/>
                  </a:lnTo>
                  <a:lnTo>
                    <a:pt x="213982" y="281482"/>
                  </a:lnTo>
                  <a:lnTo>
                    <a:pt x="217559" y="277542"/>
                  </a:lnTo>
                  <a:lnTo>
                    <a:pt x="221008" y="273491"/>
                  </a:lnTo>
                  <a:lnTo>
                    <a:pt x="224327" y="269331"/>
                  </a:lnTo>
                  <a:lnTo>
                    <a:pt x="227512" y="265068"/>
                  </a:lnTo>
                  <a:lnTo>
                    <a:pt x="230559" y="260706"/>
                  </a:lnTo>
                  <a:lnTo>
                    <a:pt x="233466" y="256249"/>
                  </a:lnTo>
                  <a:lnTo>
                    <a:pt x="236229" y="251701"/>
                  </a:lnTo>
                  <a:lnTo>
                    <a:pt x="238847" y="247068"/>
                  </a:lnTo>
                  <a:lnTo>
                    <a:pt x="241315" y="242355"/>
                  </a:lnTo>
                  <a:lnTo>
                    <a:pt x="243633" y="237564"/>
                  </a:lnTo>
                  <a:lnTo>
                    <a:pt x="245797" y="232703"/>
                  </a:lnTo>
                  <a:lnTo>
                    <a:pt x="247805" y="227775"/>
                  </a:lnTo>
                  <a:lnTo>
                    <a:pt x="249655" y="222786"/>
                  </a:lnTo>
                  <a:lnTo>
                    <a:pt x="251345" y="217740"/>
                  </a:lnTo>
                  <a:lnTo>
                    <a:pt x="252874" y="212644"/>
                  </a:lnTo>
                  <a:lnTo>
                    <a:pt x="254240" y="207501"/>
                  </a:lnTo>
                  <a:lnTo>
                    <a:pt x="255441" y="202317"/>
                  </a:lnTo>
                  <a:lnTo>
                    <a:pt x="256477" y="197097"/>
                  </a:lnTo>
                  <a:lnTo>
                    <a:pt x="257347" y="191848"/>
                  </a:lnTo>
                  <a:lnTo>
                    <a:pt x="258048" y="186573"/>
                  </a:lnTo>
                  <a:lnTo>
                    <a:pt x="258582" y="181279"/>
                  </a:lnTo>
                  <a:lnTo>
                    <a:pt x="258947" y="175970"/>
                  </a:lnTo>
                  <a:lnTo>
                    <a:pt x="259142" y="170652"/>
                  </a:lnTo>
                  <a:lnTo>
                    <a:pt x="259169" y="165331"/>
                  </a:lnTo>
                  <a:lnTo>
                    <a:pt x="259025" y="160012"/>
                  </a:lnTo>
                  <a:lnTo>
                    <a:pt x="258713" y="154700"/>
                  </a:lnTo>
                  <a:lnTo>
                    <a:pt x="258232" y="149400"/>
                  </a:lnTo>
                  <a:lnTo>
                    <a:pt x="257582" y="144119"/>
                  </a:lnTo>
                  <a:lnTo>
                    <a:pt x="256765" y="138861"/>
                  </a:lnTo>
                  <a:lnTo>
                    <a:pt x="255780" y="133632"/>
                  </a:lnTo>
                  <a:lnTo>
                    <a:pt x="254630" y="128436"/>
                  </a:lnTo>
                  <a:lnTo>
                    <a:pt x="253315" y="123280"/>
                  </a:lnTo>
                  <a:lnTo>
                    <a:pt x="251836" y="118168"/>
                  </a:lnTo>
                  <a:lnTo>
                    <a:pt x="250196" y="113106"/>
                  </a:lnTo>
                  <a:lnTo>
                    <a:pt x="248395" y="108099"/>
                  </a:lnTo>
                  <a:lnTo>
                    <a:pt x="246436" y="103152"/>
                  </a:lnTo>
                  <a:lnTo>
                    <a:pt x="244320" y="98269"/>
                  </a:lnTo>
                  <a:lnTo>
                    <a:pt x="242050" y="93457"/>
                  </a:lnTo>
                  <a:lnTo>
                    <a:pt x="239628" y="88718"/>
                  </a:lnTo>
                  <a:lnTo>
                    <a:pt x="237057" y="84060"/>
                  </a:lnTo>
                  <a:lnTo>
                    <a:pt x="234338" y="79486"/>
                  </a:lnTo>
                  <a:lnTo>
                    <a:pt x="231475" y="75000"/>
                  </a:lnTo>
                  <a:lnTo>
                    <a:pt x="228471" y="70608"/>
                  </a:lnTo>
                  <a:lnTo>
                    <a:pt x="225329" y="66314"/>
                  </a:lnTo>
                  <a:lnTo>
                    <a:pt x="222051" y="62122"/>
                  </a:lnTo>
                  <a:lnTo>
                    <a:pt x="218642" y="58036"/>
                  </a:lnTo>
                  <a:lnTo>
                    <a:pt x="215105" y="54061"/>
                  </a:lnTo>
                  <a:lnTo>
                    <a:pt x="211442" y="50200"/>
                  </a:lnTo>
                  <a:lnTo>
                    <a:pt x="207659" y="46459"/>
                  </a:lnTo>
                  <a:lnTo>
                    <a:pt x="203759" y="42839"/>
                  </a:lnTo>
                  <a:lnTo>
                    <a:pt x="199745" y="39345"/>
                  </a:lnTo>
                  <a:lnTo>
                    <a:pt x="195622" y="35981"/>
                  </a:lnTo>
                  <a:lnTo>
                    <a:pt x="191394" y="32750"/>
                  </a:lnTo>
                  <a:lnTo>
                    <a:pt x="187066" y="29655"/>
                  </a:lnTo>
                  <a:lnTo>
                    <a:pt x="182641" y="26699"/>
                  </a:lnTo>
                  <a:lnTo>
                    <a:pt x="178124" y="23886"/>
                  </a:lnTo>
                  <a:lnTo>
                    <a:pt x="173520" y="21218"/>
                  </a:lnTo>
                  <a:lnTo>
                    <a:pt x="168834" y="18697"/>
                  </a:lnTo>
                  <a:lnTo>
                    <a:pt x="164069" y="16327"/>
                  </a:lnTo>
                  <a:lnTo>
                    <a:pt x="159232" y="14110"/>
                  </a:lnTo>
                  <a:lnTo>
                    <a:pt x="154327" y="12048"/>
                  </a:lnTo>
                  <a:lnTo>
                    <a:pt x="149358" y="10144"/>
                  </a:lnTo>
                  <a:lnTo>
                    <a:pt x="144331" y="8398"/>
                  </a:lnTo>
                  <a:lnTo>
                    <a:pt x="139252" y="6813"/>
                  </a:lnTo>
                  <a:lnTo>
                    <a:pt x="134124" y="5391"/>
                  </a:lnTo>
                  <a:lnTo>
                    <a:pt x="128954" y="4133"/>
                  </a:lnTo>
                  <a:lnTo>
                    <a:pt x="123746" y="3039"/>
                  </a:lnTo>
                  <a:lnTo>
                    <a:pt x="118506" y="2112"/>
                  </a:lnTo>
                  <a:lnTo>
                    <a:pt x="113239" y="1353"/>
                  </a:lnTo>
                  <a:lnTo>
                    <a:pt x="107951" y="761"/>
                  </a:lnTo>
                  <a:lnTo>
                    <a:pt x="102647" y="338"/>
                  </a:lnTo>
                  <a:lnTo>
                    <a:pt x="97332" y="84"/>
                  </a:lnTo>
                  <a:lnTo>
                    <a:pt x="92011" y="0"/>
                  </a:lnTo>
                  <a:lnTo>
                    <a:pt x="9201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37" y="1071028"/>
              <a:ext cx="277663" cy="334322"/>
            </a:xfrm>
            <a:custGeom>
              <a:avLst/>
              <a:pathLst>
                <a:path w="277663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4" y="766"/>
                  </a:lnTo>
                  <a:lnTo>
                    <a:pt x="145870" y="1361"/>
                  </a:lnTo>
                  <a:lnTo>
                    <a:pt x="140587" y="2126"/>
                  </a:lnTo>
                  <a:lnTo>
                    <a:pt x="135332" y="3058"/>
                  </a:lnTo>
                  <a:lnTo>
                    <a:pt x="130108" y="4158"/>
                  </a:lnTo>
                  <a:lnTo>
                    <a:pt x="124923" y="5424"/>
                  </a:lnTo>
                  <a:lnTo>
                    <a:pt x="119781" y="6855"/>
                  </a:lnTo>
                  <a:lnTo>
                    <a:pt x="114687" y="8450"/>
                  </a:lnTo>
                  <a:lnTo>
                    <a:pt x="109646" y="10206"/>
                  </a:lnTo>
                  <a:lnTo>
                    <a:pt x="104664" y="12123"/>
                  </a:lnTo>
                  <a:lnTo>
                    <a:pt x="99746" y="14197"/>
                  </a:lnTo>
                  <a:lnTo>
                    <a:pt x="94897" y="16427"/>
                  </a:lnTo>
                  <a:lnTo>
                    <a:pt x="90121" y="18811"/>
                  </a:lnTo>
                  <a:lnTo>
                    <a:pt x="85424" y="21347"/>
                  </a:lnTo>
                  <a:lnTo>
                    <a:pt x="80810" y="24031"/>
                  </a:lnTo>
                  <a:lnTo>
                    <a:pt x="76284" y="26861"/>
                  </a:lnTo>
                  <a:lnTo>
                    <a:pt x="71851" y="29834"/>
                  </a:lnTo>
                  <a:lnTo>
                    <a:pt x="67515" y="32947"/>
                  </a:lnTo>
                  <a:lnTo>
                    <a:pt x="63281" y="36197"/>
                  </a:lnTo>
                  <a:lnTo>
                    <a:pt x="59152" y="39580"/>
                  </a:lnTo>
                  <a:lnTo>
                    <a:pt x="55134" y="43093"/>
                  </a:lnTo>
                  <a:lnTo>
                    <a:pt x="51230" y="46733"/>
                  </a:lnTo>
                  <a:lnTo>
                    <a:pt x="47444" y="50496"/>
                  </a:lnTo>
                  <a:lnTo>
                    <a:pt x="43780" y="54378"/>
                  </a:lnTo>
                  <a:lnTo>
                    <a:pt x="40242" y="58375"/>
                  </a:lnTo>
                  <a:lnTo>
                    <a:pt x="36833" y="62482"/>
                  </a:lnTo>
                  <a:lnTo>
                    <a:pt x="33557" y="66697"/>
                  </a:lnTo>
                  <a:lnTo>
                    <a:pt x="30418" y="71013"/>
                  </a:lnTo>
                  <a:lnTo>
                    <a:pt x="27418" y="75428"/>
                  </a:lnTo>
                  <a:lnTo>
                    <a:pt x="24560" y="79937"/>
                  </a:lnTo>
                  <a:lnTo>
                    <a:pt x="21848" y="84534"/>
                  </a:lnTo>
                  <a:lnTo>
                    <a:pt x="19284" y="89215"/>
                  </a:lnTo>
                  <a:lnTo>
                    <a:pt x="16870" y="93976"/>
                  </a:lnTo>
                  <a:lnTo>
                    <a:pt x="14610" y="98812"/>
                  </a:lnTo>
                  <a:lnTo>
                    <a:pt x="12506" y="103717"/>
                  </a:lnTo>
                  <a:lnTo>
                    <a:pt x="10559" y="108687"/>
                  </a:lnTo>
                  <a:lnTo>
                    <a:pt x="8772" y="113717"/>
                  </a:lnTo>
                  <a:lnTo>
                    <a:pt x="7146" y="118801"/>
                  </a:lnTo>
                  <a:lnTo>
                    <a:pt x="5683" y="123935"/>
                  </a:lnTo>
                  <a:lnTo>
                    <a:pt x="4385" y="129112"/>
                  </a:lnTo>
                  <a:lnTo>
                    <a:pt x="3253" y="134329"/>
                  </a:lnTo>
                  <a:lnTo>
                    <a:pt x="2289" y="139578"/>
                  </a:lnTo>
                  <a:lnTo>
                    <a:pt x="1492" y="144856"/>
                  </a:lnTo>
                  <a:lnTo>
                    <a:pt x="864" y="150157"/>
                  </a:lnTo>
                  <a:lnTo>
                    <a:pt x="406" y="155475"/>
                  </a:lnTo>
                  <a:lnTo>
                    <a:pt x="117" y="160805"/>
                  </a:lnTo>
                  <a:lnTo>
                    <a:pt x="0" y="166141"/>
                  </a:lnTo>
                  <a:lnTo>
                    <a:pt x="52" y="171479"/>
                  </a:lnTo>
                  <a:lnTo>
                    <a:pt x="275" y="176812"/>
                  </a:lnTo>
                  <a:lnTo>
                    <a:pt x="668" y="182135"/>
                  </a:lnTo>
                  <a:lnTo>
                    <a:pt x="1231" y="187443"/>
                  </a:lnTo>
                  <a:lnTo>
                    <a:pt x="1963" y="192731"/>
                  </a:lnTo>
                  <a:lnTo>
                    <a:pt x="2863" y="197992"/>
                  </a:lnTo>
                  <a:lnTo>
                    <a:pt x="3931" y="203222"/>
                  </a:lnTo>
                  <a:lnTo>
                    <a:pt x="5165" y="208415"/>
                  </a:lnTo>
                  <a:lnTo>
                    <a:pt x="6565" y="213566"/>
                  </a:lnTo>
                  <a:lnTo>
                    <a:pt x="8128" y="218669"/>
                  </a:lnTo>
                  <a:lnTo>
                    <a:pt x="9853" y="223721"/>
                  </a:lnTo>
                  <a:lnTo>
                    <a:pt x="11739" y="228714"/>
                  </a:lnTo>
                  <a:lnTo>
                    <a:pt x="13783" y="233645"/>
                  </a:lnTo>
                  <a:lnTo>
                    <a:pt x="15984" y="238508"/>
                  </a:lnTo>
                  <a:lnTo>
                    <a:pt x="18338" y="243298"/>
                  </a:lnTo>
                  <a:lnTo>
                    <a:pt x="20845" y="248011"/>
                  </a:lnTo>
                  <a:lnTo>
                    <a:pt x="23501" y="252641"/>
                  </a:lnTo>
                  <a:lnTo>
                    <a:pt x="26303" y="257184"/>
                  </a:lnTo>
                  <a:lnTo>
                    <a:pt x="29248" y="261635"/>
                  </a:lnTo>
                  <a:lnTo>
                    <a:pt x="32335" y="265990"/>
                  </a:lnTo>
                  <a:lnTo>
                    <a:pt x="35559" y="270245"/>
                  </a:lnTo>
                  <a:lnTo>
                    <a:pt x="38917" y="274394"/>
                  </a:lnTo>
                  <a:lnTo>
                    <a:pt x="42405" y="278434"/>
                  </a:lnTo>
                  <a:lnTo>
                    <a:pt x="46021" y="282360"/>
                  </a:lnTo>
                  <a:lnTo>
                    <a:pt x="49761" y="286169"/>
                  </a:lnTo>
                  <a:lnTo>
                    <a:pt x="53620" y="289857"/>
                  </a:lnTo>
                  <a:lnTo>
                    <a:pt x="57595" y="293419"/>
                  </a:lnTo>
                  <a:lnTo>
                    <a:pt x="61681" y="296853"/>
                  </a:lnTo>
                  <a:lnTo>
                    <a:pt x="65876" y="300154"/>
                  </a:lnTo>
                  <a:lnTo>
                    <a:pt x="70173" y="303320"/>
                  </a:lnTo>
                  <a:lnTo>
                    <a:pt x="74569" y="306348"/>
                  </a:lnTo>
                  <a:lnTo>
                    <a:pt x="79060" y="309233"/>
                  </a:lnTo>
                  <a:lnTo>
                    <a:pt x="83641" y="311973"/>
                  </a:lnTo>
                  <a:lnTo>
                    <a:pt x="88306" y="314566"/>
                  </a:lnTo>
                  <a:lnTo>
                    <a:pt x="93053" y="317008"/>
                  </a:lnTo>
                  <a:lnTo>
                    <a:pt x="97874" y="319298"/>
                  </a:lnTo>
                  <a:lnTo>
                    <a:pt x="102767" y="321433"/>
                  </a:lnTo>
                  <a:lnTo>
                    <a:pt x="107725" y="323410"/>
                  </a:lnTo>
                  <a:lnTo>
                    <a:pt x="112743" y="325228"/>
                  </a:lnTo>
                  <a:lnTo>
                    <a:pt x="117817" y="326885"/>
                  </a:lnTo>
                  <a:lnTo>
                    <a:pt x="122942" y="328379"/>
                  </a:lnTo>
                  <a:lnTo>
                    <a:pt x="128111" y="329709"/>
                  </a:lnTo>
                  <a:lnTo>
                    <a:pt x="133320" y="330873"/>
                  </a:lnTo>
                  <a:lnTo>
                    <a:pt x="138564" y="331870"/>
                  </a:lnTo>
                  <a:lnTo>
                    <a:pt x="143837" y="332699"/>
                  </a:lnTo>
                  <a:lnTo>
                    <a:pt x="149134" y="333359"/>
                  </a:lnTo>
                  <a:lnTo>
                    <a:pt x="154449" y="333850"/>
                  </a:lnTo>
                  <a:lnTo>
                    <a:pt x="159777" y="334171"/>
                  </a:lnTo>
                  <a:lnTo>
                    <a:pt x="165113" y="334322"/>
                  </a:lnTo>
                  <a:lnTo>
                    <a:pt x="170450" y="334302"/>
                  </a:lnTo>
                  <a:lnTo>
                    <a:pt x="175785" y="334112"/>
                  </a:lnTo>
                  <a:lnTo>
                    <a:pt x="181110" y="333752"/>
                  </a:lnTo>
                  <a:lnTo>
                    <a:pt x="186422" y="333221"/>
                  </a:lnTo>
                  <a:lnTo>
                    <a:pt x="191713" y="332522"/>
                  </a:lnTo>
                  <a:lnTo>
                    <a:pt x="196980" y="331654"/>
                  </a:lnTo>
                  <a:lnTo>
                    <a:pt x="202216" y="330618"/>
                  </a:lnTo>
                  <a:lnTo>
                    <a:pt x="207417" y="329416"/>
                  </a:lnTo>
                  <a:lnTo>
                    <a:pt x="212576" y="328048"/>
                  </a:lnTo>
                  <a:lnTo>
                    <a:pt x="217690" y="326516"/>
                  </a:lnTo>
                  <a:lnTo>
                    <a:pt x="222751" y="324822"/>
                  </a:lnTo>
                  <a:lnTo>
                    <a:pt x="227756" y="322966"/>
                  </a:lnTo>
                  <a:lnTo>
                    <a:pt x="232700" y="320953"/>
                  </a:lnTo>
                  <a:lnTo>
                    <a:pt x="237576" y="318782"/>
                  </a:lnTo>
                  <a:lnTo>
                    <a:pt x="242381" y="316457"/>
                  </a:lnTo>
                  <a:lnTo>
                    <a:pt x="247109" y="313979"/>
                  </a:lnTo>
                  <a:lnTo>
                    <a:pt x="251755" y="311352"/>
                  </a:lnTo>
                  <a:lnTo>
                    <a:pt x="256315" y="308578"/>
                  </a:lnTo>
                  <a:lnTo>
                    <a:pt x="260784" y="305659"/>
                  </a:lnTo>
                  <a:lnTo>
                    <a:pt x="265158" y="302600"/>
                  </a:lnTo>
                  <a:lnTo>
                    <a:pt x="269432" y="299402"/>
                  </a:lnTo>
                  <a:lnTo>
                    <a:pt x="273602" y="296070"/>
                  </a:lnTo>
                  <a:lnTo>
                    <a:pt x="277663" y="29260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10499" cy="125438"/>
            </a:xfrm>
            <a:custGeom>
              <a:avLst/>
              <a:pathLst>
                <a:path w="110499" h="125438">
                  <a:moveTo>
                    <a:pt x="110499" y="125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81273"/>
              <a:ext cx="167161" cy="282361"/>
            </a:xfrm>
            <a:custGeom>
              <a:avLst/>
              <a:pathLst>
                <a:path w="167161" h="282361">
                  <a:moveTo>
                    <a:pt x="110499" y="282361"/>
                  </a:moveTo>
                  <a:lnTo>
                    <a:pt x="114493" y="278726"/>
                  </a:lnTo>
                  <a:lnTo>
                    <a:pt x="118367" y="274964"/>
                  </a:lnTo>
                  <a:lnTo>
                    <a:pt x="122118" y="271080"/>
                  </a:lnTo>
                  <a:lnTo>
                    <a:pt x="125742" y="267076"/>
                  </a:lnTo>
                  <a:lnTo>
                    <a:pt x="129234" y="262957"/>
                  </a:lnTo>
                  <a:lnTo>
                    <a:pt x="132591" y="258727"/>
                  </a:lnTo>
                  <a:lnTo>
                    <a:pt x="135810" y="254392"/>
                  </a:lnTo>
                  <a:lnTo>
                    <a:pt x="138888" y="249954"/>
                  </a:lnTo>
                  <a:lnTo>
                    <a:pt x="141820" y="245420"/>
                  </a:lnTo>
                  <a:lnTo>
                    <a:pt x="144604" y="240793"/>
                  </a:lnTo>
                  <a:lnTo>
                    <a:pt x="147238" y="236078"/>
                  </a:lnTo>
                  <a:lnTo>
                    <a:pt x="149718" y="231281"/>
                  </a:lnTo>
                  <a:lnTo>
                    <a:pt x="152042" y="226407"/>
                  </a:lnTo>
                  <a:lnTo>
                    <a:pt x="154207" y="221460"/>
                  </a:lnTo>
                  <a:lnTo>
                    <a:pt x="156211" y="216445"/>
                  </a:lnTo>
                  <a:lnTo>
                    <a:pt x="158052" y="211369"/>
                  </a:lnTo>
                  <a:lnTo>
                    <a:pt x="159728" y="206235"/>
                  </a:lnTo>
                  <a:lnTo>
                    <a:pt x="161237" y="201051"/>
                  </a:lnTo>
                  <a:lnTo>
                    <a:pt x="162578" y="195820"/>
                  </a:lnTo>
                  <a:lnTo>
                    <a:pt x="163750" y="190548"/>
                  </a:lnTo>
                  <a:lnTo>
                    <a:pt x="164751" y="185242"/>
                  </a:lnTo>
                  <a:lnTo>
                    <a:pt x="165579" y="179906"/>
                  </a:lnTo>
                  <a:lnTo>
                    <a:pt x="166235" y="174545"/>
                  </a:lnTo>
                  <a:lnTo>
                    <a:pt x="166718" y="169167"/>
                  </a:lnTo>
                  <a:lnTo>
                    <a:pt x="167026" y="163776"/>
                  </a:lnTo>
                  <a:lnTo>
                    <a:pt x="167161" y="158377"/>
                  </a:lnTo>
                  <a:lnTo>
                    <a:pt x="167120" y="152977"/>
                  </a:lnTo>
                  <a:lnTo>
                    <a:pt x="166906" y="147581"/>
                  </a:lnTo>
                  <a:lnTo>
                    <a:pt x="166517" y="142195"/>
                  </a:lnTo>
                  <a:lnTo>
                    <a:pt x="165954" y="136825"/>
                  </a:lnTo>
                  <a:lnTo>
                    <a:pt x="165219" y="131475"/>
                  </a:lnTo>
                  <a:lnTo>
                    <a:pt x="164311" y="126152"/>
                  </a:lnTo>
                  <a:lnTo>
                    <a:pt x="163231" y="120861"/>
                  </a:lnTo>
                  <a:lnTo>
                    <a:pt x="161981" y="115607"/>
                  </a:lnTo>
                  <a:lnTo>
                    <a:pt x="160562" y="110397"/>
                  </a:lnTo>
                  <a:lnTo>
                    <a:pt x="158976" y="105235"/>
                  </a:lnTo>
                  <a:lnTo>
                    <a:pt x="157223" y="100127"/>
                  </a:lnTo>
                  <a:lnTo>
                    <a:pt x="155307" y="95079"/>
                  </a:lnTo>
                  <a:lnTo>
                    <a:pt x="153228" y="90095"/>
                  </a:lnTo>
                  <a:lnTo>
                    <a:pt x="150990" y="85180"/>
                  </a:lnTo>
                  <a:lnTo>
                    <a:pt x="148594" y="80341"/>
                  </a:lnTo>
                  <a:lnTo>
                    <a:pt x="146043" y="75581"/>
                  </a:lnTo>
                  <a:lnTo>
                    <a:pt x="143339" y="70907"/>
                  </a:lnTo>
                  <a:lnTo>
                    <a:pt x="140486" y="66322"/>
                  </a:lnTo>
                  <a:lnTo>
                    <a:pt x="137487" y="61831"/>
                  </a:lnTo>
                  <a:lnTo>
                    <a:pt x="134344" y="57440"/>
                  </a:lnTo>
                  <a:lnTo>
                    <a:pt x="131060" y="53153"/>
                  </a:lnTo>
                  <a:lnTo>
                    <a:pt x="127640" y="48974"/>
                  </a:lnTo>
                  <a:lnTo>
                    <a:pt x="124087" y="44908"/>
                  </a:lnTo>
                  <a:lnTo>
                    <a:pt x="120404" y="40958"/>
                  </a:lnTo>
                  <a:lnTo>
                    <a:pt x="116596" y="37130"/>
                  </a:lnTo>
                  <a:lnTo>
                    <a:pt x="112666" y="33426"/>
                  </a:lnTo>
                  <a:lnTo>
                    <a:pt x="108618" y="29852"/>
                  </a:lnTo>
                  <a:lnTo>
                    <a:pt x="104458" y="26410"/>
                  </a:lnTo>
                  <a:lnTo>
                    <a:pt x="100188" y="23104"/>
                  </a:lnTo>
                  <a:lnTo>
                    <a:pt x="95813" y="19938"/>
                  </a:lnTo>
                  <a:lnTo>
                    <a:pt x="91339" y="16914"/>
                  </a:lnTo>
                  <a:lnTo>
                    <a:pt x="86769" y="14037"/>
                  </a:lnTo>
                  <a:lnTo>
                    <a:pt x="82108" y="11309"/>
                  </a:lnTo>
                  <a:lnTo>
                    <a:pt x="77362" y="8733"/>
                  </a:lnTo>
                  <a:lnTo>
                    <a:pt x="72536" y="6312"/>
                  </a:lnTo>
                  <a:lnTo>
                    <a:pt x="67633" y="4047"/>
                  </a:lnTo>
                  <a:lnTo>
                    <a:pt x="62660" y="1943"/>
                  </a:lnTo>
                  <a:lnTo>
                    <a:pt x="57622" y="0"/>
                  </a:lnTo>
                  <a:lnTo>
                    <a:pt x="0" y="1569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57622" cy="167167"/>
            </a:xfrm>
            <a:custGeom>
              <a:avLst/>
              <a:pathLst>
                <a:path w="57622" h="167167">
                  <a:moveTo>
                    <a:pt x="57622" y="10245"/>
                  </a:moveTo>
                  <a:lnTo>
                    <a:pt x="52065" y="8314"/>
                  </a:lnTo>
                  <a:lnTo>
                    <a:pt x="46444" y="6581"/>
                  </a:lnTo>
                  <a:lnTo>
                    <a:pt x="40765" y="5046"/>
                  </a:lnTo>
                  <a:lnTo>
                    <a:pt x="35035" y="3712"/>
                  </a:lnTo>
                  <a:lnTo>
                    <a:pt x="29262" y="2581"/>
                  </a:lnTo>
                  <a:lnTo>
                    <a:pt x="23453" y="1653"/>
                  </a:lnTo>
                  <a:lnTo>
                    <a:pt x="17615" y="930"/>
                  </a:lnTo>
                  <a:lnTo>
                    <a:pt x="11756" y="413"/>
                  </a:lnTo>
                  <a:lnTo>
                    <a:pt x="588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9900" y="1322571"/>
              <a:ext cx="128820" cy="167167"/>
            </a:xfrm>
            <a:custGeom>
              <a:avLst/>
              <a:pathLst>
                <a:path w="128820" h="167167">
                  <a:moveTo>
                    <a:pt x="128820" y="0"/>
                  </a:moveTo>
                  <a:lnTo>
                    <a:pt x="123374" y="88"/>
                  </a:lnTo>
                  <a:lnTo>
                    <a:pt x="117933" y="354"/>
                  </a:lnTo>
                  <a:lnTo>
                    <a:pt x="112504" y="798"/>
                  </a:lnTo>
                  <a:lnTo>
                    <a:pt x="107093" y="1417"/>
                  </a:lnTo>
                  <a:lnTo>
                    <a:pt x="101705" y="2213"/>
                  </a:lnTo>
                  <a:lnTo>
                    <a:pt x="96345" y="3184"/>
                  </a:lnTo>
                  <a:lnTo>
                    <a:pt x="91020" y="4329"/>
                  </a:lnTo>
                  <a:lnTo>
                    <a:pt x="85735" y="5647"/>
                  </a:lnTo>
                  <a:lnTo>
                    <a:pt x="80495" y="7137"/>
                  </a:lnTo>
                  <a:lnTo>
                    <a:pt x="75307" y="8796"/>
                  </a:lnTo>
                  <a:lnTo>
                    <a:pt x="70176" y="10623"/>
                  </a:lnTo>
                  <a:lnTo>
                    <a:pt x="65107" y="12617"/>
                  </a:lnTo>
                  <a:lnTo>
                    <a:pt x="60106" y="14775"/>
                  </a:lnTo>
                  <a:lnTo>
                    <a:pt x="55178" y="17094"/>
                  </a:lnTo>
                  <a:lnTo>
                    <a:pt x="50327" y="19573"/>
                  </a:lnTo>
                  <a:lnTo>
                    <a:pt x="45561" y="22209"/>
                  </a:lnTo>
                  <a:lnTo>
                    <a:pt x="40882" y="24998"/>
                  </a:lnTo>
                  <a:lnTo>
                    <a:pt x="36297" y="27939"/>
                  </a:lnTo>
                  <a:lnTo>
                    <a:pt x="31810" y="31027"/>
                  </a:lnTo>
                  <a:lnTo>
                    <a:pt x="27427" y="34260"/>
                  </a:lnTo>
                  <a:lnTo>
                    <a:pt x="23150" y="37634"/>
                  </a:lnTo>
                  <a:lnTo>
                    <a:pt x="18986" y="41145"/>
                  </a:lnTo>
                  <a:lnTo>
                    <a:pt x="14939" y="44790"/>
                  </a:lnTo>
                  <a:lnTo>
                    <a:pt x="11012" y="48565"/>
                  </a:lnTo>
                  <a:lnTo>
                    <a:pt x="7211" y="52466"/>
                  </a:lnTo>
                  <a:lnTo>
                    <a:pt x="3539" y="56489"/>
                  </a:lnTo>
                  <a:lnTo>
                    <a:pt x="0" y="60629"/>
                  </a:lnTo>
                  <a:lnTo>
                    <a:pt x="12882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59900" y="1383201"/>
              <a:ext cx="128820" cy="106537"/>
            </a:xfrm>
            <a:custGeom>
              <a:avLst/>
              <a:pathLst>
                <a:path w="128820" h="106537">
                  <a:moveTo>
                    <a:pt x="0" y="0"/>
                  </a:moveTo>
                  <a:lnTo>
                    <a:pt x="128820" y="1065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6" y="1383201"/>
              <a:ext cx="334331" cy="273692"/>
            </a:xfrm>
            <a:custGeom>
              <a:avLst/>
              <a:pathLst>
                <a:path w="334331" h="273692">
                  <a:moveTo>
                    <a:pt x="38344" y="0"/>
                  </a:moveTo>
                  <a:lnTo>
                    <a:pt x="35034" y="4133"/>
                  </a:lnTo>
                  <a:lnTo>
                    <a:pt x="31856" y="8370"/>
                  </a:lnTo>
                  <a:lnTo>
                    <a:pt x="28815" y="12705"/>
                  </a:lnTo>
                  <a:lnTo>
                    <a:pt x="25912" y="17135"/>
                  </a:lnTo>
                  <a:lnTo>
                    <a:pt x="23151" y="21654"/>
                  </a:lnTo>
                  <a:lnTo>
                    <a:pt x="20534" y="26258"/>
                  </a:lnTo>
                  <a:lnTo>
                    <a:pt x="18065" y="30943"/>
                  </a:lnTo>
                  <a:lnTo>
                    <a:pt x="15745" y="35704"/>
                  </a:lnTo>
                  <a:lnTo>
                    <a:pt x="13578" y="40536"/>
                  </a:lnTo>
                  <a:lnTo>
                    <a:pt x="11564" y="45434"/>
                  </a:lnTo>
                  <a:lnTo>
                    <a:pt x="9707" y="50393"/>
                  </a:lnTo>
                  <a:lnTo>
                    <a:pt x="8007" y="55409"/>
                  </a:lnTo>
                  <a:lnTo>
                    <a:pt x="6468" y="60476"/>
                  </a:lnTo>
                  <a:lnTo>
                    <a:pt x="5089" y="65589"/>
                  </a:lnTo>
                  <a:lnTo>
                    <a:pt x="3873" y="70744"/>
                  </a:lnTo>
                  <a:lnTo>
                    <a:pt x="2822" y="75934"/>
                  </a:lnTo>
                  <a:lnTo>
                    <a:pt x="1935" y="81155"/>
                  </a:lnTo>
                  <a:lnTo>
                    <a:pt x="1214" y="86402"/>
                  </a:lnTo>
                  <a:lnTo>
                    <a:pt x="659" y="91668"/>
                  </a:lnTo>
                  <a:lnTo>
                    <a:pt x="272" y="96950"/>
                  </a:lnTo>
                  <a:lnTo>
                    <a:pt x="52" y="102241"/>
                  </a:lnTo>
                  <a:lnTo>
                    <a:pt x="0" y="107537"/>
                  </a:lnTo>
                  <a:lnTo>
                    <a:pt x="115" y="112831"/>
                  </a:lnTo>
                  <a:lnTo>
                    <a:pt x="398" y="118120"/>
                  </a:lnTo>
                  <a:lnTo>
                    <a:pt x="849" y="123396"/>
                  </a:lnTo>
                  <a:lnTo>
                    <a:pt x="1466" y="128656"/>
                  </a:lnTo>
                  <a:lnTo>
                    <a:pt x="2250" y="133894"/>
                  </a:lnTo>
                  <a:lnTo>
                    <a:pt x="3199" y="139104"/>
                  </a:lnTo>
                  <a:lnTo>
                    <a:pt x="4313" y="144281"/>
                  </a:lnTo>
                  <a:lnTo>
                    <a:pt x="5591" y="149420"/>
                  </a:lnTo>
                  <a:lnTo>
                    <a:pt x="7030" y="154517"/>
                  </a:lnTo>
                  <a:lnTo>
                    <a:pt x="8630" y="159565"/>
                  </a:lnTo>
                  <a:lnTo>
                    <a:pt x="10389" y="164560"/>
                  </a:lnTo>
                  <a:lnTo>
                    <a:pt x="12306" y="169497"/>
                  </a:lnTo>
                  <a:lnTo>
                    <a:pt x="14378" y="174371"/>
                  </a:lnTo>
                  <a:lnTo>
                    <a:pt x="16603" y="179176"/>
                  </a:lnTo>
                  <a:lnTo>
                    <a:pt x="18980" y="183909"/>
                  </a:lnTo>
                  <a:lnTo>
                    <a:pt x="21505" y="188564"/>
                  </a:lnTo>
                  <a:lnTo>
                    <a:pt x="24176" y="193137"/>
                  </a:lnTo>
                  <a:lnTo>
                    <a:pt x="26991" y="197623"/>
                  </a:lnTo>
                  <a:lnTo>
                    <a:pt x="29947" y="202017"/>
                  </a:lnTo>
                  <a:lnTo>
                    <a:pt x="33040" y="206315"/>
                  </a:lnTo>
                  <a:lnTo>
                    <a:pt x="36268" y="210514"/>
                  </a:lnTo>
                  <a:lnTo>
                    <a:pt x="39627" y="214608"/>
                  </a:lnTo>
                  <a:lnTo>
                    <a:pt x="43114" y="218594"/>
                  </a:lnTo>
                  <a:lnTo>
                    <a:pt x="46726" y="222467"/>
                  </a:lnTo>
                  <a:lnTo>
                    <a:pt x="50459" y="226223"/>
                  </a:lnTo>
                  <a:lnTo>
                    <a:pt x="54308" y="229860"/>
                  </a:lnTo>
                  <a:lnTo>
                    <a:pt x="58271" y="233373"/>
                  </a:lnTo>
                  <a:lnTo>
                    <a:pt x="62344" y="236759"/>
                  </a:lnTo>
                  <a:lnTo>
                    <a:pt x="66521" y="240014"/>
                  </a:lnTo>
                  <a:lnTo>
                    <a:pt x="70800" y="243135"/>
                  </a:lnTo>
                  <a:lnTo>
                    <a:pt x="75175" y="246118"/>
                  </a:lnTo>
                  <a:lnTo>
                    <a:pt x="79642" y="248962"/>
                  </a:lnTo>
                  <a:lnTo>
                    <a:pt x="84198" y="251663"/>
                  </a:lnTo>
                  <a:lnTo>
                    <a:pt x="88836" y="254218"/>
                  </a:lnTo>
                  <a:lnTo>
                    <a:pt x="93553" y="256625"/>
                  </a:lnTo>
                  <a:lnTo>
                    <a:pt x="98344" y="258882"/>
                  </a:lnTo>
                  <a:lnTo>
                    <a:pt x="103205" y="260985"/>
                  </a:lnTo>
                  <a:lnTo>
                    <a:pt x="108129" y="262934"/>
                  </a:lnTo>
                  <a:lnTo>
                    <a:pt x="113113" y="264725"/>
                  </a:lnTo>
                  <a:lnTo>
                    <a:pt x="118150" y="266358"/>
                  </a:lnTo>
                  <a:lnTo>
                    <a:pt x="123238" y="267830"/>
                  </a:lnTo>
                  <a:lnTo>
                    <a:pt x="128369" y="269141"/>
                  </a:lnTo>
                  <a:lnTo>
                    <a:pt x="133539" y="270288"/>
                  </a:lnTo>
                  <a:lnTo>
                    <a:pt x="138743" y="271271"/>
                  </a:lnTo>
                  <a:lnTo>
                    <a:pt x="143975" y="272088"/>
                  </a:lnTo>
                  <a:lnTo>
                    <a:pt x="149230" y="272740"/>
                  </a:lnTo>
                  <a:lnTo>
                    <a:pt x="154504" y="273225"/>
                  </a:lnTo>
                  <a:lnTo>
                    <a:pt x="159790" y="273542"/>
                  </a:lnTo>
                  <a:lnTo>
                    <a:pt x="165084" y="273692"/>
                  </a:lnTo>
                  <a:lnTo>
                    <a:pt x="170380" y="273674"/>
                  </a:lnTo>
                  <a:lnTo>
                    <a:pt x="175672" y="273488"/>
                  </a:lnTo>
                  <a:lnTo>
                    <a:pt x="180956" y="273135"/>
                  </a:lnTo>
                  <a:lnTo>
                    <a:pt x="186227" y="272614"/>
                  </a:lnTo>
                  <a:lnTo>
                    <a:pt x="191478" y="271927"/>
                  </a:lnTo>
                  <a:lnTo>
                    <a:pt x="196704" y="271074"/>
                  </a:lnTo>
                  <a:lnTo>
                    <a:pt x="201901" y="270056"/>
                  </a:lnTo>
                  <a:lnTo>
                    <a:pt x="207063" y="268873"/>
                  </a:lnTo>
                  <a:lnTo>
                    <a:pt x="212186" y="267528"/>
                  </a:lnTo>
                  <a:lnTo>
                    <a:pt x="217263" y="266021"/>
                  </a:lnTo>
                  <a:lnTo>
                    <a:pt x="222289" y="264354"/>
                  </a:lnTo>
                  <a:lnTo>
                    <a:pt x="227260" y="262529"/>
                  </a:lnTo>
                  <a:lnTo>
                    <a:pt x="232171" y="260547"/>
                  </a:lnTo>
                  <a:lnTo>
                    <a:pt x="237017" y="258410"/>
                  </a:lnTo>
                  <a:lnTo>
                    <a:pt x="241793" y="256122"/>
                  </a:lnTo>
                  <a:lnTo>
                    <a:pt x="246494" y="253683"/>
                  </a:lnTo>
                  <a:lnTo>
                    <a:pt x="251115" y="251096"/>
                  </a:lnTo>
                  <a:lnTo>
                    <a:pt x="255652" y="248364"/>
                  </a:lnTo>
                  <a:lnTo>
                    <a:pt x="260100" y="245490"/>
                  </a:lnTo>
                  <a:lnTo>
                    <a:pt x="264455" y="242476"/>
                  </a:lnTo>
                  <a:lnTo>
                    <a:pt x="268712" y="239326"/>
                  </a:lnTo>
                  <a:lnTo>
                    <a:pt x="272867" y="236043"/>
                  </a:lnTo>
                  <a:lnTo>
                    <a:pt x="276916" y="232630"/>
                  </a:lnTo>
                  <a:lnTo>
                    <a:pt x="280855" y="229090"/>
                  </a:lnTo>
                  <a:lnTo>
                    <a:pt x="284680" y="225428"/>
                  </a:lnTo>
                  <a:lnTo>
                    <a:pt x="288387" y="221645"/>
                  </a:lnTo>
                  <a:lnTo>
                    <a:pt x="291972" y="217748"/>
                  </a:lnTo>
                  <a:lnTo>
                    <a:pt x="295432" y="213739"/>
                  </a:lnTo>
                  <a:lnTo>
                    <a:pt x="298764" y="209622"/>
                  </a:lnTo>
                  <a:lnTo>
                    <a:pt x="301963" y="205402"/>
                  </a:lnTo>
                  <a:lnTo>
                    <a:pt x="305027" y="201082"/>
                  </a:lnTo>
                  <a:lnTo>
                    <a:pt x="307953" y="196668"/>
                  </a:lnTo>
                  <a:lnTo>
                    <a:pt x="310737" y="192163"/>
                  </a:lnTo>
                  <a:lnTo>
                    <a:pt x="313377" y="187572"/>
                  </a:lnTo>
                  <a:lnTo>
                    <a:pt x="315871" y="182900"/>
                  </a:lnTo>
                  <a:lnTo>
                    <a:pt x="318215" y="178151"/>
                  </a:lnTo>
                  <a:lnTo>
                    <a:pt x="320407" y="173331"/>
                  </a:lnTo>
                  <a:lnTo>
                    <a:pt x="322446" y="168443"/>
                  </a:lnTo>
                  <a:lnTo>
                    <a:pt x="324329" y="163493"/>
                  </a:lnTo>
                  <a:lnTo>
                    <a:pt x="326055" y="158486"/>
                  </a:lnTo>
                  <a:lnTo>
                    <a:pt x="327620" y="153427"/>
                  </a:lnTo>
                  <a:lnTo>
                    <a:pt x="329025" y="148321"/>
                  </a:lnTo>
                  <a:lnTo>
                    <a:pt x="330267" y="143173"/>
                  </a:lnTo>
                  <a:lnTo>
                    <a:pt x="331346" y="137988"/>
                  </a:lnTo>
                  <a:lnTo>
                    <a:pt x="332260" y="132772"/>
                  </a:lnTo>
                  <a:lnTo>
                    <a:pt x="333008" y="127529"/>
                  </a:lnTo>
                  <a:lnTo>
                    <a:pt x="333590" y="122266"/>
                  </a:lnTo>
                  <a:lnTo>
                    <a:pt x="334005" y="116986"/>
                  </a:lnTo>
                  <a:lnTo>
                    <a:pt x="334252" y="111696"/>
                  </a:lnTo>
                  <a:lnTo>
                    <a:pt x="334331" y="106401"/>
                  </a:lnTo>
                  <a:lnTo>
                    <a:pt x="334243" y="101106"/>
                  </a:lnTo>
                  <a:lnTo>
                    <a:pt x="333987" y="95816"/>
                  </a:lnTo>
                  <a:lnTo>
                    <a:pt x="333564" y="90537"/>
                  </a:lnTo>
                  <a:lnTo>
                    <a:pt x="332974" y="85274"/>
                  </a:lnTo>
                  <a:lnTo>
                    <a:pt x="332217" y="80033"/>
                  </a:lnTo>
                  <a:lnTo>
                    <a:pt x="331295" y="74818"/>
                  </a:lnTo>
                  <a:lnTo>
                    <a:pt x="330207" y="69635"/>
                  </a:lnTo>
                  <a:lnTo>
                    <a:pt x="328957" y="64489"/>
                  </a:lnTo>
                  <a:lnTo>
                    <a:pt x="327544" y="59385"/>
                  </a:lnTo>
                  <a:lnTo>
                    <a:pt x="325970" y="54329"/>
                  </a:lnTo>
                  <a:lnTo>
                    <a:pt x="324236" y="49324"/>
                  </a:lnTo>
                  <a:lnTo>
                    <a:pt x="322345" y="44378"/>
                  </a:lnTo>
                  <a:lnTo>
                    <a:pt x="320298" y="39493"/>
                  </a:lnTo>
                  <a:lnTo>
                    <a:pt x="318098" y="34676"/>
                  </a:lnTo>
                  <a:lnTo>
                    <a:pt x="315746" y="29932"/>
                  </a:lnTo>
                  <a:lnTo>
                    <a:pt x="313245" y="25264"/>
                  </a:lnTo>
                  <a:lnTo>
                    <a:pt x="167164" y="1065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46080" cy="167167"/>
            </a:xfrm>
            <a:custGeom>
              <a:avLst/>
              <a:pathLst>
                <a:path w="146080" h="167167">
                  <a:moveTo>
                    <a:pt x="146080" y="85893"/>
                  </a:moveTo>
                  <a:lnTo>
                    <a:pt x="143300" y="81086"/>
                  </a:lnTo>
                  <a:lnTo>
                    <a:pt x="140362" y="76374"/>
                  </a:lnTo>
                  <a:lnTo>
                    <a:pt x="137269" y="71762"/>
                  </a:lnTo>
                  <a:lnTo>
                    <a:pt x="134024" y="67255"/>
                  </a:lnTo>
                  <a:lnTo>
                    <a:pt x="130631" y="62858"/>
                  </a:lnTo>
                  <a:lnTo>
                    <a:pt x="127095" y="58577"/>
                  </a:lnTo>
                  <a:lnTo>
                    <a:pt x="123418" y="54415"/>
                  </a:lnTo>
                  <a:lnTo>
                    <a:pt x="119605" y="50378"/>
                  </a:lnTo>
                  <a:lnTo>
                    <a:pt x="115659" y="46470"/>
                  </a:lnTo>
                  <a:lnTo>
                    <a:pt x="111587" y="42695"/>
                  </a:lnTo>
                  <a:lnTo>
                    <a:pt x="107391" y="39057"/>
                  </a:lnTo>
                  <a:lnTo>
                    <a:pt x="103076" y="35561"/>
                  </a:lnTo>
                  <a:lnTo>
                    <a:pt x="98648" y="32210"/>
                  </a:lnTo>
                  <a:lnTo>
                    <a:pt x="94111" y="29008"/>
                  </a:lnTo>
                  <a:lnTo>
                    <a:pt x="89470" y="25958"/>
                  </a:lnTo>
                  <a:lnTo>
                    <a:pt x="84730" y="23064"/>
                  </a:lnTo>
                  <a:lnTo>
                    <a:pt x="79897" y="20329"/>
                  </a:lnTo>
                  <a:lnTo>
                    <a:pt x="74976" y="17756"/>
                  </a:lnTo>
                  <a:lnTo>
                    <a:pt x="69972" y="15349"/>
                  </a:lnTo>
                  <a:lnTo>
                    <a:pt x="64891" y="13108"/>
                  </a:lnTo>
                  <a:lnTo>
                    <a:pt x="59738" y="11038"/>
                  </a:lnTo>
                  <a:lnTo>
                    <a:pt x="54519" y="9140"/>
                  </a:lnTo>
                  <a:lnTo>
                    <a:pt x="49240" y="7416"/>
                  </a:lnTo>
                  <a:lnTo>
                    <a:pt x="43907" y="5869"/>
                  </a:lnTo>
                  <a:lnTo>
                    <a:pt x="38525" y="4499"/>
                  </a:lnTo>
                  <a:lnTo>
                    <a:pt x="33100" y="3309"/>
                  </a:lnTo>
                  <a:lnTo>
                    <a:pt x="27640" y="2300"/>
                  </a:lnTo>
                  <a:lnTo>
                    <a:pt x="22148" y="1473"/>
                  </a:lnTo>
                  <a:lnTo>
                    <a:pt x="16633" y="829"/>
                  </a:lnTo>
                  <a:lnTo>
                    <a:pt x="11098" y="368"/>
                  </a:lnTo>
                  <a:lnTo>
                    <a:pt x="555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1970" y="1681503"/>
              <a:ext cx="94554" cy="167167"/>
            </a:xfrm>
            <a:custGeom>
              <a:avLst/>
              <a:pathLst>
                <a:path w="94554" h="167167">
                  <a:moveTo>
                    <a:pt x="94554" y="0"/>
                  </a:moveTo>
                  <a:lnTo>
                    <a:pt x="88971" y="93"/>
                  </a:lnTo>
                  <a:lnTo>
                    <a:pt x="83395" y="372"/>
                  </a:lnTo>
                  <a:lnTo>
                    <a:pt x="77832" y="838"/>
                  </a:lnTo>
                  <a:lnTo>
                    <a:pt x="72287" y="1489"/>
                  </a:lnTo>
                  <a:lnTo>
                    <a:pt x="66767" y="2325"/>
                  </a:lnTo>
                  <a:lnTo>
                    <a:pt x="61278" y="3345"/>
                  </a:lnTo>
                  <a:lnTo>
                    <a:pt x="55826" y="4547"/>
                  </a:lnTo>
                  <a:lnTo>
                    <a:pt x="50417" y="5931"/>
                  </a:lnTo>
                  <a:lnTo>
                    <a:pt x="45057" y="7495"/>
                  </a:lnTo>
                  <a:lnTo>
                    <a:pt x="39753" y="9237"/>
                  </a:lnTo>
                  <a:lnTo>
                    <a:pt x="34510" y="11155"/>
                  </a:lnTo>
                  <a:lnTo>
                    <a:pt x="29333" y="13247"/>
                  </a:lnTo>
                  <a:lnTo>
                    <a:pt x="24230" y="15511"/>
                  </a:lnTo>
                  <a:lnTo>
                    <a:pt x="19205" y="17944"/>
                  </a:lnTo>
                  <a:lnTo>
                    <a:pt x="14264" y="20543"/>
                  </a:lnTo>
                  <a:lnTo>
                    <a:pt x="9412" y="23306"/>
                  </a:lnTo>
                  <a:lnTo>
                    <a:pt x="4656" y="26230"/>
                  </a:lnTo>
                  <a:lnTo>
                    <a:pt x="0" y="29310"/>
                  </a:lnTo>
                  <a:lnTo>
                    <a:pt x="9455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1970" y="171081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74" y="1681503"/>
              <a:ext cx="334297" cy="334334"/>
            </a:xfrm>
            <a:custGeom>
              <a:avLst/>
              <a:pathLst>
                <a:path w="334297" h="334334">
                  <a:moveTo>
                    <a:pt x="72595" y="29310"/>
                  </a:moveTo>
                  <a:lnTo>
                    <a:pt x="68268" y="32381"/>
                  </a:lnTo>
                  <a:lnTo>
                    <a:pt x="64040" y="35587"/>
                  </a:lnTo>
                  <a:lnTo>
                    <a:pt x="59916" y="38926"/>
                  </a:lnTo>
                  <a:lnTo>
                    <a:pt x="55900" y="42394"/>
                  </a:lnTo>
                  <a:lnTo>
                    <a:pt x="51996" y="45987"/>
                  </a:lnTo>
                  <a:lnTo>
                    <a:pt x="48208" y="49703"/>
                  </a:lnTo>
                  <a:lnTo>
                    <a:pt x="44540" y="53537"/>
                  </a:lnTo>
                  <a:lnTo>
                    <a:pt x="40995" y="57486"/>
                  </a:lnTo>
                  <a:lnTo>
                    <a:pt x="37578" y="61545"/>
                  </a:lnTo>
                  <a:lnTo>
                    <a:pt x="34291" y="65710"/>
                  </a:lnTo>
                  <a:lnTo>
                    <a:pt x="31138" y="69978"/>
                  </a:lnTo>
                  <a:lnTo>
                    <a:pt x="28122" y="74344"/>
                  </a:lnTo>
                  <a:lnTo>
                    <a:pt x="25246" y="78803"/>
                  </a:lnTo>
                  <a:lnTo>
                    <a:pt x="22513" y="83351"/>
                  </a:lnTo>
                  <a:lnTo>
                    <a:pt x="19925" y="87984"/>
                  </a:lnTo>
                  <a:lnTo>
                    <a:pt x="17486" y="92696"/>
                  </a:lnTo>
                  <a:lnTo>
                    <a:pt x="15198" y="97484"/>
                  </a:lnTo>
                  <a:lnTo>
                    <a:pt x="13063" y="102341"/>
                  </a:lnTo>
                  <a:lnTo>
                    <a:pt x="11083" y="107264"/>
                  </a:lnTo>
                  <a:lnTo>
                    <a:pt x="9261" y="112248"/>
                  </a:lnTo>
                  <a:lnTo>
                    <a:pt x="7597" y="117286"/>
                  </a:lnTo>
                  <a:lnTo>
                    <a:pt x="6095" y="122375"/>
                  </a:lnTo>
                  <a:lnTo>
                    <a:pt x="4754" y="127509"/>
                  </a:lnTo>
                  <a:lnTo>
                    <a:pt x="3577" y="132683"/>
                  </a:lnTo>
                  <a:lnTo>
                    <a:pt x="2565" y="137892"/>
                  </a:lnTo>
                  <a:lnTo>
                    <a:pt x="1719" y="143130"/>
                  </a:lnTo>
                  <a:lnTo>
                    <a:pt x="1040" y="148393"/>
                  </a:lnTo>
                  <a:lnTo>
                    <a:pt x="528" y="153674"/>
                  </a:lnTo>
                  <a:lnTo>
                    <a:pt x="183" y="158969"/>
                  </a:lnTo>
                  <a:lnTo>
                    <a:pt x="7" y="164273"/>
                  </a:lnTo>
                  <a:lnTo>
                    <a:pt x="0" y="169579"/>
                  </a:lnTo>
                  <a:lnTo>
                    <a:pt x="160" y="174882"/>
                  </a:lnTo>
                  <a:lnTo>
                    <a:pt x="489" y="180178"/>
                  </a:lnTo>
                  <a:lnTo>
                    <a:pt x="986" y="185461"/>
                  </a:lnTo>
                  <a:lnTo>
                    <a:pt x="1650" y="190726"/>
                  </a:lnTo>
                  <a:lnTo>
                    <a:pt x="2482" y="195966"/>
                  </a:lnTo>
                  <a:lnTo>
                    <a:pt x="3479" y="201178"/>
                  </a:lnTo>
                  <a:lnTo>
                    <a:pt x="4640" y="206355"/>
                  </a:lnTo>
                  <a:lnTo>
                    <a:pt x="5966" y="211493"/>
                  </a:lnTo>
                  <a:lnTo>
                    <a:pt x="7454" y="216587"/>
                  </a:lnTo>
                  <a:lnTo>
                    <a:pt x="9103" y="221630"/>
                  </a:lnTo>
                  <a:lnTo>
                    <a:pt x="10911" y="226619"/>
                  </a:lnTo>
                  <a:lnTo>
                    <a:pt x="12877" y="231547"/>
                  </a:lnTo>
                  <a:lnTo>
                    <a:pt x="14998" y="236411"/>
                  </a:lnTo>
                  <a:lnTo>
                    <a:pt x="17272" y="241205"/>
                  </a:lnTo>
                  <a:lnTo>
                    <a:pt x="19697" y="245925"/>
                  </a:lnTo>
                  <a:lnTo>
                    <a:pt x="22271" y="250565"/>
                  </a:lnTo>
                  <a:lnTo>
                    <a:pt x="24991" y="255121"/>
                  </a:lnTo>
                  <a:lnTo>
                    <a:pt x="27854" y="259588"/>
                  </a:lnTo>
                  <a:lnTo>
                    <a:pt x="30857" y="263963"/>
                  </a:lnTo>
                  <a:lnTo>
                    <a:pt x="33998" y="268240"/>
                  </a:lnTo>
                  <a:lnTo>
                    <a:pt x="37273" y="272415"/>
                  </a:lnTo>
                  <a:lnTo>
                    <a:pt x="40679" y="276483"/>
                  </a:lnTo>
                  <a:lnTo>
                    <a:pt x="44212" y="280442"/>
                  </a:lnTo>
                  <a:lnTo>
                    <a:pt x="47869" y="284287"/>
                  </a:lnTo>
                  <a:lnTo>
                    <a:pt x="51646" y="288014"/>
                  </a:lnTo>
                  <a:lnTo>
                    <a:pt x="55540" y="291619"/>
                  </a:lnTo>
                  <a:lnTo>
                    <a:pt x="59546" y="295098"/>
                  </a:lnTo>
                  <a:lnTo>
                    <a:pt x="63660" y="298449"/>
                  </a:lnTo>
                  <a:lnTo>
                    <a:pt x="67879" y="301667"/>
                  </a:lnTo>
                  <a:lnTo>
                    <a:pt x="72198" y="304750"/>
                  </a:lnTo>
                  <a:lnTo>
                    <a:pt x="76612" y="307694"/>
                  </a:lnTo>
                  <a:lnTo>
                    <a:pt x="81118" y="310497"/>
                  </a:lnTo>
                  <a:lnTo>
                    <a:pt x="85710" y="313155"/>
                  </a:lnTo>
                  <a:lnTo>
                    <a:pt x="90384" y="315666"/>
                  </a:lnTo>
                  <a:lnTo>
                    <a:pt x="95136" y="318028"/>
                  </a:lnTo>
                  <a:lnTo>
                    <a:pt x="99960" y="320237"/>
                  </a:lnTo>
                  <a:lnTo>
                    <a:pt x="104852" y="322293"/>
                  </a:lnTo>
                  <a:lnTo>
                    <a:pt x="109807" y="324192"/>
                  </a:lnTo>
                  <a:lnTo>
                    <a:pt x="114819" y="325933"/>
                  </a:lnTo>
                  <a:lnTo>
                    <a:pt x="119885" y="327513"/>
                  </a:lnTo>
                  <a:lnTo>
                    <a:pt x="124997" y="328933"/>
                  </a:lnTo>
                  <a:lnTo>
                    <a:pt x="130153" y="330189"/>
                  </a:lnTo>
                  <a:lnTo>
                    <a:pt x="135345" y="331281"/>
                  </a:lnTo>
                  <a:lnTo>
                    <a:pt x="140570" y="332208"/>
                  </a:lnTo>
                  <a:lnTo>
                    <a:pt x="145821" y="332968"/>
                  </a:lnTo>
                  <a:lnTo>
                    <a:pt x="151094" y="333562"/>
                  </a:lnTo>
                  <a:lnTo>
                    <a:pt x="156383" y="333987"/>
                  </a:lnTo>
                  <a:lnTo>
                    <a:pt x="161683" y="334245"/>
                  </a:lnTo>
                  <a:lnTo>
                    <a:pt x="166989" y="334334"/>
                  </a:lnTo>
                  <a:lnTo>
                    <a:pt x="172294" y="334255"/>
                  </a:lnTo>
                  <a:lnTo>
                    <a:pt x="177595" y="334008"/>
                  </a:lnTo>
                  <a:lnTo>
                    <a:pt x="182884" y="333592"/>
                  </a:lnTo>
                  <a:lnTo>
                    <a:pt x="188159" y="333009"/>
                  </a:lnTo>
                  <a:lnTo>
                    <a:pt x="193411" y="332259"/>
                  </a:lnTo>
                  <a:lnTo>
                    <a:pt x="198638" y="331342"/>
                  </a:lnTo>
                  <a:lnTo>
                    <a:pt x="203832" y="330260"/>
                  </a:lnTo>
                  <a:lnTo>
                    <a:pt x="208990" y="329014"/>
                  </a:lnTo>
                  <a:lnTo>
                    <a:pt x="214106" y="327604"/>
                  </a:lnTo>
                  <a:lnTo>
                    <a:pt x="219174" y="326033"/>
                  </a:lnTo>
                  <a:lnTo>
                    <a:pt x="224190" y="324302"/>
                  </a:lnTo>
                  <a:lnTo>
                    <a:pt x="229148" y="322412"/>
                  </a:lnTo>
                  <a:lnTo>
                    <a:pt x="234044" y="320366"/>
                  </a:lnTo>
                  <a:lnTo>
                    <a:pt x="238872" y="318166"/>
                  </a:lnTo>
                  <a:lnTo>
                    <a:pt x="243629" y="315814"/>
                  </a:lnTo>
                  <a:lnTo>
                    <a:pt x="248308" y="313312"/>
                  </a:lnTo>
                  <a:lnTo>
                    <a:pt x="252905" y="310662"/>
                  </a:lnTo>
                  <a:lnTo>
                    <a:pt x="257416" y="307868"/>
                  </a:lnTo>
                  <a:lnTo>
                    <a:pt x="261836" y="304933"/>
                  </a:lnTo>
                  <a:lnTo>
                    <a:pt x="266161" y="301858"/>
                  </a:lnTo>
                  <a:lnTo>
                    <a:pt x="270386" y="298648"/>
                  </a:lnTo>
                  <a:lnTo>
                    <a:pt x="274507" y="295305"/>
                  </a:lnTo>
                  <a:lnTo>
                    <a:pt x="278520" y="291833"/>
                  </a:lnTo>
                  <a:lnTo>
                    <a:pt x="282420" y="288236"/>
                  </a:lnTo>
                  <a:lnTo>
                    <a:pt x="286204" y="284516"/>
                  </a:lnTo>
                  <a:lnTo>
                    <a:pt x="289869" y="280679"/>
                  </a:lnTo>
                  <a:lnTo>
                    <a:pt x="293410" y="276727"/>
                  </a:lnTo>
                  <a:lnTo>
                    <a:pt x="296823" y="272664"/>
                  </a:lnTo>
                  <a:lnTo>
                    <a:pt x="300106" y="268496"/>
                  </a:lnTo>
                  <a:lnTo>
                    <a:pt x="303255" y="264225"/>
                  </a:lnTo>
                  <a:lnTo>
                    <a:pt x="306267" y="259856"/>
                  </a:lnTo>
                  <a:lnTo>
                    <a:pt x="309139" y="255394"/>
                  </a:lnTo>
                  <a:lnTo>
                    <a:pt x="311867" y="250844"/>
                  </a:lnTo>
                  <a:lnTo>
                    <a:pt x="314450" y="246208"/>
                  </a:lnTo>
                  <a:lnTo>
                    <a:pt x="316884" y="241494"/>
                  </a:lnTo>
                  <a:lnTo>
                    <a:pt x="319168" y="236704"/>
                  </a:lnTo>
                  <a:lnTo>
                    <a:pt x="321298" y="231844"/>
                  </a:lnTo>
                  <a:lnTo>
                    <a:pt x="323273" y="226919"/>
                  </a:lnTo>
                  <a:lnTo>
                    <a:pt x="325091" y="221934"/>
                  </a:lnTo>
                  <a:lnTo>
                    <a:pt x="326750" y="216894"/>
                  </a:lnTo>
                  <a:lnTo>
                    <a:pt x="328247" y="211804"/>
                  </a:lnTo>
                  <a:lnTo>
                    <a:pt x="329583" y="206668"/>
                  </a:lnTo>
                  <a:lnTo>
                    <a:pt x="330755" y="201493"/>
                  </a:lnTo>
                  <a:lnTo>
                    <a:pt x="331762" y="196283"/>
                  </a:lnTo>
                  <a:lnTo>
                    <a:pt x="332603" y="191044"/>
                  </a:lnTo>
                  <a:lnTo>
                    <a:pt x="333277" y="185781"/>
                  </a:lnTo>
                  <a:lnTo>
                    <a:pt x="333784" y="180499"/>
                  </a:lnTo>
                  <a:lnTo>
                    <a:pt x="334124" y="175204"/>
                  </a:lnTo>
                  <a:lnTo>
                    <a:pt x="334295" y="169900"/>
                  </a:lnTo>
                  <a:lnTo>
                    <a:pt x="334297" y="164594"/>
                  </a:lnTo>
                  <a:lnTo>
                    <a:pt x="334131" y="159291"/>
                  </a:lnTo>
                  <a:lnTo>
                    <a:pt x="333797" y="153995"/>
                  </a:lnTo>
                  <a:lnTo>
                    <a:pt x="333295" y="148713"/>
                  </a:lnTo>
                  <a:lnTo>
                    <a:pt x="332626" y="143449"/>
                  </a:lnTo>
                  <a:lnTo>
                    <a:pt x="331790" y="138209"/>
                  </a:lnTo>
                  <a:lnTo>
                    <a:pt x="330788" y="132998"/>
                  </a:lnTo>
                  <a:lnTo>
                    <a:pt x="329621" y="127822"/>
                  </a:lnTo>
                  <a:lnTo>
                    <a:pt x="328290" y="122685"/>
                  </a:lnTo>
                  <a:lnTo>
                    <a:pt x="326797" y="117594"/>
                  </a:lnTo>
                  <a:lnTo>
                    <a:pt x="325144" y="112552"/>
                  </a:lnTo>
                  <a:lnTo>
                    <a:pt x="323331" y="107565"/>
                  </a:lnTo>
                  <a:lnTo>
                    <a:pt x="321360" y="102638"/>
                  </a:lnTo>
                  <a:lnTo>
                    <a:pt x="319235" y="97776"/>
                  </a:lnTo>
                  <a:lnTo>
                    <a:pt x="316956" y="92984"/>
                  </a:lnTo>
                  <a:lnTo>
                    <a:pt x="314526" y="88267"/>
                  </a:lnTo>
                  <a:lnTo>
                    <a:pt x="311948" y="83630"/>
                  </a:lnTo>
                  <a:lnTo>
                    <a:pt x="309223" y="79076"/>
                  </a:lnTo>
                  <a:lnTo>
                    <a:pt x="306356" y="74611"/>
                  </a:lnTo>
                  <a:lnTo>
                    <a:pt x="303348" y="70240"/>
                  </a:lnTo>
                  <a:lnTo>
                    <a:pt x="300204" y="65966"/>
                  </a:lnTo>
                  <a:lnTo>
                    <a:pt x="296925" y="61794"/>
                  </a:lnTo>
                  <a:lnTo>
                    <a:pt x="293515" y="57729"/>
                  </a:lnTo>
                  <a:lnTo>
                    <a:pt x="289978" y="53773"/>
                  </a:lnTo>
                  <a:lnTo>
                    <a:pt x="286317" y="49932"/>
                  </a:lnTo>
                  <a:lnTo>
                    <a:pt x="282537" y="46209"/>
                  </a:lnTo>
                  <a:lnTo>
                    <a:pt x="278639" y="42608"/>
                  </a:lnTo>
                  <a:lnTo>
                    <a:pt x="274630" y="39132"/>
                  </a:lnTo>
                  <a:lnTo>
                    <a:pt x="270512" y="35786"/>
                  </a:lnTo>
                  <a:lnTo>
                    <a:pt x="266291" y="32571"/>
                  </a:lnTo>
                  <a:lnTo>
                    <a:pt x="261969" y="29493"/>
                  </a:lnTo>
                  <a:lnTo>
                    <a:pt x="257552" y="26553"/>
                  </a:lnTo>
                  <a:lnTo>
                    <a:pt x="253043" y="23754"/>
                  </a:lnTo>
                  <a:lnTo>
                    <a:pt x="248449" y="21100"/>
                  </a:lnTo>
                  <a:lnTo>
                    <a:pt x="243772" y="18594"/>
                  </a:lnTo>
                  <a:lnTo>
                    <a:pt x="239018" y="16237"/>
                  </a:lnTo>
                  <a:lnTo>
                    <a:pt x="234191" y="14032"/>
                  </a:lnTo>
                  <a:lnTo>
                    <a:pt x="229298" y="11981"/>
                  </a:lnTo>
                  <a:lnTo>
                    <a:pt x="224341" y="10087"/>
                  </a:lnTo>
                  <a:lnTo>
                    <a:pt x="219327" y="8351"/>
                  </a:lnTo>
                  <a:lnTo>
                    <a:pt x="214260" y="6775"/>
                  </a:lnTo>
                  <a:lnTo>
                    <a:pt x="209146" y="5361"/>
                  </a:lnTo>
                  <a:lnTo>
                    <a:pt x="203989" y="4109"/>
                  </a:lnTo>
                  <a:lnTo>
                    <a:pt x="198796" y="3022"/>
                  </a:lnTo>
                  <a:lnTo>
                    <a:pt x="193570" y="2101"/>
                  </a:lnTo>
                  <a:lnTo>
                    <a:pt x="188318" y="1345"/>
                  </a:lnTo>
                  <a:lnTo>
                    <a:pt x="183045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4815" y="2126963"/>
              <a:ext cx="36472" cy="167167"/>
            </a:xfrm>
            <a:custGeom>
              <a:avLst/>
              <a:pathLst>
                <a:path w="36472" h="167167">
                  <a:moveTo>
                    <a:pt x="36472" y="0"/>
                  </a:moveTo>
                  <a:lnTo>
                    <a:pt x="30345" y="112"/>
                  </a:lnTo>
                  <a:lnTo>
                    <a:pt x="24227" y="449"/>
                  </a:lnTo>
                  <a:lnTo>
                    <a:pt x="18125" y="1009"/>
                  </a:lnTo>
                  <a:lnTo>
                    <a:pt x="12048" y="1793"/>
                  </a:lnTo>
                  <a:lnTo>
                    <a:pt x="6003" y="2800"/>
                  </a:lnTo>
                  <a:lnTo>
                    <a:pt x="0" y="4027"/>
                  </a:lnTo>
                  <a:lnTo>
                    <a:pt x="364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4815" y="2130990"/>
              <a:ext cx="36472" cy="163140"/>
            </a:xfrm>
            <a:custGeom>
              <a:avLst/>
              <a:pathLst>
                <a:path w="36472" h="163140">
                  <a:moveTo>
                    <a:pt x="0" y="0"/>
                  </a:moveTo>
                  <a:lnTo>
                    <a:pt x="36472" y="1631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32" y="2127412"/>
              <a:ext cx="334317" cy="333882"/>
            </a:xfrm>
            <a:custGeom>
              <a:avLst/>
              <a:pathLst>
                <a:path w="334317" h="333882">
                  <a:moveTo>
                    <a:pt x="130683" y="3578"/>
                  </a:moveTo>
                  <a:lnTo>
                    <a:pt x="125531" y="4815"/>
                  </a:lnTo>
                  <a:lnTo>
                    <a:pt x="120422" y="6216"/>
                  </a:lnTo>
                  <a:lnTo>
                    <a:pt x="115360" y="7777"/>
                  </a:lnTo>
                  <a:lnTo>
                    <a:pt x="110349" y="9498"/>
                  </a:lnTo>
                  <a:lnTo>
                    <a:pt x="105396" y="11377"/>
                  </a:lnTo>
                  <a:lnTo>
                    <a:pt x="100505" y="13412"/>
                  </a:lnTo>
                  <a:lnTo>
                    <a:pt x="95680" y="15601"/>
                  </a:lnTo>
                  <a:lnTo>
                    <a:pt x="90928" y="17942"/>
                  </a:lnTo>
                  <a:lnTo>
                    <a:pt x="86251" y="20432"/>
                  </a:lnTo>
                  <a:lnTo>
                    <a:pt x="81657" y="23069"/>
                  </a:lnTo>
                  <a:lnTo>
                    <a:pt x="77148" y="25850"/>
                  </a:lnTo>
                  <a:lnTo>
                    <a:pt x="72729" y="28773"/>
                  </a:lnTo>
                  <a:lnTo>
                    <a:pt x="68406" y="31835"/>
                  </a:lnTo>
                  <a:lnTo>
                    <a:pt x="64181" y="35031"/>
                  </a:lnTo>
                  <a:lnTo>
                    <a:pt x="60060" y="38361"/>
                  </a:lnTo>
                  <a:lnTo>
                    <a:pt x="56046" y="41819"/>
                  </a:lnTo>
                  <a:lnTo>
                    <a:pt x="52144" y="45402"/>
                  </a:lnTo>
                  <a:lnTo>
                    <a:pt x="48358" y="49107"/>
                  </a:lnTo>
                  <a:lnTo>
                    <a:pt x="44691" y="52931"/>
                  </a:lnTo>
                  <a:lnTo>
                    <a:pt x="41147" y="56868"/>
                  </a:lnTo>
                  <a:lnTo>
                    <a:pt x="37729" y="60917"/>
                  </a:lnTo>
                  <a:lnTo>
                    <a:pt x="34442" y="65071"/>
                  </a:lnTo>
                  <a:lnTo>
                    <a:pt x="31287" y="69327"/>
                  </a:lnTo>
                  <a:lnTo>
                    <a:pt x="28270" y="73681"/>
                  </a:lnTo>
                  <a:lnTo>
                    <a:pt x="25391" y="78129"/>
                  </a:lnTo>
                  <a:lnTo>
                    <a:pt x="22655" y="82666"/>
                  </a:lnTo>
                  <a:lnTo>
                    <a:pt x="20064" y="87287"/>
                  </a:lnTo>
                  <a:lnTo>
                    <a:pt x="17621" y="91987"/>
                  </a:lnTo>
                  <a:lnTo>
                    <a:pt x="15328" y="96763"/>
                  </a:lnTo>
                  <a:lnTo>
                    <a:pt x="13188" y="101609"/>
                  </a:lnTo>
                  <a:lnTo>
                    <a:pt x="11202" y="106521"/>
                  </a:lnTo>
                  <a:lnTo>
                    <a:pt x="9373" y="111493"/>
                  </a:lnTo>
                  <a:lnTo>
                    <a:pt x="7702" y="116520"/>
                  </a:lnTo>
                  <a:lnTo>
                    <a:pt x="6192" y="121598"/>
                  </a:lnTo>
                  <a:lnTo>
                    <a:pt x="4843" y="126721"/>
                  </a:lnTo>
                  <a:lnTo>
                    <a:pt x="3657" y="131885"/>
                  </a:lnTo>
                  <a:lnTo>
                    <a:pt x="2635" y="137083"/>
                  </a:lnTo>
                  <a:lnTo>
                    <a:pt x="1779" y="142311"/>
                  </a:lnTo>
                  <a:lnTo>
                    <a:pt x="1089" y="147564"/>
                  </a:lnTo>
                  <a:lnTo>
                    <a:pt x="565" y="152836"/>
                  </a:lnTo>
                  <a:lnTo>
                    <a:pt x="209" y="158121"/>
                  </a:lnTo>
                  <a:lnTo>
                    <a:pt x="20" y="163416"/>
                  </a:lnTo>
                  <a:lnTo>
                    <a:pt x="0" y="168713"/>
                  </a:lnTo>
                  <a:lnTo>
                    <a:pt x="147" y="174009"/>
                  </a:lnTo>
                  <a:lnTo>
                    <a:pt x="462" y="179298"/>
                  </a:lnTo>
                  <a:lnTo>
                    <a:pt x="944" y="184573"/>
                  </a:lnTo>
                  <a:lnTo>
                    <a:pt x="1593" y="189831"/>
                  </a:lnTo>
                  <a:lnTo>
                    <a:pt x="2409" y="195066"/>
                  </a:lnTo>
                  <a:lnTo>
                    <a:pt x="3390" y="200272"/>
                  </a:lnTo>
                  <a:lnTo>
                    <a:pt x="4535" y="205444"/>
                  </a:lnTo>
                  <a:lnTo>
                    <a:pt x="5844" y="210578"/>
                  </a:lnTo>
                  <a:lnTo>
                    <a:pt x="7315" y="215667"/>
                  </a:lnTo>
                  <a:lnTo>
                    <a:pt x="8946" y="220708"/>
                  </a:lnTo>
                  <a:lnTo>
                    <a:pt x="10736" y="225694"/>
                  </a:lnTo>
                  <a:lnTo>
                    <a:pt x="12684" y="230621"/>
                  </a:lnTo>
                  <a:lnTo>
                    <a:pt x="14786" y="235483"/>
                  </a:lnTo>
                  <a:lnTo>
                    <a:pt x="17042" y="240277"/>
                  </a:lnTo>
                  <a:lnTo>
                    <a:pt x="19448" y="244997"/>
                  </a:lnTo>
                  <a:lnTo>
                    <a:pt x="22003" y="249638"/>
                  </a:lnTo>
                  <a:lnTo>
                    <a:pt x="24703" y="254196"/>
                  </a:lnTo>
                  <a:lnTo>
                    <a:pt x="27547" y="258666"/>
                  </a:lnTo>
                  <a:lnTo>
                    <a:pt x="30530" y="263044"/>
                  </a:lnTo>
                  <a:lnTo>
                    <a:pt x="33651" y="267324"/>
                  </a:lnTo>
                  <a:lnTo>
                    <a:pt x="36906" y="271504"/>
                  </a:lnTo>
                  <a:lnTo>
                    <a:pt x="40292" y="275579"/>
                  </a:lnTo>
                  <a:lnTo>
                    <a:pt x="43805" y="279544"/>
                  </a:lnTo>
                  <a:lnTo>
                    <a:pt x="47442" y="283396"/>
                  </a:lnTo>
                  <a:lnTo>
                    <a:pt x="51200" y="287131"/>
                  </a:lnTo>
                  <a:lnTo>
                    <a:pt x="55074" y="290745"/>
                  </a:lnTo>
                  <a:lnTo>
                    <a:pt x="59060" y="294234"/>
                  </a:lnTo>
                  <a:lnTo>
                    <a:pt x="63155" y="297595"/>
                  </a:lnTo>
                  <a:lnTo>
                    <a:pt x="67354" y="300825"/>
                  </a:lnTo>
                  <a:lnTo>
                    <a:pt x="71654" y="303920"/>
                  </a:lnTo>
                  <a:lnTo>
                    <a:pt x="76049" y="306877"/>
                  </a:lnTo>
                  <a:lnTo>
                    <a:pt x="80536" y="309694"/>
                  </a:lnTo>
                  <a:lnTo>
                    <a:pt x="85111" y="312367"/>
                  </a:lnTo>
                  <a:lnTo>
                    <a:pt x="89767" y="314894"/>
                  </a:lnTo>
                  <a:lnTo>
                    <a:pt x="94501" y="317271"/>
                  </a:lnTo>
                  <a:lnTo>
                    <a:pt x="99308" y="319498"/>
                  </a:lnTo>
                  <a:lnTo>
                    <a:pt x="104184" y="321571"/>
                  </a:lnTo>
                  <a:lnTo>
                    <a:pt x="109122" y="323489"/>
                  </a:lnTo>
                  <a:lnTo>
                    <a:pt x="114119" y="325249"/>
                  </a:lnTo>
                  <a:lnTo>
                    <a:pt x="119169" y="326850"/>
                  </a:lnTo>
                  <a:lnTo>
                    <a:pt x="124267" y="328290"/>
                  </a:lnTo>
                  <a:lnTo>
                    <a:pt x="129409" y="329568"/>
                  </a:lnTo>
                  <a:lnTo>
                    <a:pt x="134588" y="330682"/>
                  </a:lnTo>
                  <a:lnTo>
                    <a:pt x="139800" y="331632"/>
                  </a:lnTo>
                  <a:lnTo>
                    <a:pt x="145039" y="332416"/>
                  </a:lnTo>
                  <a:lnTo>
                    <a:pt x="150301" y="333033"/>
                  </a:lnTo>
                  <a:lnTo>
                    <a:pt x="155579" y="333484"/>
                  </a:lnTo>
                  <a:lnTo>
                    <a:pt x="160870" y="333767"/>
                  </a:lnTo>
                  <a:lnTo>
                    <a:pt x="166166" y="333882"/>
                  </a:lnTo>
                  <a:lnTo>
                    <a:pt x="171464" y="333830"/>
                  </a:lnTo>
                  <a:lnTo>
                    <a:pt x="176757" y="333609"/>
                  </a:lnTo>
                  <a:lnTo>
                    <a:pt x="182040" y="333221"/>
                  </a:lnTo>
                  <a:lnTo>
                    <a:pt x="187309" y="332666"/>
                  </a:lnTo>
                  <a:lnTo>
                    <a:pt x="192557" y="331944"/>
                  </a:lnTo>
                  <a:lnTo>
                    <a:pt x="197780" y="331056"/>
                  </a:lnTo>
                  <a:lnTo>
                    <a:pt x="202972" y="330003"/>
                  </a:lnTo>
                  <a:lnTo>
                    <a:pt x="208128" y="328786"/>
                  </a:lnTo>
                  <a:lnTo>
                    <a:pt x="213243" y="327406"/>
                  </a:lnTo>
                  <a:lnTo>
                    <a:pt x="218312" y="325865"/>
                  </a:lnTo>
                  <a:lnTo>
                    <a:pt x="223329" y="324164"/>
                  </a:lnTo>
                  <a:lnTo>
                    <a:pt x="228290" y="322305"/>
                  </a:lnTo>
                  <a:lnTo>
                    <a:pt x="233189" y="320290"/>
                  </a:lnTo>
                  <a:lnTo>
                    <a:pt x="238023" y="318120"/>
                  </a:lnTo>
                  <a:lnTo>
                    <a:pt x="242785" y="315799"/>
                  </a:lnTo>
                  <a:lnTo>
                    <a:pt x="247471" y="313327"/>
                  </a:lnTo>
                  <a:lnTo>
                    <a:pt x="252076" y="310709"/>
                  </a:lnTo>
                  <a:lnTo>
                    <a:pt x="256596" y="307946"/>
                  </a:lnTo>
                  <a:lnTo>
                    <a:pt x="261026" y="305041"/>
                  </a:lnTo>
                  <a:lnTo>
                    <a:pt x="265362" y="301997"/>
                  </a:lnTo>
                  <a:lnTo>
                    <a:pt x="269599" y="298817"/>
                  </a:lnTo>
                  <a:lnTo>
                    <a:pt x="273734" y="295504"/>
                  </a:lnTo>
                  <a:lnTo>
                    <a:pt x="277761" y="292062"/>
                  </a:lnTo>
                  <a:lnTo>
                    <a:pt x="281678" y="288494"/>
                  </a:lnTo>
                  <a:lnTo>
                    <a:pt x="285479" y="284804"/>
                  </a:lnTo>
                  <a:lnTo>
                    <a:pt x="289161" y="280996"/>
                  </a:lnTo>
                  <a:lnTo>
                    <a:pt x="292721" y="277072"/>
                  </a:lnTo>
                  <a:lnTo>
                    <a:pt x="296155" y="273038"/>
                  </a:lnTo>
                  <a:lnTo>
                    <a:pt x="299459" y="268897"/>
                  </a:lnTo>
                  <a:lnTo>
                    <a:pt x="302631" y="264653"/>
                  </a:lnTo>
                  <a:lnTo>
                    <a:pt x="305666" y="260311"/>
                  </a:lnTo>
                  <a:lnTo>
                    <a:pt x="308562" y="255875"/>
                  </a:lnTo>
                  <a:lnTo>
                    <a:pt x="311316" y="251350"/>
                  </a:lnTo>
                  <a:lnTo>
                    <a:pt x="313926" y="246739"/>
                  </a:lnTo>
                  <a:lnTo>
                    <a:pt x="316387" y="242048"/>
                  </a:lnTo>
                  <a:lnTo>
                    <a:pt x="318700" y="237281"/>
                  </a:lnTo>
                  <a:lnTo>
                    <a:pt x="320859" y="232444"/>
                  </a:lnTo>
                  <a:lnTo>
                    <a:pt x="322865" y="227540"/>
                  </a:lnTo>
                  <a:lnTo>
                    <a:pt x="324714" y="222576"/>
                  </a:lnTo>
                  <a:lnTo>
                    <a:pt x="326405" y="217555"/>
                  </a:lnTo>
                  <a:lnTo>
                    <a:pt x="327936" y="212483"/>
                  </a:lnTo>
                  <a:lnTo>
                    <a:pt x="329305" y="207366"/>
                  </a:lnTo>
                  <a:lnTo>
                    <a:pt x="330512" y="202207"/>
                  </a:lnTo>
                  <a:lnTo>
                    <a:pt x="331554" y="197013"/>
                  </a:lnTo>
                  <a:lnTo>
                    <a:pt x="332432" y="191788"/>
                  </a:lnTo>
                  <a:lnTo>
                    <a:pt x="333143" y="186539"/>
                  </a:lnTo>
                  <a:lnTo>
                    <a:pt x="333688" y="181269"/>
                  </a:lnTo>
                  <a:lnTo>
                    <a:pt x="334065" y="175985"/>
                  </a:lnTo>
                  <a:lnTo>
                    <a:pt x="334275" y="170691"/>
                  </a:lnTo>
                  <a:lnTo>
                    <a:pt x="334317" y="165393"/>
                  </a:lnTo>
                  <a:lnTo>
                    <a:pt x="334191" y="160097"/>
                  </a:lnTo>
                  <a:lnTo>
                    <a:pt x="333898" y="154807"/>
                  </a:lnTo>
                  <a:lnTo>
                    <a:pt x="333436" y="149530"/>
                  </a:lnTo>
                  <a:lnTo>
                    <a:pt x="332808" y="144269"/>
                  </a:lnTo>
                  <a:lnTo>
                    <a:pt x="332014" y="139032"/>
                  </a:lnTo>
                  <a:lnTo>
                    <a:pt x="331054" y="133822"/>
                  </a:lnTo>
                  <a:lnTo>
                    <a:pt x="329929" y="128645"/>
                  </a:lnTo>
                  <a:lnTo>
                    <a:pt x="328641" y="123506"/>
                  </a:lnTo>
                  <a:lnTo>
                    <a:pt x="327190" y="118410"/>
                  </a:lnTo>
                  <a:lnTo>
                    <a:pt x="325579" y="113364"/>
                  </a:lnTo>
                  <a:lnTo>
                    <a:pt x="323809" y="108370"/>
                  </a:lnTo>
                  <a:lnTo>
                    <a:pt x="321882" y="103436"/>
                  </a:lnTo>
                  <a:lnTo>
                    <a:pt x="319799" y="98565"/>
                  </a:lnTo>
                  <a:lnTo>
                    <a:pt x="317562" y="93762"/>
                  </a:lnTo>
                  <a:lnTo>
                    <a:pt x="315175" y="89032"/>
                  </a:lnTo>
                  <a:lnTo>
                    <a:pt x="312639" y="84381"/>
                  </a:lnTo>
                  <a:lnTo>
                    <a:pt x="309957" y="79812"/>
                  </a:lnTo>
                  <a:lnTo>
                    <a:pt x="307131" y="75331"/>
                  </a:lnTo>
                  <a:lnTo>
                    <a:pt x="304165" y="70941"/>
                  </a:lnTo>
                  <a:lnTo>
                    <a:pt x="301062" y="66648"/>
                  </a:lnTo>
                  <a:lnTo>
                    <a:pt x="297823" y="62455"/>
                  </a:lnTo>
                  <a:lnTo>
                    <a:pt x="294454" y="58367"/>
                  </a:lnTo>
                  <a:lnTo>
                    <a:pt x="290957" y="54388"/>
                  </a:lnTo>
                  <a:lnTo>
                    <a:pt x="287335" y="50521"/>
                  </a:lnTo>
                  <a:lnTo>
                    <a:pt x="283593" y="46771"/>
                  </a:lnTo>
                  <a:lnTo>
                    <a:pt x="279734" y="43142"/>
                  </a:lnTo>
                  <a:lnTo>
                    <a:pt x="275761" y="39637"/>
                  </a:lnTo>
                  <a:lnTo>
                    <a:pt x="271680" y="36259"/>
                  </a:lnTo>
                  <a:lnTo>
                    <a:pt x="267493" y="33012"/>
                  </a:lnTo>
                  <a:lnTo>
                    <a:pt x="263206" y="29900"/>
                  </a:lnTo>
                  <a:lnTo>
                    <a:pt x="258823" y="26925"/>
                  </a:lnTo>
                  <a:lnTo>
                    <a:pt x="254347" y="24091"/>
                  </a:lnTo>
                  <a:lnTo>
                    <a:pt x="249784" y="21399"/>
                  </a:lnTo>
                  <a:lnTo>
                    <a:pt x="245137" y="18854"/>
                  </a:lnTo>
                  <a:lnTo>
                    <a:pt x="240413" y="16457"/>
                  </a:lnTo>
                  <a:lnTo>
                    <a:pt x="235615" y="14211"/>
                  </a:lnTo>
                  <a:lnTo>
                    <a:pt x="230748" y="12119"/>
                  </a:lnTo>
                  <a:lnTo>
                    <a:pt x="225817" y="10181"/>
                  </a:lnTo>
                  <a:lnTo>
                    <a:pt x="220827" y="8401"/>
                  </a:lnTo>
                  <a:lnTo>
                    <a:pt x="215784" y="6780"/>
                  </a:lnTo>
                  <a:lnTo>
                    <a:pt x="210691" y="5319"/>
                  </a:lnTo>
                  <a:lnTo>
                    <a:pt x="205555" y="4021"/>
                  </a:lnTo>
                  <a:lnTo>
                    <a:pt x="200380" y="2886"/>
                  </a:lnTo>
                  <a:lnTo>
                    <a:pt x="195172" y="1915"/>
                  </a:lnTo>
                  <a:lnTo>
                    <a:pt x="189936" y="1110"/>
                  </a:lnTo>
                  <a:lnTo>
                    <a:pt x="184677" y="471"/>
                  </a:lnTo>
                  <a:lnTo>
                    <a:pt x="179400" y="0"/>
                  </a:lnTo>
                  <a:lnTo>
                    <a:pt x="167155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2245" cy="167167"/>
            </a:xfrm>
            <a:custGeom>
              <a:avLst/>
              <a:pathLst>
                <a:path w="12245" h="167167">
                  <a:moveTo>
                    <a:pt x="12245" y="4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3" y="2633064"/>
              <a:ext cx="334259" cy="334329"/>
            </a:xfrm>
            <a:custGeom>
              <a:avLst/>
              <a:pathLst>
                <a:path w="334259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1" y="11916"/>
                  </a:lnTo>
                  <a:lnTo>
                    <a:pt x="100289" y="13955"/>
                  </a:lnTo>
                  <a:lnTo>
                    <a:pt x="95473" y="16148"/>
                  </a:lnTo>
                  <a:lnTo>
                    <a:pt x="90730" y="18492"/>
                  </a:lnTo>
                  <a:lnTo>
                    <a:pt x="86062" y="20986"/>
                  </a:lnTo>
                  <a:lnTo>
                    <a:pt x="81477" y="23625"/>
                  </a:lnTo>
                  <a:lnTo>
                    <a:pt x="76976" y="26409"/>
                  </a:lnTo>
                  <a:lnTo>
                    <a:pt x="72567" y="29334"/>
                  </a:lnTo>
                  <a:lnTo>
                    <a:pt x="68252" y="32396"/>
                  </a:lnTo>
                  <a:lnTo>
                    <a:pt x="64036" y="35594"/>
                  </a:lnTo>
                  <a:lnTo>
                    <a:pt x="59923" y="38924"/>
                  </a:lnTo>
                  <a:lnTo>
                    <a:pt x="55918" y="42382"/>
                  </a:lnTo>
                  <a:lnTo>
                    <a:pt x="52025" y="45965"/>
                  </a:lnTo>
                  <a:lnTo>
                    <a:pt x="48246" y="49669"/>
                  </a:lnTo>
                  <a:lnTo>
                    <a:pt x="44587" y="53492"/>
                  </a:lnTo>
                  <a:lnTo>
                    <a:pt x="41051" y="57428"/>
                  </a:lnTo>
                  <a:lnTo>
                    <a:pt x="37641" y="61474"/>
                  </a:lnTo>
                  <a:lnTo>
                    <a:pt x="34361" y="65626"/>
                  </a:lnTo>
                  <a:lnTo>
                    <a:pt x="31213" y="69880"/>
                  </a:lnTo>
                  <a:lnTo>
                    <a:pt x="28202" y="74231"/>
                  </a:lnTo>
                  <a:lnTo>
                    <a:pt x="25331" y="78675"/>
                  </a:lnTo>
                  <a:lnTo>
                    <a:pt x="22601" y="83208"/>
                  </a:lnTo>
                  <a:lnTo>
                    <a:pt x="20016" y="87825"/>
                  </a:lnTo>
                  <a:lnTo>
                    <a:pt x="17579" y="92522"/>
                  </a:lnTo>
                  <a:lnTo>
                    <a:pt x="15291" y="97293"/>
                  </a:lnTo>
                  <a:lnTo>
                    <a:pt x="13156" y="102135"/>
                  </a:lnTo>
                  <a:lnTo>
                    <a:pt x="11175" y="107041"/>
                  </a:lnTo>
                  <a:lnTo>
                    <a:pt x="9350" y="112008"/>
                  </a:lnTo>
                  <a:lnTo>
                    <a:pt x="7683" y="117030"/>
                  </a:lnTo>
                  <a:lnTo>
                    <a:pt x="6176" y="122102"/>
                  </a:lnTo>
                  <a:lnTo>
                    <a:pt x="4831" y="127220"/>
                  </a:lnTo>
                  <a:lnTo>
                    <a:pt x="3648" y="132377"/>
                  </a:lnTo>
                  <a:lnTo>
                    <a:pt x="2629" y="137570"/>
                  </a:lnTo>
                  <a:lnTo>
                    <a:pt x="1774" y="142792"/>
                  </a:lnTo>
                  <a:lnTo>
                    <a:pt x="1086" y="148038"/>
                  </a:lnTo>
                  <a:lnTo>
                    <a:pt x="563" y="153304"/>
                  </a:lnTo>
                  <a:lnTo>
                    <a:pt x="208" y="158583"/>
                  </a:lnTo>
                  <a:lnTo>
                    <a:pt x="20" y="163871"/>
                  </a:lnTo>
                  <a:lnTo>
                    <a:pt x="0" y="169163"/>
                  </a:lnTo>
                  <a:lnTo>
                    <a:pt x="146" y="174452"/>
                  </a:lnTo>
                  <a:lnTo>
                    <a:pt x="461" y="179734"/>
                  </a:lnTo>
                  <a:lnTo>
                    <a:pt x="942" y="185004"/>
                  </a:lnTo>
                  <a:lnTo>
                    <a:pt x="1590" y="190255"/>
                  </a:lnTo>
                  <a:lnTo>
                    <a:pt x="2403" y="195484"/>
                  </a:lnTo>
                  <a:lnTo>
                    <a:pt x="3382" y="200684"/>
                  </a:lnTo>
                  <a:lnTo>
                    <a:pt x="4525" y="205850"/>
                  </a:lnTo>
                  <a:lnTo>
                    <a:pt x="5831" y="210978"/>
                  </a:lnTo>
                  <a:lnTo>
                    <a:pt x="7298" y="216062"/>
                  </a:lnTo>
                  <a:lnTo>
                    <a:pt x="8926" y="221097"/>
                  </a:lnTo>
                  <a:lnTo>
                    <a:pt x="10712" y="226078"/>
                  </a:lnTo>
                  <a:lnTo>
                    <a:pt x="12655" y="230999"/>
                  </a:lnTo>
                  <a:lnTo>
                    <a:pt x="14752" y="235857"/>
                  </a:lnTo>
                  <a:lnTo>
                    <a:pt x="17003" y="240646"/>
                  </a:lnTo>
                  <a:lnTo>
                    <a:pt x="19404" y="245362"/>
                  </a:lnTo>
                  <a:lnTo>
                    <a:pt x="21952" y="249999"/>
                  </a:lnTo>
                  <a:lnTo>
                    <a:pt x="24647" y="254553"/>
                  </a:lnTo>
                  <a:lnTo>
                    <a:pt x="27484" y="259020"/>
                  </a:lnTo>
                  <a:lnTo>
                    <a:pt x="30461" y="263394"/>
                  </a:lnTo>
                  <a:lnTo>
                    <a:pt x="33575" y="267672"/>
                  </a:lnTo>
                  <a:lnTo>
                    <a:pt x="36823" y="271849"/>
                  </a:lnTo>
                  <a:lnTo>
                    <a:pt x="40201" y="275922"/>
                  </a:lnTo>
                  <a:lnTo>
                    <a:pt x="43707" y="279886"/>
                  </a:lnTo>
                  <a:lnTo>
                    <a:pt x="47336" y="283736"/>
                  </a:lnTo>
                  <a:lnTo>
                    <a:pt x="51085" y="287470"/>
                  </a:lnTo>
                  <a:lnTo>
                    <a:pt x="54951" y="291083"/>
                  </a:lnTo>
                  <a:lnTo>
                    <a:pt x="58929" y="294572"/>
                  </a:lnTo>
                  <a:lnTo>
                    <a:pt x="63016" y="297934"/>
                  </a:lnTo>
                  <a:lnTo>
                    <a:pt x="67207" y="301164"/>
                  </a:lnTo>
                  <a:lnTo>
                    <a:pt x="71498" y="304260"/>
                  </a:lnTo>
                  <a:lnTo>
                    <a:pt x="75884" y="307219"/>
                  </a:lnTo>
                  <a:lnTo>
                    <a:pt x="80363" y="310038"/>
                  </a:lnTo>
                  <a:lnTo>
                    <a:pt x="84928" y="312713"/>
                  </a:lnTo>
                  <a:lnTo>
                    <a:pt x="89576" y="315243"/>
                  </a:lnTo>
                  <a:lnTo>
                    <a:pt x="94301" y="317624"/>
                  </a:lnTo>
                  <a:lnTo>
                    <a:pt x="99099" y="319854"/>
                  </a:lnTo>
                  <a:lnTo>
                    <a:pt x="103966" y="321932"/>
                  </a:lnTo>
                  <a:lnTo>
                    <a:pt x="108896" y="323854"/>
                  </a:lnTo>
                  <a:lnTo>
                    <a:pt x="113884" y="325619"/>
                  </a:lnTo>
                  <a:lnTo>
                    <a:pt x="118926" y="327226"/>
                  </a:lnTo>
                  <a:lnTo>
                    <a:pt x="124016" y="328672"/>
                  </a:lnTo>
                  <a:lnTo>
                    <a:pt x="129149" y="329957"/>
                  </a:lnTo>
                  <a:lnTo>
                    <a:pt x="134320" y="331078"/>
                  </a:lnTo>
                  <a:lnTo>
                    <a:pt x="139524" y="332035"/>
                  </a:lnTo>
                  <a:lnTo>
                    <a:pt x="144756" y="332827"/>
                  </a:lnTo>
                  <a:lnTo>
                    <a:pt x="150010" y="333453"/>
                  </a:lnTo>
                  <a:lnTo>
                    <a:pt x="155282" y="333912"/>
                  </a:lnTo>
                  <a:lnTo>
                    <a:pt x="160565" y="334204"/>
                  </a:lnTo>
                  <a:lnTo>
                    <a:pt x="165855" y="334329"/>
                  </a:lnTo>
                  <a:lnTo>
                    <a:pt x="171146" y="334287"/>
                  </a:lnTo>
                  <a:lnTo>
                    <a:pt x="176433" y="334077"/>
                  </a:lnTo>
                  <a:lnTo>
                    <a:pt x="181711" y="333699"/>
                  </a:lnTo>
                  <a:lnTo>
                    <a:pt x="186975" y="333155"/>
                  </a:lnTo>
                  <a:lnTo>
                    <a:pt x="192218" y="332445"/>
                  </a:lnTo>
                  <a:lnTo>
                    <a:pt x="197437" y="331569"/>
                  </a:lnTo>
                  <a:lnTo>
                    <a:pt x="202625" y="330528"/>
                  </a:lnTo>
                  <a:lnTo>
                    <a:pt x="207777" y="329324"/>
                  </a:lnTo>
                  <a:lnTo>
                    <a:pt x="212889" y="327957"/>
                  </a:lnTo>
                  <a:lnTo>
                    <a:pt x="217955" y="326429"/>
                  </a:lnTo>
                  <a:lnTo>
                    <a:pt x="222970" y="324741"/>
                  </a:lnTo>
                  <a:lnTo>
                    <a:pt x="227929" y="322896"/>
                  </a:lnTo>
                  <a:lnTo>
                    <a:pt x="232828" y="320894"/>
                  </a:lnTo>
                  <a:lnTo>
                    <a:pt x="237660" y="318739"/>
                  </a:lnTo>
                  <a:lnTo>
                    <a:pt x="242422" y="316431"/>
                  </a:lnTo>
                  <a:lnTo>
                    <a:pt x="247108" y="313974"/>
                  </a:lnTo>
                  <a:lnTo>
                    <a:pt x="251715" y="311370"/>
                  </a:lnTo>
                  <a:lnTo>
                    <a:pt x="256236" y="308622"/>
                  </a:lnTo>
                  <a:lnTo>
                    <a:pt x="260669" y="305732"/>
                  </a:lnTo>
                  <a:lnTo>
                    <a:pt x="265007" y="302703"/>
                  </a:lnTo>
                  <a:lnTo>
                    <a:pt x="269248" y="299538"/>
                  </a:lnTo>
                  <a:lnTo>
                    <a:pt x="273386" y="296240"/>
                  </a:lnTo>
                  <a:lnTo>
                    <a:pt x="277418" y="292813"/>
                  </a:lnTo>
                  <a:lnTo>
                    <a:pt x="281339" y="289261"/>
                  </a:lnTo>
                  <a:lnTo>
                    <a:pt x="285146" y="285586"/>
                  </a:lnTo>
                  <a:lnTo>
                    <a:pt x="288835" y="281792"/>
                  </a:lnTo>
                  <a:lnTo>
                    <a:pt x="292402" y="277884"/>
                  </a:lnTo>
                  <a:lnTo>
                    <a:pt x="295843" y="273864"/>
                  </a:lnTo>
                  <a:lnTo>
                    <a:pt x="299156" y="269738"/>
                  </a:lnTo>
                  <a:lnTo>
                    <a:pt x="302336" y="265509"/>
                  </a:lnTo>
                  <a:lnTo>
                    <a:pt x="305381" y="261181"/>
                  </a:lnTo>
                  <a:lnTo>
                    <a:pt x="308287" y="256759"/>
                  </a:lnTo>
                  <a:lnTo>
                    <a:pt x="311052" y="252247"/>
                  </a:lnTo>
                  <a:lnTo>
                    <a:pt x="313672" y="247651"/>
                  </a:lnTo>
                  <a:lnTo>
                    <a:pt x="316146" y="242973"/>
                  </a:lnTo>
                  <a:lnTo>
                    <a:pt x="318471" y="238220"/>
                  </a:lnTo>
                  <a:lnTo>
                    <a:pt x="320644" y="233395"/>
                  </a:lnTo>
                  <a:lnTo>
                    <a:pt x="322663" y="228504"/>
                  </a:lnTo>
                  <a:lnTo>
                    <a:pt x="324526" y="223551"/>
                  </a:lnTo>
                  <a:lnTo>
                    <a:pt x="326232" y="218542"/>
                  </a:lnTo>
                  <a:lnTo>
                    <a:pt x="327778" y="213482"/>
                  </a:lnTo>
                  <a:lnTo>
                    <a:pt x="329164" y="208375"/>
                  </a:lnTo>
                  <a:lnTo>
                    <a:pt x="330387" y="203227"/>
                  </a:lnTo>
                  <a:lnTo>
                    <a:pt x="331446" y="198043"/>
                  </a:lnTo>
                  <a:lnTo>
                    <a:pt x="332341" y="192828"/>
                  </a:lnTo>
                  <a:lnTo>
                    <a:pt x="333071" y="187587"/>
                  </a:lnTo>
                  <a:lnTo>
                    <a:pt x="333634" y="182325"/>
                  </a:lnTo>
                  <a:lnTo>
                    <a:pt x="334030" y="177049"/>
                  </a:lnTo>
                  <a:lnTo>
                    <a:pt x="334259" y="17176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67104" cy="4595"/>
            </a:xfrm>
            <a:custGeom>
              <a:avLst/>
              <a:pathLst>
                <a:path w="167104" h="4595">
                  <a:moveTo>
                    <a:pt x="167104" y="45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50581"/>
              <a:ext cx="167165" cy="154245"/>
            </a:xfrm>
            <a:custGeom>
              <a:avLst/>
              <a:pathLst>
                <a:path w="167165" h="154245">
                  <a:moveTo>
                    <a:pt x="167104" y="154245"/>
                  </a:moveTo>
                  <a:lnTo>
                    <a:pt x="167165" y="148818"/>
                  </a:lnTo>
                  <a:lnTo>
                    <a:pt x="167050" y="143392"/>
                  </a:lnTo>
                  <a:lnTo>
                    <a:pt x="166759" y="137972"/>
                  </a:lnTo>
                  <a:lnTo>
                    <a:pt x="166292" y="132565"/>
                  </a:lnTo>
                  <a:lnTo>
                    <a:pt x="165649" y="127176"/>
                  </a:lnTo>
                  <a:lnTo>
                    <a:pt x="164832" y="121810"/>
                  </a:lnTo>
                  <a:lnTo>
                    <a:pt x="163842" y="116474"/>
                  </a:lnTo>
                  <a:lnTo>
                    <a:pt x="162678" y="111172"/>
                  </a:lnTo>
                  <a:lnTo>
                    <a:pt x="161344" y="105912"/>
                  </a:lnTo>
                  <a:lnTo>
                    <a:pt x="159839" y="100697"/>
                  </a:lnTo>
                  <a:lnTo>
                    <a:pt x="158165" y="95534"/>
                  </a:lnTo>
                  <a:lnTo>
                    <a:pt x="156325" y="90428"/>
                  </a:lnTo>
                  <a:lnTo>
                    <a:pt x="154320" y="85384"/>
                  </a:lnTo>
                  <a:lnTo>
                    <a:pt x="152153" y="80409"/>
                  </a:lnTo>
                  <a:lnTo>
                    <a:pt x="149825" y="75506"/>
                  </a:lnTo>
                  <a:lnTo>
                    <a:pt x="147339" y="70681"/>
                  </a:lnTo>
                  <a:lnTo>
                    <a:pt x="144698" y="65940"/>
                  </a:lnTo>
                  <a:lnTo>
                    <a:pt x="141904" y="61286"/>
                  </a:lnTo>
                  <a:lnTo>
                    <a:pt x="138961" y="56726"/>
                  </a:lnTo>
                  <a:lnTo>
                    <a:pt x="135871" y="52264"/>
                  </a:lnTo>
                  <a:lnTo>
                    <a:pt x="132638" y="47905"/>
                  </a:lnTo>
                  <a:lnTo>
                    <a:pt x="129265" y="43653"/>
                  </a:lnTo>
                  <a:lnTo>
                    <a:pt x="125756" y="39512"/>
                  </a:lnTo>
                  <a:lnTo>
                    <a:pt x="122114" y="35488"/>
                  </a:lnTo>
                  <a:lnTo>
                    <a:pt x="118344" y="31584"/>
                  </a:lnTo>
                  <a:lnTo>
                    <a:pt x="114449" y="27804"/>
                  </a:lnTo>
                  <a:lnTo>
                    <a:pt x="110433" y="24153"/>
                  </a:lnTo>
                  <a:lnTo>
                    <a:pt x="106301" y="20634"/>
                  </a:lnTo>
                  <a:lnTo>
                    <a:pt x="102057" y="17251"/>
                  </a:lnTo>
                  <a:lnTo>
                    <a:pt x="97705" y="14008"/>
                  </a:lnTo>
                  <a:lnTo>
                    <a:pt x="93250" y="10908"/>
                  </a:lnTo>
                  <a:lnTo>
                    <a:pt x="88697" y="7954"/>
                  </a:lnTo>
                  <a:lnTo>
                    <a:pt x="84050" y="5149"/>
                  </a:lnTo>
                  <a:lnTo>
                    <a:pt x="79315" y="2497"/>
                  </a:lnTo>
                  <a:lnTo>
                    <a:pt x="74496" y="0"/>
                  </a:lnTo>
                  <a:lnTo>
                    <a:pt x="0" y="1496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74496" cy="167167"/>
            </a:xfrm>
            <a:custGeom>
              <a:avLst/>
              <a:pathLst>
                <a:path w="74496" h="167167">
                  <a:moveTo>
                    <a:pt x="74496" y="17517"/>
                  </a:moveTo>
                  <a:lnTo>
                    <a:pt x="69133" y="14965"/>
                  </a:lnTo>
                  <a:lnTo>
                    <a:pt x="63683" y="12605"/>
                  </a:lnTo>
                  <a:lnTo>
                    <a:pt x="58152" y="10440"/>
                  </a:lnTo>
                  <a:lnTo>
                    <a:pt x="52548" y="8474"/>
                  </a:lnTo>
                  <a:lnTo>
                    <a:pt x="46878" y="6707"/>
                  </a:lnTo>
                  <a:lnTo>
                    <a:pt x="41149" y="5143"/>
                  </a:lnTo>
                  <a:lnTo>
                    <a:pt x="35367" y="3784"/>
                  </a:lnTo>
                  <a:lnTo>
                    <a:pt x="29541" y="2630"/>
                  </a:lnTo>
                  <a:lnTo>
                    <a:pt x="23677" y="1685"/>
                  </a:lnTo>
                  <a:lnTo>
                    <a:pt x="17784" y="948"/>
                  </a:lnTo>
                  <a:lnTo>
                    <a:pt x="11868" y="421"/>
                  </a:lnTo>
                  <a:lnTo>
                    <a:pt x="593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39"/>
                  </a:lnTo>
                  <a:lnTo>
                    <a:pt x="17679" y="92327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79"/>
                  </a:lnTo>
                  <a:lnTo>
                    <a:pt x="7761" y="116793"/>
                  </a:lnTo>
                  <a:lnTo>
                    <a:pt x="6249" y="121857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5"/>
                  </a:lnTo>
                  <a:lnTo>
                    <a:pt x="1122" y="147754"/>
                  </a:lnTo>
                  <a:lnTo>
                    <a:pt x="591" y="153013"/>
                  </a:lnTo>
                  <a:lnTo>
                    <a:pt x="227" y="158285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6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0"/>
                  </a:lnTo>
                  <a:lnTo>
                    <a:pt x="7195" y="215711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1" y="230643"/>
                  </a:lnTo>
                  <a:lnTo>
                    <a:pt x="14595" y="235500"/>
                  </a:lnTo>
                  <a:lnTo>
                    <a:pt x="16832" y="240289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6"/>
                  </a:lnTo>
                  <a:lnTo>
                    <a:pt x="30218" y="263043"/>
                  </a:lnTo>
                  <a:lnTo>
                    <a:pt x="33317" y="267324"/>
                  </a:lnTo>
                  <a:lnTo>
                    <a:pt x="36550" y="271505"/>
                  </a:lnTo>
                  <a:lnTo>
                    <a:pt x="39914" y="275582"/>
                  </a:lnTo>
                  <a:lnTo>
                    <a:pt x="43405" y="279550"/>
                  </a:lnTo>
                  <a:lnTo>
                    <a:pt x="47019" y="283406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1"/>
                  </a:lnTo>
                  <a:lnTo>
                    <a:pt x="66817" y="300870"/>
                  </a:lnTo>
                  <a:lnTo>
                    <a:pt x="71094" y="303975"/>
                  </a:lnTo>
                  <a:lnTo>
                    <a:pt x="75467" y="306944"/>
                  </a:lnTo>
                  <a:lnTo>
                    <a:pt x="79931" y="309773"/>
                  </a:lnTo>
                  <a:lnTo>
                    <a:pt x="84483" y="312459"/>
                  </a:lnTo>
                  <a:lnTo>
                    <a:pt x="89117" y="315000"/>
                  </a:lnTo>
                  <a:lnTo>
                    <a:pt x="93830" y="317393"/>
                  </a:lnTo>
                  <a:lnTo>
                    <a:pt x="98615" y="319636"/>
                  </a:lnTo>
                  <a:lnTo>
                    <a:pt x="103469" y="321727"/>
                  </a:lnTo>
                  <a:lnTo>
                    <a:pt x="108387" y="323663"/>
                  </a:lnTo>
                  <a:lnTo>
                    <a:pt x="113364" y="325442"/>
                  </a:lnTo>
                  <a:lnTo>
                    <a:pt x="118394" y="327064"/>
                  </a:lnTo>
                  <a:lnTo>
                    <a:pt x="123473" y="328525"/>
                  </a:lnTo>
                  <a:lnTo>
                    <a:pt x="128596" y="329826"/>
                  </a:lnTo>
                  <a:lnTo>
                    <a:pt x="133757" y="330963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4" y="333868"/>
                  </a:lnTo>
                  <a:lnTo>
                    <a:pt x="159960" y="334179"/>
                  </a:lnTo>
                  <a:lnTo>
                    <a:pt x="165243" y="334323"/>
                  </a:lnTo>
                  <a:lnTo>
                    <a:pt x="170529" y="334300"/>
                  </a:lnTo>
                  <a:lnTo>
                    <a:pt x="175810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8" y="331686"/>
                  </a:lnTo>
                  <a:lnTo>
                    <a:pt x="201984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3" y="326633"/>
                  </a:lnTo>
                  <a:lnTo>
                    <a:pt x="222329" y="324968"/>
                  </a:lnTo>
                  <a:lnTo>
                    <a:pt x="227290" y="323145"/>
                  </a:lnTo>
                  <a:lnTo>
                    <a:pt x="232191" y="321166"/>
                  </a:lnTo>
                  <a:lnTo>
                    <a:pt x="237026" y="319033"/>
                  </a:lnTo>
                  <a:lnTo>
                    <a:pt x="241792" y="316749"/>
                  </a:lnTo>
                  <a:lnTo>
                    <a:pt x="246484" y="314315"/>
                  </a:lnTo>
                  <a:lnTo>
                    <a:pt x="251096" y="311733"/>
                  </a:lnTo>
                  <a:lnTo>
                    <a:pt x="255624" y="309008"/>
                  </a:lnTo>
                  <a:lnTo>
                    <a:pt x="260064" y="306140"/>
                  </a:lnTo>
                  <a:lnTo>
                    <a:pt x="264410" y="303134"/>
                  </a:lnTo>
                  <a:lnTo>
                    <a:pt x="268660" y="299992"/>
                  </a:lnTo>
                  <a:lnTo>
                    <a:pt x="272808" y="296717"/>
                  </a:lnTo>
                  <a:lnTo>
                    <a:pt x="276851" y="293312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6"/>
                  </a:lnTo>
                  <a:lnTo>
                    <a:pt x="291886" y="278469"/>
                  </a:lnTo>
                  <a:lnTo>
                    <a:pt x="295342" y="274470"/>
                  </a:lnTo>
                  <a:lnTo>
                    <a:pt x="298670" y="270364"/>
                  </a:lnTo>
                  <a:lnTo>
                    <a:pt x="301866" y="266155"/>
                  </a:lnTo>
                  <a:lnTo>
                    <a:pt x="304928" y="261847"/>
                  </a:lnTo>
                  <a:lnTo>
                    <a:pt x="307853" y="257445"/>
                  </a:lnTo>
                  <a:lnTo>
                    <a:pt x="310636" y="252952"/>
                  </a:lnTo>
                  <a:lnTo>
                    <a:pt x="313276" y="248374"/>
                  </a:lnTo>
                  <a:lnTo>
                    <a:pt x="315770" y="243714"/>
                  </a:lnTo>
                  <a:lnTo>
                    <a:pt x="318116" y="238978"/>
                  </a:lnTo>
                  <a:lnTo>
                    <a:pt x="320311" y="234170"/>
                  </a:lnTo>
                  <a:lnTo>
                    <a:pt x="322352" y="229295"/>
                  </a:lnTo>
                  <a:lnTo>
                    <a:pt x="324239" y="224358"/>
                  </a:lnTo>
                  <a:lnTo>
                    <a:pt x="325968" y="219363"/>
                  </a:lnTo>
                  <a:lnTo>
                    <a:pt x="327539" y="214317"/>
                  </a:lnTo>
                  <a:lnTo>
                    <a:pt x="328949" y="209223"/>
                  </a:lnTo>
                  <a:lnTo>
                    <a:pt x="330198" y="204088"/>
                  </a:lnTo>
                  <a:lnTo>
                    <a:pt x="331283" y="198915"/>
                  </a:lnTo>
                  <a:lnTo>
                    <a:pt x="332205" y="193711"/>
                  </a:lnTo>
                  <a:lnTo>
                    <a:pt x="332962" y="188480"/>
                  </a:lnTo>
                  <a:lnTo>
                    <a:pt x="333553" y="183228"/>
                  </a:lnTo>
                  <a:lnTo>
                    <a:pt x="333977" y="177960"/>
                  </a:lnTo>
                  <a:lnTo>
                    <a:pt x="334235" y="172681"/>
                  </a:lnTo>
                  <a:lnTo>
                    <a:pt x="334326" y="167397"/>
                  </a:lnTo>
                  <a:lnTo>
                    <a:pt x="334249" y="162112"/>
                  </a:lnTo>
                  <a:lnTo>
                    <a:pt x="334006" y="156832"/>
                  </a:lnTo>
                  <a:lnTo>
                    <a:pt x="333596" y="151563"/>
                  </a:lnTo>
                  <a:lnTo>
                    <a:pt x="333020" y="146310"/>
                  </a:lnTo>
                  <a:lnTo>
                    <a:pt x="332277" y="141077"/>
                  </a:lnTo>
                  <a:lnTo>
                    <a:pt x="331370" y="135870"/>
                  </a:lnTo>
                  <a:lnTo>
                    <a:pt x="330299" y="130695"/>
                  </a:lnTo>
                  <a:lnTo>
                    <a:pt x="329064" y="125556"/>
                  </a:lnTo>
                  <a:lnTo>
                    <a:pt x="327668" y="120458"/>
                  </a:lnTo>
                  <a:lnTo>
                    <a:pt x="326111" y="115407"/>
                  </a:lnTo>
                  <a:lnTo>
                    <a:pt x="324395" y="110408"/>
                  </a:lnTo>
                  <a:lnTo>
                    <a:pt x="322522" y="105466"/>
                  </a:lnTo>
                  <a:lnTo>
                    <a:pt x="320494" y="100586"/>
                  </a:lnTo>
                  <a:lnTo>
                    <a:pt x="318313" y="95772"/>
                  </a:lnTo>
                  <a:lnTo>
                    <a:pt x="315980" y="91029"/>
                  </a:lnTo>
                  <a:lnTo>
                    <a:pt x="313499" y="86362"/>
                  </a:lnTo>
                  <a:lnTo>
                    <a:pt x="310871" y="81777"/>
                  </a:lnTo>
                  <a:lnTo>
                    <a:pt x="308100" y="77276"/>
                  </a:lnTo>
                  <a:lnTo>
                    <a:pt x="305188" y="72866"/>
                  </a:lnTo>
                  <a:lnTo>
                    <a:pt x="302138" y="68549"/>
                  </a:lnTo>
                  <a:lnTo>
                    <a:pt x="298953" y="64332"/>
                  </a:lnTo>
                  <a:lnTo>
                    <a:pt x="295636" y="60217"/>
                  </a:lnTo>
                  <a:lnTo>
                    <a:pt x="292191" y="56209"/>
                  </a:lnTo>
                  <a:lnTo>
                    <a:pt x="288621" y="52311"/>
                  </a:lnTo>
                  <a:lnTo>
                    <a:pt x="284930" y="48529"/>
                  </a:lnTo>
                  <a:lnTo>
                    <a:pt x="281120" y="44865"/>
                  </a:lnTo>
                  <a:lnTo>
                    <a:pt x="277197" y="4132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1717"/>
              <a:ext cx="110038" cy="125842"/>
            </a:xfrm>
            <a:custGeom>
              <a:avLst/>
              <a:pathLst>
                <a:path w="110038" h="125842">
                  <a:moveTo>
                    <a:pt x="110038" y="0"/>
                  </a:moveTo>
                  <a:lnTo>
                    <a:pt x="0" y="1258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3261"/>
              <a:ext cx="110038" cy="134298"/>
            </a:xfrm>
            <a:custGeom>
              <a:avLst/>
              <a:pathLst>
                <a:path w="110038" h="134298">
                  <a:moveTo>
                    <a:pt x="110038" y="8455"/>
                  </a:moveTo>
                  <a:lnTo>
                    <a:pt x="99543" y="0"/>
                  </a:lnTo>
                  <a:lnTo>
                    <a:pt x="0" y="134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99543" cy="167167"/>
            </a:xfrm>
            <a:custGeom>
              <a:avLst/>
              <a:pathLst>
                <a:path w="99543" h="167167">
                  <a:moveTo>
                    <a:pt x="99543" y="32868"/>
                  </a:moveTo>
                  <a:lnTo>
                    <a:pt x="94979" y="29603"/>
                  </a:lnTo>
                  <a:lnTo>
                    <a:pt x="90308" y="26492"/>
                  </a:lnTo>
                  <a:lnTo>
                    <a:pt x="85535" y="23540"/>
                  </a:lnTo>
                  <a:lnTo>
                    <a:pt x="80666" y="20750"/>
                  </a:lnTo>
                  <a:lnTo>
                    <a:pt x="75707" y="18125"/>
                  </a:lnTo>
                  <a:lnTo>
                    <a:pt x="70661" y="15668"/>
                  </a:lnTo>
                  <a:lnTo>
                    <a:pt x="65536" y="13382"/>
                  </a:lnTo>
                  <a:lnTo>
                    <a:pt x="60338" y="11269"/>
                  </a:lnTo>
                  <a:lnTo>
                    <a:pt x="55071" y="9331"/>
                  </a:lnTo>
                  <a:lnTo>
                    <a:pt x="49742" y="7572"/>
                  </a:lnTo>
                  <a:lnTo>
                    <a:pt x="44358" y="5992"/>
                  </a:lnTo>
                  <a:lnTo>
                    <a:pt x="38923" y="4594"/>
                  </a:lnTo>
                  <a:lnTo>
                    <a:pt x="33444" y="3379"/>
                  </a:lnTo>
                  <a:lnTo>
                    <a:pt x="27928" y="2349"/>
                  </a:lnTo>
                  <a:lnTo>
                    <a:pt x="22380" y="1504"/>
                  </a:lnTo>
                  <a:lnTo>
                    <a:pt x="16807" y="847"/>
                  </a:lnTo>
                  <a:lnTo>
                    <a:pt x="11215" y="376"/>
                  </a:lnTo>
                  <a:lnTo>
                    <a:pt x="5610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19" y="4086"/>
                  </a:lnTo>
                  <a:lnTo>
                    <a:pt x="125277" y="5330"/>
                  </a:lnTo>
                  <a:lnTo>
                    <a:pt x="120176" y="6737"/>
                  </a:lnTo>
                  <a:lnTo>
                    <a:pt x="115122" y="8304"/>
                  </a:lnTo>
                  <a:lnTo>
                    <a:pt x="110121" y="10030"/>
                  </a:lnTo>
                  <a:lnTo>
                    <a:pt x="105177" y="11914"/>
                  </a:lnTo>
                  <a:lnTo>
                    <a:pt x="100295" y="13953"/>
                  </a:lnTo>
                  <a:lnTo>
                    <a:pt x="95479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3" y="23622"/>
                  </a:lnTo>
                  <a:lnTo>
                    <a:pt x="76983" y="26405"/>
                  </a:lnTo>
                  <a:lnTo>
                    <a:pt x="72574" y="29329"/>
                  </a:lnTo>
                  <a:lnTo>
                    <a:pt x="68259" y="32391"/>
                  </a:lnTo>
                  <a:lnTo>
                    <a:pt x="64044" y="35588"/>
                  </a:lnTo>
                  <a:lnTo>
                    <a:pt x="59931" y="38917"/>
                  </a:lnTo>
                  <a:lnTo>
                    <a:pt x="55926" y="42375"/>
                  </a:lnTo>
                  <a:lnTo>
                    <a:pt x="52033" y="45958"/>
                  </a:lnTo>
                  <a:lnTo>
                    <a:pt x="48254" y="49661"/>
                  </a:lnTo>
                  <a:lnTo>
                    <a:pt x="44595" y="53483"/>
                  </a:lnTo>
                  <a:lnTo>
                    <a:pt x="41059" y="57419"/>
                  </a:lnTo>
                  <a:lnTo>
                    <a:pt x="37649" y="61464"/>
                  </a:lnTo>
                  <a:lnTo>
                    <a:pt x="34369" y="65616"/>
                  </a:lnTo>
                  <a:lnTo>
                    <a:pt x="31221" y="69869"/>
                  </a:lnTo>
                  <a:lnTo>
                    <a:pt x="28210" y="74219"/>
                  </a:lnTo>
                  <a:lnTo>
                    <a:pt x="25338" y="78663"/>
                  </a:lnTo>
                  <a:lnTo>
                    <a:pt x="22609" y="83195"/>
                  </a:lnTo>
                  <a:lnTo>
                    <a:pt x="20024" y="87812"/>
                  </a:lnTo>
                  <a:lnTo>
                    <a:pt x="17586" y="92508"/>
                  </a:lnTo>
                  <a:lnTo>
                    <a:pt x="15298" y="97279"/>
                  </a:lnTo>
                  <a:lnTo>
                    <a:pt x="13162" y="102120"/>
                  </a:lnTo>
                  <a:lnTo>
                    <a:pt x="11181" y="107025"/>
                  </a:lnTo>
                  <a:lnTo>
                    <a:pt x="9356" y="111992"/>
                  </a:lnTo>
                  <a:lnTo>
                    <a:pt x="7689" y="117013"/>
                  </a:lnTo>
                  <a:lnTo>
                    <a:pt x="6182" y="122085"/>
                  </a:lnTo>
                  <a:lnTo>
                    <a:pt x="4835" y="127202"/>
                  </a:lnTo>
                  <a:lnTo>
                    <a:pt x="3652" y="132359"/>
                  </a:lnTo>
                  <a:lnTo>
                    <a:pt x="2632" y="137550"/>
                  </a:lnTo>
                  <a:lnTo>
                    <a:pt x="1777" y="142772"/>
                  </a:lnTo>
                  <a:lnTo>
                    <a:pt x="1088" y="148018"/>
                  </a:lnTo>
                  <a:lnTo>
                    <a:pt x="565" y="153283"/>
                  </a:lnTo>
                  <a:lnTo>
                    <a:pt x="209" y="158562"/>
                  </a:lnTo>
                  <a:lnTo>
                    <a:pt x="21" y="163849"/>
                  </a:lnTo>
                  <a:lnTo>
                    <a:pt x="0" y="169140"/>
                  </a:lnTo>
                  <a:lnTo>
                    <a:pt x="146" y="174429"/>
                  </a:lnTo>
                  <a:lnTo>
                    <a:pt x="459" y="179711"/>
                  </a:lnTo>
                  <a:lnTo>
                    <a:pt x="940" y="184980"/>
                  </a:lnTo>
                  <a:lnTo>
                    <a:pt x="1587" y="190231"/>
                  </a:lnTo>
                  <a:lnTo>
                    <a:pt x="2399" y="195460"/>
                  </a:lnTo>
                  <a:lnTo>
                    <a:pt x="3377" y="200659"/>
                  </a:lnTo>
                  <a:lnTo>
                    <a:pt x="4519" y="205826"/>
                  </a:lnTo>
                  <a:lnTo>
                    <a:pt x="5824" y="210953"/>
                  </a:lnTo>
                  <a:lnTo>
                    <a:pt x="7291" y="216037"/>
                  </a:lnTo>
                  <a:lnTo>
                    <a:pt x="8917" y="221072"/>
                  </a:lnTo>
                  <a:lnTo>
                    <a:pt x="10703" y="226052"/>
                  </a:lnTo>
                  <a:lnTo>
                    <a:pt x="12644" y="230974"/>
                  </a:lnTo>
                  <a:lnTo>
                    <a:pt x="14741" y="235832"/>
                  </a:lnTo>
                  <a:lnTo>
                    <a:pt x="16990" y="240621"/>
                  </a:lnTo>
                  <a:lnTo>
                    <a:pt x="19390" y="245336"/>
                  </a:lnTo>
                  <a:lnTo>
                    <a:pt x="21938" y="249973"/>
                  </a:lnTo>
                  <a:lnTo>
                    <a:pt x="24631" y="254528"/>
                  </a:lnTo>
                  <a:lnTo>
                    <a:pt x="27467" y="258994"/>
                  </a:lnTo>
                  <a:lnTo>
                    <a:pt x="30443" y="263369"/>
                  </a:lnTo>
                  <a:lnTo>
                    <a:pt x="33556" y="267647"/>
                  </a:lnTo>
                  <a:lnTo>
                    <a:pt x="36803" y="271825"/>
                  </a:lnTo>
                  <a:lnTo>
                    <a:pt x="40181" y="275898"/>
                  </a:lnTo>
                  <a:lnTo>
                    <a:pt x="43685" y="279862"/>
                  </a:lnTo>
                  <a:lnTo>
                    <a:pt x="47313" y="283713"/>
                  </a:lnTo>
                  <a:lnTo>
                    <a:pt x="51062" y="287447"/>
                  </a:lnTo>
                  <a:lnTo>
                    <a:pt x="54926" y="291060"/>
                  </a:lnTo>
                  <a:lnTo>
                    <a:pt x="58903" y="294550"/>
                  </a:lnTo>
                  <a:lnTo>
                    <a:pt x="62989" y="297912"/>
                  </a:lnTo>
                  <a:lnTo>
                    <a:pt x="67179" y="301143"/>
                  </a:lnTo>
                  <a:lnTo>
                    <a:pt x="71469" y="304240"/>
                  </a:lnTo>
                  <a:lnTo>
                    <a:pt x="75854" y="307200"/>
                  </a:lnTo>
                  <a:lnTo>
                    <a:pt x="80332" y="310019"/>
                  </a:lnTo>
                  <a:lnTo>
                    <a:pt x="84896" y="312695"/>
                  </a:lnTo>
                  <a:lnTo>
                    <a:pt x="89543" y="315225"/>
                  </a:lnTo>
                  <a:lnTo>
                    <a:pt x="94267" y="317607"/>
                  </a:lnTo>
                  <a:lnTo>
                    <a:pt x="99065" y="319839"/>
                  </a:lnTo>
                  <a:lnTo>
                    <a:pt x="103930" y="321917"/>
                  </a:lnTo>
                  <a:lnTo>
                    <a:pt x="108859" y="323840"/>
                  </a:lnTo>
                  <a:lnTo>
                    <a:pt x="113847" y="325607"/>
                  </a:lnTo>
                  <a:lnTo>
                    <a:pt x="118888" y="327214"/>
                  </a:lnTo>
                  <a:lnTo>
                    <a:pt x="123977" y="328662"/>
                  </a:lnTo>
                  <a:lnTo>
                    <a:pt x="129109" y="329947"/>
                  </a:lnTo>
                  <a:lnTo>
                    <a:pt x="134280" y="331070"/>
                  </a:lnTo>
                  <a:lnTo>
                    <a:pt x="139483" y="332028"/>
                  </a:lnTo>
                  <a:lnTo>
                    <a:pt x="144714" y="332821"/>
                  </a:lnTo>
                  <a:lnTo>
                    <a:pt x="149968" y="333448"/>
                  </a:lnTo>
                  <a:lnTo>
                    <a:pt x="155239" y="333909"/>
                  </a:lnTo>
                  <a:lnTo>
                    <a:pt x="160522" y="334203"/>
                  </a:lnTo>
                  <a:lnTo>
                    <a:pt x="165811" y="334329"/>
                  </a:lnTo>
                  <a:lnTo>
                    <a:pt x="171102" y="334288"/>
                  </a:lnTo>
                  <a:lnTo>
                    <a:pt x="176389" y="334079"/>
                  </a:lnTo>
                  <a:lnTo>
                    <a:pt x="181666" y="333703"/>
                  </a:lnTo>
                  <a:lnTo>
                    <a:pt x="186929" y="333161"/>
                  </a:lnTo>
                  <a:lnTo>
                    <a:pt x="192173" y="332452"/>
                  </a:lnTo>
                  <a:lnTo>
                    <a:pt x="197391" y="331577"/>
                  </a:lnTo>
                  <a:lnTo>
                    <a:pt x="202579" y="330538"/>
                  </a:lnTo>
                  <a:lnTo>
                    <a:pt x="207731" y="329335"/>
                  </a:lnTo>
                  <a:lnTo>
                    <a:pt x="212843" y="327970"/>
                  </a:lnTo>
                  <a:lnTo>
                    <a:pt x="217909" y="326443"/>
                  </a:lnTo>
                  <a:lnTo>
                    <a:pt x="222924" y="324758"/>
                  </a:lnTo>
                  <a:lnTo>
                    <a:pt x="227883" y="322914"/>
                  </a:lnTo>
                  <a:lnTo>
                    <a:pt x="232782" y="320914"/>
                  </a:lnTo>
                  <a:lnTo>
                    <a:pt x="237615" y="318760"/>
                  </a:lnTo>
                  <a:lnTo>
                    <a:pt x="242377" y="316454"/>
                  </a:lnTo>
                  <a:lnTo>
                    <a:pt x="247064" y="313999"/>
                  </a:lnTo>
                  <a:lnTo>
                    <a:pt x="251670" y="311397"/>
                  </a:lnTo>
                  <a:lnTo>
                    <a:pt x="256192" y="308650"/>
                  </a:lnTo>
                  <a:lnTo>
                    <a:pt x="260625" y="305761"/>
                  </a:lnTo>
                  <a:lnTo>
                    <a:pt x="264964" y="302734"/>
                  </a:lnTo>
                  <a:lnTo>
                    <a:pt x="269206" y="299570"/>
                  </a:lnTo>
                  <a:lnTo>
                    <a:pt x="273345" y="296274"/>
                  </a:lnTo>
                  <a:lnTo>
                    <a:pt x="277377" y="292849"/>
                  </a:lnTo>
                  <a:lnTo>
                    <a:pt x="281300" y="289298"/>
                  </a:lnTo>
                  <a:lnTo>
                    <a:pt x="285107" y="285625"/>
                  </a:lnTo>
                  <a:lnTo>
                    <a:pt x="288797" y="281833"/>
                  </a:lnTo>
                  <a:lnTo>
                    <a:pt x="292365" y="277926"/>
                  </a:lnTo>
                  <a:lnTo>
                    <a:pt x="295808" y="273908"/>
                  </a:lnTo>
                  <a:lnTo>
                    <a:pt x="299121" y="269783"/>
                  </a:lnTo>
                  <a:lnTo>
                    <a:pt x="302302" y="265555"/>
                  </a:lnTo>
                  <a:lnTo>
                    <a:pt x="305348" y="261229"/>
                  </a:lnTo>
                  <a:lnTo>
                    <a:pt x="308256" y="256808"/>
                  </a:lnTo>
                  <a:lnTo>
                    <a:pt x="311022" y="252298"/>
                  </a:lnTo>
                  <a:lnTo>
                    <a:pt x="313644" y="247702"/>
                  </a:lnTo>
                  <a:lnTo>
                    <a:pt x="316119" y="243026"/>
                  </a:lnTo>
                  <a:lnTo>
                    <a:pt x="318446" y="238274"/>
                  </a:lnTo>
                  <a:lnTo>
                    <a:pt x="320620" y="233451"/>
                  </a:lnTo>
                  <a:lnTo>
                    <a:pt x="322641" y="228561"/>
                  </a:lnTo>
                  <a:lnTo>
                    <a:pt x="324506" y="223609"/>
                  </a:lnTo>
                  <a:lnTo>
                    <a:pt x="326213" y="218601"/>
                  </a:lnTo>
                  <a:lnTo>
                    <a:pt x="327761" y="213542"/>
                  </a:lnTo>
                  <a:lnTo>
                    <a:pt x="329149" y="208436"/>
                  </a:lnTo>
                  <a:lnTo>
                    <a:pt x="330373" y="203289"/>
                  </a:lnTo>
                  <a:lnTo>
                    <a:pt x="331435" y="198105"/>
                  </a:lnTo>
                  <a:lnTo>
                    <a:pt x="332332" y="192891"/>
                  </a:lnTo>
                  <a:lnTo>
                    <a:pt x="333063" y="187651"/>
                  </a:lnTo>
                  <a:lnTo>
                    <a:pt x="333628" y="182390"/>
                  </a:lnTo>
                  <a:lnTo>
                    <a:pt x="334027" y="177114"/>
                  </a:lnTo>
                  <a:lnTo>
                    <a:pt x="334258" y="171828"/>
                  </a:lnTo>
                  <a:lnTo>
                    <a:pt x="334322" y="166538"/>
                  </a:lnTo>
                  <a:lnTo>
                    <a:pt x="334218" y="161248"/>
                  </a:lnTo>
                  <a:lnTo>
                    <a:pt x="333947" y="155964"/>
                  </a:lnTo>
                  <a:lnTo>
                    <a:pt x="333509" y="150691"/>
                  </a:lnTo>
                  <a:lnTo>
                    <a:pt x="332904" y="145435"/>
                  </a:lnTo>
                  <a:lnTo>
                    <a:pt x="332133" y="140200"/>
                  </a:lnTo>
                  <a:lnTo>
                    <a:pt x="331197" y="134993"/>
                  </a:lnTo>
                  <a:lnTo>
                    <a:pt x="330097" y="129817"/>
                  </a:lnTo>
                  <a:lnTo>
                    <a:pt x="328833" y="124679"/>
                  </a:lnTo>
                  <a:lnTo>
                    <a:pt x="327408" y="119584"/>
                  </a:lnTo>
                  <a:lnTo>
                    <a:pt x="325822" y="114536"/>
                  </a:lnTo>
                  <a:lnTo>
                    <a:pt x="324077" y="109542"/>
                  </a:lnTo>
                  <a:lnTo>
                    <a:pt x="322174" y="104604"/>
                  </a:lnTo>
                  <a:lnTo>
                    <a:pt x="320117" y="99730"/>
                  </a:lnTo>
                  <a:lnTo>
                    <a:pt x="317906" y="94923"/>
                  </a:lnTo>
                  <a:lnTo>
                    <a:pt x="315544" y="90188"/>
                  </a:lnTo>
                  <a:lnTo>
                    <a:pt x="313034" y="85531"/>
                  </a:lnTo>
                  <a:lnTo>
                    <a:pt x="310377" y="80955"/>
                  </a:lnTo>
                  <a:lnTo>
                    <a:pt x="307577" y="76466"/>
                  </a:lnTo>
                  <a:lnTo>
                    <a:pt x="304636" y="72067"/>
                  </a:lnTo>
                  <a:lnTo>
                    <a:pt x="301558" y="67764"/>
                  </a:lnTo>
                  <a:lnTo>
                    <a:pt x="298345" y="63561"/>
                  </a:lnTo>
                  <a:lnTo>
                    <a:pt x="295000" y="59461"/>
                  </a:lnTo>
                  <a:lnTo>
                    <a:pt x="291528" y="55469"/>
                  </a:lnTo>
                  <a:lnTo>
                    <a:pt x="287930" y="51589"/>
                  </a:lnTo>
                  <a:lnTo>
                    <a:pt x="284212" y="47825"/>
                  </a:lnTo>
                  <a:lnTo>
                    <a:pt x="280377" y="44180"/>
                  </a:lnTo>
                  <a:lnTo>
                    <a:pt x="276428" y="40658"/>
                  </a:lnTo>
                  <a:lnTo>
                    <a:pt x="272370" y="37264"/>
                  </a:lnTo>
                  <a:lnTo>
                    <a:pt x="268206" y="33999"/>
                  </a:lnTo>
                  <a:lnTo>
                    <a:pt x="263941" y="30868"/>
                  </a:lnTo>
                  <a:lnTo>
                    <a:pt x="259579" y="27873"/>
                  </a:lnTo>
                  <a:lnTo>
                    <a:pt x="255125" y="25018"/>
                  </a:lnTo>
                  <a:lnTo>
                    <a:pt x="250582" y="22305"/>
                  </a:lnTo>
                  <a:lnTo>
                    <a:pt x="245956" y="19738"/>
                  </a:lnTo>
                  <a:lnTo>
                    <a:pt x="241251" y="17318"/>
                  </a:lnTo>
                  <a:lnTo>
                    <a:pt x="236471" y="15048"/>
                  </a:lnTo>
                  <a:lnTo>
                    <a:pt x="231623" y="1293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20651"/>
              <a:ext cx="64467" cy="154236"/>
            </a:xfrm>
            <a:custGeom>
              <a:avLst/>
              <a:pathLst>
                <a:path w="64467" h="154236">
                  <a:moveTo>
                    <a:pt x="64467" y="0"/>
                  </a:moveTo>
                  <a:lnTo>
                    <a:pt x="0" y="154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64467" cy="167167"/>
            </a:xfrm>
            <a:custGeom>
              <a:avLst/>
              <a:pathLst>
                <a:path w="64467" h="167167">
                  <a:moveTo>
                    <a:pt x="64467" y="12930"/>
                  </a:moveTo>
                  <a:lnTo>
                    <a:pt x="58875" y="10710"/>
                  </a:lnTo>
                  <a:lnTo>
                    <a:pt x="53207" y="8693"/>
                  </a:lnTo>
                  <a:lnTo>
                    <a:pt x="47470" y="6881"/>
                  </a:lnTo>
                  <a:lnTo>
                    <a:pt x="41672" y="5277"/>
                  </a:lnTo>
                  <a:lnTo>
                    <a:pt x="35819" y="3882"/>
                  </a:lnTo>
                  <a:lnTo>
                    <a:pt x="29920" y="2699"/>
                  </a:lnTo>
                  <a:lnTo>
                    <a:pt x="23983" y="1729"/>
                  </a:lnTo>
                  <a:lnTo>
                    <a:pt x="18014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26" y="4213821"/>
              <a:ext cx="250833" cy="334318"/>
            </a:xfrm>
            <a:custGeom>
              <a:avLst/>
              <a:pathLst>
                <a:path w="250833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29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8" y="10171"/>
                  </a:lnTo>
                  <a:lnTo>
                    <a:pt x="104764" y="12081"/>
                  </a:lnTo>
                  <a:lnTo>
                    <a:pt x="99853" y="14149"/>
                  </a:lnTo>
                  <a:lnTo>
                    <a:pt x="95010" y="16371"/>
                  </a:lnTo>
                  <a:lnTo>
                    <a:pt x="90241" y="18748"/>
                  </a:lnTo>
                  <a:lnTo>
                    <a:pt x="85549" y="21274"/>
                  </a:lnTo>
                  <a:lnTo>
                    <a:pt x="80941" y="23950"/>
                  </a:lnTo>
                  <a:lnTo>
                    <a:pt x="76420" y="26770"/>
                  </a:lnTo>
                  <a:lnTo>
                    <a:pt x="71992" y="29734"/>
                  </a:lnTo>
                  <a:lnTo>
                    <a:pt x="67660" y="32837"/>
                  </a:lnTo>
                  <a:lnTo>
                    <a:pt x="63429" y="36076"/>
                  </a:lnTo>
                  <a:lnTo>
                    <a:pt x="59304" y="39449"/>
                  </a:lnTo>
                  <a:lnTo>
                    <a:pt x="55288" y="42951"/>
                  </a:lnTo>
                  <a:lnTo>
                    <a:pt x="51386" y="46580"/>
                  </a:lnTo>
                  <a:lnTo>
                    <a:pt x="47602" y="50331"/>
                  </a:lnTo>
                  <a:lnTo>
                    <a:pt x="43939" y="54201"/>
                  </a:lnTo>
                  <a:lnTo>
                    <a:pt x="40401" y="58185"/>
                  </a:lnTo>
                  <a:lnTo>
                    <a:pt x="36992" y="62280"/>
                  </a:lnTo>
                  <a:lnTo>
                    <a:pt x="33715" y="66482"/>
                  </a:lnTo>
                  <a:lnTo>
                    <a:pt x="30574" y="70787"/>
                  </a:lnTo>
                  <a:lnTo>
                    <a:pt x="27572" y="75189"/>
                  </a:lnTo>
                  <a:lnTo>
                    <a:pt x="24711" y="79684"/>
                  </a:lnTo>
                  <a:lnTo>
                    <a:pt x="21996" y="84269"/>
                  </a:lnTo>
                  <a:lnTo>
                    <a:pt x="19427" y="88937"/>
                  </a:lnTo>
                  <a:lnTo>
                    <a:pt x="17009" y="93686"/>
                  </a:lnTo>
                  <a:lnTo>
                    <a:pt x="14743" y="98508"/>
                  </a:lnTo>
                  <a:lnTo>
                    <a:pt x="12633" y="103401"/>
                  </a:lnTo>
                  <a:lnTo>
                    <a:pt x="10679" y="108358"/>
                  </a:lnTo>
                  <a:lnTo>
                    <a:pt x="8884" y="113375"/>
                  </a:lnTo>
                  <a:lnTo>
                    <a:pt x="7250" y="118447"/>
                  </a:lnTo>
                  <a:lnTo>
                    <a:pt x="5778" y="123568"/>
                  </a:lnTo>
                  <a:lnTo>
                    <a:pt x="4471" y="128734"/>
                  </a:lnTo>
                  <a:lnTo>
                    <a:pt x="3329" y="133939"/>
                  </a:lnTo>
                  <a:lnTo>
                    <a:pt x="2353" y="139177"/>
                  </a:lnTo>
                  <a:lnTo>
                    <a:pt x="1545" y="144444"/>
                  </a:lnTo>
                  <a:lnTo>
                    <a:pt x="904" y="149734"/>
                  </a:lnTo>
                  <a:lnTo>
                    <a:pt x="433" y="155041"/>
                  </a:lnTo>
                  <a:lnTo>
                    <a:pt x="132" y="160361"/>
                  </a:lnTo>
                  <a:lnTo>
                    <a:pt x="0" y="165688"/>
                  </a:lnTo>
                  <a:lnTo>
                    <a:pt x="37" y="171017"/>
                  </a:lnTo>
                  <a:lnTo>
                    <a:pt x="245" y="176341"/>
                  </a:lnTo>
                  <a:lnTo>
                    <a:pt x="622" y="181656"/>
                  </a:lnTo>
                  <a:lnTo>
                    <a:pt x="1168" y="186957"/>
                  </a:lnTo>
                  <a:lnTo>
                    <a:pt x="1884" y="192237"/>
                  </a:lnTo>
                  <a:lnTo>
                    <a:pt x="2766" y="197492"/>
                  </a:lnTo>
                  <a:lnTo>
                    <a:pt x="3816" y="202716"/>
                  </a:lnTo>
                  <a:lnTo>
                    <a:pt x="5032" y="207904"/>
                  </a:lnTo>
                  <a:lnTo>
                    <a:pt x="6413" y="213050"/>
                  </a:lnTo>
                  <a:lnTo>
                    <a:pt x="7957" y="218150"/>
                  </a:lnTo>
                  <a:lnTo>
                    <a:pt x="9663" y="223198"/>
                  </a:lnTo>
                  <a:lnTo>
                    <a:pt x="11529" y="228189"/>
                  </a:lnTo>
                  <a:lnTo>
                    <a:pt x="13553" y="233118"/>
                  </a:lnTo>
                  <a:lnTo>
                    <a:pt x="15733" y="237981"/>
                  </a:lnTo>
                  <a:lnTo>
                    <a:pt x="18066" y="242771"/>
                  </a:lnTo>
                  <a:lnTo>
                    <a:pt x="20552" y="247484"/>
                  </a:lnTo>
                  <a:lnTo>
                    <a:pt x="23186" y="252116"/>
                  </a:lnTo>
                  <a:lnTo>
                    <a:pt x="25967" y="256661"/>
                  </a:lnTo>
                  <a:lnTo>
                    <a:pt x="28891" y="261116"/>
                  </a:lnTo>
                  <a:lnTo>
                    <a:pt x="31955" y="265475"/>
                  </a:lnTo>
                  <a:lnTo>
                    <a:pt x="35157" y="269734"/>
                  </a:lnTo>
                  <a:lnTo>
                    <a:pt x="38493" y="273889"/>
                  </a:lnTo>
                  <a:lnTo>
                    <a:pt x="41960" y="277936"/>
                  </a:lnTo>
                  <a:lnTo>
                    <a:pt x="45554" y="281870"/>
                  </a:lnTo>
                  <a:lnTo>
                    <a:pt x="49271" y="285687"/>
                  </a:lnTo>
                  <a:lnTo>
                    <a:pt x="53108" y="289384"/>
                  </a:lnTo>
                  <a:lnTo>
                    <a:pt x="57062" y="292957"/>
                  </a:lnTo>
                  <a:lnTo>
                    <a:pt x="61127" y="296402"/>
                  </a:lnTo>
                  <a:lnTo>
                    <a:pt x="65299" y="299716"/>
                  </a:lnTo>
                  <a:lnTo>
                    <a:pt x="69576" y="302895"/>
                  </a:lnTo>
                  <a:lnTo>
                    <a:pt x="73951" y="305936"/>
                  </a:lnTo>
                  <a:lnTo>
                    <a:pt x="78421" y="308837"/>
                  </a:lnTo>
                  <a:lnTo>
                    <a:pt x="82981" y="311593"/>
                  </a:lnTo>
                  <a:lnTo>
                    <a:pt x="87627" y="314202"/>
                  </a:lnTo>
                  <a:lnTo>
                    <a:pt x="92354" y="316662"/>
                  </a:lnTo>
                  <a:lnTo>
                    <a:pt x="97156" y="318971"/>
                  </a:lnTo>
                  <a:lnTo>
                    <a:pt x="102030" y="321125"/>
                  </a:lnTo>
                  <a:lnTo>
                    <a:pt x="106970" y="323122"/>
                  </a:lnTo>
                  <a:lnTo>
                    <a:pt x="111971" y="324961"/>
                  </a:lnTo>
                  <a:lnTo>
                    <a:pt x="117028" y="326640"/>
                  </a:lnTo>
                  <a:lnTo>
                    <a:pt x="122136" y="328157"/>
                  </a:lnTo>
                  <a:lnTo>
                    <a:pt x="127290" y="329510"/>
                  </a:lnTo>
                  <a:lnTo>
                    <a:pt x="132484" y="330698"/>
                  </a:lnTo>
                  <a:lnTo>
                    <a:pt x="137714" y="331720"/>
                  </a:lnTo>
                  <a:lnTo>
                    <a:pt x="142973" y="332575"/>
                  </a:lnTo>
                  <a:lnTo>
                    <a:pt x="148257" y="333262"/>
                  </a:lnTo>
                  <a:lnTo>
                    <a:pt x="153561" y="333780"/>
                  </a:lnTo>
                  <a:lnTo>
                    <a:pt x="158878" y="334129"/>
                  </a:lnTo>
                  <a:lnTo>
                    <a:pt x="164203" y="334308"/>
                  </a:lnTo>
                  <a:lnTo>
                    <a:pt x="169532" y="334318"/>
                  </a:lnTo>
                  <a:lnTo>
                    <a:pt x="174858" y="334157"/>
                  </a:lnTo>
                  <a:lnTo>
                    <a:pt x="180176" y="333827"/>
                  </a:lnTo>
                  <a:lnTo>
                    <a:pt x="185481" y="333327"/>
                  </a:lnTo>
                  <a:lnTo>
                    <a:pt x="190767" y="332659"/>
                  </a:lnTo>
                  <a:lnTo>
                    <a:pt x="196030" y="331823"/>
                  </a:lnTo>
                  <a:lnTo>
                    <a:pt x="201263" y="330819"/>
                  </a:lnTo>
                  <a:lnTo>
                    <a:pt x="206461" y="329649"/>
                  </a:lnTo>
                  <a:lnTo>
                    <a:pt x="211620" y="328314"/>
                  </a:lnTo>
                  <a:lnTo>
                    <a:pt x="216733" y="326815"/>
                  </a:lnTo>
                  <a:lnTo>
                    <a:pt x="221796" y="325154"/>
                  </a:lnTo>
                  <a:lnTo>
                    <a:pt x="226804" y="323332"/>
                  </a:lnTo>
                  <a:lnTo>
                    <a:pt x="231751" y="321352"/>
                  </a:lnTo>
                  <a:lnTo>
                    <a:pt x="236632" y="319215"/>
                  </a:lnTo>
                  <a:lnTo>
                    <a:pt x="241442" y="316924"/>
                  </a:lnTo>
                  <a:lnTo>
                    <a:pt x="246178" y="314480"/>
                  </a:lnTo>
                  <a:lnTo>
                    <a:pt x="250833" y="31188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3" cy="311887"/>
            </a:xfrm>
            <a:custGeom>
              <a:avLst/>
              <a:pathLst>
                <a:path w="167163" h="311887">
                  <a:moveTo>
                    <a:pt x="83672" y="311887"/>
                  </a:moveTo>
                  <a:lnTo>
                    <a:pt x="88248" y="309143"/>
                  </a:lnTo>
                  <a:lnTo>
                    <a:pt x="92734" y="306254"/>
                  </a:lnTo>
                  <a:lnTo>
                    <a:pt x="97125" y="303224"/>
                  </a:lnTo>
                  <a:lnTo>
                    <a:pt x="101418" y="300055"/>
                  </a:lnTo>
                  <a:lnTo>
                    <a:pt x="105607" y="296751"/>
                  </a:lnTo>
                  <a:lnTo>
                    <a:pt x="109689" y="293314"/>
                  </a:lnTo>
                  <a:lnTo>
                    <a:pt x="113659" y="289750"/>
                  </a:lnTo>
                  <a:lnTo>
                    <a:pt x="117513" y="286060"/>
                  </a:lnTo>
                  <a:lnTo>
                    <a:pt x="121248" y="282249"/>
                  </a:lnTo>
                  <a:lnTo>
                    <a:pt x="124859" y="278321"/>
                  </a:lnTo>
                  <a:lnTo>
                    <a:pt x="128342" y="274279"/>
                  </a:lnTo>
                  <a:lnTo>
                    <a:pt x="131695" y="270129"/>
                  </a:lnTo>
                  <a:lnTo>
                    <a:pt x="134914" y="265874"/>
                  </a:lnTo>
                  <a:lnTo>
                    <a:pt x="137996" y="261518"/>
                  </a:lnTo>
                  <a:lnTo>
                    <a:pt x="140936" y="257066"/>
                  </a:lnTo>
                  <a:lnTo>
                    <a:pt x="143734" y="252522"/>
                  </a:lnTo>
                  <a:lnTo>
                    <a:pt x="146384" y="247891"/>
                  </a:lnTo>
                  <a:lnTo>
                    <a:pt x="148886" y="243179"/>
                  </a:lnTo>
                  <a:lnTo>
                    <a:pt x="151236" y="238388"/>
                  </a:lnTo>
                  <a:lnTo>
                    <a:pt x="153432" y="233525"/>
                  </a:lnTo>
                  <a:lnTo>
                    <a:pt x="155472" y="228595"/>
                  </a:lnTo>
                  <a:lnTo>
                    <a:pt x="157353" y="223602"/>
                  </a:lnTo>
                  <a:lnTo>
                    <a:pt x="159074" y="218552"/>
                  </a:lnTo>
                  <a:lnTo>
                    <a:pt x="160632" y="213449"/>
                  </a:lnTo>
                  <a:lnTo>
                    <a:pt x="162028" y="208299"/>
                  </a:lnTo>
                  <a:lnTo>
                    <a:pt x="163258" y="203107"/>
                  </a:lnTo>
                  <a:lnTo>
                    <a:pt x="164322" y="197878"/>
                  </a:lnTo>
                  <a:lnTo>
                    <a:pt x="165218" y="192618"/>
                  </a:lnTo>
                  <a:lnTo>
                    <a:pt x="165946" y="187333"/>
                  </a:lnTo>
                  <a:lnTo>
                    <a:pt x="166505" y="182026"/>
                  </a:lnTo>
                  <a:lnTo>
                    <a:pt x="166895" y="176705"/>
                  </a:lnTo>
                  <a:lnTo>
                    <a:pt x="167114" y="171374"/>
                  </a:lnTo>
                  <a:lnTo>
                    <a:pt x="167163" y="166038"/>
                  </a:lnTo>
                  <a:lnTo>
                    <a:pt x="167042" y="160704"/>
                  </a:lnTo>
                  <a:lnTo>
                    <a:pt x="166751" y="155377"/>
                  </a:lnTo>
                  <a:lnTo>
                    <a:pt x="166289" y="150061"/>
                  </a:lnTo>
                  <a:lnTo>
                    <a:pt x="165659" y="144763"/>
                  </a:lnTo>
                  <a:lnTo>
                    <a:pt x="164859" y="139487"/>
                  </a:lnTo>
                  <a:lnTo>
                    <a:pt x="163892" y="134240"/>
                  </a:lnTo>
                  <a:lnTo>
                    <a:pt x="162758" y="129026"/>
                  </a:lnTo>
                  <a:lnTo>
                    <a:pt x="161458" y="123851"/>
                  </a:lnTo>
                  <a:lnTo>
                    <a:pt x="159993" y="118721"/>
                  </a:lnTo>
                  <a:lnTo>
                    <a:pt x="158365" y="113639"/>
                  </a:lnTo>
                  <a:lnTo>
                    <a:pt x="156576" y="108613"/>
                  </a:lnTo>
                  <a:lnTo>
                    <a:pt x="154628" y="103646"/>
                  </a:lnTo>
                  <a:lnTo>
                    <a:pt x="152522" y="98743"/>
                  </a:lnTo>
                  <a:lnTo>
                    <a:pt x="150261" y="93910"/>
                  </a:lnTo>
                  <a:lnTo>
                    <a:pt x="147846" y="89152"/>
                  </a:lnTo>
                  <a:lnTo>
                    <a:pt x="145281" y="84474"/>
                  </a:lnTo>
                  <a:lnTo>
                    <a:pt x="142568" y="79879"/>
                  </a:lnTo>
                  <a:lnTo>
                    <a:pt x="139710" y="75374"/>
                  </a:lnTo>
                  <a:lnTo>
                    <a:pt x="136709" y="70962"/>
                  </a:lnTo>
                  <a:lnTo>
                    <a:pt x="133569" y="66648"/>
                  </a:lnTo>
                  <a:lnTo>
                    <a:pt x="130293" y="62436"/>
                  </a:lnTo>
                  <a:lnTo>
                    <a:pt x="126885" y="58332"/>
                  </a:lnTo>
                  <a:lnTo>
                    <a:pt x="123347" y="54338"/>
                  </a:lnTo>
                  <a:lnTo>
                    <a:pt x="119683" y="50459"/>
                  </a:lnTo>
                  <a:lnTo>
                    <a:pt x="115897" y="46698"/>
                  </a:lnTo>
                  <a:lnTo>
                    <a:pt x="111994" y="43061"/>
                  </a:lnTo>
                  <a:lnTo>
                    <a:pt x="107976" y="39550"/>
                  </a:lnTo>
                  <a:lnTo>
                    <a:pt x="103848" y="36169"/>
                  </a:lnTo>
                  <a:lnTo>
                    <a:pt x="99615" y="32922"/>
                  </a:lnTo>
                  <a:lnTo>
                    <a:pt x="95280" y="29811"/>
                  </a:lnTo>
                  <a:lnTo>
                    <a:pt x="90847" y="26840"/>
                  </a:lnTo>
                  <a:lnTo>
                    <a:pt x="86323" y="24012"/>
                  </a:lnTo>
                  <a:lnTo>
                    <a:pt x="81710" y="21330"/>
                  </a:lnTo>
                  <a:lnTo>
                    <a:pt x="77014" y="18797"/>
                  </a:lnTo>
                  <a:lnTo>
                    <a:pt x="72240" y="16415"/>
                  </a:lnTo>
                  <a:lnTo>
                    <a:pt x="67392" y="14186"/>
                  </a:lnTo>
                  <a:lnTo>
                    <a:pt x="62476" y="12113"/>
                  </a:lnTo>
                  <a:lnTo>
                    <a:pt x="57495" y="10198"/>
                  </a:lnTo>
                  <a:lnTo>
                    <a:pt x="52457" y="8443"/>
                  </a:lnTo>
                  <a:lnTo>
                    <a:pt x="47365" y="6850"/>
                  </a:lnTo>
                  <a:lnTo>
                    <a:pt x="42224" y="5420"/>
                  </a:lnTo>
                  <a:lnTo>
                    <a:pt x="37041" y="4155"/>
                  </a:lnTo>
                  <a:lnTo>
                    <a:pt x="31819" y="3056"/>
                  </a:lnTo>
                  <a:lnTo>
                    <a:pt x="26566" y="2124"/>
                  </a:lnTo>
                  <a:lnTo>
                    <a:pt x="21285" y="1360"/>
                  </a:lnTo>
                  <a:lnTo>
                    <a:pt x="15983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5" y="4659281"/>
              <a:ext cx="167159" cy="203340"/>
            </a:xfrm>
            <a:custGeom>
              <a:avLst/>
              <a:pathLst>
                <a:path w="167159" h="203340">
                  <a:moveTo>
                    <a:pt x="167159" y="0"/>
                  </a:moveTo>
                  <a:lnTo>
                    <a:pt x="161723" y="88"/>
                  </a:lnTo>
                  <a:lnTo>
                    <a:pt x="156292" y="353"/>
                  </a:lnTo>
                  <a:lnTo>
                    <a:pt x="150873" y="795"/>
                  </a:lnTo>
                  <a:lnTo>
                    <a:pt x="145472" y="1412"/>
                  </a:lnTo>
                  <a:lnTo>
                    <a:pt x="140093" y="2205"/>
                  </a:lnTo>
                  <a:lnTo>
                    <a:pt x="134743" y="3173"/>
                  </a:lnTo>
                  <a:lnTo>
                    <a:pt x="129427" y="4314"/>
                  </a:lnTo>
                  <a:lnTo>
                    <a:pt x="124151" y="5627"/>
                  </a:lnTo>
                  <a:lnTo>
                    <a:pt x="118920" y="7111"/>
                  </a:lnTo>
                  <a:lnTo>
                    <a:pt x="113741" y="8764"/>
                  </a:lnTo>
                  <a:lnTo>
                    <a:pt x="108618" y="10585"/>
                  </a:lnTo>
                  <a:lnTo>
                    <a:pt x="103557" y="12572"/>
                  </a:lnTo>
                  <a:lnTo>
                    <a:pt x="98563" y="14722"/>
                  </a:lnTo>
                  <a:lnTo>
                    <a:pt x="93642" y="17033"/>
                  </a:lnTo>
                  <a:lnTo>
                    <a:pt x="88798" y="19504"/>
                  </a:lnTo>
                  <a:lnTo>
                    <a:pt x="84038" y="22130"/>
                  </a:lnTo>
                  <a:lnTo>
                    <a:pt x="79365" y="24910"/>
                  </a:lnTo>
                  <a:lnTo>
                    <a:pt x="74785" y="27840"/>
                  </a:lnTo>
                  <a:lnTo>
                    <a:pt x="70303" y="30918"/>
                  </a:lnTo>
                  <a:lnTo>
                    <a:pt x="65924" y="34140"/>
                  </a:lnTo>
                  <a:lnTo>
                    <a:pt x="61651" y="37502"/>
                  </a:lnTo>
                  <a:lnTo>
                    <a:pt x="57490" y="41002"/>
                  </a:lnTo>
                  <a:lnTo>
                    <a:pt x="53445" y="44635"/>
                  </a:lnTo>
                  <a:lnTo>
                    <a:pt x="49521" y="48398"/>
                  </a:lnTo>
                  <a:lnTo>
                    <a:pt x="45721" y="52286"/>
                  </a:lnTo>
                  <a:lnTo>
                    <a:pt x="42049" y="56296"/>
                  </a:lnTo>
                  <a:lnTo>
                    <a:pt x="38510" y="60423"/>
                  </a:lnTo>
                  <a:lnTo>
                    <a:pt x="35106" y="64664"/>
                  </a:lnTo>
                  <a:lnTo>
                    <a:pt x="31843" y="69012"/>
                  </a:lnTo>
                  <a:lnTo>
                    <a:pt x="28722" y="73464"/>
                  </a:lnTo>
                  <a:lnTo>
                    <a:pt x="25748" y="78016"/>
                  </a:lnTo>
                  <a:lnTo>
                    <a:pt x="22924" y="82662"/>
                  </a:lnTo>
                  <a:lnTo>
                    <a:pt x="20252" y="87397"/>
                  </a:lnTo>
                  <a:lnTo>
                    <a:pt x="17736" y="92217"/>
                  </a:lnTo>
                  <a:lnTo>
                    <a:pt x="15377" y="97116"/>
                  </a:lnTo>
                  <a:lnTo>
                    <a:pt x="13180" y="102089"/>
                  </a:lnTo>
                  <a:lnTo>
                    <a:pt x="11145" y="107130"/>
                  </a:lnTo>
                  <a:lnTo>
                    <a:pt x="9275" y="112236"/>
                  </a:lnTo>
                  <a:lnTo>
                    <a:pt x="7572" y="117399"/>
                  </a:lnTo>
                  <a:lnTo>
                    <a:pt x="6038" y="122615"/>
                  </a:lnTo>
                  <a:lnTo>
                    <a:pt x="4674" y="127878"/>
                  </a:lnTo>
                  <a:lnTo>
                    <a:pt x="3483" y="133183"/>
                  </a:lnTo>
                  <a:lnTo>
                    <a:pt x="2464" y="138524"/>
                  </a:lnTo>
                  <a:lnTo>
                    <a:pt x="1620" y="143895"/>
                  </a:lnTo>
                  <a:lnTo>
                    <a:pt x="950" y="149291"/>
                  </a:lnTo>
                  <a:lnTo>
                    <a:pt x="457" y="154705"/>
                  </a:lnTo>
                  <a:lnTo>
                    <a:pt x="140" y="160133"/>
                  </a:lnTo>
                  <a:lnTo>
                    <a:pt x="0" y="165568"/>
                  </a:lnTo>
                  <a:lnTo>
                    <a:pt x="36" y="171005"/>
                  </a:lnTo>
                  <a:lnTo>
                    <a:pt x="249" y="176438"/>
                  </a:lnTo>
                  <a:lnTo>
                    <a:pt x="639" y="181861"/>
                  </a:lnTo>
                  <a:lnTo>
                    <a:pt x="1205" y="187268"/>
                  </a:lnTo>
                  <a:lnTo>
                    <a:pt x="1946" y="192654"/>
                  </a:lnTo>
                  <a:lnTo>
                    <a:pt x="2863" y="198014"/>
                  </a:lnTo>
                  <a:lnTo>
                    <a:pt x="3953" y="20334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3318" y="4826449"/>
              <a:ext cx="163206" cy="36173"/>
            </a:xfrm>
            <a:custGeom>
              <a:avLst/>
              <a:pathLst>
                <a:path w="163206" h="36173">
                  <a:moveTo>
                    <a:pt x="0" y="36173"/>
                  </a:moveTo>
                  <a:lnTo>
                    <a:pt x="1632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3318" y="4826449"/>
              <a:ext cx="163206" cy="51541"/>
            </a:xfrm>
            <a:custGeom>
              <a:avLst/>
              <a:pathLst>
                <a:path w="163206" h="51541">
                  <a:moveTo>
                    <a:pt x="0" y="36173"/>
                  </a:moveTo>
                  <a:lnTo>
                    <a:pt x="1908" y="43907"/>
                  </a:lnTo>
                  <a:lnTo>
                    <a:pt x="4183" y="51541"/>
                  </a:lnTo>
                  <a:lnTo>
                    <a:pt x="1632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7501" y="4659281"/>
              <a:ext cx="326179" cy="334328"/>
            </a:xfrm>
            <a:custGeom>
              <a:avLst/>
              <a:pathLst>
                <a:path w="326179" h="334328">
                  <a:moveTo>
                    <a:pt x="0" y="218708"/>
                  </a:moveTo>
                  <a:lnTo>
                    <a:pt x="1710" y="223714"/>
                  </a:lnTo>
                  <a:lnTo>
                    <a:pt x="3578" y="228663"/>
                  </a:lnTo>
                  <a:lnTo>
                    <a:pt x="5602" y="233551"/>
                  </a:lnTo>
                  <a:lnTo>
                    <a:pt x="7779" y="238372"/>
                  </a:lnTo>
                  <a:lnTo>
                    <a:pt x="10108" y="243122"/>
                  </a:lnTo>
                  <a:lnTo>
                    <a:pt x="12586" y="247796"/>
                  </a:lnTo>
                  <a:lnTo>
                    <a:pt x="15210" y="252390"/>
                  </a:lnTo>
                  <a:lnTo>
                    <a:pt x="17979" y="256897"/>
                  </a:lnTo>
                  <a:lnTo>
                    <a:pt x="20889" y="261315"/>
                  </a:lnTo>
                  <a:lnTo>
                    <a:pt x="23937" y="265639"/>
                  </a:lnTo>
                  <a:lnTo>
                    <a:pt x="27121" y="269864"/>
                  </a:lnTo>
                  <a:lnTo>
                    <a:pt x="30436" y="273986"/>
                  </a:lnTo>
                  <a:lnTo>
                    <a:pt x="33881" y="278002"/>
                  </a:lnTo>
                  <a:lnTo>
                    <a:pt x="37450" y="281906"/>
                  </a:lnTo>
                  <a:lnTo>
                    <a:pt x="41142" y="285695"/>
                  </a:lnTo>
                  <a:lnTo>
                    <a:pt x="44951" y="289366"/>
                  </a:lnTo>
                  <a:lnTo>
                    <a:pt x="48875" y="292914"/>
                  </a:lnTo>
                  <a:lnTo>
                    <a:pt x="52909" y="296336"/>
                  </a:lnTo>
                  <a:lnTo>
                    <a:pt x="57049" y="299629"/>
                  </a:lnTo>
                  <a:lnTo>
                    <a:pt x="61292" y="302790"/>
                  </a:lnTo>
                  <a:lnTo>
                    <a:pt x="65632" y="305814"/>
                  </a:lnTo>
                  <a:lnTo>
                    <a:pt x="70066" y="308700"/>
                  </a:lnTo>
                  <a:lnTo>
                    <a:pt x="74589" y="311444"/>
                  </a:lnTo>
                  <a:lnTo>
                    <a:pt x="79196" y="314043"/>
                  </a:lnTo>
                  <a:lnTo>
                    <a:pt x="83884" y="316496"/>
                  </a:lnTo>
                  <a:lnTo>
                    <a:pt x="88646" y="318798"/>
                  </a:lnTo>
                  <a:lnTo>
                    <a:pt x="93479" y="320949"/>
                  </a:lnTo>
                  <a:lnTo>
                    <a:pt x="98378" y="322946"/>
                  </a:lnTo>
                  <a:lnTo>
                    <a:pt x="103338" y="324787"/>
                  </a:lnTo>
                  <a:lnTo>
                    <a:pt x="108353" y="326470"/>
                  </a:lnTo>
                  <a:lnTo>
                    <a:pt x="113419" y="327994"/>
                  </a:lnTo>
                  <a:lnTo>
                    <a:pt x="118531" y="329356"/>
                  </a:lnTo>
                  <a:lnTo>
                    <a:pt x="123683" y="330556"/>
                  </a:lnTo>
                  <a:lnTo>
                    <a:pt x="128871" y="331593"/>
                  </a:lnTo>
                  <a:lnTo>
                    <a:pt x="134088" y="332464"/>
                  </a:lnTo>
                  <a:lnTo>
                    <a:pt x="139331" y="333171"/>
                  </a:lnTo>
                  <a:lnTo>
                    <a:pt x="144594" y="333710"/>
                  </a:lnTo>
                  <a:lnTo>
                    <a:pt x="149871" y="334084"/>
                  </a:lnTo>
                  <a:lnTo>
                    <a:pt x="155157" y="334290"/>
                  </a:lnTo>
                  <a:lnTo>
                    <a:pt x="160447" y="334328"/>
                  </a:lnTo>
                  <a:lnTo>
                    <a:pt x="165736" y="334200"/>
                  </a:lnTo>
                  <a:lnTo>
                    <a:pt x="171017" y="333904"/>
                  </a:lnTo>
                  <a:lnTo>
                    <a:pt x="176287" y="333441"/>
                  </a:lnTo>
                  <a:lnTo>
                    <a:pt x="181540" y="332811"/>
                  </a:lnTo>
                  <a:lnTo>
                    <a:pt x="186770" y="332016"/>
                  </a:lnTo>
                  <a:lnTo>
                    <a:pt x="191972" y="331055"/>
                  </a:lnTo>
                  <a:lnTo>
                    <a:pt x="197141" y="329930"/>
                  </a:lnTo>
                  <a:lnTo>
                    <a:pt x="202272" y="328643"/>
                  </a:lnTo>
                  <a:lnTo>
                    <a:pt x="207360" y="327193"/>
                  </a:lnTo>
                  <a:lnTo>
                    <a:pt x="212400" y="325584"/>
                  </a:lnTo>
                  <a:lnTo>
                    <a:pt x="217385" y="323816"/>
                  </a:lnTo>
                  <a:lnTo>
                    <a:pt x="222313" y="321890"/>
                  </a:lnTo>
                  <a:lnTo>
                    <a:pt x="227177" y="319810"/>
                  </a:lnTo>
                  <a:lnTo>
                    <a:pt x="231973" y="317577"/>
                  </a:lnTo>
                  <a:lnTo>
                    <a:pt x="236695" y="315194"/>
                  </a:lnTo>
                  <a:lnTo>
                    <a:pt x="241340" y="312662"/>
                  </a:lnTo>
                  <a:lnTo>
                    <a:pt x="245903" y="309984"/>
                  </a:lnTo>
                  <a:lnTo>
                    <a:pt x="250378" y="307164"/>
                  </a:lnTo>
                  <a:lnTo>
                    <a:pt x="254763" y="304203"/>
                  </a:lnTo>
                  <a:lnTo>
                    <a:pt x="259051" y="301105"/>
                  </a:lnTo>
                  <a:lnTo>
                    <a:pt x="263239" y="297873"/>
                  </a:lnTo>
                  <a:lnTo>
                    <a:pt x="267322" y="294510"/>
                  </a:lnTo>
                  <a:lnTo>
                    <a:pt x="271297" y="291019"/>
                  </a:lnTo>
                  <a:lnTo>
                    <a:pt x="275160" y="287405"/>
                  </a:lnTo>
                  <a:lnTo>
                    <a:pt x="278907" y="283670"/>
                  </a:lnTo>
                  <a:lnTo>
                    <a:pt x="282533" y="279818"/>
                  </a:lnTo>
                  <a:lnTo>
                    <a:pt x="286036" y="275854"/>
                  </a:lnTo>
                  <a:lnTo>
                    <a:pt x="289411" y="271780"/>
                  </a:lnTo>
                  <a:lnTo>
                    <a:pt x="292656" y="267602"/>
                  </a:lnTo>
                  <a:lnTo>
                    <a:pt x="295767" y="263323"/>
                  </a:lnTo>
                  <a:lnTo>
                    <a:pt x="298741" y="258948"/>
                  </a:lnTo>
                  <a:lnTo>
                    <a:pt x="301575" y="254482"/>
                  </a:lnTo>
                  <a:lnTo>
                    <a:pt x="304267" y="249927"/>
                  </a:lnTo>
                  <a:lnTo>
                    <a:pt x="306813" y="245290"/>
                  </a:lnTo>
                  <a:lnTo>
                    <a:pt x="309211" y="240574"/>
                  </a:lnTo>
                  <a:lnTo>
                    <a:pt x="311458" y="235786"/>
                  </a:lnTo>
                  <a:lnTo>
                    <a:pt x="313553" y="230928"/>
                  </a:lnTo>
                  <a:lnTo>
                    <a:pt x="315493" y="226006"/>
                  </a:lnTo>
                  <a:lnTo>
                    <a:pt x="317277" y="221026"/>
                  </a:lnTo>
                  <a:lnTo>
                    <a:pt x="318902" y="215991"/>
                  </a:lnTo>
                  <a:lnTo>
                    <a:pt x="320366" y="210908"/>
                  </a:lnTo>
                  <a:lnTo>
                    <a:pt x="321670" y="205781"/>
                  </a:lnTo>
                  <a:lnTo>
                    <a:pt x="322810" y="200615"/>
                  </a:lnTo>
                  <a:lnTo>
                    <a:pt x="323786" y="195416"/>
                  </a:lnTo>
                  <a:lnTo>
                    <a:pt x="324598" y="190188"/>
                  </a:lnTo>
                  <a:lnTo>
                    <a:pt x="325243" y="184938"/>
                  </a:lnTo>
                  <a:lnTo>
                    <a:pt x="325722" y="179669"/>
                  </a:lnTo>
                  <a:lnTo>
                    <a:pt x="326034" y="174388"/>
                  </a:lnTo>
                  <a:lnTo>
                    <a:pt x="326179" y="169100"/>
                  </a:lnTo>
                  <a:lnTo>
                    <a:pt x="326157" y="163810"/>
                  </a:lnTo>
                  <a:lnTo>
                    <a:pt x="325967" y="158523"/>
                  </a:lnTo>
                  <a:lnTo>
                    <a:pt x="325610" y="153245"/>
                  </a:lnTo>
                  <a:lnTo>
                    <a:pt x="325086" y="147981"/>
                  </a:lnTo>
                  <a:lnTo>
                    <a:pt x="324396" y="142736"/>
                  </a:lnTo>
                  <a:lnTo>
                    <a:pt x="323540" y="137516"/>
                  </a:lnTo>
                  <a:lnTo>
                    <a:pt x="322519" y="132325"/>
                  </a:lnTo>
                  <a:lnTo>
                    <a:pt x="321335" y="127169"/>
                  </a:lnTo>
                  <a:lnTo>
                    <a:pt x="319988" y="122053"/>
                  </a:lnTo>
                  <a:lnTo>
                    <a:pt x="318480" y="116982"/>
                  </a:lnTo>
                  <a:lnTo>
                    <a:pt x="316812" y="111962"/>
                  </a:lnTo>
                  <a:lnTo>
                    <a:pt x="314986" y="106997"/>
                  </a:lnTo>
                  <a:lnTo>
                    <a:pt x="313004" y="102092"/>
                  </a:lnTo>
                  <a:lnTo>
                    <a:pt x="310868" y="97252"/>
                  </a:lnTo>
                  <a:lnTo>
                    <a:pt x="308580" y="92483"/>
                  </a:lnTo>
                  <a:lnTo>
                    <a:pt x="306142" y="87788"/>
                  </a:lnTo>
                  <a:lnTo>
                    <a:pt x="303556" y="83172"/>
                  </a:lnTo>
                  <a:lnTo>
                    <a:pt x="300826" y="78641"/>
                  </a:lnTo>
                  <a:lnTo>
                    <a:pt x="297954" y="74199"/>
                  </a:lnTo>
                  <a:lnTo>
                    <a:pt x="294943" y="69849"/>
                  </a:lnTo>
                  <a:lnTo>
                    <a:pt x="291795" y="65597"/>
                  </a:lnTo>
                  <a:lnTo>
                    <a:pt x="288515" y="61447"/>
                  </a:lnTo>
                  <a:lnTo>
                    <a:pt x="285105" y="57402"/>
                  </a:lnTo>
                  <a:lnTo>
                    <a:pt x="281569" y="53468"/>
                  </a:lnTo>
                  <a:lnTo>
                    <a:pt x="277910" y="49647"/>
                  </a:lnTo>
                  <a:lnTo>
                    <a:pt x="274132" y="45944"/>
                  </a:lnTo>
                  <a:lnTo>
                    <a:pt x="270238" y="42363"/>
                  </a:lnTo>
                  <a:lnTo>
                    <a:pt x="266234" y="38906"/>
                  </a:lnTo>
                  <a:lnTo>
                    <a:pt x="262121" y="35578"/>
                  </a:lnTo>
                  <a:lnTo>
                    <a:pt x="257906" y="32382"/>
                  </a:lnTo>
                  <a:lnTo>
                    <a:pt x="253592" y="29320"/>
                  </a:lnTo>
                  <a:lnTo>
                    <a:pt x="249183" y="26397"/>
                  </a:lnTo>
                  <a:lnTo>
                    <a:pt x="244683" y="23615"/>
                  </a:lnTo>
                  <a:lnTo>
                    <a:pt x="240098" y="20976"/>
                  </a:lnTo>
                  <a:lnTo>
                    <a:pt x="235432" y="18484"/>
                  </a:lnTo>
                  <a:lnTo>
                    <a:pt x="230689" y="16141"/>
                  </a:lnTo>
                  <a:lnTo>
                    <a:pt x="225874" y="13949"/>
                  </a:lnTo>
                  <a:lnTo>
                    <a:pt x="220993" y="11910"/>
                  </a:lnTo>
                  <a:lnTo>
                    <a:pt x="216049" y="10027"/>
                  </a:lnTo>
                  <a:lnTo>
                    <a:pt x="211048" y="8301"/>
                  </a:lnTo>
                  <a:lnTo>
                    <a:pt x="205995" y="6735"/>
                  </a:lnTo>
                  <a:lnTo>
                    <a:pt x="200895" y="5329"/>
                  </a:lnTo>
                  <a:lnTo>
                    <a:pt x="195754" y="4085"/>
                  </a:lnTo>
                  <a:lnTo>
                    <a:pt x="190575" y="3004"/>
                  </a:lnTo>
                  <a:lnTo>
                    <a:pt x="185365" y="2088"/>
                  </a:lnTo>
                  <a:lnTo>
                    <a:pt x="180128" y="1337"/>
                  </a:lnTo>
                  <a:lnTo>
                    <a:pt x="174870" y="752"/>
                  </a:lnTo>
                  <a:lnTo>
                    <a:pt x="169597" y="334"/>
                  </a:lnTo>
                  <a:lnTo>
                    <a:pt x="164313" y="83"/>
                  </a:lnTo>
                  <a:lnTo>
                    <a:pt x="159023" y="0"/>
                  </a:lnTo>
                  <a:lnTo>
                    <a:pt x="1590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570" y="5269756"/>
              <a:ext cx="166931" cy="167167"/>
            </a:xfrm>
            <a:custGeom>
              <a:avLst/>
              <a:pathLst>
                <a:path w="166931" h="167167">
                  <a:moveTo>
                    <a:pt x="166931" y="0"/>
                  </a:moveTo>
                  <a:lnTo>
                    <a:pt x="161534" y="87"/>
                  </a:lnTo>
                  <a:lnTo>
                    <a:pt x="156143" y="348"/>
                  </a:lnTo>
                  <a:lnTo>
                    <a:pt x="150763" y="783"/>
                  </a:lnTo>
                  <a:lnTo>
                    <a:pt x="145399" y="1392"/>
                  </a:lnTo>
                  <a:lnTo>
                    <a:pt x="140059" y="2174"/>
                  </a:lnTo>
                  <a:lnTo>
                    <a:pt x="134746" y="3127"/>
                  </a:lnTo>
                  <a:lnTo>
                    <a:pt x="129467" y="4252"/>
                  </a:lnTo>
                  <a:lnTo>
                    <a:pt x="124226" y="5546"/>
                  </a:lnTo>
                  <a:lnTo>
                    <a:pt x="119031" y="7009"/>
                  </a:lnTo>
                  <a:lnTo>
                    <a:pt x="113885" y="8639"/>
                  </a:lnTo>
                  <a:lnTo>
                    <a:pt x="108795" y="10434"/>
                  </a:lnTo>
                  <a:lnTo>
                    <a:pt x="103765" y="12393"/>
                  </a:lnTo>
                  <a:lnTo>
                    <a:pt x="98801" y="14513"/>
                  </a:lnTo>
                  <a:lnTo>
                    <a:pt x="93908" y="16792"/>
                  </a:lnTo>
                  <a:lnTo>
                    <a:pt x="89092" y="19228"/>
                  </a:lnTo>
                  <a:lnTo>
                    <a:pt x="84356" y="21818"/>
                  </a:lnTo>
                  <a:lnTo>
                    <a:pt x="79706" y="24560"/>
                  </a:lnTo>
                  <a:lnTo>
                    <a:pt x="75148" y="27450"/>
                  </a:lnTo>
                  <a:lnTo>
                    <a:pt x="70685" y="30486"/>
                  </a:lnTo>
                  <a:lnTo>
                    <a:pt x="66323" y="33664"/>
                  </a:lnTo>
                  <a:lnTo>
                    <a:pt x="62065" y="36982"/>
                  </a:lnTo>
                  <a:lnTo>
                    <a:pt x="57917" y="40436"/>
                  </a:lnTo>
                  <a:lnTo>
                    <a:pt x="53882" y="44021"/>
                  </a:lnTo>
                  <a:lnTo>
                    <a:pt x="49965" y="47735"/>
                  </a:lnTo>
                  <a:lnTo>
                    <a:pt x="46170" y="51574"/>
                  </a:lnTo>
                  <a:lnTo>
                    <a:pt x="42501" y="55532"/>
                  </a:lnTo>
                  <a:lnTo>
                    <a:pt x="38962" y="59608"/>
                  </a:lnTo>
                  <a:lnTo>
                    <a:pt x="35556" y="63795"/>
                  </a:lnTo>
                  <a:lnTo>
                    <a:pt x="32287" y="68091"/>
                  </a:lnTo>
                  <a:lnTo>
                    <a:pt x="29159" y="72489"/>
                  </a:lnTo>
                  <a:lnTo>
                    <a:pt x="26174" y="76986"/>
                  </a:lnTo>
                  <a:lnTo>
                    <a:pt x="23336" y="81578"/>
                  </a:lnTo>
                  <a:lnTo>
                    <a:pt x="20648" y="86258"/>
                  </a:lnTo>
                  <a:lnTo>
                    <a:pt x="18112" y="91023"/>
                  </a:lnTo>
                  <a:lnTo>
                    <a:pt x="15731" y="95867"/>
                  </a:lnTo>
                  <a:lnTo>
                    <a:pt x="13508" y="100786"/>
                  </a:lnTo>
                  <a:lnTo>
                    <a:pt x="11445" y="105774"/>
                  </a:lnTo>
                  <a:lnTo>
                    <a:pt x="9544" y="110826"/>
                  </a:lnTo>
                  <a:lnTo>
                    <a:pt x="7807" y="115936"/>
                  </a:lnTo>
                  <a:lnTo>
                    <a:pt x="6236" y="121100"/>
                  </a:lnTo>
                  <a:lnTo>
                    <a:pt x="4833" y="126312"/>
                  </a:lnTo>
                  <a:lnTo>
                    <a:pt x="3598" y="131567"/>
                  </a:lnTo>
                  <a:lnTo>
                    <a:pt x="2534" y="136858"/>
                  </a:lnTo>
                  <a:lnTo>
                    <a:pt x="1641" y="142182"/>
                  </a:lnTo>
                  <a:lnTo>
                    <a:pt x="921" y="147531"/>
                  </a:lnTo>
                  <a:lnTo>
                    <a:pt x="373" y="152901"/>
                  </a:lnTo>
                  <a:lnTo>
                    <a:pt x="0" y="158285"/>
                  </a:lnTo>
                  <a:lnTo>
                    <a:pt x="16693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343" y="5269756"/>
              <a:ext cx="334309" cy="334333"/>
            </a:xfrm>
            <a:custGeom>
              <a:avLst/>
              <a:pathLst>
                <a:path w="334309" h="334333">
                  <a:moveTo>
                    <a:pt x="227" y="158285"/>
                  </a:moveTo>
                  <a:lnTo>
                    <a:pt x="29" y="163593"/>
                  </a:lnTo>
                  <a:lnTo>
                    <a:pt x="0" y="168903"/>
                  </a:lnTo>
                  <a:lnTo>
                    <a:pt x="139" y="174212"/>
                  </a:lnTo>
                  <a:lnTo>
                    <a:pt x="447" y="179514"/>
                  </a:lnTo>
                  <a:lnTo>
                    <a:pt x="923" y="184803"/>
                  </a:lnTo>
                  <a:lnTo>
                    <a:pt x="1568" y="190075"/>
                  </a:lnTo>
                  <a:lnTo>
                    <a:pt x="2379" y="195323"/>
                  </a:lnTo>
                  <a:lnTo>
                    <a:pt x="3356" y="200543"/>
                  </a:lnTo>
                  <a:lnTo>
                    <a:pt x="4499" y="205729"/>
                  </a:lnTo>
                  <a:lnTo>
                    <a:pt x="5806" y="210877"/>
                  </a:lnTo>
                  <a:lnTo>
                    <a:pt x="7276" y="215980"/>
                  </a:lnTo>
                  <a:lnTo>
                    <a:pt x="8907" y="221034"/>
                  </a:lnTo>
                  <a:lnTo>
                    <a:pt x="10698" y="226034"/>
                  </a:lnTo>
                  <a:lnTo>
                    <a:pt x="12647" y="230974"/>
                  </a:lnTo>
                  <a:lnTo>
                    <a:pt x="14752" y="235850"/>
                  </a:lnTo>
                  <a:lnTo>
                    <a:pt x="17010" y="240656"/>
                  </a:lnTo>
                  <a:lnTo>
                    <a:pt x="19421" y="245389"/>
                  </a:lnTo>
                  <a:lnTo>
                    <a:pt x="21980" y="250042"/>
                  </a:lnTo>
                  <a:lnTo>
                    <a:pt x="24686" y="254612"/>
                  </a:lnTo>
                  <a:lnTo>
                    <a:pt x="27535" y="259093"/>
                  </a:lnTo>
                  <a:lnTo>
                    <a:pt x="30526" y="263482"/>
                  </a:lnTo>
                  <a:lnTo>
                    <a:pt x="33654" y="267774"/>
                  </a:lnTo>
                  <a:lnTo>
                    <a:pt x="36917" y="271964"/>
                  </a:lnTo>
                  <a:lnTo>
                    <a:pt x="40312" y="276048"/>
                  </a:lnTo>
                  <a:lnTo>
                    <a:pt x="43834" y="280022"/>
                  </a:lnTo>
                  <a:lnTo>
                    <a:pt x="47482" y="283882"/>
                  </a:lnTo>
                  <a:lnTo>
                    <a:pt x="51249" y="287625"/>
                  </a:lnTo>
                  <a:lnTo>
                    <a:pt x="55134" y="291246"/>
                  </a:lnTo>
                  <a:lnTo>
                    <a:pt x="59132" y="294742"/>
                  </a:lnTo>
                  <a:lnTo>
                    <a:pt x="63239" y="298109"/>
                  </a:lnTo>
                  <a:lnTo>
                    <a:pt x="67451" y="301344"/>
                  </a:lnTo>
                  <a:lnTo>
                    <a:pt x="71763" y="304443"/>
                  </a:lnTo>
                  <a:lnTo>
                    <a:pt x="76172" y="307404"/>
                  </a:lnTo>
                  <a:lnTo>
                    <a:pt x="80673" y="310224"/>
                  </a:lnTo>
                  <a:lnTo>
                    <a:pt x="85260" y="312899"/>
                  </a:lnTo>
                  <a:lnTo>
                    <a:pt x="89931" y="315427"/>
                  </a:lnTo>
                  <a:lnTo>
                    <a:pt x="94679" y="317805"/>
                  </a:lnTo>
                  <a:lnTo>
                    <a:pt x="99501" y="320031"/>
                  </a:lnTo>
                  <a:lnTo>
                    <a:pt x="104391" y="322103"/>
                  </a:lnTo>
                  <a:lnTo>
                    <a:pt x="109344" y="324019"/>
                  </a:lnTo>
                  <a:lnTo>
                    <a:pt x="114356" y="325776"/>
                  </a:lnTo>
                  <a:lnTo>
                    <a:pt x="119420" y="327373"/>
                  </a:lnTo>
                  <a:lnTo>
                    <a:pt x="124533" y="328809"/>
                  </a:lnTo>
                  <a:lnTo>
                    <a:pt x="129689" y="330081"/>
                  </a:lnTo>
                  <a:lnTo>
                    <a:pt x="134883" y="331189"/>
                  </a:lnTo>
                  <a:lnTo>
                    <a:pt x="140110" y="332132"/>
                  </a:lnTo>
                  <a:lnTo>
                    <a:pt x="145364" y="332908"/>
                  </a:lnTo>
                  <a:lnTo>
                    <a:pt x="150639" y="333516"/>
                  </a:lnTo>
                  <a:lnTo>
                    <a:pt x="155932" y="333957"/>
                  </a:lnTo>
                  <a:lnTo>
                    <a:pt x="161235" y="334229"/>
                  </a:lnTo>
                  <a:lnTo>
                    <a:pt x="166545" y="334333"/>
                  </a:lnTo>
                  <a:lnTo>
                    <a:pt x="171855" y="334268"/>
                  </a:lnTo>
                  <a:lnTo>
                    <a:pt x="177161" y="334035"/>
                  </a:lnTo>
                  <a:lnTo>
                    <a:pt x="182457" y="333633"/>
                  </a:lnTo>
                  <a:lnTo>
                    <a:pt x="187737" y="333063"/>
                  </a:lnTo>
                  <a:lnTo>
                    <a:pt x="192996" y="332326"/>
                  </a:lnTo>
                  <a:lnTo>
                    <a:pt x="198229" y="331421"/>
                  </a:lnTo>
                  <a:lnTo>
                    <a:pt x="203431" y="330352"/>
                  </a:lnTo>
                  <a:lnTo>
                    <a:pt x="208596" y="329117"/>
                  </a:lnTo>
                  <a:lnTo>
                    <a:pt x="213720" y="327719"/>
                  </a:lnTo>
                  <a:lnTo>
                    <a:pt x="218796" y="326159"/>
                  </a:lnTo>
                  <a:lnTo>
                    <a:pt x="223820" y="324438"/>
                  </a:lnTo>
                  <a:lnTo>
                    <a:pt x="228788" y="322559"/>
                  </a:lnTo>
                  <a:lnTo>
                    <a:pt x="233692" y="320523"/>
                  </a:lnTo>
                  <a:lnTo>
                    <a:pt x="238530" y="318332"/>
                  </a:lnTo>
                  <a:lnTo>
                    <a:pt x="243296" y="315989"/>
                  </a:lnTo>
                  <a:lnTo>
                    <a:pt x="247985" y="313495"/>
                  </a:lnTo>
                  <a:lnTo>
                    <a:pt x="252592" y="310854"/>
                  </a:lnTo>
                  <a:lnTo>
                    <a:pt x="257113" y="308068"/>
                  </a:lnTo>
                  <a:lnTo>
                    <a:pt x="261544" y="305139"/>
                  </a:lnTo>
                  <a:lnTo>
                    <a:pt x="265879" y="302071"/>
                  </a:lnTo>
                  <a:lnTo>
                    <a:pt x="270114" y="298867"/>
                  </a:lnTo>
                  <a:lnTo>
                    <a:pt x="274246" y="295530"/>
                  </a:lnTo>
                  <a:lnTo>
                    <a:pt x="278269" y="292064"/>
                  </a:lnTo>
                  <a:lnTo>
                    <a:pt x="282180" y="288472"/>
                  </a:lnTo>
                  <a:lnTo>
                    <a:pt x="285975" y="284757"/>
                  </a:lnTo>
                  <a:lnTo>
                    <a:pt x="289651" y="280923"/>
                  </a:lnTo>
                  <a:lnTo>
                    <a:pt x="293202" y="276975"/>
                  </a:lnTo>
                  <a:lnTo>
                    <a:pt x="296627" y="272916"/>
                  </a:lnTo>
                  <a:lnTo>
                    <a:pt x="299921" y="268750"/>
                  </a:lnTo>
                  <a:lnTo>
                    <a:pt x="303080" y="264481"/>
                  </a:lnTo>
                  <a:lnTo>
                    <a:pt x="306103" y="260114"/>
                  </a:lnTo>
                  <a:lnTo>
                    <a:pt x="308985" y="255654"/>
                  </a:lnTo>
                  <a:lnTo>
                    <a:pt x="311724" y="251104"/>
                  </a:lnTo>
                  <a:lnTo>
                    <a:pt x="314318" y="246470"/>
                  </a:lnTo>
                  <a:lnTo>
                    <a:pt x="316763" y="241755"/>
                  </a:lnTo>
                  <a:lnTo>
                    <a:pt x="319056" y="236965"/>
                  </a:lnTo>
                  <a:lnTo>
                    <a:pt x="321197" y="232105"/>
                  </a:lnTo>
                  <a:lnTo>
                    <a:pt x="323182" y="227179"/>
                  </a:lnTo>
                  <a:lnTo>
                    <a:pt x="325009" y="222193"/>
                  </a:lnTo>
                  <a:lnTo>
                    <a:pt x="326678" y="217151"/>
                  </a:lnTo>
                  <a:lnTo>
                    <a:pt x="328185" y="212059"/>
                  </a:lnTo>
                  <a:lnTo>
                    <a:pt x="329530" y="206921"/>
                  </a:lnTo>
                  <a:lnTo>
                    <a:pt x="330710" y="201743"/>
                  </a:lnTo>
                  <a:lnTo>
                    <a:pt x="331726" y="196530"/>
                  </a:lnTo>
                  <a:lnTo>
                    <a:pt x="332576" y="191288"/>
                  </a:lnTo>
                  <a:lnTo>
                    <a:pt x="333259" y="186021"/>
                  </a:lnTo>
                  <a:lnTo>
                    <a:pt x="333774" y="180736"/>
                  </a:lnTo>
                  <a:lnTo>
                    <a:pt x="334121" y="175436"/>
                  </a:lnTo>
                  <a:lnTo>
                    <a:pt x="334299" y="170129"/>
                  </a:lnTo>
                  <a:lnTo>
                    <a:pt x="334309" y="164818"/>
                  </a:lnTo>
                  <a:lnTo>
                    <a:pt x="334150" y="159510"/>
                  </a:lnTo>
                  <a:lnTo>
                    <a:pt x="333822" y="154209"/>
                  </a:lnTo>
                  <a:lnTo>
                    <a:pt x="333327" y="148921"/>
                  </a:lnTo>
                  <a:lnTo>
                    <a:pt x="332663" y="143652"/>
                  </a:lnTo>
                  <a:lnTo>
                    <a:pt x="331833" y="138407"/>
                  </a:lnTo>
                  <a:lnTo>
                    <a:pt x="330836" y="133191"/>
                  </a:lnTo>
                  <a:lnTo>
                    <a:pt x="329674" y="128008"/>
                  </a:lnTo>
                  <a:lnTo>
                    <a:pt x="328348" y="122866"/>
                  </a:lnTo>
                  <a:lnTo>
                    <a:pt x="326860" y="117768"/>
                  </a:lnTo>
                  <a:lnTo>
                    <a:pt x="325210" y="112720"/>
                  </a:lnTo>
                  <a:lnTo>
                    <a:pt x="323401" y="107727"/>
                  </a:lnTo>
                  <a:lnTo>
                    <a:pt x="321434" y="102794"/>
                  </a:lnTo>
                  <a:lnTo>
                    <a:pt x="319311" y="97926"/>
                  </a:lnTo>
                  <a:lnTo>
                    <a:pt x="317035" y="93128"/>
                  </a:lnTo>
                  <a:lnTo>
                    <a:pt x="314608" y="88404"/>
                  </a:lnTo>
                  <a:lnTo>
                    <a:pt x="312031" y="83760"/>
                  </a:lnTo>
                  <a:lnTo>
                    <a:pt x="309309" y="79200"/>
                  </a:lnTo>
                  <a:lnTo>
                    <a:pt x="306443" y="74729"/>
                  </a:lnTo>
                  <a:lnTo>
                    <a:pt x="303436" y="70352"/>
                  </a:lnTo>
                  <a:lnTo>
                    <a:pt x="300292" y="66072"/>
                  </a:lnTo>
                  <a:lnTo>
                    <a:pt x="297014" y="61894"/>
                  </a:lnTo>
                  <a:lnTo>
                    <a:pt x="293604" y="57822"/>
                  </a:lnTo>
                  <a:lnTo>
                    <a:pt x="290067" y="53861"/>
                  </a:lnTo>
                  <a:lnTo>
                    <a:pt x="286406" y="50014"/>
                  </a:lnTo>
                  <a:lnTo>
                    <a:pt x="282624" y="46285"/>
                  </a:lnTo>
                  <a:lnTo>
                    <a:pt x="278726" y="42678"/>
                  </a:lnTo>
                  <a:lnTo>
                    <a:pt x="274715" y="39197"/>
                  </a:lnTo>
                  <a:lnTo>
                    <a:pt x="270596" y="35845"/>
                  </a:lnTo>
                  <a:lnTo>
                    <a:pt x="266372" y="32625"/>
                  </a:lnTo>
                  <a:lnTo>
                    <a:pt x="262049" y="29542"/>
                  </a:lnTo>
                  <a:lnTo>
                    <a:pt x="257629" y="26597"/>
                  </a:lnTo>
                  <a:lnTo>
                    <a:pt x="253118" y="23794"/>
                  </a:lnTo>
                  <a:lnTo>
                    <a:pt x="248521" y="21136"/>
                  </a:lnTo>
                  <a:lnTo>
                    <a:pt x="243841" y="18625"/>
                  </a:lnTo>
                  <a:lnTo>
                    <a:pt x="239084" y="16264"/>
                  </a:lnTo>
                  <a:lnTo>
                    <a:pt x="234254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4975" y="5399291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4975" y="5404458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1" y="5404458"/>
              <a:ext cx="334328" cy="329147"/>
            </a:xfrm>
            <a:custGeom>
              <a:avLst/>
              <a:pathLst>
                <a:path w="334328" h="329147">
                  <a:moveTo>
                    <a:pt x="125923" y="0"/>
                  </a:moveTo>
                  <a:lnTo>
                    <a:pt x="120824" y="1384"/>
                  </a:lnTo>
                  <a:lnTo>
                    <a:pt x="115771" y="2929"/>
                  </a:lnTo>
                  <a:lnTo>
                    <a:pt x="110769" y="4632"/>
                  </a:lnTo>
                  <a:lnTo>
                    <a:pt x="105824" y="6493"/>
                  </a:lnTo>
                  <a:lnTo>
                    <a:pt x="100940" y="8510"/>
                  </a:lnTo>
                  <a:lnTo>
                    <a:pt x="96122" y="10679"/>
                  </a:lnTo>
                  <a:lnTo>
                    <a:pt x="91375" y="13000"/>
                  </a:lnTo>
                  <a:lnTo>
                    <a:pt x="86704" y="15470"/>
                  </a:lnTo>
                  <a:lnTo>
                    <a:pt x="82113" y="18086"/>
                  </a:lnTo>
                  <a:lnTo>
                    <a:pt x="77607" y="20846"/>
                  </a:lnTo>
                  <a:lnTo>
                    <a:pt x="73190" y="23747"/>
                  </a:lnTo>
                  <a:lnTo>
                    <a:pt x="68868" y="26786"/>
                  </a:lnTo>
                  <a:lnTo>
                    <a:pt x="64644" y="29960"/>
                  </a:lnTo>
                  <a:lnTo>
                    <a:pt x="60522" y="33266"/>
                  </a:lnTo>
                  <a:lnTo>
                    <a:pt x="56506" y="36701"/>
                  </a:lnTo>
                  <a:lnTo>
                    <a:pt x="52602" y="40261"/>
                  </a:lnTo>
                  <a:lnTo>
                    <a:pt x="48811" y="43942"/>
                  </a:lnTo>
                  <a:lnTo>
                    <a:pt x="45139" y="47742"/>
                  </a:lnTo>
                  <a:lnTo>
                    <a:pt x="41589" y="51655"/>
                  </a:lnTo>
                  <a:lnTo>
                    <a:pt x="38164" y="55679"/>
                  </a:lnTo>
                  <a:lnTo>
                    <a:pt x="34869" y="59809"/>
                  </a:lnTo>
                  <a:lnTo>
                    <a:pt x="31705" y="64042"/>
                  </a:lnTo>
                  <a:lnTo>
                    <a:pt x="28677" y="68372"/>
                  </a:lnTo>
                  <a:lnTo>
                    <a:pt x="25787" y="72795"/>
                  </a:lnTo>
                  <a:lnTo>
                    <a:pt x="23038" y="77308"/>
                  </a:lnTo>
                  <a:lnTo>
                    <a:pt x="20433" y="81905"/>
                  </a:lnTo>
                  <a:lnTo>
                    <a:pt x="17975" y="86583"/>
                  </a:lnTo>
                  <a:lnTo>
                    <a:pt x="15666" y="91336"/>
                  </a:lnTo>
                  <a:lnTo>
                    <a:pt x="13509" y="96159"/>
                  </a:lnTo>
                  <a:lnTo>
                    <a:pt x="11505" y="101048"/>
                  </a:lnTo>
                  <a:lnTo>
                    <a:pt x="9656" y="105998"/>
                  </a:lnTo>
                  <a:lnTo>
                    <a:pt x="7965" y="111004"/>
                  </a:lnTo>
                  <a:lnTo>
                    <a:pt x="6433" y="116061"/>
                  </a:lnTo>
                  <a:lnTo>
                    <a:pt x="5061" y="121164"/>
                  </a:lnTo>
                  <a:lnTo>
                    <a:pt x="3851" y="126307"/>
                  </a:lnTo>
                  <a:lnTo>
                    <a:pt x="2805" y="131487"/>
                  </a:lnTo>
                  <a:lnTo>
                    <a:pt x="1923" y="136697"/>
                  </a:lnTo>
                  <a:lnTo>
                    <a:pt x="1205" y="141932"/>
                  </a:lnTo>
                  <a:lnTo>
                    <a:pt x="654" y="147187"/>
                  </a:lnTo>
                  <a:lnTo>
                    <a:pt x="269" y="152457"/>
                  </a:lnTo>
                  <a:lnTo>
                    <a:pt x="51" y="157736"/>
                  </a:lnTo>
                  <a:lnTo>
                    <a:pt x="0" y="163020"/>
                  </a:lnTo>
                  <a:lnTo>
                    <a:pt x="115" y="168302"/>
                  </a:lnTo>
                  <a:lnTo>
                    <a:pt x="398" y="173579"/>
                  </a:lnTo>
                  <a:lnTo>
                    <a:pt x="847" y="178844"/>
                  </a:lnTo>
                  <a:lnTo>
                    <a:pt x="1463" y="184092"/>
                  </a:lnTo>
                  <a:lnTo>
                    <a:pt x="2244" y="189318"/>
                  </a:lnTo>
                  <a:lnTo>
                    <a:pt x="3189" y="194516"/>
                  </a:lnTo>
                  <a:lnTo>
                    <a:pt x="4299" y="199682"/>
                  </a:lnTo>
                  <a:lnTo>
                    <a:pt x="5571" y="204811"/>
                  </a:lnTo>
                  <a:lnTo>
                    <a:pt x="7005" y="209896"/>
                  </a:lnTo>
                  <a:lnTo>
                    <a:pt x="8599" y="214934"/>
                  </a:lnTo>
                  <a:lnTo>
                    <a:pt x="10351" y="219919"/>
                  </a:lnTo>
                  <a:lnTo>
                    <a:pt x="12260" y="224846"/>
                  </a:lnTo>
                  <a:lnTo>
                    <a:pt x="14323" y="229711"/>
                  </a:lnTo>
                  <a:lnTo>
                    <a:pt x="16540" y="234507"/>
                  </a:lnTo>
                  <a:lnTo>
                    <a:pt x="18906" y="239232"/>
                  </a:lnTo>
                  <a:lnTo>
                    <a:pt x="21421" y="243879"/>
                  </a:lnTo>
                  <a:lnTo>
                    <a:pt x="24082" y="248444"/>
                  </a:lnTo>
                  <a:lnTo>
                    <a:pt x="26885" y="252923"/>
                  </a:lnTo>
                  <a:lnTo>
                    <a:pt x="29829" y="257311"/>
                  </a:lnTo>
                  <a:lnTo>
                    <a:pt x="32910" y="261604"/>
                  </a:lnTo>
                  <a:lnTo>
                    <a:pt x="36125" y="265797"/>
                  </a:lnTo>
                  <a:lnTo>
                    <a:pt x="39471" y="269887"/>
                  </a:lnTo>
                  <a:lnTo>
                    <a:pt x="42945" y="273868"/>
                  </a:lnTo>
                  <a:lnTo>
                    <a:pt x="46542" y="277738"/>
                  </a:lnTo>
                  <a:lnTo>
                    <a:pt x="50260" y="281493"/>
                  </a:lnTo>
                  <a:lnTo>
                    <a:pt x="54095" y="285128"/>
                  </a:lnTo>
                  <a:lnTo>
                    <a:pt x="58043" y="288640"/>
                  </a:lnTo>
                  <a:lnTo>
                    <a:pt x="62100" y="292025"/>
                  </a:lnTo>
                  <a:lnTo>
                    <a:pt x="66262" y="295281"/>
                  </a:lnTo>
                  <a:lnTo>
                    <a:pt x="70525" y="298403"/>
                  </a:lnTo>
                  <a:lnTo>
                    <a:pt x="74884" y="301389"/>
                  </a:lnTo>
                  <a:lnTo>
                    <a:pt x="79335" y="304236"/>
                  </a:lnTo>
                  <a:lnTo>
                    <a:pt x="83875" y="306941"/>
                  </a:lnTo>
                  <a:lnTo>
                    <a:pt x="88497" y="309501"/>
                  </a:lnTo>
                  <a:lnTo>
                    <a:pt x="93198" y="311913"/>
                  </a:lnTo>
                  <a:lnTo>
                    <a:pt x="97973" y="314176"/>
                  </a:lnTo>
                  <a:lnTo>
                    <a:pt x="102817" y="316287"/>
                  </a:lnTo>
                  <a:lnTo>
                    <a:pt x="107725" y="318244"/>
                  </a:lnTo>
                  <a:lnTo>
                    <a:pt x="112693" y="320044"/>
                  </a:lnTo>
                  <a:lnTo>
                    <a:pt x="117715" y="321687"/>
                  </a:lnTo>
                  <a:lnTo>
                    <a:pt x="122787" y="323170"/>
                  </a:lnTo>
                  <a:lnTo>
                    <a:pt x="127903" y="324492"/>
                  </a:lnTo>
                  <a:lnTo>
                    <a:pt x="133058" y="325651"/>
                  </a:lnTo>
                  <a:lnTo>
                    <a:pt x="138247" y="326647"/>
                  </a:lnTo>
                  <a:lnTo>
                    <a:pt x="143465" y="327479"/>
                  </a:lnTo>
                  <a:lnTo>
                    <a:pt x="148707" y="328145"/>
                  </a:lnTo>
                  <a:lnTo>
                    <a:pt x="153967" y="328646"/>
                  </a:lnTo>
                  <a:lnTo>
                    <a:pt x="159241" y="328980"/>
                  </a:lnTo>
                  <a:lnTo>
                    <a:pt x="164522" y="329147"/>
                  </a:lnTo>
                  <a:lnTo>
                    <a:pt x="169806" y="329147"/>
                  </a:lnTo>
                  <a:lnTo>
                    <a:pt x="175087" y="328980"/>
                  </a:lnTo>
                  <a:lnTo>
                    <a:pt x="180361" y="328646"/>
                  </a:lnTo>
                  <a:lnTo>
                    <a:pt x="185621" y="328145"/>
                  </a:lnTo>
                  <a:lnTo>
                    <a:pt x="190862" y="327479"/>
                  </a:lnTo>
                  <a:lnTo>
                    <a:pt x="196081" y="326647"/>
                  </a:lnTo>
                  <a:lnTo>
                    <a:pt x="201270" y="325651"/>
                  </a:lnTo>
                  <a:lnTo>
                    <a:pt x="206425" y="324492"/>
                  </a:lnTo>
                  <a:lnTo>
                    <a:pt x="211541" y="323170"/>
                  </a:lnTo>
                  <a:lnTo>
                    <a:pt x="216612" y="321687"/>
                  </a:lnTo>
                  <a:lnTo>
                    <a:pt x="221635" y="320044"/>
                  </a:lnTo>
                  <a:lnTo>
                    <a:pt x="226602" y="318244"/>
                  </a:lnTo>
                  <a:lnTo>
                    <a:pt x="231511" y="316287"/>
                  </a:lnTo>
                  <a:lnTo>
                    <a:pt x="236355" y="314176"/>
                  </a:lnTo>
                  <a:lnTo>
                    <a:pt x="241130" y="311913"/>
                  </a:lnTo>
                  <a:lnTo>
                    <a:pt x="245831" y="309501"/>
                  </a:lnTo>
                  <a:lnTo>
                    <a:pt x="250453" y="306941"/>
                  </a:lnTo>
                  <a:lnTo>
                    <a:pt x="254992" y="304236"/>
                  </a:lnTo>
                  <a:lnTo>
                    <a:pt x="259444" y="301389"/>
                  </a:lnTo>
                  <a:lnTo>
                    <a:pt x="263803" y="298403"/>
                  </a:lnTo>
                  <a:lnTo>
                    <a:pt x="268066" y="295281"/>
                  </a:lnTo>
                  <a:lnTo>
                    <a:pt x="272228" y="292025"/>
                  </a:lnTo>
                  <a:lnTo>
                    <a:pt x="276285" y="288640"/>
                  </a:lnTo>
                  <a:lnTo>
                    <a:pt x="280232" y="285128"/>
                  </a:lnTo>
                  <a:lnTo>
                    <a:pt x="284067" y="281493"/>
                  </a:lnTo>
                  <a:lnTo>
                    <a:pt x="287786" y="277738"/>
                  </a:lnTo>
                  <a:lnTo>
                    <a:pt x="291383" y="273868"/>
                  </a:lnTo>
                  <a:lnTo>
                    <a:pt x="294857" y="269887"/>
                  </a:lnTo>
                  <a:lnTo>
                    <a:pt x="298203" y="265797"/>
                  </a:lnTo>
                  <a:lnTo>
                    <a:pt x="301418" y="261604"/>
                  </a:lnTo>
                  <a:lnTo>
                    <a:pt x="304498" y="257311"/>
                  </a:lnTo>
                  <a:lnTo>
                    <a:pt x="307442" y="252923"/>
                  </a:lnTo>
                  <a:lnTo>
                    <a:pt x="310246" y="248444"/>
                  </a:lnTo>
                  <a:lnTo>
                    <a:pt x="312906" y="243879"/>
                  </a:lnTo>
                  <a:lnTo>
                    <a:pt x="315421" y="239232"/>
                  </a:lnTo>
                  <a:lnTo>
                    <a:pt x="317788" y="234507"/>
                  </a:lnTo>
                  <a:lnTo>
                    <a:pt x="320004" y="229711"/>
                  </a:lnTo>
                  <a:lnTo>
                    <a:pt x="322068" y="224846"/>
                  </a:lnTo>
                  <a:lnTo>
                    <a:pt x="323977" y="219919"/>
                  </a:lnTo>
                  <a:lnTo>
                    <a:pt x="325729" y="214934"/>
                  </a:lnTo>
                  <a:lnTo>
                    <a:pt x="327323" y="209896"/>
                  </a:lnTo>
                  <a:lnTo>
                    <a:pt x="328757" y="204811"/>
                  </a:lnTo>
                  <a:lnTo>
                    <a:pt x="330029" y="199682"/>
                  </a:lnTo>
                  <a:lnTo>
                    <a:pt x="331138" y="194516"/>
                  </a:lnTo>
                  <a:lnTo>
                    <a:pt x="332084" y="189318"/>
                  </a:lnTo>
                  <a:lnTo>
                    <a:pt x="332865" y="184092"/>
                  </a:lnTo>
                  <a:lnTo>
                    <a:pt x="333481" y="178844"/>
                  </a:lnTo>
                  <a:lnTo>
                    <a:pt x="333930" y="173579"/>
                  </a:lnTo>
                  <a:lnTo>
                    <a:pt x="334212" y="168302"/>
                  </a:lnTo>
                  <a:lnTo>
                    <a:pt x="334328" y="163020"/>
                  </a:lnTo>
                  <a:lnTo>
                    <a:pt x="334277" y="157736"/>
                  </a:lnTo>
                  <a:lnTo>
                    <a:pt x="334059" y="152457"/>
                  </a:lnTo>
                  <a:lnTo>
                    <a:pt x="333674" y="147187"/>
                  </a:lnTo>
                  <a:lnTo>
                    <a:pt x="333122" y="141932"/>
                  </a:lnTo>
                  <a:lnTo>
                    <a:pt x="332405" y="136697"/>
                  </a:lnTo>
                  <a:lnTo>
                    <a:pt x="331523" y="131487"/>
                  </a:lnTo>
                  <a:lnTo>
                    <a:pt x="330476" y="126307"/>
                  </a:lnTo>
                  <a:lnTo>
                    <a:pt x="329267" y="121164"/>
                  </a:lnTo>
                  <a:lnTo>
                    <a:pt x="327895" y="116061"/>
                  </a:lnTo>
                  <a:lnTo>
                    <a:pt x="326363" y="111004"/>
                  </a:lnTo>
                  <a:lnTo>
                    <a:pt x="324672" y="105998"/>
                  </a:lnTo>
                  <a:lnTo>
                    <a:pt x="322823" y="101048"/>
                  </a:lnTo>
                  <a:lnTo>
                    <a:pt x="320819" y="96159"/>
                  </a:lnTo>
                  <a:lnTo>
                    <a:pt x="318661" y="91336"/>
                  </a:lnTo>
                  <a:lnTo>
                    <a:pt x="316352" y="86583"/>
                  </a:lnTo>
                  <a:lnTo>
                    <a:pt x="313894" y="81905"/>
                  </a:lnTo>
                  <a:lnTo>
                    <a:pt x="311290" y="77308"/>
                  </a:lnTo>
                  <a:lnTo>
                    <a:pt x="308541" y="72795"/>
                  </a:lnTo>
                  <a:lnTo>
                    <a:pt x="305651" y="68372"/>
                  </a:lnTo>
                  <a:lnTo>
                    <a:pt x="302623" y="64042"/>
                  </a:lnTo>
                  <a:lnTo>
                    <a:pt x="299459" y="59809"/>
                  </a:lnTo>
                  <a:lnTo>
                    <a:pt x="296163" y="55679"/>
                  </a:lnTo>
                  <a:lnTo>
                    <a:pt x="292739" y="51655"/>
                  </a:lnTo>
                  <a:lnTo>
                    <a:pt x="289188" y="47742"/>
                  </a:lnTo>
                  <a:lnTo>
                    <a:pt x="285516" y="43942"/>
                  </a:lnTo>
                  <a:lnTo>
                    <a:pt x="281726" y="40261"/>
                  </a:lnTo>
                  <a:lnTo>
                    <a:pt x="277821" y="36701"/>
                  </a:lnTo>
                  <a:lnTo>
                    <a:pt x="273806" y="33266"/>
                  </a:lnTo>
                  <a:lnTo>
                    <a:pt x="269684" y="29960"/>
                  </a:lnTo>
                  <a:lnTo>
                    <a:pt x="265460" y="26786"/>
                  </a:lnTo>
                  <a:lnTo>
                    <a:pt x="261137" y="23747"/>
                  </a:lnTo>
                  <a:lnTo>
                    <a:pt x="256721" y="20846"/>
                  </a:lnTo>
                  <a:lnTo>
                    <a:pt x="252215" y="18086"/>
                  </a:lnTo>
                  <a:lnTo>
                    <a:pt x="247624" y="15470"/>
                  </a:lnTo>
                  <a:lnTo>
                    <a:pt x="242953" y="13000"/>
                  </a:lnTo>
                  <a:lnTo>
                    <a:pt x="238206" y="10679"/>
                  </a:lnTo>
                  <a:lnTo>
                    <a:pt x="233388" y="8510"/>
                  </a:lnTo>
                  <a:lnTo>
                    <a:pt x="228504" y="6493"/>
                  </a:lnTo>
                  <a:lnTo>
                    <a:pt x="223558" y="4632"/>
                  </a:lnTo>
                  <a:lnTo>
                    <a:pt x="218557" y="2929"/>
                  </a:lnTo>
                  <a:lnTo>
                    <a:pt x="213504" y="1384"/>
                  </a:lnTo>
                  <a:lnTo>
                    <a:pt x="208404" y="0"/>
                  </a:lnTo>
                  <a:lnTo>
                    <a:pt x="167164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41240" cy="167167"/>
            </a:xfrm>
            <a:custGeom>
              <a:avLst/>
              <a:pathLst>
                <a:path w="41240" h="167167">
                  <a:moveTo>
                    <a:pt x="41240" y="5166"/>
                  </a:moveTo>
                  <a:lnTo>
                    <a:pt x="34476" y="3593"/>
                  </a:lnTo>
                  <a:lnTo>
                    <a:pt x="27652" y="2303"/>
                  </a:lnTo>
                  <a:lnTo>
                    <a:pt x="20781" y="1296"/>
                  </a:lnTo>
                  <a:lnTo>
                    <a:pt x="13874" y="576"/>
                  </a:lnTo>
                  <a:lnTo>
                    <a:pt x="6943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7" y="5399291"/>
              <a:ext cx="167167" cy="313098"/>
            </a:xfrm>
            <a:custGeom>
              <a:avLst/>
              <a:pathLst>
                <a:path w="167167" h="313098">
                  <a:moveTo>
                    <a:pt x="167167" y="0"/>
                  </a:moveTo>
                  <a:lnTo>
                    <a:pt x="161802" y="86"/>
                  </a:lnTo>
                  <a:lnTo>
                    <a:pt x="156442" y="344"/>
                  </a:lnTo>
                  <a:lnTo>
                    <a:pt x="151094" y="774"/>
                  </a:lnTo>
                  <a:lnTo>
                    <a:pt x="145762" y="1375"/>
                  </a:lnTo>
                  <a:lnTo>
                    <a:pt x="140453" y="2148"/>
                  </a:lnTo>
                  <a:lnTo>
                    <a:pt x="135171" y="3090"/>
                  </a:lnTo>
                  <a:lnTo>
                    <a:pt x="129922" y="4201"/>
                  </a:lnTo>
                  <a:lnTo>
                    <a:pt x="124711" y="5481"/>
                  </a:lnTo>
                  <a:lnTo>
                    <a:pt x="119544" y="6926"/>
                  </a:lnTo>
                  <a:lnTo>
                    <a:pt x="114426" y="8537"/>
                  </a:lnTo>
                  <a:lnTo>
                    <a:pt x="109362" y="10312"/>
                  </a:lnTo>
                  <a:lnTo>
                    <a:pt x="104358" y="12248"/>
                  </a:lnTo>
                  <a:lnTo>
                    <a:pt x="99418" y="14343"/>
                  </a:lnTo>
                  <a:lnTo>
                    <a:pt x="94549" y="16596"/>
                  </a:lnTo>
                  <a:lnTo>
                    <a:pt x="89754" y="19004"/>
                  </a:lnTo>
                  <a:lnTo>
                    <a:pt x="85039" y="21565"/>
                  </a:lnTo>
                  <a:lnTo>
                    <a:pt x="80408" y="24275"/>
                  </a:lnTo>
                  <a:lnTo>
                    <a:pt x="75867" y="27133"/>
                  </a:lnTo>
                  <a:lnTo>
                    <a:pt x="71420" y="30135"/>
                  </a:lnTo>
                  <a:lnTo>
                    <a:pt x="67072" y="33279"/>
                  </a:lnTo>
                  <a:lnTo>
                    <a:pt x="62827" y="36560"/>
                  </a:lnTo>
                  <a:lnTo>
                    <a:pt x="58689" y="39976"/>
                  </a:lnTo>
                  <a:lnTo>
                    <a:pt x="54663" y="43523"/>
                  </a:lnTo>
                  <a:lnTo>
                    <a:pt x="50753" y="47197"/>
                  </a:lnTo>
                  <a:lnTo>
                    <a:pt x="46963" y="50995"/>
                  </a:lnTo>
                  <a:lnTo>
                    <a:pt x="43296" y="54912"/>
                  </a:lnTo>
                  <a:lnTo>
                    <a:pt x="39758" y="58945"/>
                  </a:lnTo>
                  <a:lnTo>
                    <a:pt x="36350" y="63090"/>
                  </a:lnTo>
                  <a:lnTo>
                    <a:pt x="33077" y="67342"/>
                  </a:lnTo>
                  <a:lnTo>
                    <a:pt x="29943" y="71697"/>
                  </a:lnTo>
                  <a:lnTo>
                    <a:pt x="26950" y="76150"/>
                  </a:lnTo>
                  <a:lnTo>
                    <a:pt x="24101" y="80696"/>
                  </a:lnTo>
                  <a:lnTo>
                    <a:pt x="21399" y="85332"/>
                  </a:lnTo>
                  <a:lnTo>
                    <a:pt x="18848" y="90053"/>
                  </a:lnTo>
                  <a:lnTo>
                    <a:pt x="16450" y="94852"/>
                  </a:lnTo>
                  <a:lnTo>
                    <a:pt x="14207" y="99726"/>
                  </a:lnTo>
                  <a:lnTo>
                    <a:pt x="12121" y="104670"/>
                  </a:lnTo>
                  <a:lnTo>
                    <a:pt x="10195" y="109678"/>
                  </a:lnTo>
                  <a:lnTo>
                    <a:pt x="8431" y="114745"/>
                  </a:lnTo>
                  <a:lnTo>
                    <a:pt x="6831" y="119866"/>
                  </a:lnTo>
                  <a:lnTo>
                    <a:pt x="5395" y="125036"/>
                  </a:lnTo>
                  <a:lnTo>
                    <a:pt x="4126" y="130250"/>
                  </a:lnTo>
                  <a:lnTo>
                    <a:pt x="3026" y="135501"/>
                  </a:lnTo>
                  <a:lnTo>
                    <a:pt x="2094" y="140785"/>
                  </a:lnTo>
                  <a:lnTo>
                    <a:pt x="1332" y="146096"/>
                  </a:lnTo>
                  <a:lnTo>
                    <a:pt x="742" y="151429"/>
                  </a:lnTo>
                  <a:lnTo>
                    <a:pt x="322" y="156778"/>
                  </a:lnTo>
                  <a:lnTo>
                    <a:pt x="75" y="162138"/>
                  </a:lnTo>
                  <a:lnTo>
                    <a:pt x="0" y="167503"/>
                  </a:lnTo>
                  <a:lnTo>
                    <a:pt x="96" y="172868"/>
                  </a:lnTo>
                  <a:lnTo>
                    <a:pt x="365" y="178227"/>
                  </a:lnTo>
                  <a:lnTo>
                    <a:pt x="806" y="183574"/>
                  </a:lnTo>
                  <a:lnTo>
                    <a:pt x="1419" y="188905"/>
                  </a:lnTo>
                  <a:lnTo>
                    <a:pt x="2202" y="194213"/>
                  </a:lnTo>
                  <a:lnTo>
                    <a:pt x="3154" y="199493"/>
                  </a:lnTo>
                  <a:lnTo>
                    <a:pt x="4276" y="204740"/>
                  </a:lnTo>
                  <a:lnTo>
                    <a:pt x="5566" y="209948"/>
                  </a:lnTo>
                  <a:lnTo>
                    <a:pt x="7022" y="215112"/>
                  </a:lnTo>
                  <a:lnTo>
                    <a:pt x="8643" y="220227"/>
                  </a:lnTo>
                  <a:lnTo>
                    <a:pt x="10428" y="225287"/>
                  </a:lnTo>
                  <a:lnTo>
                    <a:pt x="12374" y="230287"/>
                  </a:lnTo>
                  <a:lnTo>
                    <a:pt x="14479" y="235222"/>
                  </a:lnTo>
                  <a:lnTo>
                    <a:pt x="16742" y="240087"/>
                  </a:lnTo>
                  <a:lnTo>
                    <a:pt x="19160" y="244877"/>
                  </a:lnTo>
                  <a:lnTo>
                    <a:pt x="21730" y="249587"/>
                  </a:lnTo>
                  <a:lnTo>
                    <a:pt x="24450" y="254212"/>
                  </a:lnTo>
                  <a:lnTo>
                    <a:pt x="27317" y="258748"/>
                  </a:lnTo>
                  <a:lnTo>
                    <a:pt x="30328" y="263189"/>
                  </a:lnTo>
                  <a:lnTo>
                    <a:pt x="33480" y="267531"/>
                  </a:lnTo>
                  <a:lnTo>
                    <a:pt x="36770" y="271769"/>
                  </a:lnTo>
                  <a:lnTo>
                    <a:pt x="40194" y="275900"/>
                  </a:lnTo>
                  <a:lnTo>
                    <a:pt x="43749" y="279919"/>
                  </a:lnTo>
                  <a:lnTo>
                    <a:pt x="47431" y="283822"/>
                  </a:lnTo>
                  <a:lnTo>
                    <a:pt x="51236" y="287604"/>
                  </a:lnTo>
                  <a:lnTo>
                    <a:pt x="55161" y="291263"/>
                  </a:lnTo>
                  <a:lnTo>
                    <a:pt x="59202" y="294793"/>
                  </a:lnTo>
                  <a:lnTo>
                    <a:pt x="63353" y="298193"/>
                  </a:lnTo>
                  <a:lnTo>
                    <a:pt x="67612" y="301457"/>
                  </a:lnTo>
                  <a:lnTo>
                    <a:pt x="71973" y="304583"/>
                  </a:lnTo>
                  <a:lnTo>
                    <a:pt x="76432" y="307567"/>
                  </a:lnTo>
                  <a:lnTo>
                    <a:pt x="80984" y="310406"/>
                  </a:lnTo>
                  <a:lnTo>
                    <a:pt x="85625" y="31309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42002" y="5566459"/>
              <a:ext cx="81541" cy="145931"/>
            </a:xfrm>
            <a:custGeom>
              <a:avLst/>
              <a:pathLst>
                <a:path w="81541" h="145931">
                  <a:moveTo>
                    <a:pt x="0" y="145931"/>
                  </a:moveTo>
                  <a:lnTo>
                    <a:pt x="81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42002" y="5566459"/>
              <a:ext cx="81541" cy="145931"/>
            </a:xfrm>
            <a:custGeom>
              <a:avLst/>
              <a:pathLst>
                <a:path w="81541" h="145931">
                  <a:moveTo>
                    <a:pt x="0" y="145931"/>
                  </a:moveTo>
                  <a:lnTo>
                    <a:pt x="81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42002" y="5566459"/>
              <a:ext cx="81541" cy="145931"/>
            </a:xfrm>
            <a:custGeom>
              <a:avLst/>
              <a:pathLst>
                <a:path w="81541" h="145931">
                  <a:moveTo>
                    <a:pt x="0" y="145931"/>
                  </a:moveTo>
                  <a:lnTo>
                    <a:pt x="81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42002" y="5566459"/>
              <a:ext cx="81541" cy="145931"/>
            </a:xfrm>
            <a:custGeom>
              <a:avLst/>
              <a:pathLst>
                <a:path w="81541" h="145931">
                  <a:moveTo>
                    <a:pt x="0" y="145931"/>
                  </a:moveTo>
                  <a:lnTo>
                    <a:pt x="815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42002" y="5566459"/>
              <a:ext cx="81541" cy="145931"/>
            </a:xfrm>
            <a:custGeom>
              <a:avLst/>
              <a:pathLst>
                <a:path w="81541" h="145931">
                  <a:moveTo>
                    <a:pt x="0" y="145931"/>
                  </a:moveTo>
                  <a:lnTo>
                    <a:pt x="815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42002" y="5566459"/>
              <a:ext cx="98059" cy="167166"/>
            </a:xfrm>
            <a:custGeom>
              <a:avLst/>
              <a:pathLst>
                <a:path w="98059" h="167166">
                  <a:moveTo>
                    <a:pt x="0" y="145931"/>
                  </a:moveTo>
                  <a:lnTo>
                    <a:pt x="4979" y="148604"/>
                  </a:lnTo>
                  <a:lnTo>
                    <a:pt x="10045" y="151107"/>
                  </a:lnTo>
                  <a:lnTo>
                    <a:pt x="15194" y="153437"/>
                  </a:lnTo>
                  <a:lnTo>
                    <a:pt x="20418" y="155592"/>
                  </a:lnTo>
                  <a:lnTo>
                    <a:pt x="25712" y="157569"/>
                  </a:lnTo>
                  <a:lnTo>
                    <a:pt x="31070" y="159366"/>
                  </a:lnTo>
                  <a:lnTo>
                    <a:pt x="36485" y="160981"/>
                  </a:lnTo>
                  <a:lnTo>
                    <a:pt x="41952" y="162412"/>
                  </a:lnTo>
                  <a:lnTo>
                    <a:pt x="47464" y="163657"/>
                  </a:lnTo>
                  <a:lnTo>
                    <a:pt x="53015" y="164715"/>
                  </a:lnTo>
                  <a:lnTo>
                    <a:pt x="58599" y="165585"/>
                  </a:lnTo>
                  <a:lnTo>
                    <a:pt x="64209" y="166266"/>
                  </a:lnTo>
                  <a:lnTo>
                    <a:pt x="69839" y="166757"/>
                  </a:lnTo>
                  <a:lnTo>
                    <a:pt x="75482" y="167057"/>
                  </a:lnTo>
                  <a:lnTo>
                    <a:pt x="81132" y="167166"/>
                  </a:lnTo>
                  <a:lnTo>
                    <a:pt x="86783" y="167085"/>
                  </a:lnTo>
                  <a:lnTo>
                    <a:pt x="92427" y="166812"/>
                  </a:lnTo>
                  <a:lnTo>
                    <a:pt x="98059" y="166349"/>
                  </a:lnTo>
                  <a:lnTo>
                    <a:pt x="815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7" cy="333516"/>
            </a:xfrm>
            <a:custGeom>
              <a:avLst/>
              <a:pathLst>
                <a:path w="167167" h="333516">
                  <a:moveTo>
                    <a:pt x="16518" y="333516"/>
                  </a:moveTo>
                  <a:lnTo>
                    <a:pt x="21837" y="332902"/>
                  </a:lnTo>
                  <a:lnTo>
                    <a:pt x="27133" y="332118"/>
                  </a:lnTo>
                  <a:lnTo>
                    <a:pt x="32401" y="331164"/>
                  </a:lnTo>
                  <a:lnTo>
                    <a:pt x="37636" y="330043"/>
                  </a:lnTo>
                  <a:lnTo>
                    <a:pt x="42832" y="328754"/>
                  </a:lnTo>
                  <a:lnTo>
                    <a:pt x="47984" y="327299"/>
                  </a:lnTo>
                  <a:lnTo>
                    <a:pt x="53087" y="325681"/>
                  </a:lnTo>
                  <a:lnTo>
                    <a:pt x="58136" y="323899"/>
                  </a:lnTo>
                  <a:lnTo>
                    <a:pt x="63125" y="321957"/>
                  </a:lnTo>
                  <a:lnTo>
                    <a:pt x="68050" y="319857"/>
                  </a:lnTo>
                  <a:lnTo>
                    <a:pt x="72904" y="317599"/>
                  </a:lnTo>
                  <a:lnTo>
                    <a:pt x="77684" y="315188"/>
                  </a:lnTo>
                  <a:lnTo>
                    <a:pt x="82384" y="312624"/>
                  </a:lnTo>
                  <a:lnTo>
                    <a:pt x="87000" y="309911"/>
                  </a:lnTo>
                  <a:lnTo>
                    <a:pt x="91526" y="307052"/>
                  </a:lnTo>
                  <a:lnTo>
                    <a:pt x="95958" y="304050"/>
                  </a:lnTo>
                  <a:lnTo>
                    <a:pt x="100292" y="300907"/>
                  </a:lnTo>
                  <a:lnTo>
                    <a:pt x="104524" y="297626"/>
                  </a:lnTo>
                  <a:lnTo>
                    <a:pt x="108648" y="294212"/>
                  </a:lnTo>
                  <a:lnTo>
                    <a:pt x="112660" y="290668"/>
                  </a:lnTo>
                  <a:lnTo>
                    <a:pt x="116557" y="286997"/>
                  </a:lnTo>
                  <a:lnTo>
                    <a:pt x="120335" y="283203"/>
                  </a:lnTo>
                  <a:lnTo>
                    <a:pt x="123989" y="279290"/>
                  </a:lnTo>
                  <a:lnTo>
                    <a:pt x="127515" y="275262"/>
                  </a:lnTo>
                  <a:lnTo>
                    <a:pt x="130911" y="271124"/>
                  </a:lnTo>
                  <a:lnTo>
                    <a:pt x="134173" y="266878"/>
                  </a:lnTo>
                  <a:lnTo>
                    <a:pt x="137297" y="262531"/>
                  </a:lnTo>
                  <a:lnTo>
                    <a:pt x="140281" y="258085"/>
                  </a:lnTo>
                  <a:lnTo>
                    <a:pt x="143120" y="253547"/>
                  </a:lnTo>
                  <a:lnTo>
                    <a:pt x="145813" y="248919"/>
                  </a:lnTo>
                  <a:lnTo>
                    <a:pt x="148356" y="244208"/>
                  </a:lnTo>
                  <a:lnTo>
                    <a:pt x="150747" y="239418"/>
                  </a:lnTo>
                  <a:lnTo>
                    <a:pt x="152983" y="234554"/>
                  </a:lnTo>
                  <a:lnTo>
                    <a:pt x="155063" y="229620"/>
                  </a:lnTo>
                  <a:lnTo>
                    <a:pt x="156983" y="224623"/>
                  </a:lnTo>
                  <a:lnTo>
                    <a:pt x="158742" y="219566"/>
                  </a:lnTo>
                  <a:lnTo>
                    <a:pt x="160339" y="214456"/>
                  </a:lnTo>
                  <a:lnTo>
                    <a:pt x="161771" y="209297"/>
                  </a:lnTo>
                  <a:lnTo>
                    <a:pt x="163037" y="204096"/>
                  </a:lnTo>
                  <a:lnTo>
                    <a:pt x="164136" y="198856"/>
                  </a:lnTo>
                  <a:lnTo>
                    <a:pt x="165066" y="193584"/>
                  </a:lnTo>
                  <a:lnTo>
                    <a:pt x="165828" y="188284"/>
                  </a:lnTo>
                  <a:lnTo>
                    <a:pt x="166419" y="182963"/>
                  </a:lnTo>
                  <a:lnTo>
                    <a:pt x="166839" y="177626"/>
                  </a:lnTo>
                  <a:lnTo>
                    <a:pt x="167089" y="172278"/>
                  </a:lnTo>
                  <a:lnTo>
                    <a:pt x="167167" y="166925"/>
                  </a:lnTo>
                  <a:lnTo>
                    <a:pt x="167073" y="161572"/>
                  </a:lnTo>
                  <a:lnTo>
                    <a:pt x="166808" y="156225"/>
                  </a:lnTo>
                  <a:lnTo>
                    <a:pt x="166373" y="150889"/>
                  </a:lnTo>
                  <a:lnTo>
                    <a:pt x="165766" y="145570"/>
                  </a:lnTo>
                  <a:lnTo>
                    <a:pt x="164989" y="140273"/>
                  </a:lnTo>
                  <a:lnTo>
                    <a:pt x="164044" y="135003"/>
                  </a:lnTo>
                  <a:lnTo>
                    <a:pt x="162929" y="129767"/>
                  </a:lnTo>
                  <a:lnTo>
                    <a:pt x="161648" y="124568"/>
                  </a:lnTo>
                  <a:lnTo>
                    <a:pt x="160201" y="119414"/>
                  </a:lnTo>
                  <a:lnTo>
                    <a:pt x="158590" y="114308"/>
                  </a:lnTo>
                  <a:lnTo>
                    <a:pt x="156816" y="109257"/>
                  </a:lnTo>
                  <a:lnTo>
                    <a:pt x="154881" y="104265"/>
                  </a:lnTo>
                  <a:lnTo>
                    <a:pt x="152787" y="99338"/>
                  </a:lnTo>
                  <a:lnTo>
                    <a:pt x="150537" y="94480"/>
                  </a:lnTo>
                  <a:lnTo>
                    <a:pt x="148132" y="89697"/>
                  </a:lnTo>
                  <a:lnTo>
                    <a:pt x="145576" y="84993"/>
                  </a:lnTo>
                  <a:lnTo>
                    <a:pt x="142870" y="80374"/>
                  </a:lnTo>
                  <a:lnTo>
                    <a:pt x="140017" y="75843"/>
                  </a:lnTo>
                  <a:lnTo>
                    <a:pt x="137021" y="71406"/>
                  </a:lnTo>
                  <a:lnTo>
                    <a:pt x="133884" y="67068"/>
                  </a:lnTo>
                  <a:lnTo>
                    <a:pt x="130610" y="62832"/>
                  </a:lnTo>
                  <a:lnTo>
                    <a:pt x="127202" y="58703"/>
                  </a:lnTo>
                  <a:lnTo>
                    <a:pt x="123664" y="54685"/>
                  </a:lnTo>
                  <a:lnTo>
                    <a:pt x="119998" y="50783"/>
                  </a:lnTo>
                  <a:lnTo>
                    <a:pt x="116210" y="47000"/>
                  </a:lnTo>
                  <a:lnTo>
                    <a:pt x="112302" y="43340"/>
                  </a:lnTo>
                  <a:lnTo>
                    <a:pt x="108279" y="39808"/>
                  </a:lnTo>
                  <a:lnTo>
                    <a:pt x="104146" y="36406"/>
                  </a:lnTo>
                  <a:lnTo>
                    <a:pt x="99905" y="33138"/>
                  </a:lnTo>
                  <a:lnTo>
                    <a:pt x="95562" y="30007"/>
                  </a:lnTo>
                  <a:lnTo>
                    <a:pt x="91121" y="27017"/>
                  </a:lnTo>
                  <a:lnTo>
                    <a:pt x="86586" y="24171"/>
                  </a:lnTo>
                  <a:lnTo>
                    <a:pt x="81963" y="21472"/>
                  </a:lnTo>
                  <a:lnTo>
                    <a:pt x="77255" y="18922"/>
                  </a:lnTo>
                  <a:lnTo>
                    <a:pt x="72468" y="16524"/>
                  </a:lnTo>
                  <a:lnTo>
                    <a:pt x="67607" y="14281"/>
                  </a:lnTo>
                  <a:lnTo>
                    <a:pt x="62677" y="12194"/>
                  </a:lnTo>
                  <a:lnTo>
                    <a:pt x="57682" y="10267"/>
                  </a:lnTo>
                  <a:lnTo>
                    <a:pt x="52628" y="8500"/>
                  </a:lnTo>
                  <a:lnTo>
                    <a:pt x="47521" y="6896"/>
                  </a:lnTo>
                  <a:lnTo>
                    <a:pt x="42364" y="5457"/>
                  </a:lnTo>
                  <a:lnTo>
                    <a:pt x="37164" y="4183"/>
                  </a:lnTo>
                  <a:lnTo>
                    <a:pt x="31926" y="3077"/>
                  </a:lnTo>
                  <a:lnTo>
                    <a:pt x="26655" y="2138"/>
                  </a:lnTo>
                  <a:lnTo>
                    <a:pt x="21357" y="1369"/>
                  </a:lnTo>
                  <a:lnTo>
                    <a:pt x="16037" y="771"/>
                  </a:lnTo>
                  <a:lnTo>
                    <a:pt x="10700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32478" y="5269756"/>
              <a:ext cx="112779" cy="167167"/>
            </a:xfrm>
            <a:custGeom>
              <a:avLst/>
              <a:pathLst>
                <a:path w="112779" h="167167">
                  <a:moveTo>
                    <a:pt x="112779" y="0"/>
                  </a:moveTo>
                  <a:lnTo>
                    <a:pt x="107154" y="94"/>
                  </a:lnTo>
                  <a:lnTo>
                    <a:pt x="101534" y="378"/>
                  </a:lnTo>
                  <a:lnTo>
                    <a:pt x="95928" y="851"/>
                  </a:lnTo>
                  <a:lnTo>
                    <a:pt x="90341" y="1512"/>
                  </a:lnTo>
                  <a:lnTo>
                    <a:pt x="84779" y="2361"/>
                  </a:lnTo>
                  <a:lnTo>
                    <a:pt x="79248" y="3397"/>
                  </a:lnTo>
                  <a:lnTo>
                    <a:pt x="73756" y="4618"/>
                  </a:lnTo>
                  <a:lnTo>
                    <a:pt x="68308" y="6023"/>
                  </a:lnTo>
                  <a:lnTo>
                    <a:pt x="62910" y="7611"/>
                  </a:lnTo>
                  <a:lnTo>
                    <a:pt x="57569" y="9380"/>
                  </a:lnTo>
                  <a:lnTo>
                    <a:pt x="52291" y="11327"/>
                  </a:lnTo>
                  <a:lnTo>
                    <a:pt x="47080" y="13451"/>
                  </a:lnTo>
                  <a:lnTo>
                    <a:pt x="41945" y="15749"/>
                  </a:lnTo>
                  <a:lnTo>
                    <a:pt x="36889" y="18218"/>
                  </a:lnTo>
                  <a:lnTo>
                    <a:pt x="31920" y="20857"/>
                  </a:lnTo>
                  <a:lnTo>
                    <a:pt x="27042" y="23661"/>
                  </a:lnTo>
                  <a:lnTo>
                    <a:pt x="22261" y="26627"/>
                  </a:lnTo>
                  <a:lnTo>
                    <a:pt x="17583" y="29753"/>
                  </a:lnTo>
                  <a:lnTo>
                    <a:pt x="13013" y="33034"/>
                  </a:lnTo>
                  <a:lnTo>
                    <a:pt x="8555" y="36468"/>
                  </a:lnTo>
                  <a:lnTo>
                    <a:pt x="4216" y="40049"/>
                  </a:lnTo>
                  <a:lnTo>
                    <a:pt x="0" y="43775"/>
                  </a:lnTo>
                  <a:lnTo>
                    <a:pt x="1127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32478" y="5313531"/>
              <a:ext cx="112779" cy="123392"/>
            </a:xfrm>
            <a:custGeom>
              <a:avLst/>
              <a:pathLst>
                <a:path w="112779" h="123392">
                  <a:moveTo>
                    <a:pt x="0" y="0"/>
                  </a:moveTo>
                  <a:lnTo>
                    <a:pt x="112779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32478" y="5313531"/>
              <a:ext cx="112779" cy="123392"/>
            </a:xfrm>
            <a:custGeom>
              <a:avLst/>
              <a:pathLst>
                <a:path w="112779" h="123392">
                  <a:moveTo>
                    <a:pt x="0" y="0"/>
                  </a:moveTo>
                  <a:lnTo>
                    <a:pt x="112779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32478" y="5313531"/>
              <a:ext cx="112779" cy="123392"/>
            </a:xfrm>
            <a:custGeom>
              <a:avLst/>
              <a:pathLst>
                <a:path w="112779" h="123392">
                  <a:moveTo>
                    <a:pt x="0" y="0"/>
                  </a:moveTo>
                  <a:lnTo>
                    <a:pt x="112779" y="123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32478" y="5313531"/>
              <a:ext cx="112779" cy="123392"/>
            </a:xfrm>
            <a:custGeom>
              <a:avLst/>
              <a:pathLst>
                <a:path w="112779" h="123392">
                  <a:moveTo>
                    <a:pt x="0" y="0"/>
                  </a:moveTo>
                  <a:lnTo>
                    <a:pt x="112779" y="123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4193" y="5313531"/>
              <a:ext cx="141065" cy="123392"/>
            </a:xfrm>
            <a:custGeom>
              <a:avLst/>
              <a:pathLst>
                <a:path w="141065" h="123392">
                  <a:moveTo>
                    <a:pt x="28285" y="0"/>
                  </a:moveTo>
                  <a:lnTo>
                    <a:pt x="23714" y="4339"/>
                  </a:lnTo>
                  <a:lnTo>
                    <a:pt x="19309" y="8847"/>
                  </a:lnTo>
                  <a:lnTo>
                    <a:pt x="15078" y="13518"/>
                  </a:lnTo>
                  <a:lnTo>
                    <a:pt x="11026" y="18345"/>
                  </a:lnTo>
                  <a:lnTo>
                    <a:pt x="7158" y="23322"/>
                  </a:lnTo>
                  <a:lnTo>
                    <a:pt x="3481" y="28441"/>
                  </a:lnTo>
                  <a:lnTo>
                    <a:pt x="0" y="33695"/>
                  </a:lnTo>
                  <a:lnTo>
                    <a:pt x="141065" y="1233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1" y="5269756"/>
              <a:ext cx="334326" cy="334322"/>
            </a:xfrm>
            <a:custGeom>
              <a:avLst/>
              <a:pathLst>
                <a:path w="334326" h="334322">
                  <a:moveTo>
                    <a:pt x="26101" y="77470"/>
                  </a:moveTo>
                  <a:lnTo>
                    <a:pt x="23337" y="81973"/>
                  </a:lnTo>
                  <a:lnTo>
                    <a:pt x="20716" y="86561"/>
                  </a:lnTo>
                  <a:lnTo>
                    <a:pt x="18242" y="91230"/>
                  </a:lnTo>
                  <a:lnTo>
                    <a:pt x="15916" y="95974"/>
                  </a:lnTo>
                  <a:lnTo>
                    <a:pt x="13742" y="100790"/>
                  </a:lnTo>
                  <a:lnTo>
                    <a:pt x="11721" y="105672"/>
                  </a:lnTo>
                  <a:lnTo>
                    <a:pt x="9855" y="110616"/>
                  </a:lnTo>
                  <a:lnTo>
                    <a:pt x="8146" y="115615"/>
                  </a:lnTo>
                  <a:lnTo>
                    <a:pt x="6596" y="120667"/>
                  </a:lnTo>
                  <a:lnTo>
                    <a:pt x="5207" y="125765"/>
                  </a:lnTo>
                  <a:lnTo>
                    <a:pt x="3980" y="130904"/>
                  </a:lnTo>
                  <a:lnTo>
                    <a:pt x="2915" y="136080"/>
                  </a:lnTo>
                  <a:lnTo>
                    <a:pt x="2015" y="141286"/>
                  </a:lnTo>
                  <a:lnTo>
                    <a:pt x="1279" y="146518"/>
                  </a:lnTo>
                  <a:lnTo>
                    <a:pt x="709" y="151771"/>
                  </a:lnTo>
                  <a:lnTo>
                    <a:pt x="306" y="157040"/>
                  </a:lnTo>
                  <a:lnTo>
                    <a:pt x="69" y="162318"/>
                  </a:lnTo>
                  <a:lnTo>
                    <a:pt x="0" y="167602"/>
                  </a:lnTo>
                  <a:lnTo>
                    <a:pt x="97" y="172885"/>
                  </a:lnTo>
                  <a:lnTo>
                    <a:pt x="361" y="178162"/>
                  </a:lnTo>
                  <a:lnTo>
                    <a:pt x="792" y="183428"/>
                  </a:lnTo>
                  <a:lnTo>
                    <a:pt x="1389" y="188678"/>
                  </a:lnTo>
                  <a:lnTo>
                    <a:pt x="2151" y="193907"/>
                  </a:lnTo>
                  <a:lnTo>
                    <a:pt x="3079" y="199108"/>
                  </a:lnTo>
                  <a:lnTo>
                    <a:pt x="4170" y="204278"/>
                  </a:lnTo>
                  <a:lnTo>
                    <a:pt x="5425" y="209411"/>
                  </a:lnTo>
                  <a:lnTo>
                    <a:pt x="6841" y="214502"/>
                  </a:lnTo>
                  <a:lnTo>
                    <a:pt x="8417" y="219545"/>
                  </a:lnTo>
                  <a:lnTo>
                    <a:pt x="10151" y="224536"/>
                  </a:lnTo>
                  <a:lnTo>
                    <a:pt x="12043" y="229470"/>
                  </a:lnTo>
                  <a:lnTo>
                    <a:pt x="14089" y="234341"/>
                  </a:lnTo>
                  <a:lnTo>
                    <a:pt x="16289" y="239145"/>
                  </a:lnTo>
                  <a:lnTo>
                    <a:pt x="18639" y="243878"/>
                  </a:lnTo>
                  <a:lnTo>
                    <a:pt x="21137" y="248533"/>
                  </a:lnTo>
                  <a:lnTo>
                    <a:pt x="23782" y="253108"/>
                  </a:lnTo>
                  <a:lnTo>
                    <a:pt x="26570" y="257597"/>
                  </a:lnTo>
                  <a:lnTo>
                    <a:pt x="29498" y="261995"/>
                  </a:lnTo>
                  <a:lnTo>
                    <a:pt x="32564" y="266298"/>
                  </a:lnTo>
                  <a:lnTo>
                    <a:pt x="35764" y="270503"/>
                  </a:lnTo>
                  <a:lnTo>
                    <a:pt x="39095" y="274604"/>
                  </a:lnTo>
                  <a:lnTo>
                    <a:pt x="42555" y="278598"/>
                  </a:lnTo>
                  <a:lnTo>
                    <a:pt x="46139" y="282480"/>
                  </a:lnTo>
                  <a:lnTo>
                    <a:pt x="49843" y="286248"/>
                  </a:lnTo>
                  <a:lnTo>
                    <a:pt x="53665" y="289896"/>
                  </a:lnTo>
                  <a:lnTo>
                    <a:pt x="57601" y="293422"/>
                  </a:lnTo>
                  <a:lnTo>
                    <a:pt x="61646" y="296822"/>
                  </a:lnTo>
                  <a:lnTo>
                    <a:pt x="65796" y="300092"/>
                  </a:lnTo>
                  <a:lnTo>
                    <a:pt x="70048" y="303229"/>
                  </a:lnTo>
                  <a:lnTo>
                    <a:pt x="74396" y="306230"/>
                  </a:lnTo>
                  <a:lnTo>
                    <a:pt x="78838" y="309093"/>
                  </a:lnTo>
                  <a:lnTo>
                    <a:pt x="83367" y="311814"/>
                  </a:lnTo>
                  <a:lnTo>
                    <a:pt x="87980" y="314390"/>
                  </a:lnTo>
                  <a:lnTo>
                    <a:pt x="92673" y="316819"/>
                  </a:lnTo>
                  <a:lnTo>
                    <a:pt x="97440" y="319098"/>
                  </a:lnTo>
                  <a:lnTo>
                    <a:pt x="102276" y="321226"/>
                  </a:lnTo>
                  <a:lnTo>
                    <a:pt x="107177" y="323200"/>
                  </a:lnTo>
                  <a:lnTo>
                    <a:pt x="112139" y="325018"/>
                  </a:lnTo>
                  <a:lnTo>
                    <a:pt x="117155" y="326678"/>
                  </a:lnTo>
                  <a:lnTo>
                    <a:pt x="122221" y="328179"/>
                  </a:lnTo>
                  <a:lnTo>
                    <a:pt x="127332" y="329519"/>
                  </a:lnTo>
                  <a:lnTo>
                    <a:pt x="132483" y="330697"/>
                  </a:lnTo>
                  <a:lnTo>
                    <a:pt x="137669" y="331711"/>
                  </a:lnTo>
                  <a:lnTo>
                    <a:pt x="142884" y="332561"/>
                  </a:lnTo>
                  <a:lnTo>
                    <a:pt x="148123" y="333246"/>
                  </a:lnTo>
                  <a:lnTo>
                    <a:pt x="153381" y="333765"/>
                  </a:lnTo>
                  <a:lnTo>
                    <a:pt x="158653" y="334117"/>
                  </a:lnTo>
                  <a:lnTo>
                    <a:pt x="163934" y="334303"/>
                  </a:lnTo>
                  <a:lnTo>
                    <a:pt x="169218" y="334322"/>
                  </a:lnTo>
                  <a:lnTo>
                    <a:pt x="174499" y="334173"/>
                  </a:lnTo>
                  <a:lnTo>
                    <a:pt x="179774" y="333858"/>
                  </a:lnTo>
                  <a:lnTo>
                    <a:pt x="185036" y="333377"/>
                  </a:lnTo>
                  <a:lnTo>
                    <a:pt x="190280" y="332729"/>
                  </a:lnTo>
                  <a:lnTo>
                    <a:pt x="195500" y="331916"/>
                  </a:lnTo>
                  <a:lnTo>
                    <a:pt x="200693" y="330938"/>
                  </a:lnTo>
                  <a:lnTo>
                    <a:pt x="205852" y="329796"/>
                  </a:lnTo>
                  <a:lnTo>
                    <a:pt x="210972" y="328493"/>
                  </a:lnTo>
                  <a:lnTo>
                    <a:pt x="216049" y="327028"/>
                  </a:lnTo>
                  <a:lnTo>
                    <a:pt x="221077" y="325403"/>
                  </a:lnTo>
                  <a:lnTo>
                    <a:pt x="226051" y="323620"/>
                  </a:lnTo>
                  <a:lnTo>
                    <a:pt x="230966" y="321681"/>
                  </a:lnTo>
                  <a:lnTo>
                    <a:pt x="235817" y="319587"/>
                  </a:lnTo>
                  <a:lnTo>
                    <a:pt x="240600" y="317342"/>
                  </a:lnTo>
                  <a:lnTo>
                    <a:pt x="245310" y="314946"/>
                  </a:lnTo>
                  <a:lnTo>
                    <a:pt x="249941" y="312402"/>
                  </a:lnTo>
                  <a:lnTo>
                    <a:pt x="254490" y="309714"/>
                  </a:lnTo>
                  <a:lnTo>
                    <a:pt x="258951" y="306883"/>
                  </a:lnTo>
                  <a:lnTo>
                    <a:pt x="263321" y="303912"/>
                  </a:lnTo>
                  <a:lnTo>
                    <a:pt x="267595" y="300805"/>
                  </a:lnTo>
                  <a:lnTo>
                    <a:pt x="271768" y="297564"/>
                  </a:lnTo>
                  <a:lnTo>
                    <a:pt x="275837" y="294193"/>
                  </a:lnTo>
                  <a:lnTo>
                    <a:pt x="279797" y="290695"/>
                  </a:lnTo>
                  <a:lnTo>
                    <a:pt x="283645" y="287074"/>
                  </a:lnTo>
                  <a:lnTo>
                    <a:pt x="287376" y="283333"/>
                  </a:lnTo>
                  <a:lnTo>
                    <a:pt x="290987" y="279476"/>
                  </a:lnTo>
                  <a:lnTo>
                    <a:pt x="294475" y="275507"/>
                  </a:lnTo>
                  <a:lnTo>
                    <a:pt x="297835" y="271429"/>
                  </a:lnTo>
                  <a:lnTo>
                    <a:pt x="301065" y="267247"/>
                  </a:lnTo>
                  <a:lnTo>
                    <a:pt x="304161" y="262965"/>
                  </a:lnTo>
                  <a:lnTo>
                    <a:pt x="307120" y="258588"/>
                  </a:lnTo>
                  <a:lnTo>
                    <a:pt x="309940" y="254119"/>
                  </a:lnTo>
                  <a:lnTo>
                    <a:pt x="312617" y="249564"/>
                  </a:lnTo>
                  <a:lnTo>
                    <a:pt x="315148" y="244926"/>
                  </a:lnTo>
                  <a:lnTo>
                    <a:pt x="317532" y="240210"/>
                  </a:lnTo>
                  <a:lnTo>
                    <a:pt x="319765" y="235421"/>
                  </a:lnTo>
                  <a:lnTo>
                    <a:pt x="321846" y="230565"/>
                  </a:lnTo>
                  <a:lnTo>
                    <a:pt x="323772" y="225644"/>
                  </a:lnTo>
                  <a:lnTo>
                    <a:pt x="325542" y="220666"/>
                  </a:lnTo>
                  <a:lnTo>
                    <a:pt x="327154" y="215634"/>
                  </a:lnTo>
                  <a:lnTo>
                    <a:pt x="328605" y="210553"/>
                  </a:lnTo>
                  <a:lnTo>
                    <a:pt x="329896" y="205429"/>
                  </a:lnTo>
                  <a:lnTo>
                    <a:pt x="331024" y="200267"/>
                  </a:lnTo>
                  <a:lnTo>
                    <a:pt x="331988" y="195072"/>
                  </a:lnTo>
                  <a:lnTo>
                    <a:pt x="332788" y="189849"/>
                  </a:lnTo>
                  <a:lnTo>
                    <a:pt x="333422" y="184604"/>
                  </a:lnTo>
                  <a:lnTo>
                    <a:pt x="333890" y="179341"/>
                  </a:lnTo>
                  <a:lnTo>
                    <a:pt x="334191" y="174065"/>
                  </a:lnTo>
                  <a:lnTo>
                    <a:pt x="334326" y="168783"/>
                  </a:lnTo>
                  <a:lnTo>
                    <a:pt x="334294" y="163500"/>
                  </a:lnTo>
                  <a:lnTo>
                    <a:pt x="334094" y="158220"/>
                  </a:lnTo>
                  <a:lnTo>
                    <a:pt x="333728" y="152948"/>
                  </a:lnTo>
                  <a:lnTo>
                    <a:pt x="333195" y="147691"/>
                  </a:lnTo>
                  <a:lnTo>
                    <a:pt x="332497" y="142454"/>
                  </a:lnTo>
                  <a:lnTo>
                    <a:pt x="331633" y="137241"/>
                  </a:lnTo>
                  <a:lnTo>
                    <a:pt x="330605" y="132058"/>
                  </a:lnTo>
                  <a:lnTo>
                    <a:pt x="329414" y="126911"/>
                  </a:lnTo>
                  <a:lnTo>
                    <a:pt x="328061" y="121803"/>
                  </a:lnTo>
                  <a:lnTo>
                    <a:pt x="326547" y="116741"/>
                  </a:lnTo>
                  <a:lnTo>
                    <a:pt x="324874" y="111729"/>
                  </a:lnTo>
                  <a:lnTo>
                    <a:pt x="323043" y="106772"/>
                  </a:lnTo>
                  <a:lnTo>
                    <a:pt x="321056" y="101876"/>
                  </a:lnTo>
                  <a:lnTo>
                    <a:pt x="318916" y="97045"/>
                  </a:lnTo>
                  <a:lnTo>
                    <a:pt x="316624" y="92284"/>
                  </a:lnTo>
                  <a:lnTo>
                    <a:pt x="314183" y="87598"/>
                  </a:lnTo>
                  <a:lnTo>
                    <a:pt x="311595" y="82992"/>
                  </a:lnTo>
                  <a:lnTo>
                    <a:pt x="308862" y="78469"/>
                  </a:lnTo>
                  <a:lnTo>
                    <a:pt x="305988" y="74035"/>
                  </a:lnTo>
                  <a:lnTo>
                    <a:pt x="302975" y="69695"/>
                  </a:lnTo>
                  <a:lnTo>
                    <a:pt x="299827" y="65451"/>
                  </a:lnTo>
                  <a:lnTo>
                    <a:pt x="296546" y="61309"/>
                  </a:lnTo>
                  <a:lnTo>
                    <a:pt x="293136" y="57273"/>
                  </a:lnTo>
                  <a:lnTo>
                    <a:pt x="289600" y="53347"/>
                  </a:lnTo>
                  <a:lnTo>
                    <a:pt x="285942" y="49535"/>
                  </a:lnTo>
                  <a:lnTo>
                    <a:pt x="282165" y="45840"/>
                  </a:lnTo>
                  <a:lnTo>
                    <a:pt x="278273" y="42266"/>
                  </a:lnTo>
                  <a:lnTo>
                    <a:pt x="274270" y="38817"/>
                  </a:lnTo>
                  <a:lnTo>
                    <a:pt x="270160" y="35496"/>
                  </a:lnTo>
                  <a:lnTo>
                    <a:pt x="265947" y="32307"/>
                  </a:lnTo>
                  <a:lnTo>
                    <a:pt x="261636" y="29252"/>
                  </a:lnTo>
                  <a:lnTo>
                    <a:pt x="257230" y="26335"/>
                  </a:lnTo>
                  <a:lnTo>
                    <a:pt x="252734" y="23559"/>
                  </a:lnTo>
                  <a:lnTo>
                    <a:pt x="248153" y="20927"/>
                  </a:lnTo>
                  <a:lnTo>
                    <a:pt x="243491" y="18440"/>
                  </a:lnTo>
                  <a:lnTo>
                    <a:pt x="238752" y="16103"/>
                  </a:lnTo>
                  <a:lnTo>
                    <a:pt x="233942" y="13916"/>
                  </a:lnTo>
                  <a:lnTo>
                    <a:pt x="229065" y="11882"/>
                  </a:lnTo>
                  <a:lnTo>
                    <a:pt x="224127" y="10003"/>
                  </a:lnTo>
                  <a:lnTo>
                    <a:pt x="219131" y="8281"/>
                  </a:lnTo>
                  <a:lnTo>
                    <a:pt x="214084" y="6719"/>
                  </a:lnTo>
                  <a:lnTo>
                    <a:pt x="208990" y="5316"/>
                  </a:lnTo>
                  <a:lnTo>
                    <a:pt x="203854" y="4075"/>
                  </a:lnTo>
                  <a:lnTo>
                    <a:pt x="198681" y="2997"/>
                  </a:lnTo>
                  <a:lnTo>
                    <a:pt x="193477" y="2083"/>
                  </a:lnTo>
                  <a:lnTo>
                    <a:pt x="188246" y="1334"/>
                  </a:lnTo>
                  <a:lnTo>
                    <a:pt x="182995" y="751"/>
                  </a:lnTo>
                  <a:lnTo>
                    <a:pt x="177727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8814" y="5018213"/>
              <a:ext cx="162224" cy="167167"/>
            </a:xfrm>
            <a:custGeom>
              <a:avLst/>
              <a:pathLst>
                <a:path w="162224" h="167167">
                  <a:moveTo>
                    <a:pt x="162224" y="0"/>
                  </a:moveTo>
                  <a:lnTo>
                    <a:pt x="156815" y="87"/>
                  </a:lnTo>
                  <a:lnTo>
                    <a:pt x="151411" y="350"/>
                  </a:lnTo>
                  <a:lnTo>
                    <a:pt x="146018" y="787"/>
                  </a:lnTo>
                  <a:lnTo>
                    <a:pt x="140642" y="1399"/>
                  </a:lnTo>
                  <a:lnTo>
                    <a:pt x="135289" y="2184"/>
                  </a:lnTo>
                  <a:lnTo>
                    <a:pt x="129964" y="3142"/>
                  </a:lnTo>
                  <a:lnTo>
                    <a:pt x="124673" y="4272"/>
                  </a:lnTo>
                  <a:lnTo>
                    <a:pt x="119422" y="5572"/>
                  </a:lnTo>
                  <a:lnTo>
                    <a:pt x="114215" y="7042"/>
                  </a:lnTo>
                  <a:lnTo>
                    <a:pt x="109058" y="8679"/>
                  </a:lnTo>
                  <a:lnTo>
                    <a:pt x="103957" y="10483"/>
                  </a:lnTo>
                  <a:lnTo>
                    <a:pt x="98917" y="12451"/>
                  </a:lnTo>
                  <a:lnTo>
                    <a:pt x="93944" y="14580"/>
                  </a:lnTo>
                  <a:lnTo>
                    <a:pt x="89042" y="16870"/>
                  </a:lnTo>
                  <a:lnTo>
                    <a:pt x="84216" y="19317"/>
                  </a:lnTo>
                  <a:lnTo>
                    <a:pt x="79473" y="21919"/>
                  </a:lnTo>
                  <a:lnTo>
                    <a:pt x="74816" y="24673"/>
                  </a:lnTo>
                  <a:lnTo>
                    <a:pt x="70250" y="27576"/>
                  </a:lnTo>
                  <a:lnTo>
                    <a:pt x="65781" y="30625"/>
                  </a:lnTo>
                  <a:lnTo>
                    <a:pt x="61413" y="33818"/>
                  </a:lnTo>
                  <a:lnTo>
                    <a:pt x="57151" y="37150"/>
                  </a:lnTo>
                  <a:lnTo>
                    <a:pt x="52998" y="40618"/>
                  </a:lnTo>
                  <a:lnTo>
                    <a:pt x="48960" y="44219"/>
                  </a:lnTo>
                  <a:lnTo>
                    <a:pt x="45041" y="47949"/>
                  </a:lnTo>
                  <a:lnTo>
                    <a:pt x="41244" y="51803"/>
                  </a:lnTo>
                  <a:lnTo>
                    <a:pt x="37574" y="55779"/>
                  </a:lnTo>
                  <a:lnTo>
                    <a:pt x="34035" y="59871"/>
                  </a:lnTo>
                  <a:lnTo>
                    <a:pt x="30630" y="64075"/>
                  </a:lnTo>
                  <a:lnTo>
                    <a:pt x="27363" y="68388"/>
                  </a:lnTo>
                  <a:lnTo>
                    <a:pt x="24237" y="72804"/>
                  </a:lnTo>
                  <a:lnTo>
                    <a:pt x="21255" y="77319"/>
                  </a:lnTo>
                  <a:lnTo>
                    <a:pt x="18422" y="81928"/>
                  </a:lnTo>
                  <a:lnTo>
                    <a:pt x="15739" y="86626"/>
                  </a:lnTo>
                  <a:lnTo>
                    <a:pt x="13209" y="91408"/>
                  </a:lnTo>
                  <a:lnTo>
                    <a:pt x="10835" y="96270"/>
                  </a:lnTo>
                  <a:lnTo>
                    <a:pt x="8620" y="101206"/>
                  </a:lnTo>
                  <a:lnTo>
                    <a:pt x="6566" y="106212"/>
                  </a:lnTo>
                  <a:lnTo>
                    <a:pt x="4675" y="111281"/>
                  </a:lnTo>
                  <a:lnTo>
                    <a:pt x="2949" y="116409"/>
                  </a:lnTo>
                  <a:lnTo>
                    <a:pt x="1390" y="121589"/>
                  </a:lnTo>
                  <a:lnTo>
                    <a:pt x="0" y="126818"/>
                  </a:lnTo>
                  <a:lnTo>
                    <a:pt x="1622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8814" y="5145031"/>
              <a:ext cx="162224" cy="40348"/>
            </a:xfrm>
            <a:custGeom>
              <a:avLst/>
              <a:pathLst>
                <a:path w="162224" h="40348">
                  <a:moveTo>
                    <a:pt x="0" y="0"/>
                  </a:moveTo>
                  <a:lnTo>
                    <a:pt x="162224" y="403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8814" y="5145031"/>
              <a:ext cx="162224" cy="40348"/>
            </a:xfrm>
            <a:custGeom>
              <a:avLst/>
              <a:pathLst>
                <a:path w="162224" h="40348">
                  <a:moveTo>
                    <a:pt x="0" y="0"/>
                  </a:moveTo>
                  <a:lnTo>
                    <a:pt x="162224" y="403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8814" y="5145031"/>
              <a:ext cx="162224" cy="40348"/>
            </a:xfrm>
            <a:custGeom>
              <a:avLst/>
              <a:pathLst>
                <a:path w="162224" h="40348">
                  <a:moveTo>
                    <a:pt x="0" y="0"/>
                  </a:moveTo>
                  <a:lnTo>
                    <a:pt x="162224" y="403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85" y="5145031"/>
              <a:ext cx="167153" cy="42493"/>
            </a:xfrm>
            <a:custGeom>
              <a:avLst/>
              <a:pathLst>
                <a:path w="167153" h="42493">
                  <a:moveTo>
                    <a:pt x="4928" y="0"/>
                  </a:moveTo>
                  <a:lnTo>
                    <a:pt x="3558" y="5972"/>
                  </a:lnTo>
                  <a:lnTo>
                    <a:pt x="2409" y="11991"/>
                  </a:lnTo>
                  <a:lnTo>
                    <a:pt x="1480" y="18048"/>
                  </a:lnTo>
                  <a:lnTo>
                    <a:pt x="774" y="24135"/>
                  </a:lnTo>
                  <a:lnTo>
                    <a:pt x="291" y="30243"/>
                  </a:lnTo>
                  <a:lnTo>
                    <a:pt x="33" y="36366"/>
                  </a:lnTo>
                  <a:lnTo>
                    <a:pt x="0" y="42493"/>
                  </a:lnTo>
                  <a:lnTo>
                    <a:pt x="167153" y="40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5" y="5018213"/>
              <a:ext cx="334302" cy="334334"/>
            </a:xfrm>
            <a:custGeom>
              <a:avLst/>
              <a:pathLst>
                <a:path w="334302" h="334334">
                  <a:moveTo>
                    <a:pt x="0" y="169312"/>
                  </a:moveTo>
                  <a:lnTo>
                    <a:pt x="152" y="174617"/>
                  </a:lnTo>
                  <a:lnTo>
                    <a:pt x="473" y="179916"/>
                  </a:lnTo>
                  <a:lnTo>
                    <a:pt x="961" y="185201"/>
                  </a:lnTo>
                  <a:lnTo>
                    <a:pt x="1618" y="190468"/>
                  </a:lnTo>
                  <a:lnTo>
                    <a:pt x="2441" y="195712"/>
                  </a:lnTo>
                  <a:lnTo>
                    <a:pt x="3430" y="200927"/>
                  </a:lnTo>
                  <a:lnTo>
                    <a:pt x="4585" y="206108"/>
                  </a:lnTo>
                  <a:lnTo>
                    <a:pt x="5903" y="211250"/>
                  </a:lnTo>
                  <a:lnTo>
                    <a:pt x="7384" y="216347"/>
                  </a:lnTo>
                  <a:lnTo>
                    <a:pt x="9026" y="221395"/>
                  </a:lnTo>
                  <a:lnTo>
                    <a:pt x="10827" y="226388"/>
                  </a:lnTo>
                  <a:lnTo>
                    <a:pt x="12786" y="231321"/>
                  </a:lnTo>
                  <a:lnTo>
                    <a:pt x="14901" y="236189"/>
                  </a:lnTo>
                  <a:lnTo>
                    <a:pt x="17169" y="240988"/>
                  </a:lnTo>
                  <a:lnTo>
                    <a:pt x="19588" y="245713"/>
                  </a:lnTo>
                  <a:lnTo>
                    <a:pt x="22156" y="250358"/>
                  </a:lnTo>
                  <a:lnTo>
                    <a:pt x="24870" y="254920"/>
                  </a:lnTo>
                  <a:lnTo>
                    <a:pt x="27728" y="259393"/>
                  </a:lnTo>
                  <a:lnTo>
                    <a:pt x="30726" y="263773"/>
                  </a:lnTo>
                  <a:lnTo>
                    <a:pt x="33862" y="268055"/>
                  </a:lnTo>
                  <a:lnTo>
                    <a:pt x="37133" y="272236"/>
                  </a:lnTo>
                  <a:lnTo>
                    <a:pt x="40534" y="276311"/>
                  </a:lnTo>
                  <a:lnTo>
                    <a:pt x="44063" y="280276"/>
                  </a:lnTo>
                  <a:lnTo>
                    <a:pt x="47716" y="284127"/>
                  </a:lnTo>
                  <a:lnTo>
                    <a:pt x="51490" y="287860"/>
                  </a:lnTo>
                  <a:lnTo>
                    <a:pt x="55380" y="291472"/>
                  </a:lnTo>
                  <a:lnTo>
                    <a:pt x="59382" y="294957"/>
                  </a:lnTo>
                  <a:lnTo>
                    <a:pt x="63494" y="298315"/>
                  </a:lnTo>
                  <a:lnTo>
                    <a:pt x="67710" y="301540"/>
                  </a:lnTo>
                  <a:lnTo>
                    <a:pt x="72026" y="304629"/>
                  </a:lnTo>
                  <a:lnTo>
                    <a:pt x="76438" y="307580"/>
                  </a:lnTo>
                  <a:lnTo>
                    <a:pt x="80942" y="310389"/>
                  </a:lnTo>
                  <a:lnTo>
                    <a:pt x="85532" y="313054"/>
                  </a:lnTo>
                  <a:lnTo>
                    <a:pt x="90205" y="315572"/>
                  </a:lnTo>
                  <a:lnTo>
                    <a:pt x="94956" y="317940"/>
                  </a:lnTo>
                  <a:lnTo>
                    <a:pt x="99779" y="320156"/>
                  </a:lnTo>
                  <a:lnTo>
                    <a:pt x="104670" y="322218"/>
                  </a:lnTo>
                  <a:lnTo>
                    <a:pt x="109624" y="324124"/>
                  </a:lnTo>
                  <a:lnTo>
                    <a:pt x="114636" y="325871"/>
                  </a:lnTo>
                  <a:lnTo>
                    <a:pt x="119701" y="327458"/>
                  </a:lnTo>
                  <a:lnTo>
                    <a:pt x="124814" y="328884"/>
                  </a:lnTo>
                  <a:lnTo>
                    <a:pt x="129970" y="330147"/>
                  </a:lnTo>
                  <a:lnTo>
                    <a:pt x="135163" y="331245"/>
                  </a:lnTo>
                  <a:lnTo>
                    <a:pt x="140388" y="332178"/>
                  </a:lnTo>
                  <a:lnTo>
                    <a:pt x="145641" y="332944"/>
                  </a:lnTo>
                  <a:lnTo>
                    <a:pt x="150915" y="333544"/>
                  </a:lnTo>
                  <a:lnTo>
                    <a:pt x="156205" y="333975"/>
                  </a:lnTo>
                  <a:lnTo>
                    <a:pt x="161507" y="334239"/>
                  </a:lnTo>
                  <a:lnTo>
                    <a:pt x="166814" y="334334"/>
                  </a:lnTo>
                  <a:lnTo>
                    <a:pt x="172121" y="334261"/>
                  </a:lnTo>
                  <a:lnTo>
                    <a:pt x="177424" y="334019"/>
                  </a:lnTo>
                  <a:lnTo>
                    <a:pt x="182716" y="333608"/>
                  </a:lnTo>
                  <a:lnTo>
                    <a:pt x="187992" y="333030"/>
                  </a:lnTo>
                  <a:lnTo>
                    <a:pt x="193247" y="332285"/>
                  </a:lnTo>
                  <a:lnTo>
                    <a:pt x="198477" y="331374"/>
                  </a:lnTo>
                  <a:lnTo>
                    <a:pt x="203674" y="330296"/>
                  </a:lnTo>
                  <a:lnTo>
                    <a:pt x="208835" y="329055"/>
                  </a:lnTo>
                  <a:lnTo>
                    <a:pt x="213953" y="327650"/>
                  </a:lnTo>
                  <a:lnTo>
                    <a:pt x="219025" y="326083"/>
                  </a:lnTo>
                  <a:lnTo>
                    <a:pt x="224044" y="324356"/>
                  </a:lnTo>
                  <a:lnTo>
                    <a:pt x="229006" y="322470"/>
                  </a:lnTo>
                  <a:lnTo>
                    <a:pt x="233905" y="320428"/>
                  </a:lnTo>
                  <a:lnTo>
                    <a:pt x="238738" y="318232"/>
                  </a:lnTo>
                  <a:lnTo>
                    <a:pt x="243498" y="315883"/>
                  </a:lnTo>
                  <a:lnTo>
                    <a:pt x="248181" y="313384"/>
                  </a:lnTo>
                  <a:lnTo>
                    <a:pt x="252782" y="310738"/>
                  </a:lnTo>
                  <a:lnTo>
                    <a:pt x="257297" y="307947"/>
                  </a:lnTo>
                  <a:lnTo>
                    <a:pt x="261721" y="305014"/>
                  </a:lnTo>
                  <a:lnTo>
                    <a:pt x="266050" y="301942"/>
                  </a:lnTo>
                  <a:lnTo>
                    <a:pt x="270279" y="298735"/>
                  </a:lnTo>
                  <a:lnTo>
                    <a:pt x="274404" y="295394"/>
                  </a:lnTo>
                  <a:lnTo>
                    <a:pt x="278421" y="291925"/>
                  </a:lnTo>
                  <a:lnTo>
                    <a:pt x="282326" y="288329"/>
                  </a:lnTo>
                  <a:lnTo>
                    <a:pt x="286114" y="284611"/>
                  </a:lnTo>
                  <a:lnTo>
                    <a:pt x="289783" y="280775"/>
                  </a:lnTo>
                  <a:lnTo>
                    <a:pt x="293328" y="276825"/>
                  </a:lnTo>
                  <a:lnTo>
                    <a:pt x="296746" y="272764"/>
                  </a:lnTo>
                  <a:lnTo>
                    <a:pt x="300033" y="268596"/>
                  </a:lnTo>
                  <a:lnTo>
                    <a:pt x="303186" y="264326"/>
                  </a:lnTo>
                  <a:lnTo>
                    <a:pt x="306202" y="259958"/>
                  </a:lnTo>
                  <a:lnTo>
                    <a:pt x="309078" y="255497"/>
                  </a:lnTo>
                  <a:lnTo>
                    <a:pt x="311811" y="250947"/>
                  </a:lnTo>
                  <a:lnTo>
                    <a:pt x="314398" y="246312"/>
                  </a:lnTo>
                  <a:lnTo>
                    <a:pt x="316837" y="241597"/>
                  </a:lnTo>
                  <a:lnTo>
                    <a:pt x="319124" y="236807"/>
                  </a:lnTo>
                  <a:lnTo>
                    <a:pt x="321259" y="231947"/>
                  </a:lnTo>
                  <a:lnTo>
                    <a:pt x="323238" y="227022"/>
                  </a:lnTo>
                  <a:lnTo>
                    <a:pt x="325059" y="222036"/>
                  </a:lnTo>
                  <a:lnTo>
                    <a:pt x="326722" y="216996"/>
                  </a:lnTo>
                  <a:lnTo>
                    <a:pt x="328223" y="211904"/>
                  </a:lnTo>
                  <a:lnTo>
                    <a:pt x="329562" y="206768"/>
                  </a:lnTo>
                  <a:lnTo>
                    <a:pt x="330738" y="201592"/>
                  </a:lnTo>
                  <a:lnTo>
                    <a:pt x="331748" y="196381"/>
                  </a:lnTo>
                  <a:lnTo>
                    <a:pt x="332593" y="191141"/>
                  </a:lnTo>
                  <a:lnTo>
                    <a:pt x="333270" y="185876"/>
                  </a:lnTo>
                  <a:lnTo>
                    <a:pt x="333781" y="180593"/>
                  </a:lnTo>
                  <a:lnTo>
                    <a:pt x="334123" y="175296"/>
                  </a:lnTo>
                  <a:lnTo>
                    <a:pt x="334297" y="169991"/>
                  </a:lnTo>
                  <a:lnTo>
                    <a:pt x="334302" y="164683"/>
                  </a:lnTo>
                  <a:lnTo>
                    <a:pt x="334139" y="159377"/>
                  </a:lnTo>
                  <a:lnTo>
                    <a:pt x="333808" y="154080"/>
                  </a:lnTo>
                  <a:lnTo>
                    <a:pt x="333308" y="148795"/>
                  </a:lnTo>
                  <a:lnTo>
                    <a:pt x="332641" y="143529"/>
                  </a:lnTo>
                  <a:lnTo>
                    <a:pt x="331807" y="138287"/>
                  </a:lnTo>
                  <a:lnTo>
                    <a:pt x="330807" y="133074"/>
                  </a:lnTo>
                  <a:lnTo>
                    <a:pt x="329642" y="127896"/>
                  </a:lnTo>
                  <a:lnTo>
                    <a:pt x="328314" y="122757"/>
                  </a:lnTo>
                  <a:lnTo>
                    <a:pt x="326822" y="117663"/>
                  </a:lnTo>
                  <a:lnTo>
                    <a:pt x="325170" y="112618"/>
                  </a:lnTo>
                  <a:lnTo>
                    <a:pt x="323359" y="107629"/>
                  </a:lnTo>
                  <a:lnTo>
                    <a:pt x="321390" y="102700"/>
                  </a:lnTo>
                  <a:lnTo>
                    <a:pt x="319265" y="97835"/>
                  </a:lnTo>
                  <a:lnTo>
                    <a:pt x="316987" y="93041"/>
                  </a:lnTo>
                  <a:lnTo>
                    <a:pt x="314559" y="88321"/>
                  </a:lnTo>
                  <a:lnTo>
                    <a:pt x="311981" y="83681"/>
                  </a:lnTo>
                  <a:lnTo>
                    <a:pt x="309257" y="79125"/>
                  </a:lnTo>
                  <a:lnTo>
                    <a:pt x="306391" y="74658"/>
                  </a:lnTo>
                  <a:lnTo>
                    <a:pt x="303383" y="70284"/>
                  </a:lnTo>
                  <a:lnTo>
                    <a:pt x="300239" y="66008"/>
                  </a:lnTo>
                  <a:lnTo>
                    <a:pt x="296960" y="61834"/>
                  </a:lnTo>
                  <a:lnTo>
                    <a:pt x="293551" y="57766"/>
                  </a:lnTo>
                  <a:lnTo>
                    <a:pt x="290013" y="53808"/>
                  </a:lnTo>
                  <a:lnTo>
                    <a:pt x="286353" y="49964"/>
                  </a:lnTo>
                  <a:lnTo>
                    <a:pt x="282571" y="46239"/>
                  </a:lnTo>
                  <a:lnTo>
                    <a:pt x="278674" y="42636"/>
                  </a:lnTo>
                  <a:lnTo>
                    <a:pt x="274664" y="39158"/>
                  </a:lnTo>
                  <a:lnTo>
                    <a:pt x="270546" y="35809"/>
                  </a:lnTo>
                  <a:lnTo>
                    <a:pt x="266323" y="32593"/>
                  </a:lnTo>
                  <a:lnTo>
                    <a:pt x="262001" y="29512"/>
                  </a:lnTo>
                  <a:lnTo>
                    <a:pt x="257583" y="26570"/>
                  </a:lnTo>
                  <a:lnTo>
                    <a:pt x="253073" y="23770"/>
                  </a:lnTo>
                  <a:lnTo>
                    <a:pt x="248477" y="21114"/>
                  </a:lnTo>
                  <a:lnTo>
                    <a:pt x="243799" y="18606"/>
                  </a:lnTo>
                  <a:lnTo>
                    <a:pt x="239044" y="16248"/>
                  </a:lnTo>
                  <a:lnTo>
                    <a:pt x="234217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8" y="8357"/>
                  </a:lnTo>
                  <a:lnTo>
                    <a:pt x="214279" y="6780"/>
                  </a:lnTo>
                  <a:lnTo>
                    <a:pt x="209164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4" y="4659281"/>
              <a:ext cx="167160" cy="334306"/>
            </a:xfrm>
            <a:custGeom>
              <a:avLst/>
              <a:pathLst>
                <a:path w="167160" h="334306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7" y="1356"/>
                  </a:lnTo>
                  <a:lnTo>
                    <a:pt x="140634" y="2117"/>
                  </a:lnTo>
                  <a:lnTo>
                    <a:pt x="135389" y="3046"/>
                  </a:lnTo>
                  <a:lnTo>
                    <a:pt x="130175" y="4142"/>
                  </a:lnTo>
                  <a:lnTo>
                    <a:pt x="124999" y="5403"/>
                  </a:lnTo>
                  <a:lnTo>
                    <a:pt x="119866" y="6829"/>
                  </a:lnTo>
                  <a:lnTo>
                    <a:pt x="114781" y="8417"/>
                  </a:lnTo>
                  <a:lnTo>
                    <a:pt x="109749" y="10167"/>
                  </a:lnTo>
                  <a:lnTo>
                    <a:pt x="104775" y="12076"/>
                  </a:lnTo>
                  <a:lnTo>
                    <a:pt x="99865" y="14143"/>
                  </a:lnTo>
                  <a:lnTo>
                    <a:pt x="95023" y="16365"/>
                  </a:lnTo>
                  <a:lnTo>
                    <a:pt x="90255" y="18740"/>
                  </a:lnTo>
                  <a:lnTo>
                    <a:pt x="85564" y="21266"/>
                  </a:lnTo>
                  <a:lnTo>
                    <a:pt x="80957" y="23940"/>
                  </a:lnTo>
                  <a:lnTo>
                    <a:pt x="76436" y="26760"/>
                  </a:lnTo>
                  <a:lnTo>
                    <a:pt x="72008" y="29722"/>
                  </a:lnTo>
                  <a:lnTo>
                    <a:pt x="67677" y="32824"/>
                  </a:lnTo>
                  <a:lnTo>
                    <a:pt x="63447" y="36062"/>
                  </a:lnTo>
                  <a:lnTo>
                    <a:pt x="59322" y="39433"/>
                  </a:lnTo>
                  <a:lnTo>
                    <a:pt x="55306" y="42934"/>
                  </a:lnTo>
                  <a:lnTo>
                    <a:pt x="51405" y="46562"/>
                  </a:lnTo>
                  <a:lnTo>
                    <a:pt x="47620" y="50311"/>
                  </a:lnTo>
                  <a:lnTo>
                    <a:pt x="43958" y="54180"/>
                  </a:lnTo>
                  <a:lnTo>
                    <a:pt x="40420" y="58163"/>
                  </a:lnTo>
                  <a:lnTo>
                    <a:pt x="37011" y="62257"/>
                  </a:lnTo>
                  <a:lnTo>
                    <a:pt x="33734" y="66457"/>
                  </a:lnTo>
                  <a:lnTo>
                    <a:pt x="30593" y="70760"/>
                  </a:lnTo>
                  <a:lnTo>
                    <a:pt x="27590" y="75161"/>
                  </a:lnTo>
                  <a:lnTo>
                    <a:pt x="24729" y="79655"/>
                  </a:lnTo>
                  <a:lnTo>
                    <a:pt x="22013" y="84238"/>
                  </a:lnTo>
                  <a:lnTo>
                    <a:pt x="19444" y="88905"/>
                  </a:lnTo>
                  <a:lnTo>
                    <a:pt x="17025" y="93651"/>
                  </a:lnTo>
                  <a:lnTo>
                    <a:pt x="14759" y="98473"/>
                  </a:lnTo>
                  <a:lnTo>
                    <a:pt x="12647" y="103364"/>
                  </a:lnTo>
                  <a:lnTo>
                    <a:pt x="10693" y="108320"/>
                  </a:lnTo>
                  <a:lnTo>
                    <a:pt x="8897" y="113335"/>
                  </a:lnTo>
                  <a:lnTo>
                    <a:pt x="7262" y="118406"/>
                  </a:lnTo>
                  <a:lnTo>
                    <a:pt x="5790" y="123525"/>
                  </a:lnTo>
                  <a:lnTo>
                    <a:pt x="4481" y="128690"/>
                  </a:lnTo>
                  <a:lnTo>
                    <a:pt x="3337" y="133893"/>
                  </a:lnTo>
                  <a:lnTo>
                    <a:pt x="2360" y="139130"/>
                  </a:lnTo>
                  <a:lnTo>
                    <a:pt x="1551" y="144395"/>
                  </a:lnTo>
                  <a:lnTo>
                    <a:pt x="909" y="149684"/>
                  </a:lnTo>
                  <a:lnTo>
                    <a:pt x="437" y="154990"/>
                  </a:lnTo>
                  <a:lnTo>
                    <a:pt x="133" y="160309"/>
                  </a:lnTo>
                  <a:lnTo>
                    <a:pt x="0" y="165635"/>
                  </a:lnTo>
                  <a:lnTo>
                    <a:pt x="36" y="170962"/>
                  </a:lnTo>
                  <a:lnTo>
                    <a:pt x="241" y="176286"/>
                  </a:lnTo>
                  <a:lnTo>
                    <a:pt x="617" y="181600"/>
                  </a:lnTo>
                  <a:lnTo>
                    <a:pt x="1161" y="186899"/>
                  </a:lnTo>
                  <a:lnTo>
                    <a:pt x="1874" y="192179"/>
                  </a:lnTo>
                  <a:lnTo>
                    <a:pt x="2755" y="197433"/>
                  </a:lnTo>
                  <a:lnTo>
                    <a:pt x="3803" y="202656"/>
                  </a:lnTo>
                  <a:lnTo>
                    <a:pt x="5017" y="207844"/>
                  </a:lnTo>
                  <a:lnTo>
                    <a:pt x="6395" y="212989"/>
                  </a:lnTo>
                  <a:lnTo>
                    <a:pt x="7937" y="218089"/>
                  </a:lnTo>
                  <a:lnTo>
                    <a:pt x="9641" y="223137"/>
                  </a:lnTo>
                  <a:lnTo>
                    <a:pt x="11504" y="228128"/>
                  </a:lnTo>
                  <a:lnTo>
                    <a:pt x="13526" y="233056"/>
                  </a:lnTo>
                  <a:lnTo>
                    <a:pt x="15703" y="237919"/>
                  </a:lnTo>
                  <a:lnTo>
                    <a:pt x="18034" y="242709"/>
                  </a:lnTo>
                  <a:lnTo>
                    <a:pt x="20517" y="247422"/>
                  </a:lnTo>
                  <a:lnTo>
                    <a:pt x="23149" y="252054"/>
                  </a:lnTo>
                  <a:lnTo>
                    <a:pt x="25927" y="256600"/>
                  </a:lnTo>
                  <a:lnTo>
                    <a:pt x="28849" y="261055"/>
                  </a:lnTo>
                  <a:lnTo>
                    <a:pt x="31911" y="265414"/>
                  </a:lnTo>
                  <a:lnTo>
                    <a:pt x="35110" y="269674"/>
                  </a:lnTo>
                  <a:lnTo>
                    <a:pt x="38443" y="273830"/>
                  </a:lnTo>
                  <a:lnTo>
                    <a:pt x="41907" y="277877"/>
                  </a:lnTo>
                  <a:lnTo>
                    <a:pt x="45499" y="281812"/>
                  </a:lnTo>
                  <a:lnTo>
                    <a:pt x="49214" y="285631"/>
                  </a:lnTo>
                  <a:lnTo>
                    <a:pt x="53048" y="289329"/>
                  </a:lnTo>
                  <a:lnTo>
                    <a:pt x="56999" y="292903"/>
                  </a:lnTo>
                  <a:lnTo>
                    <a:pt x="61061" y="296349"/>
                  </a:lnTo>
                  <a:lnTo>
                    <a:pt x="65232" y="299664"/>
                  </a:lnTo>
                  <a:lnTo>
                    <a:pt x="69505" y="302845"/>
                  </a:lnTo>
                  <a:lnTo>
                    <a:pt x="73878" y="305888"/>
                  </a:lnTo>
                  <a:lnTo>
                    <a:pt x="78346" y="308790"/>
                  </a:lnTo>
                  <a:lnTo>
                    <a:pt x="82904" y="311548"/>
                  </a:lnTo>
                  <a:lnTo>
                    <a:pt x="87547" y="314159"/>
                  </a:lnTo>
                  <a:lnTo>
                    <a:pt x="92272" y="316622"/>
                  </a:lnTo>
                  <a:lnTo>
                    <a:pt x="97072" y="318932"/>
                  </a:lnTo>
                  <a:lnTo>
                    <a:pt x="101943" y="321088"/>
                  </a:lnTo>
                  <a:lnTo>
                    <a:pt x="106881" y="323088"/>
                  </a:lnTo>
                  <a:lnTo>
                    <a:pt x="111880" y="324930"/>
                  </a:lnTo>
                  <a:lnTo>
                    <a:pt x="116935" y="326611"/>
                  </a:lnTo>
                  <a:lnTo>
                    <a:pt x="122041" y="328131"/>
                  </a:lnTo>
                  <a:lnTo>
                    <a:pt x="127193" y="329486"/>
                  </a:lnTo>
                  <a:lnTo>
                    <a:pt x="132386" y="330678"/>
                  </a:lnTo>
                  <a:lnTo>
                    <a:pt x="137614" y="331703"/>
                  </a:lnTo>
                  <a:lnTo>
                    <a:pt x="142872" y="332561"/>
                  </a:lnTo>
                  <a:lnTo>
                    <a:pt x="148154" y="333250"/>
                  </a:lnTo>
                  <a:lnTo>
                    <a:pt x="153456" y="333772"/>
                  </a:lnTo>
                  <a:lnTo>
                    <a:pt x="158772" y="334124"/>
                  </a:lnTo>
                  <a:lnTo>
                    <a:pt x="164096" y="33430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0171" y="4826449"/>
              <a:ext cx="3063" cy="167139"/>
            </a:xfrm>
            <a:custGeom>
              <a:avLst/>
              <a:pathLst>
                <a:path w="3063" h="167139">
                  <a:moveTo>
                    <a:pt x="0" y="167139"/>
                  </a:moveTo>
                  <a:lnTo>
                    <a:pt x="30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0171" y="4826449"/>
              <a:ext cx="101123" cy="167147"/>
            </a:xfrm>
            <a:custGeom>
              <a:avLst/>
              <a:pathLst>
                <a:path w="101123" h="167147">
                  <a:moveTo>
                    <a:pt x="0" y="167139"/>
                  </a:moveTo>
                  <a:lnTo>
                    <a:pt x="5676" y="167147"/>
                  </a:lnTo>
                  <a:lnTo>
                    <a:pt x="11349" y="166961"/>
                  </a:lnTo>
                  <a:lnTo>
                    <a:pt x="17013" y="166584"/>
                  </a:lnTo>
                  <a:lnTo>
                    <a:pt x="22660" y="166014"/>
                  </a:lnTo>
                  <a:lnTo>
                    <a:pt x="28285" y="165253"/>
                  </a:lnTo>
                  <a:lnTo>
                    <a:pt x="33881" y="164302"/>
                  </a:lnTo>
                  <a:lnTo>
                    <a:pt x="39441" y="163161"/>
                  </a:lnTo>
                  <a:lnTo>
                    <a:pt x="44960" y="161832"/>
                  </a:lnTo>
                  <a:lnTo>
                    <a:pt x="50430" y="160316"/>
                  </a:lnTo>
                  <a:lnTo>
                    <a:pt x="55845" y="158615"/>
                  </a:lnTo>
                  <a:lnTo>
                    <a:pt x="61200" y="156732"/>
                  </a:lnTo>
                  <a:lnTo>
                    <a:pt x="66488" y="154668"/>
                  </a:lnTo>
                  <a:lnTo>
                    <a:pt x="71702" y="152425"/>
                  </a:lnTo>
                  <a:lnTo>
                    <a:pt x="76837" y="150007"/>
                  </a:lnTo>
                  <a:lnTo>
                    <a:pt x="81888" y="147416"/>
                  </a:lnTo>
                  <a:lnTo>
                    <a:pt x="86847" y="144655"/>
                  </a:lnTo>
                  <a:lnTo>
                    <a:pt x="91710" y="141727"/>
                  </a:lnTo>
                  <a:lnTo>
                    <a:pt x="96471" y="138636"/>
                  </a:lnTo>
                  <a:lnTo>
                    <a:pt x="101123" y="135385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57" cy="302552"/>
            </a:xfrm>
            <a:custGeom>
              <a:avLst/>
              <a:pathLst>
                <a:path w="167157" h="302552">
                  <a:moveTo>
                    <a:pt x="98060" y="302552"/>
                  </a:moveTo>
                  <a:lnTo>
                    <a:pt x="102319" y="299363"/>
                  </a:lnTo>
                  <a:lnTo>
                    <a:pt x="106474" y="296039"/>
                  </a:lnTo>
                  <a:lnTo>
                    <a:pt x="110522" y="292585"/>
                  </a:lnTo>
                  <a:lnTo>
                    <a:pt x="114458" y="289004"/>
                  </a:lnTo>
                  <a:lnTo>
                    <a:pt x="118277" y="285299"/>
                  </a:lnTo>
                  <a:lnTo>
                    <a:pt x="121977" y="281475"/>
                  </a:lnTo>
                  <a:lnTo>
                    <a:pt x="125554" y="277535"/>
                  </a:lnTo>
                  <a:lnTo>
                    <a:pt x="129003" y="273483"/>
                  </a:lnTo>
                  <a:lnTo>
                    <a:pt x="132321" y="269324"/>
                  </a:lnTo>
                  <a:lnTo>
                    <a:pt x="135505" y="265061"/>
                  </a:lnTo>
                  <a:lnTo>
                    <a:pt x="138552" y="260698"/>
                  </a:lnTo>
                  <a:lnTo>
                    <a:pt x="141459" y="256241"/>
                  </a:lnTo>
                  <a:lnTo>
                    <a:pt x="144222" y="251694"/>
                  </a:lnTo>
                  <a:lnTo>
                    <a:pt x="146839" y="247061"/>
                  </a:lnTo>
                  <a:lnTo>
                    <a:pt x="149308" y="242347"/>
                  </a:lnTo>
                  <a:lnTo>
                    <a:pt x="151625" y="237557"/>
                  </a:lnTo>
                  <a:lnTo>
                    <a:pt x="153788" y="232695"/>
                  </a:lnTo>
                  <a:lnTo>
                    <a:pt x="155796" y="227768"/>
                  </a:lnTo>
                  <a:lnTo>
                    <a:pt x="157646" y="222778"/>
                  </a:lnTo>
                  <a:lnTo>
                    <a:pt x="159336" y="217733"/>
                  </a:lnTo>
                  <a:lnTo>
                    <a:pt x="160864" y="212636"/>
                  </a:lnTo>
                  <a:lnTo>
                    <a:pt x="162230" y="207493"/>
                  </a:lnTo>
                  <a:lnTo>
                    <a:pt x="163431" y="202310"/>
                  </a:lnTo>
                  <a:lnTo>
                    <a:pt x="164467" y="197090"/>
                  </a:lnTo>
                  <a:lnTo>
                    <a:pt x="165336" y="191841"/>
                  </a:lnTo>
                  <a:lnTo>
                    <a:pt x="166038" y="186566"/>
                  </a:lnTo>
                  <a:lnTo>
                    <a:pt x="166571" y="181272"/>
                  </a:lnTo>
                  <a:lnTo>
                    <a:pt x="166935" y="175963"/>
                  </a:lnTo>
                  <a:lnTo>
                    <a:pt x="167131" y="170646"/>
                  </a:lnTo>
                  <a:lnTo>
                    <a:pt x="167157" y="165325"/>
                  </a:lnTo>
                  <a:lnTo>
                    <a:pt x="167013" y="160006"/>
                  </a:lnTo>
                  <a:lnTo>
                    <a:pt x="166701" y="154694"/>
                  </a:lnTo>
                  <a:lnTo>
                    <a:pt x="166220" y="149394"/>
                  </a:lnTo>
                  <a:lnTo>
                    <a:pt x="165570" y="144113"/>
                  </a:lnTo>
                  <a:lnTo>
                    <a:pt x="164752" y="138855"/>
                  </a:lnTo>
                  <a:lnTo>
                    <a:pt x="163768" y="133626"/>
                  </a:lnTo>
                  <a:lnTo>
                    <a:pt x="162617" y="128431"/>
                  </a:lnTo>
                  <a:lnTo>
                    <a:pt x="161302" y="123275"/>
                  </a:lnTo>
                  <a:lnTo>
                    <a:pt x="159823" y="118163"/>
                  </a:lnTo>
                  <a:lnTo>
                    <a:pt x="158183" y="113102"/>
                  </a:lnTo>
                  <a:lnTo>
                    <a:pt x="156382" y="108094"/>
                  </a:lnTo>
                  <a:lnTo>
                    <a:pt x="154422" y="103147"/>
                  </a:lnTo>
                  <a:lnTo>
                    <a:pt x="152307" y="98265"/>
                  </a:lnTo>
                  <a:lnTo>
                    <a:pt x="150037" y="93452"/>
                  </a:lnTo>
                  <a:lnTo>
                    <a:pt x="147614" y="88715"/>
                  </a:lnTo>
                  <a:lnTo>
                    <a:pt x="145043" y="84056"/>
                  </a:lnTo>
                  <a:lnTo>
                    <a:pt x="142324" y="79482"/>
                  </a:lnTo>
                  <a:lnTo>
                    <a:pt x="139461" y="74997"/>
                  </a:lnTo>
                  <a:lnTo>
                    <a:pt x="136457" y="70605"/>
                  </a:lnTo>
                  <a:lnTo>
                    <a:pt x="133315" y="66311"/>
                  </a:lnTo>
                  <a:lnTo>
                    <a:pt x="130037" y="62119"/>
                  </a:lnTo>
                  <a:lnTo>
                    <a:pt x="126628" y="58033"/>
                  </a:lnTo>
                  <a:lnTo>
                    <a:pt x="123091" y="54058"/>
                  </a:lnTo>
                  <a:lnTo>
                    <a:pt x="119428" y="50198"/>
                  </a:lnTo>
                  <a:lnTo>
                    <a:pt x="115645" y="46456"/>
                  </a:lnTo>
                  <a:lnTo>
                    <a:pt x="111745" y="42837"/>
                  </a:lnTo>
                  <a:lnTo>
                    <a:pt x="107731" y="39343"/>
                  </a:lnTo>
                  <a:lnTo>
                    <a:pt x="103608" y="35979"/>
                  </a:lnTo>
                  <a:lnTo>
                    <a:pt x="99380" y="32748"/>
                  </a:lnTo>
                  <a:lnTo>
                    <a:pt x="95052" y="29653"/>
                  </a:lnTo>
                  <a:lnTo>
                    <a:pt x="90627" y="26698"/>
                  </a:lnTo>
                  <a:lnTo>
                    <a:pt x="86111" y="23885"/>
                  </a:lnTo>
                  <a:lnTo>
                    <a:pt x="81507" y="21217"/>
                  </a:lnTo>
                  <a:lnTo>
                    <a:pt x="76820" y="18696"/>
                  </a:lnTo>
                  <a:lnTo>
                    <a:pt x="72056" y="16327"/>
                  </a:lnTo>
                  <a:lnTo>
                    <a:pt x="67219" y="14110"/>
                  </a:lnTo>
                  <a:lnTo>
                    <a:pt x="62313" y="12048"/>
                  </a:lnTo>
                  <a:lnTo>
                    <a:pt x="57345" y="10143"/>
                  </a:lnTo>
                  <a:lnTo>
                    <a:pt x="52318" y="8398"/>
                  </a:lnTo>
                  <a:lnTo>
                    <a:pt x="47239" y="6813"/>
                  </a:lnTo>
                  <a:lnTo>
                    <a:pt x="42111" y="5391"/>
                  </a:lnTo>
                  <a:lnTo>
                    <a:pt x="36941" y="4132"/>
                  </a:lnTo>
                  <a:lnTo>
                    <a:pt x="31734" y="3039"/>
                  </a:lnTo>
                  <a:lnTo>
                    <a:pt x="26494" y="2112"/>
                  </a:lnTo>
                  <a:lnTo>
                    <a:pt x="21227" y="1353"/>
                  </a:lnTo>
                  <a:lnTo>
                    <a:pt x="15939" y="761"/>
                  </a:lnTo>
                  <a:lnTo>
                    <a:pt x="10635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10" y="4213821"/>
              <a:ext cx="284824" cy="334314"/>
            </a:xfrm>
            <a:custGeom>
              <a:avLst/>
              <a:pathLst>
                <a:path w="284824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1" y="3050"/>
                  </a:lnTo>
                  <a:lnTo>
                    <a:pt x="130154" y="4147"/>
                  </a:lnTo>
                  <a:lnTo>
                    <a:pt x="124975" y="5410"/>
                  </a:lnTo>
                  <a:lnTo>
                    <a:pt x="119839" y="6837"/>
                  </a:lnTo>
                  <a:lnTo>
                    <a:pt x="114751" y="8428"/>
                  </a:lnTo>
                  <a:lnTo>
                    <a:pt x="109717" y="10179"/>
                  </a:lnTo>
                  <a:lnTo>
                    <a:pt x="104741" y="12091"/>
                  </a:lnTo>
                  <a:lnTo>
                    <a:pt x="99828" y="14160"/>
                  </a:lnTo>
                  <a:lnTo>
                    <a:pt x="94984" y="16385"/>
                  </a:lnTo>
                  <a:lnTo>
                    <a:pt x="90213" y="18763"/>
                  </a:lnTo>
                  <a:lnTo>
                    <a:pt x="85520" y="21291"/>
                  </a:lnTo>
                  <a:lnTo>
                    <a:pt x="80911" y="23969"/>
                  </a:lnTo>
                  <a:lnTo>
                    <a:pt x="76389" y="26791"/>
                  </a:lnTo>
                  <a:lnTo>
                    <a:pt x="71959" y="29757"/>
                  </a:lnTo>
                  <a:lnTo>
                    <a:pt x="67626" y="32862"/>
                  </a:lnTo>
                  <a:lnTo>
                    <a:pt x="63395" y="36104"/>
                  </a:lnTo>
                  <a:lnTo>
                    <a:pt x="59269" y="39479"/>
                  </a:lnTo>
                  <a:lnTo>
                    <a:pt x="55252" y="42984"/>
                  </a:lnTo>
                  <a:lnTo>
                    <a:pt x="51350" y="46616"/>
                  </a:lnTo>
                  <a:lnTo>
                    <a:pt x="47565" y="50369"/>
                  </a:lnTo>
                  <a:lnTo>
                    <a:pt x="43902" y="54242"/>
                  </a:lnTo>
                  <a:lnTo>
                    <a:pt x="40364" y="58229"/>
                  </a:lnTo>
                  <a:lnTo>
                    <a:pt x="36955" y="62328"/>
                  </a:lnTo>
                  <a:lnTo>
                    <a:pt x="33678" y="66532"/>
                  </a:lnTo>
                  <a:lnTo>
                    <a:pt x="30538" y="70840"/>
                  </a:lnTo>
                  <a:lnTo>
                    <a:pt x="27536" y="75245"/>
                  </a:lnTo>
                  <a:lnTo>
                    <a:pt x="24676" y="79743"/>
                  </a:lnTo>
                  <a:lnTo>
                    <a:pt x="21961" y="84331"/>
                  </a:lnTo>
                  <a:lnTo>
                    <a:pt x="19394" y="89002"/>
                  </a:lnTo>
                  <a:lnTo>
                    <a:pt x="16977" y="93754"/>
                  </a:lnTo>
                  <a:lnTo>
                    <a:pt x="14712" y="98579"/>
                  </a:lnTo>
                  <a:lnTo>
                    <a:pt x="12603" y="103475"/>
                  </a:lnTo>
                  <a:lnTo>
                    <a:pt x="10651" y="108435"/>
                  </a:lnTo>
                  <a:lnTo>
                    <a:pt x="8858" y="113455"/>
                  </a:lnTo>
                  <a:lnTo>
                    <a:pt x="7226" y="118530"/>
                  </a:lnTo>
                  <a:lnTo>
                    <a:pt x="5756" y="123654"/>
                  </a:lnTo>
                  <a:lnTo>
                    <a:pt x="4451" y="128823"/>
                  </a:lnTo>
                  <a:lnTo>
                    <a:pt x="3311" y="134030"/>
                  </a:lnTo>
                  <a:lnTo>
                    <a:pt x="2338" y="139271"/>
                  </a:lnTo>
                  <a:lnTo>
                    <a:pt x="1532" y="144540"/>
                  </a:lnTo>
                  <a:lnTo>
                    <a:pt x="895" y="149833"/>
                  </a:lnTo>
                  <a:lnTo>
                    <a:pt x="427" y="155143"/>
                  </a:lnTo>
                  <a:lnTo>
                    <a:pt x="128" y="160465"/>
                  </a:lnTo>
                  <a:lnTo>
                    <a:pt x="0" y="165794"/>
                  </a:lnTo>
                  <a:lnTo>
                    <a:pt x="41" y="171125"/>
                  </a:lnTo>
                  <a:lnTo>
                    <a:pt x="252" y="176451"/>
                  </a:lnTo>
                  <a:lnTo>
                    <a:pt x="633" y="181768"/>
                  </a:lnTo>
                  <a:lnTo>
                    <a:pt x="1183" y="187071"/>
                  </a:lnTo>
                  <a:lnTo>
                    <a:pt x="1902" y="192353"/>
                  </a:lnTo>
                  <a:lnTo>
                    <a:pt x="2789" y="197609"/>
                  </a:lnTo>
                  <a:lnTo>
                    <a:pt x="3843" y="202834"/>
                  </a:lnTo>
                  <a:lnTo>
                    <a:pt x="5063" y="208023"/>
                  </a:lnTo>
                  <a:lnTo>
                    <a:pt x="6449" y="213171"/>
                  </a:lnTo>
                  <a:lnTo>
                    <a:pt x="7997" y="218272"/>
                  </a:lnTo>
                  <a:lnTo>
                    <a:pt x="9707" y="223321"/>
                  </a:lnTo>
                  <a:lnTo>
                    <a:pt x="11578" y="228312"/>
                  </a:lnTo>
                  <a:lnTo>
                    <a:pt x="13607" y="233242"/>
                  </a:lnTo>
                  <a:lnTo>
                    <a:pt x="15791" y="238104"/>
                  </a:lnTo>
                  <a:lnTo>
                    <a:pt x="18130" y="242894"/>
                  </a:lnTo>
                  <a:lnTo>
                    <a:pt x="20620" y="247608"/>
                  </a:lnTo>
                  <a:lnTo>
                    <a:pt x="23260" y="252239"/>
                  </a:lnTo>
                  <a:lnTo>
                    <a:pt x="26045" y="256784"/>
                  </a:lnTo>
                  <a:lnTo>
                    <a:pt x="28974" y="261238"/>
                  </a:lnTo>
                  <a:lnTo>
                    <a:pt x="32044" y="265596"/>
                  </a:lnTo>
                  <a:lnTo>
                    <a:pt x="35251" y="269854"/>
                  </a:lnTo>
                  <a:lnTo>
                    <a:pt x="38592" y="274008"/>
                  </a:lnTo>
                  <a:lnTo>
                    <a:pt x="42064" y="278053"/>
                  </a:lnTo>
                  <a:lnTo>
                    <a:pt x="45663" y="281985"/>
                  </a:lnTo>
                  <a:lnTo>
                    <a:pt x="49386" y="285800"/>
                  </a:lnTo>
                  <a:lnTo>
                    <a:pt x="53228" y="289495"/>
                  </a:lnTo>
                  <a:lnTo>
                    <a:pt x="57186" y="293066"/>
                  </a:lnTo>
                  <a:lnTo>
                    <a:pt x="61256" y="296508"/>
                  </a:lnTo>
                  <a:lnTo>
                    <a:pt x="65434" y="299819"/>
                  </a:lnTo>
                  <a:lnTo>
                    <a:pt x="69715" y="302995"/>
                  </a:lnTo>
                  <a:lnTo>
                    <a:pt x="74096" y="306033"/>
                  </a:lnTo>
                  <a:lnTo>
                    <a:pt x="78571" y="308930"/>
                  </a:lnTo>
                  <a:lnTo>
                    <a:pt x="83136" y="311682"/>
                  </a:lnTo>
                  <a:lnTo>
                    <a:pt x="87786" y="314288"/>
                  </a:lnTo>
                  <a:lnTo>
                    <a:pt x="92517" y="316744"/>
                  </a:lnTo>
                  <a:lnTo>
                    <a:pt x="97324" y="319048"/>
                  </a:lnTo>
                  <a:lnTo>
                    <a:pt x="102203" y="321197"/>
                  </a:lnTo>
                  <a:lnTo>
                    <a:pt x="107147" y="323190"/>
                  </a:lnTo>
                  <a:lnTo>
                    <a:pt x="112152" y="325024"/>
                  </a:lnTo>
                  <a:lnTo>
                    <a:pt x="117213" y="326698"/>
                  </a:lnTo>
                  <a:lnTo>
                    <a:pt x="122325" y="328209"/>
                  </a:lnTo>
                  <a:lnTo>
                    <a:pt x="127482" y="329557"/>
                  </a:lnTo>
                  <a:lnTo>
                    <a:pt x="132680" y="330740"/>
                  </a:lnTo>
                  <a:lnTo>
                    <a:pt x="137913" y="331756"/>
                  </a:lnTo>
                  <a:lnTo>
                    <a:pt x="143176" y="332605"/>
                  </a:lnTo>
                  <a:lnTo>
                    <a:pt x="148463" y="333285"/>
                  </a:lnTo>
                  <a:lnTo>
                    <a:pt x="153769" y="333797"/>
                  </a:lnTo>
                  <a:lnTo>
                    <a:pt x="159088" y="334139"/>
                  </a:lnTo>
                  <a:lnTo>
                    <a:pt x="164416" y="334312"/>
                  </a:lnTo>
                  <a:lnTo>
                    <a:pt x="169747" y="334314"/>
                  </a:lnTo>
                  <a:lnTo>
                    <a:pt x="175075" y="334147"/>
                  </a:lnTo>
                  <a:lnTo>
                    <a:pt x="180395" y="333810"/>
                  </a:lnTo>
                  <a:lnTo>
                    <a:pt x="185701" y="333303"/>
                  </a:lnTo>
                  <a:lnTo>
                    <a:pt x="190989" y="332627"/>
                  </a:lnTo>
                  <a:lnTo>
                    <a:pt x="196253" y="331784"/>
                  </a:lnTo>
                  <a:lnTo>
                    <a:pt x="201486" y="330772"/>
                  </a:lnTo>
                  <a:lnTo>
                    <a:pt x="206685" y="329595"/>
                  </a:lnTo>
                  <a:lnTo>
                    <a:pt x="211844" y="328252"/>
                  </a:lnTo>
                  <a:lnTo>
                    <a:pt x="216958" y="326745"/>
                  </a:lnTo>
                  <a:lnTo>
                    <a:pt x="222020" y="325077"/>
                  </a:lnTo>
                  <a:lnTo>
                    <a:pt x="227027" y="323247"/>
                  </a:lnTo>
                  <a:lnTo>
                    <a:pt x="231973" y="321259"/>
                  </a:lnTo>
                  <a:lnTo>
                    <a:pt x="236853" y="319114"/>
                  </a:lnTo>
                  <a:lnTo>
                    <a:pt x="241663" y="316815"/>
                  </a:lnTo>
                  <a:lnTo>
                    <a:pt x="246396" y="314363"/>
                  </a:lnTo>
                  <a:lnTo>
                    <a:pt x="251049" y="311762"/>
                  </a:lnTo>
                  <a:lnTo>
                    <a:pt x="255617" y="309014"/>
                  </a:lnTo>
                  <a:lnTo>
                    <a:pt x="260094" y="306122"/>
                  </a:lnTo>
                  <a:lnTo>
                    <a:pt x="264478" y="303088"/>
                  </a:lnTo>
                  <a:lnTo>
                    <a:pt x="268762" y="299916"/>
                  </a:lnTo>
                  <a:lnTo>
                    <a:pt x="272943" y="296609"/>
                  </a:lnTo>
                  <a:lnTo>
                    <a:pt x="277016" y="293170"/>
                  </a:lnTo>
                  <a:lnTo>
                    <a:pt x="280978" y="289604"/>
                  </a:lnTo>
                  <a:lnTo>
                    <a:pt x="284824" y="285913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17662" cy="118745"/>
            </a:xfrm>
            <a:custGeom>
              <a:avLst/>
              <a:pathLst>
                <a:path w="117662" h="118745">
                  <a:moveTo>
                    <a:pt x="117662" y="11874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80682"/>
              <a:ext cx="167167" cy="119052"/>
            </a:xfrm>
            <a:custGeom>
              <a:avLst/>
              <a:pathLst>
                <a:path w="167167" h="119052">
                  <a:moveTo>
                    <a:pt x="117662" y="119052"/>
                  </a:moveTo>
                  <a:lnTo>
                    <a:pt x="121515" y="115106"/>
                  </a:lnTo>
                  <a:lnTo>
                    <a:pt x="125235" y="111035"/>
                  </a:lnTo>
                  <a:lnTo>
                    <a:pt x="128820" y="106844"/>
                  </a:lnTo>
                  <a:lnTo>
                    <a:pt x="132264" y="102536"/>
                  </a:lnTo>
                  <a:lnTo>
                    <a:pt x="135564" y="98118"/>
                  </a:lnTo>
                  <a:lnTo>
                    <a:pt x="138717" y="93593"/>
                  </a:lnTo>
                  <a:lnTo>
                    <a:pt x="141719" y="88966"/>
                  </a:lnTo>
                  <a:lnTo>
                    <a:pt x="144566" y="84243"/>
                  </a:lnTo>
                  <a:lnTo>
                    <a:pt x="147256" y="79429"/>
                  </a:lnTo>
                  <a:lnTo>
                    <a:pt x="149786" y="74528"/>
                  </a:lnTo>
                  <a:lnTo>
                    <a:pt x="152153" y="69547"/>
                  </a:lnTo>
                  <a:lnTo>
                    <a:pt x="154354" y="64490"/>
                  </a:lnTo>
                  <a:lnTo>
                    <a:pt x="156387" y="59364"/>
                  </a:lnTo>
                  <a:lnTo>
                    <a:pt x="158250" y="54173"/>
                  </a:lnTo>
                  <a:lnTo>
                    <a:pt x="159941" y="48924"/>
                  </a:lnTo>
                  <a:lnTo>
                    <a:pt x="161458" y="43621"/>
                  </a:lnTo>
                  <a:lnTo>
                    <a:pt x="162799" y="38272"/>
                  </a:lnTo>
                  <a:lnTo>
                    <a:pt x="163962" y="32881"/>
                  </a:lnTo>
                  <a:lnTo>
                    <a:pt x="164948" y="27455"/>
                  </a:lnTo>
                  <a:lnTo>
                    <a:pt x="165753" y="21999"/>
                  </a:lnTo>
                  <a:lnTo>
                    <a:pt x="166379" y="16520"/>
                  </a:lnTo>
                  <a:lnTo>
                    <a:pt x="166823" y="11023"/>
                  </a:lnTo>
                  <a:lnTo>
                    <a:pt x="167086" y="5514"/>
                  </a:lnTo>
                  <a:lnTo>
                    <a:pt x="167167" y="0"/>
                  </a:lnTo>
                  <a:lnTo>
                    <a:pt x="0" y="3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7167" cy="167167"/>
            </a:xfrm>
            <a:custGeom>
              <a:avLst/>
              <a:pathLst>
                <a:path w="167167" h="167167">
                  <a:moveTo>
                    <a:pt x="167167" y="166861"/>
                  </a:moveTo>
                  <a:lnTo>
                    <a:pt x="167067" y="161398"/>
                  </a:lnTo>
                  <a:lnTo>
                    <a:pt x="166790" y="155941"/>
                  </a:lnTo>
                  <a:lnTo>
                    <a:pt x="166334" y="150496"/>
                  </a:lnTo>
                  <a:lnTo>
                    <a:pt x="165700" y="145069"/>
                  </a:lnTo>
                  <a:lnTo>
                    <a:pt x="164889" y="139665"/>
                  </a:lnTo>
                  <a:lnTo>
                    <a:pt x="163902" y="134291"/>
                  </a:lnTo>
                  <a:lnTo>
                    <a:pt x="162740" y="128952"/>
                  </a:lnTo>
                  <a:lnTo>
                    <a:pt x="161405" y="123654"/>
                  </a:lnTo>
                  <a:lnTo>
                    <a:pt x="159896" y="118403"/>
                  </a:lnTo>
                  <a:lnTo>
                    <a:pt x="158217" y="113203"/>
                  </a:lnTo>
                  <a:lnTo>
                    <a:pt x="156369" y="108061"/>
                  </a:lnTo>
                  <a:lnTo>
                    <a:pt x="154354" y="102982"/>
                  </a:lnTo>
                  <a:lnTo>
                    <a:pt x="152174" y="97972"/>
                  </a:lnTo>
                  <a:lnTo>
                    <a:pt x="149831" y="93036"/>
                  </a:lnTo>
                  <a:lnTo>
                    <a:pt x="147329" y="88179"/>
                  </a:lnTo>
                  <a:lnTo>
                    <a:pt x="144669" y="83406"/>
                  </a:lnTo>
                  <a:lnTo>
                    <a:pt x="141854" y="78723"/>
                  </a:lnTo>
                  <a:lnTo>
                    <a:pt x="138888" y="74135"/>
                  </a:lnTo>
                  <a:lnTo>
                    <a:pt x="135773" y="69645"/>
                  </a:lnTo>
                  <a:lnTo>
                    <a:pt x="132513" y="65260"/>
                  </a:lnTo>
                  <a:lnTo>
                    <a:pt x="129112" y="60984"/>
                  </a:lnTo>
                  <a:lnTo>
                    <a:pt x="125573" y="56821"/>
                  </a:lnTo>
                  <a:lnTo>
                    <a:pt x="121900" y="52776"/>
                  </a:lnTo>
                  <a:lnTo>
                    <a:pt x="118096" y="48853"/>
                  </a:lnTo>
                  <a:lnTo>
                    <a:pt x="114167" y="45057"/>
                  </a:lnTo>
                  <a:lnTo>
                    <a:pt x="110115" y="41391"/>
                  </a:lnTo>
                  <a:lnTo>
                    <a:pt x="105946" y="37860"/>
                  </a:lnTo>
                  <a:lnTo>
                    <a:pt x="101663" y="34466"/>
                  </a:lnTo>
                  <a:lnTo>
                    <a:pt x="97272" y="31215"/>
                  </a:lnTo>
                  <a:lnTo>
                    <a:pt x="92777" y="28108"/>
                  </a:lnTo>
                  <a:lnTo>
                    <a:pt x="88183" y="25151"/>
                  </a:lnTo>
                  <a:lnTo>
                    <a:pt x="83495" y="22345"/>
                  </a:lnTo>
                  <a:lnTo>
                    <a:pt x="78717" y="19693"/>
                  </a:lnTo>
                  <a:lnTo>
                    <a:pt x="73856" y="17200"/>
                  </a:lnTo>
                  <a:lnTo>
                    <a:pt x="68915" y="14866"/>
                  </a:lnTo>
                  <a:lnTo>
                    <a:pt x="63901" y="12695"/>
                  </a:lnTo>
                  <a:lnTo>
                    <a:pt x="58819" y="10689"/>
                  </a:lnTo>
                  <a:lnTo>
                    <a:pt x="53673" y="8851"/>
                  </a:lnTo>
                  <a:lnTo>
                    <a:pt x="48471" y="7181"/>
                  </a:lnTo>
                  <a:lnTo>
                    <a:pt x="43216" y="5682"/>
                  </a:lnTo>
                  <a:lnTo>
                    <a:pt x="37916" y="4356"/>
                  </a:lnTo>
                  <a:lnTo>
                    <a:pt x="32575" y="3204"/>
                  </a:lnTo>
                  <a:lnTo>
                    <a:pt x="27199" y="2227"/>
                  </a:lnTo>
                  <a:lnTo>
                    <a:pt x="21794" y="1426"/>
                  </a:lnTo>
                  <a:lnTo>
                    <a:pt x="16366" y="803"/>
                  </a:lnTo>
                  <a:lnTo>
                    <a:pt x="10920" y="357"/>
                  </a:lnTo>
                  <a:lnTo>
                    <a:pt x="546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60" y="3707720"/>
              <a:ext cx="244378" cy="334333"/>
            </a:xfrm>
            <a:custGeom>
              <a:avLst/>
              <a:pathLst>
                <a:path w="244378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882"/>
              <a:ext cx="167165" cy="315265"/>
            </a:xfrm>
            <a:custGeom>
              <a:avLst/>
              <a:pathLst>
                <a:path w="167165" h="315265">
                  <a:moveTo>
                    <a:pt x="77227" y="315265"/>
                  </a:moveTo>
                  <a:lnTo>
                    <a:pt x="81919" y="312725"/>
                  </a:lnTo>
                  <a:lnTo>
                    <a:pt x="86528" y="310036"/>
                  </a:lnTo>
                  <a:lnTo>
                    <a:pt x="91048" y="307202"/>
                  </a:lnTo>
                  <a:lnTo>
                    <a:pt x="95476" y="304225"/>
                  </a:lnTo>
                  <a:lnTo>
                    <a:pt x="99807" y="301108"/>
                  </a:lnTo>
                  <a:lnTo>
                    <a:pt x="104035" y="297854"/>
                  </a:lnTo>
                  <a:lnTo>
                    <a:pt x="108158" y="294467"/>
                  </a:lnTo>
                  <a:lnTo>
                    <a:pt x="112171" y="290951"/>
                  </a:lnTo>
                  <a:lnTo>
                    <a:pt x="116070" y="287308"/>
                  </a:lnTo>
                  <a:lnTo>
                    <a:pt x="119850" y="283542"/>
                  </a:lnTo>
                  <a:lnTo>
                    <a:pt x="123508" y="279658"/>
                  </a:lnTo>
                  <a:lnTo>
                    <a:pt x="127040" y="275659"/>
                  </a:lnTo>
                  <a:lnTo>
                    <a:pt x="130443" y="271549"/>
                  </a:lnTo>
                  <a:lnTo>
                    <a:pt x="133713" y="267333"/>
                  </a:lnTo>
                  <a:lnTo>
                    <a:pt x="136847" y="263015"/>
                  </a:lnTo>
                  <a:lnTo>
                    <a:pt x="139841" y="258598"/>
                  </a:lnTo>
                  <a:lnTo>
                    <a:pt x="142693" y="254089"/>
                  </a:lnTo>
                  <a:lnTo>
                    <a:pt x="145399" y="249491"/>
                  </a:lnTo>
                  <a:lnTo>
                    <a:pt x="147958" y="244808"/>
                  </a:lnTo>
                  <a:lnTo>
                    <a:pt x="150365" y="240047"/>
                  </a:lnTo>
                  <a:lnTo>
                    <a:pt x="152620" y="235211"/>
                  </a:lnTo>
                  <a:lnTo>
                    <a:pt x="154719" y="230305"/>
                  </a:lnTo>
                  <a:lnTo>
                    <a:pt x="156660" y="225335"/>
                  </a:lnTo>
                  <a:lnTo>
                    <a:pt x="158442" y="220306"/>
                  </a:lnTo>
                  <a:lnTo>
                    <a:pt x="160062" y="215222"/>
                  </a:lnTo>
                  <a:lnTo>
                    <a:pt x="161519" y="210090"/>
                  </a:lnTo>
                  <a:lnTo>
                    <a:pt x="162812" y="204913"/>
                  </a:lnTo>
                  <a:lnTo>
                    <a:pt x="163939" y="199698"/>
                  </a:lnTo>
                  <a:lnTo>
                    <a:pt x="164899" y="194449"/>
                  </a:lnTo>
                  <a:lnTo>
                    <a:pt x="165691" y="189173"/>
                  </a:lnTo>
                  <a:lnTo>
                    <a:pt x="166314" y="183873"/>
                  </a:lnTo>
                  <a:lnTo>
                    <a:pt x="166767" y="178557"/>
                  </a:lnTo>
                  <a:lnTo>
                    <a:pt x="167051" y="173229"/>
                  </a:lnTo>
                  <a:lnTo>
                    <a:pt x="167165" y="167895"/>
                  </a:lnTo>
                  <a:lnTo>
                    <a:pt x="167108" y="162559"/>
                  </a:lnTo>
                  <a:lnTo>
                    <a:pt x="166881" y="157228"/>
                  </a:lnTo>
                  <a:lnTo>
                    <a:pt x="166484" y="151908"/>
                  </a:lnTo>
                  <a:lnTo>
                    <a:pt x="165917" y="146602"/>
                  </a:lnTo>
                  <a:lnTo>
                    <a:pt x="165181" y="141317"/>
                  </a:lnTo>
                  <a:lnTo>
                    <a:pt x="164278" y="136059"/>
                  </a:lnTo>
                  <a:lnTo>
                    <a:pt x="163206" y="130832"/>
                  </a:lnTo>
                  <a:lnTo>
                    <a:pt x="161969" y="125642"/>
                  </a:lnTo>
                  <a:lnTo>
                    <a:pt x="160566" y="120494"/>
                  </a:lnTo>
                  <a:lnTo>
                    <a:pt x="159000" y="115393"/>
                  </a:lnTo>
                  <a:lnTo>
                    <a:pt x="157272" y="110345"/>
                  </a:lnTo>
                  <a:lnTo>
                    <a:pt x="155383" y="105355"/>
                  </a:lnTo>
                  <a:lnTo>
                    <a:pt x="153337" y="100427"/>
                  </a:lnTo>
                  <a:lnTo>
                    <a:pt x="151134" y="95568"/>
                  </a:lnTo>
                  <a:lnTo>
                    <a:pt x="148777" y="90781"/>
                  </a:lnTo>
                  <a:lnTo>
                    <a:pt x="146269" y="86071"/>
                  </a:lnTo>
                  <a:lnTo>
                    <a:pt x="143611" y="81445"/>
                  </a:lnTo>
                  <a:lnTo>
                    <a:pt x="140808" y="76905"/>
                  </a:lnTo>
                  <a:lnTo>
                    <a:pt x="137860" y="72457"/>
                  </a:lnTo>
                  <a:lnTo>
                    <a:pt x="134773" y="68106"/>
                  </a:lnTo>
                  <a:lnTo>
                    <a:pt x="131548" y="63855"/>
                  </a:lnTo>
                  <a:lnTo>
                    <a:pt x="128189" y="59709"/>
                  </a:lnTo>
                  <a:lnTo>
                    <a:pt x="124699" y="55673"/>
                  </a:lnTo>
                  <a:lnTo>
                    <a:pt x="121083" y="51750"/>
                  </a:lnTo>
                  <a:lnTo>
                    <a:pt x="117343" y="47944"/>
                  </a:lnTo>
                  <a:lnTo>
                    <a:pt x="113483" y="44260"/>
                  </a:lnTo>
                  <a:lnTo>
                    <a:pt x="109508" y="40701"/>
                  </a:lnTo>
                  <a:lnTo>
                    <a:pt x="105422" y="37270"/>
                  </a:lnTo>
                  <a:lnTo>
                    <a:pt x="101228" y="33972"/>
                  </a:lnTo>
                  <a:lnTo>
                    <a:pt x="96931" y="30809"/>
                  </a:lnTo>
                  <a:lnTo>
                    <a:pt x="92535" y="27785"/>
                  </a:lnTo>
                  <a:lnTo>
                    <a:pt x="88044" y="24903"/>
                  </a:lnTo>
                  <a:lnTo>
                    <a:pt x="83465" y="22166"/>
                  </a:lnTo>
                  <a:lnTo>
                    <a:pt x="78800" y="19576"/>
                  </a:lnTo>
                  <a:lnTo>
                    <a:pt x="74054" y="17136"/>
                  </a:lnTo>
                  <a:lnTo>
                    <a:pt x="69234" y="14849"/>
                  </a:lnTo>
                  <a:lnTo>
                    <a:pt x="64343" y="12717"/>
                  </a:lnTo>
                  <a:lnTo>
                    <a:pt x="59386" y="10742"/>
                  </a:lnTo>
                  <a:lnTo>
                    <a:pt x="54369" y="8926"/>
                  </a:lnTo>
                  <a:lnTo>
                    <a:pt x="49296" y="7272"/>
                  </a:lnTo>
                  <a:lnTo>
                    <a:pt x="44173" y="5780"/>
                  </a:lnTo>
                  <a:lnTo>
                    <a:pt x="39005" y="4452"/>
                  </a:lnTo>
                  <a:lnTo>
                    <a:pt x="33798" y="3290"/>
                  </a:lnTo>
                  <a:lnTo>
                    <a:pt x="28556" y="2295"/>
                  </a:lnTo>
                  <a:lnTo>
                    <a:pt x="23285" y="1467"/>
                  </a:lnTo>
                  <a:lnTo>
                    <a:pt x="17990" y="809"/>
                  </a:lnTo>
                  <a:lnTo>
                    <a:pt x="12677" y="319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2025-06-05T15:14:44Z</dcterms:modified>
  <cp:category/>
</cp:coreProperties>
</file>