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1680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248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323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177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48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636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680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6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44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65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04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6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65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77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67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80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6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67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80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6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48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66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44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31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04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48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84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00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48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00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20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44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23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189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144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23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66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07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63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66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65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3674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77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63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65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180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12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66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189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12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158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88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178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48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66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44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1580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88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52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21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48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94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97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04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48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23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177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48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23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66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77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44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207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52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21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494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48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23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177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67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65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75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48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23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177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71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67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7253" y="3170392"/>
              <a:ext cx="56525" cy="167167"/>
            </a:xfrm>
            <a:custGeom>
              <a:avLst/>
              <a:pathLst>
                <a:path w="56525" h="167167">
                  <a:moveTo>
                    <a:pt x="56525" y="0"/>
                  </a:moveTo>
                  <a:lnTo>
                    <a:pt x="50120" y="122"/>
                  </a:lnTo>
                  <a:lnTo>
                    <a:pt x="43724" y="490"/>
                  </a:lnTo>
                  <a:lnTo>
                    <a:pt x="37347" y="1103"/>
                  </a:lnTo>
                  <a:lnTo>
                    <a:pt x="30998" y="1960"/>
                  </a:lnTo>
                  <a:lnTo>
                    <a:pt x="24686" y="3060"/>
                  </a:lnTo>
                  <a:lnTo>
                    <a:pt x="18422" y="4400"/>
                  </a:lnTo>
                  <a:lnTo>
                    <a:pt x="12213" y="5980"/>
                  </a:lnTo>
                  <a:lnTo>
                    <a:pt x="6069" y="7796"/>
                  </a:lnTo>
                  <a:lnTo>
                    <a:pt x="0" y="9846"/>
                  </a:lnTo>
                  <a:lnTo>
                    <a:pt x="5652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27253" y="3180239"/>
              <a:ext cx="56525" cy="157320"/>
            </a:xfrm>
            <a:custGeom>
              <a:avLst/>
              <a:pathLst>
                <a:path w="56525" h="157320">
                  <a:moveTo>
                    <a:pt x="0" y="0"/>
                  </a:moveTo>
                  <a:lnTo>
                    <a:pt x="56525" y="1573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816615" y="3170677"/>
              <a:ext cx="334328" cy="334031"/>
            </a:xfrm>
            <a:custGeom>
              <a:avLst/>
              <a:pathLst>
                <a:path w="334328" h="334031">
                  <a:moveTo>
                    <a:pt x="110637" y="9562"/>
                  </a:moveTo>
                  <a:lnTo>
                    <a:pt x="105693" y="11427"/>
                  </a:lnTo>
                  <a:lnTo>
                    <a:pt x="100810" y="13447"/>
                  </a:lnTo>
                  <a:lnTo>
                    <a:pt x="95994" y="15621"/>
                  </a:lnTo>
                  <a:lnTo>
                    <a:pt x="91248" y="17946"/>
                  </a:lnTo>
                  <a:lnTo>
                    <a:pt x="86579" y="20420"/>
                  </a:lnTo>
                  <a:lnTo>
                    <a:pt x="81990" y="23040"/>
                  </a:lnTo>
                  <a:lnTo>
                    <a:pt x="77486" y="25804"/>
                  </a:lnTo>
                  <a:lnTo>
                    <a:pt x="73072" y="28709"/>
                  </a:lnTo>
                  <a:lnTo>
                    <a:pt x="68752" y="31752"/>
                  </a:lnTo>
                  <a:lnTo>
                    <a:pt x="64530" y="34930"/>
                  </a:lnTo>
                  <a:lnTo>
                    <a:pt x="60410" y="38240"/>
                  </a:lnTo>
                  <a:lnTo>
                    <a:pt x="56398" y="41678"/>
                  </a:lnTo>
                  <a:lnTo>
                    <a:pt x="52496" y="45242"/>
                  </a:lnTo>
                  <a:lnTo>
                    <a:pt x="48708" y="48927"/>
                  </a:lnTo>
                  <a:lnTo>
                    <a:pt x="45039" y="52730"/>
                  </a:lnTo>
                  <a:lnTo>
                    <a:pt x="41492" y="56647"/>
                  </a:lnTo>
                  <a:lnTo>
                    <a:pt x="38071" y="60674"/>
                  </a:lnTo>
                  <a:lnTo>
                    <a:pt x="34778" y="64807"/>
                  </a:lnTo>
                  <a:lnTo>
                    <a:pt x="31618" y="69042"/>
                  </a:lnTo>
                  <a:lnTo>
                    <a:pt x="28594" y="73375"/>
                  </a:lnTo>
                  <a:lnTo>
                    <a:pt x="25707" y="77802"/>
                  </a:lnTo>
                  <a:lnTo>
                    <a:pt x="22962" y="82317"/>
                  </a:lnTo>
                  <a:lnTo>
                    <a:pt x="20362" y="86917"/>
                  </a:lnTo>
                  <a:lnTo>
                    <a:pt x="17908" y="91597"/>
                  </a:lnTo>
                  <a:lnTo>
                    <a:pt x="15603" y="96352"/>
                  </a:lnTo>
                  <a:lnTo>
                    <a:pt x="13449" y="101178"/>
                  </a:lnTo>
                  <a:lnTo>
                    <a:pt x="11449" y="106069"/>
                  </a:lnTo>
                  <a:lnTo>
                    <a:pt x="9605" y="111021"/>
                  </a:lnTo>
                  <a:lnTo>
                    <a:pt x="7918" y="116029"/>
                  </a:lnTo>
                  <a:lnTo>
                    <a:pt x="6390" y="121088"/>
                  </a:lnTo>
                  <a:lnTo>
                    <a:pt x="5023" y="126192"/>
                  </a:lnTo>
                  <a:lnTo>
                    <a:pt x="3818" y="131337"/>
                  </a:lnTo>
                  <a:lnTo>
                    <a:pt x="2776" y="136518"/>
                  </a:lnTo>
                  <a:lnTo>
                    <a:pt x="1899" y="141729"/>
                  </a:lnTo>
                  <a:lnTo>
                    <a:pt x="1186" y="146965"/>
                  </a:lnTo>
                  <a:lnTo>
                    <a:pt x="640" y="152221"/>
                  </a:lnTo>
                  <a:lnTo>
                    <a:pt x="259" y="157491"/>
                  </a:lnTo>
                  <a:lnTo>
                    <a:pt x="46" y="162771"/>
                  </a:lnTo>
                  <a:lnTo>
                    <a:pt x="0" y="168055"/>
                  </a:lnTo>
                  <a:lnTo>
                    <a:pt x="120" y="173338"/>
                  </a:lnTo>
                  <a:lnTo>
                    <a:pt x="408" y="178615"/>
                  </a:lnTo>
                  <a:lnTo>
                    <a:pt x="862" y="183880"/>
                  </a:lnTo>
                  <a:lnTo>
                    <a:pt x="1482" y="189127"/>
                  </a:lnTo>
                  <a:lnTo>
                    <a:pt x="2268" y="194353"/>
                  </a:lnTo>
                  <a:lnTo>
                    <a:pt x="3219" y="199551"/>
                  </a:lnTo>
                  <a:lnTo>
                    <a:pt x="4333" y="204717"/>
                  </a:lnTo>
                  <a:lnTo>
                    <a:pt x="5610" y="209844"/>
                  </a:lnTo>
                  <a:lnTo>
                    <a:pt x="7049" y="214929"/>
                  </a:lnTo>
                  <a:lnTo>
                    <a:pt x="8648" y="219966"/>
                  </a:lnTo>
                  <a:lnTo>
                    <a:pt x="10405" y="224949"/>
                  </a:lnTo>
                  <a:lnTo>
                    <a:pt x="12318" y="229875"/>
                  </a:lnTo>
                  <a:lnTo>
                    <a:pt x="14387" y="234738"/>
                  </a:lnTo>
                  <a:lnTo>
                    <a:pt x="16608" y="239533"/>
                  </a:lnTo>
                  <a:lnTo>
                    <a:pt x="18979" y="244255"/>
                  </a:lnTo>
                  <a:lnTo>
                    <a:pt x="21499" y="248900"/>
                  </a:lnTo>
                  <a:lnTo>
                    <a:pt x="24164" y="253463"/>
                  </a:lnTo>
                  <a:lnTo>
                    <a:pt x="26972" y="257939"/>
                  </a:lnTo>
                  <a:lnTo>
                    <a:pt x="29920" y="262325"/>
                  </a:lnTo>
                  <a:lnTo>
                    <a:pt x="33005" y="266615"/>
                  </a:lnTo>
                  <a:lnTo>
                    <a:pt x="36224" y="270805"/>
                  </a:lnTo>
                  <a:lnTo>
                    <a:pt x="39574" y="274892"/>
                  </a:lnTo>
                  <a:lnTo>
                    <a:pt x="43052" y="278871"/>
                  </a:lnTo>
                  <a:lnTo>
                    <a:pt x="46654" y="282738"/>
                  </a:lnTo>
                  <a:lnTo>
                    <a:pt x="50376" y="286489"/>
                  </a:lnTo>
                  <a:lnTo>
                    <a:pt x="54214" y="290120"/>
                  </a:lnTo>
                  <a:lnTo>
                    <a:pt x="58166" y="293629"/>
                  </a:lnTo>
                  <a:lnTo>
                    <a:pt x="62227" y="297010"/>
                  </a:lnTo>
                  <a:lnTo>
                    <a:pt x="66392" y="300262"/>
                  </a:lnTo>
                  <a:lnTo>
                    <a:pt x="70658" y="303380"/>
                  </a:lnTo>
                  <a:lnTo>
                    <a:pt x="75021" y="306362"/>
                  </a:lnTo>
                  <a:lnTo>
                    <a:pt x="79475" y="309205"/>
                  </a:lnTo>
                  <a:lnTo>
                    <a:pt x="84017" y="311906"/>
                  </a:lnTo>
                  <a:lnTo>
                    <a:pt x="88643" y="314461"/>
                  </a:lnTo>
                  <a:lnTo>
                    <a:pt x="93346" y="316869"/>
                  </a:lnTo>
                  <a:lnTo>
                    <a:pt x="98124" y="319127"/>
                  </a:lnTo>
                  <a:lnTo>
                    <a:pt x="102970" y="321233"/>
                  </a:lnTo>
                  <a:lnTo>
                    <a:pt x="107881" y="323185"/>
                  </a:lnTo>
                  <a:lnTo>
                    <a:pt x="112851" y="324981"/>
                  </a:lnTo>
                  <a:lnTo>
                    <a:pt x="117875" y="326618"/>
                  </a:lnTo>
                  <a:lnTo>
                    <a:pt x="122948" y="328096"/>
                  </a:lnTo>
                  <a:lnTo>
                    <a:pt x="128066" y="329413"/>
                  </a:lnTo>
                  <a:lnTo>
                    <a:pt x="133223" y="330568"/>
                  </a:lnTo>
                  <a:lnTo>
                    <a:pt x="138413" y="331559"/>
                  </a:lnTo>
                  <a:lnTo>
                    <a:pt x="143633" y="332385"/>
                  </a:lnTo>
                  <a:lnTo>
                    <a:pt x="148875" y="333046"/>
                  </a:lnTo>
                  <a:lnTo>
                    <a:pt x="154136" y="333541"/>
                  </a:lnTo>
                  <a:lnTo>
                    <a:pt x="159411" y="333870"/>
                  </a:lnTo>
                  <a:lnTo>
                    <a:pt x="164692" y="334031"/>
                  </a:lnTo>
                  <a:lnTo>
                    <a:pt x="169977" y="334026"/>
                  </a:lnTo>
                  <a:lnTo>
                    <a:pt x="175258" y="333854"/>
                  </a:lnTo>
                  <a:lnTo>
                    <a:pt x="180532" y="333514"/>
                  </a:lnTo>
                  <a:lnTo>
                    <a:pt x="185792" y="333008"/>
                  </a:lnTo>
                  <a:lnTo>
                    <a:pt x="191033" y="332337"/>
                  </a:lnTo>
                  <a:lnTo>
                    <a:pt x="196251" y="331499"/>
                  </a:lnTo>
                  <a:lnTo>
                    <a:pt x="201439" y="330498"/>
                  </a:lnTo>
                  <a:lnTo>
                    <a:pt x="206593" y="329333"/>
                  </a:lnTo>
                  <a:lnTo>
                    <a:pt x="211708" y="328005"/>
                  </a:lnTo>
                  <a:lnTo>
                    <a:pt x="216779" y="326517"/>
                  </a:lnTo>
                  <a:lnTo>
                    <a:pt x="221799" y="324869"/>
                  </a:lnTo>
                  <a:lnTo>
                    <a:pt x="226766" y="323063"/>
                  </a:lnTo>
                  <a:lnTo>
                    <a:pt x="231672" y="321101"/>
                  </a:lnTo>
                  <a:lnTo>
                    <a:pt x="236514" y="318985"/>
                  </a:lnTo>
                  <a:lnTo>
                    <a:pt x="241287" y="316717"/>
                  </a:lnTo>
                  <a:lnTo>
                    <a:pt x="245986" y="314299"/>
                  </a:lnTo>
                  <a:lnTo>
                    <a:pt x="250606" y="311734"/>
                  </a:lnTo>
                  <a:lnTo>
                    <a:pt x="255143" y="309025"/>
                  </a:lnTo>
                  <a:lnTo>
                    <a:pt x="259591" y="306173"/>
                  </a:lnTo>
                  <a:lnTo>
                    <a:pt x="263948" y="303182"/>
                  </a:lnTo>
                  <a:lnTo>
                    <a:pt x="268207" y="300055"/>
                  </a:lnTo>
                  <a:lnTo>
                    <a:pt x="272366" y="296795"/>
                  </a:lnTo>
                  <a:lnTo>
                    <a:pt x="276420" y="293404"/>
                  </a:lnTo>
                  <a:lnTo>
                    <a:pt x="280364" y="289888"/>
                  </a:lnTo>
                  <a:lnTo>
                    <a:pt x="284195" y="286249"/>
                  </a:lnTo>
                  <a:lnTo>
                    <a:pt x="287910" y="282490"/>
                  </a:lnTo>
                  <a:lnTo>
                    <a:pt x="291503" y="278616"/>
                  </a:lnTo>
                  <a:lnTo>
                    <a:pt x="294973" y="274630"/>
                  </a:lnTo>
                  <a:lnTo>
                    <a:pt x="298315" y="270536"/>
                  </a:lnTo>
                  <a:lnTo>
                    <a:pt x="301525" y="266339"/>
                  </a:lnTo>
                  <a:lnTo>
                    <a:pt x="304602" y="262043"/>
                  </a:lnTo>
                  <a:lnTo>
                    <a:pt x="307541" y="257651"/>
                  </a:lnTo>
                  <a:lnTo>
                    <a:pt x="310340" y="253169"/>
                  </a:lnTo>
                  <a:lnTo>
                    <a:pt x="312995" y="248600"/>
                  </a:lnTo>
                  <a:lnTo>
                    <a:pt x="315505" y="243950"/>
                  </a:lnTo>
                  <a:lnTo>
                    <a:pt x="317867" y="239223"/>
                  </a:lnTo>
                  <a:lnTo>
                    <a:pt x="320078" y="234424"/>
                  </a:lnTo>
                  <a:lnTo>
                    <a:pt x="322137" y="229557"/>
                  </a:lnTo>
                  <a:lnTo>
                    <a:pt x="324040" y="224627"/>
                  </a:lnTo>
                  <a:lnTo>
                    <a:pt x="325787" y="219640"/>
                  </a:lnTo>
                  <a:lnTo>
                    <a:pt x="327375" y="214600"/>
                  </a:lnTo>
                  <a:lnTo>
                    <a:pt x="328803" y="209512"/>
                  </a:lnTo>
                  <a:lnTo>
                    <a:pt x="330070" y="204382"/>
                  </a:lnTo>
                  <a:lnTo>
                    <a:pt x="331174" y="199214"/>
                  </a:lnTo>
                  <a:lnTo>
                    <a:pt x="332114" y="194014"/>
                  </a:lnTo>
                  <a:lnTo>
                    <a:pt x="332889" y="188787"/>
                  </a:lnTo>
                  <a:lnTo>
                    <a:pt x="333498" y="183538"/>
                  </a:lnTo>
                  <a:lnTo>
                    <a:pt x="333942" y="178272"/>
                  </a:lnTo>
                  <a:lnTo>
                    <a:pt x="334218" y="172995"/>
                  </a:lnTo>
                  <a:lnTo>
                    <a:pt x="334328" y="167712"/>
                  </a:lnTo>
                  <a:lnTo>
                    <a:pt x="334271" y="162428"/>
                  </a:lnTo>
                  <a:lnTo>
                    <a:pt x="334047" y="157149"/>
                  </a:lnTo>
                  <a:lnTo>
                    <a:pt x="333656" y="151879"/>
                  </a:lnTo>
                  <a:lnTo>
                    <a:pt x="333098" y="146624"/>
                  </a:lnTo>
                  <a:lnTo>
                    <a:pt x="332375" y="141389"/>
                  </a:lnTo>
                  <a:lnTo>
                    <a:pt x="331487" y="136180"/>
                  </a:lnTo>
                  <a:lnTo>
                    <a:pt x="330434" y="131002"/>
                  </a:lnTo>
                  <a:lnTo>
                    <a:pt x="329219" y="125859"/>
                  </a:lnTo>
                  <a:lnTo>
                    <a:pt x="327841" y="120758"/>
                  </a:lnTo>
                  <a:lnTo>
                    <a:pt x="326303" y="115702"/>
                  </a:lnTo>
                  <a:lnTo>
                    <a:pt x="324606" y="110698"/>
                  </a:lnTo>
                  <a:lnTo>
                    <a:pt x="322751" y="105749"/>
                  </a:lnTo>
                  <a:lnTo>
                    <a:pt x="320741" y="100862"/>
                  </a:lnTo>
                  <a:lnTo>
                    <a:pt x="318578" y="96041"/>
                  </a:lnTo>
                  <a:lnTo>
                    <a:pt x="316263" y="91291"/>
                  </a:lnTo>
                  <a:lnTo>
                    <a:pt x="313799" y="86616"/>
                  </a:lnTo>
                  <a:lnTo>
                    <a:pt x="311189" y="82021"/>
                  </a:lnTo>
                  <a:lnTo>
                    <a:pt x="308435" y="77511"/>
                  </a:lnTo>
                  <a:lnTo>
                    <a:pt x="305540" y="73091"/>
                  </a:lnTo>
                  <a:lnTo>
                    <a:pt x="302506" y="68764"/>
                  </a:lnTo>
                  <a:lnTo>
                    <a:pt x="299337" y="64535"/>
                  </a:lnTo>
                  <a:lnTo>
                    <a:pt x="296036" y="60409"/>
                  </a:lnTo>
                  <a:lnTo>
                    <a:pt x="292607" y="56389"/>
                  </a:lnTo>
                  <a:lnTo>
                    <a:pt x="289052" y="52479"/>
                  </a:lnTo>
                  <a:lnTo>
                    <a:pt x="285375" y="48684"/>
                  </a:lnTo>
                  <a:lnTo>
                    <a:pt x="281580" y="45006"/>
                  </a:lnTo>
                  <a:lnTo>
                    <a:pt x="277671" y="41451"/>
                  </a:lnTo>
                  <a:lnTo>
                    <a:pt x="273651" y="38021"/>
                  </a:lnTo>
                  <a:lnTo>
                    <a:pt x="269525" y="34719"/>
                  </a:lnTo>
                  <a:lnTo>
                    <a:pt x="265296" y="31550"/>
                  </a:lnTo>
                  <a:lnTo>
                    <a:pt x="260970" y="28516"/>
                  </a:lnTo>
                  <a:lnTo>
                    <a:pt x="256550" y="25620"/>
                  </a:lnTo>
                  <a:lnTo>
                    <a:pt x="252040" y="22866"/>
                  </a:lnTo>
                  <a:lnTo>
                    <a:pt x="247446" y="20255"/>
                  </a:lnTo>
                  <a:lnTo>
                    <a:pt x="242771" y="17791"/>
                  </a:lnTo>
                  <a:lnTo>
                    <a:pt x="238021" y="15475"/>
                  </a:lnTo>
                  <a:lnTo>
                    <a:pt x="233200" y="13311"/>
                  </a:lnTo>
                  <a:lnTo>
                    <a:pt x="228313" y="11301"/>
                  </a:lnTo>
                  <a:lnTo>
                    <a:pt x="223365" y="9446"/>
                  </a:lnTo>
                  <a:lnTo>
                    <a:pt x="218361" y="7748"/>
                  </a:lnTo>
                  <a:lnTo>
                    <a:pt x="213306" y="6209"/>
                  </a:lnTo>
                  <a:lnTo>
                    <a:pt x="208204" y="4831"/>
                  </a:lnTo>
                  <a:lnTo>
                    <a:pt x="203062" y="3615"/>
                  </a:lnTo>
                  <a:lnTo>
                    <a:pt x="197884" y="2562"/>
                  </a:lnTo>
                  <a:lnTo>
                    <a:pt x="192675" y="1673"/>
                  </a:lnTo>
                  <a:lnTo>
                    <a:pt x="187440" y="949"/>
                  </a:lnTo>
                  <a:lnTo>
                    <a:pt x="182185" y="391"/>
                  </a:lnTo>
                  <a:lnTo>
                    <a:pt x="176916" y="0"/>
                  </a:lnTo>
                  <a:lnTo>
                    <a:pt x="167163" y="1668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983779" y="3170392"/>
              <a:ext cx="9752" cy="167167"/>
            </a:xfrm>
            <a:custGeom>
              <a:avLst/>
              <a:pathLst>
                <a:path w="9752" h="167167">
                  <a:moveTo>
                    <a:pt x="9752" y="28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844" y="2633064"/>
              <a:ext cx="167167" cy="193668"/>
            </a:xfrm>
            <a:custGeom>
              <a:avLst/>
              <a:pathLst>
                <a:path w="167167" h="193668">
                  <a:moveTo>
                    <a:pt x="167167" y="0"/>
                  </a:moveTo>
                  <a:lnTo>
                    <a:pt x="161812" y="85"/>
                  </a:lnTo>
                  <a:lnTo>
                    <a:pt x="156463" y="343"/>
                  </a:lnTo>
                  <a:lnTo>
                    <a:pt x="151125" y="771"/>
                  </a:lnTo>
                  <a:lnTo>
                    <a:pt x="145803" y="1370"/>
                  </a:lnTo>
                  <a:lnTo>
                    <a:pt x="140504" y="2140"/>
                  </a:lnTo>
                  <a:lnTo>
                    <a:pt x="135231" y="3078"/>
                  </a:lnTo>
                  <a:lnTo>
                    <a:pt x="129991" y="4186"/>
                  </a:lnTo>
                  <a:lnTo>
                    <a:pt x="124790" y="5460"/>
                  </a:lnTo>
                  <a:lnTo>
                    <a:pt x="119632" y="6900"/>
                  </a:lnTo>
                  <a:lnTo>
                    <a:pt x="114523" y="8505"/>
                  </a:lnTo>
                  <a:lnTo>
                    <a:pt x="109468" y="10273"/>
                  </a:lnTo>
                  <a:lnTo>
                    <a:pt x="104472" y="12202"/>
                  </a:lnTo>
                  <a:lnTo>
                    <a:pt x="99540" y="14289"/>
                  </a:lnTo>
                  <a:lnTo>
                    <a:pt x="94678" y="16534"/>
                  </a:lnTo>
                  <a:lnTo>
                    <a:pt x="89890" y="18933"/>
                  </a:lnTo>
                  <a:lnTo>
                    <a:pt x="85182" y="21485"/>
                  </a:lnTo>
                  <a:lnTo>
                    <a:pt x="80557" y="24185"/>
                  </a:lnTo>
                  <a:lnTo>
                    <a:pt x="76022" y="27033"/>
                  </a:lnTo>
                  <a:lnTo>
                    <a:pt x="71580" y="30024"/>
                  </a:lnTo>
                  <a:lnTo>
                    <a:pt x="67236" y="33157"/>
                  </a:lnTo>
                  <a:lnTo>
                    <a:pt x="62995" y="36426"/>
                  </a:lnTo>
                  <a:lnTo>
                    <a:pt x="58860" y="39830"/>
                  </a:lnTo>
                  <a:lnTo>
                    <a:pt x="54837" y="43365"/>
                  </a:lnTo>
                  <a:lnTo>
                    <a:pt x="50929" y="47026"/>
                  </a:lnTo>
                  <a:lnTo>
                    <a:pt x="47141" y="50811"/>
                  </a:lnTo>
                  <a:lnTo>
                    <a:pt x="43475" y="54716"/>
                  </a:lnTo>
                  <a:lnTo>
                    <a:pt x="39937" y="58735"/>
                  </a:lnTo>
                  <a:lnTo>
                    <a:pt x="36529" y="62866"/>
                  </a:lnTo>
                  <a:lnTo>
                    <a:pt x="33255" y="67104"/>
                  </a:lnTo>
                  <a:lnTo>
                    <a:pt x="30118" y="71445"/>
                  </a:lnTo>
                  <a:lnTo>
                    <a:pt x="27123" y="75884"/>
                  </a:lnTo>
                  <a:lnTo>
                    <a:pt x="24270" y="80417"/>
                  </a:lnTo>
                  <a:lnTo>
                    <a:pt x="21565" y="85039"/>
                  </a:lnTo>
                  <a:lnTo>
                    <a:pt x="19009" y="89745"/>
                  </a:lnTo>
                  <a:lnTo>
                    <a:pt x="16605" y="94530"/>
                  </a:lnTo>
                  <a:lnTo>
                    <a:pt x="14356" y="99390"/>
                  </a:lnTo>
                  <a:lnTo>
                    <a:pt x="12263" y="104320"/>
                  </a:lnTo>
                  <a:lnTo>
                    <a:pt x="10330" y="109314"/>
                  </a:lnTo>
                  <a:lnTo>
                    <a:pt x="8557" y="114367"/>
                  </a:lnTo>
                  <a:lnTo>
                    <a:pt x="6947" y="119475"/>
                  </a:lnTo>
                  <a:lnTo>
                    <a:pt x="5502" y="124631"/>
                  </a:lnTo>
                  <a:lnTo>
                    <a:pt x="4222" y="129831"/>
                  </a:lnTo>
                  <a:lnTo>
                    <a:pt x="3110" y="135070"/>
                  </a:lnTo>
                  <a:lnTo>
                    <a:pt x="2166" y="140341"/>
                  </a:lnTo>
                  <a:lnTo>
                    <a:pt x="1391" y="145640"/>
                  </a:lnTo>
                  <a:lnTo>
                    <a:pt x="787" y="150962"/>
                  </a:lnTo>
                  <a:lnTo>
                    <a:pt x="353" y="156299"/>
                  </a:lnTo>
                  <a:lnTo>
                    <a:pt x="91" y="161648"/>
                  </a:lnTo>
                  <a:lnTo>
                    <a:pt x="0" y="167003"/>
                  </a:lnTo>
                  <a:lnTo>
                    <a:pt x="80" y="172357"/>
                  </a:lnTo>
                  <a:lnTo>
                    <a:pt x="332" y="177707"/>
                  </a:lnTo>
                  <a:lnTo>
                    <a:pt x="755" y="183045"/>
                  </a:lnTo>
                  <a:lnTo>
                    <a:pt x="1349" y="188368"/>
                  </a:lnTo>
                  <a:lnTo>
                    <a:pt x="2113" y="193668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53958" y="2800231"/>
              <a:ext cx="165053" cy="26501"/>
            </a:xfrm>
            <a:custGeom>
              <a:avLst/>
              <a:pathLst>
                <a:path w="165053" h="26501">
                  <a:moveTo>
                    <a:pt x="0" y="26501"/>
                  </a:moveTo>
                  <a:lnTo>
                    <a:pt x="16505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753958" y="2691126"/>
              <a:ext cx="332211" cy="276263"/>
            </a:xfrm>
            <a:custGeom>
              <a:avLst/>
              <a:pathLst>
                <a:path w="332211" h="276263">
                  <a:moveTo>
                    <a:pt x="0" y="135606"/>
                  </a:moveTo>
                  <a:lnTo>
                    <a:pt x="927" y="140847"/>
                  </a:lnTo>
                  <a:lnTo>
                    <a:pt x="2021" y="146056"/>
                  </a:lnTo>
                  <a:lnTo>
                    <a:pt x="3280" y="151227"/>
                  </a:lnTo>
                  <a:lnTo>
                    <a:pt x="4702" y="156356"/>
                  </a:lnTo>
                  <a:lnTo>
                    <a:pt x="6288" y="161437"/>
                  </a:lnTo>
                  <a:lnTo>
                    <a:pt x="8034" y="166465"/>
                  </a:lnTo>
                  <a:lnTo>
                    <a:pt x="9940" y="171434"/>
                  </a:lnTo>
                  <a:lnTo>
                    <a:pt x="12003" y="176341"/>
                  </a:lnTo>
                  <a:lnTo>
                    <a:pt x="14221" y="181179"/>
                  </a:lnTo>
                  <a:lnTo>
                    <a:pt x="16592" y="185944"/>
                  </a:lnTo>
                  <a:lnTo>
                    <a:pt x="19113" y="190631"/>
                  </a:lnTo>
                  <a:lnTo>
                    <a:pt x="21783" y="195236"/>
                  </a:lnTo>
                  <a:lnTo>
                    <a:pt x="24597" y="199753"/>
                  </a:lnTo>
                  <a:lnTo>
                    <a:pt x="27554" y="204179"/>
                  </a:lnTo>
                  <a:lnTo>
                    <a:pt x="30651" y="208508"/>
                  </a:lnTo>
                  <a:lnTo>
                    <a:pt x="33883" y="212736"/>
                  </a:lnTo>
                  <a:lnTo>
                    <a:pt x="37249" y="216860"/>
                  </a:lnTo>
                  <a:lnTo>
                    <a:pt x="40744" y="220874"/>
                  </a:lnTo>
                  <a:lnTo>
                    <a:pt x="44365" y="224774"/>
                  </a:lnTo>
                  <a:lnTo>
                    <a:pt x="48109" y="228558"/>
                  </a:lnTo>
                  <a:lnTo>
                    <a:pt x="51971" y="232220"/>
                  </a:lnTo>
                  <a:lnTo>
                    <a:pt x="55948" y="235758"/>
                  </a:lnTo>
                  <a:lnTo>
                    <a:pt x="60035" y="239167"/>
                  </a:lnTo>
                  <a:lnTo>
                    <a:pt x="64229" y="242444"/>
                  </a:lnTo>
                  <a:lnTo>
                    <a:pt x="68525" y="245586"/>
                  </a:lnTo>
                  <a:lnTo>
                    <a:pt x="72919" y="248590"/>
                  </a:lnTo>
                  <a:lnTo>
                    <a:pt x="77406" y="251453"/>
                  </a:lnTo>
                  <a:lnTo>
                    <a:pt x="81982" y="254171"/>
                  </a:lnTo>
                  <a:lnTo>
                    <a:pt x="86642" y="256742"/>
                  </a:lnTo>
                  <a:lnTo>
                    <a:pt x="91382" y="259163"/>
                  </a:lnTo>
                  <a:lnTo>
                    <a:pt x="96196" y="261432"/>
                  </a:lnTo>
                  <a:lnTo>
                    <a:pt x="101081" y="263547"/>
                  </a:lnTo>
                  <a:lnTo>
                    <a:pt x="106030" y="265506"/>
                  </a:lnTo>
                  <a:lnTo>
                    <a:pt x="111039" y="267305"/>
                  </a:lnTo>
                  <a:lnTo>
                    <a:pt x="116103" y="268945"/>
                  </a:lnTo>
                  <a:lnTo>
                    <a:pt x="121216" y="270422"/>
                  </a:lnTo>
                  <a:lnTo>
                    <a:pt x="126374" y="271736"/>
                  </a:lnTo>
                  <a:lnTo>
                    <a:pt x="131571" y="272885"/>
                  </a:lnTo>
                  <a:lnTo>
                    <a:pt x="136802" y="273868"/>
                  </a:lnTo>
                  <a:lnTo>
                    <a:pt x="142061" y="274684"/>
                  </a:lnTo>
                  <a:lnTo>
                    <a:pt x="147344" y="275332"/>
                  </a:lnTo>
                  <a:lnTo>
                    <a:pt x="152645" y="275811"/>
                  </a:lnTo>
                  <a:lnTo>
                    <a:pt x="157958" y="276122"/>
                  </a:lnTo>
                  <a:lnTo>
                    <a:pt x="163279" y="276263"/>
                  </a:lnTo>
                  <a:lnTo>
                    <a:pt x="168601" y="276235"/>
                  </a:lnTo>
                  <a:lnTo>
                    <a:pt x="173920" y="276037"/>
                  </a:lnTo>
                  <a:lnTo>
                    <a:pt x="179230" y="275670"/>
                  </a:lnTo>
                  <a:lnTo>
                    <a:pt x="184525" y="275134"/>
                  </a:lnTo>
                  <a:lnTo>
                    <a:pt x="189801" y="274430"/>
                  </a:lnTo>
                  <a:lnTo>
                    <a:pt x="195051" y="273559"/>
                  </a:lnTo>
                  <a:lnTo>
                    <a:pt x="200272" y="272520"/>
                  </a:lnTo>
                  <a:lnTo>
                    <a:pt x="205456" y="271316"/>
                  </a:lnTo>
                  <a:lnTo>
                    <a:pt x="210600" y="269948"/>
                  </a:lnTo>
                  <a:lnTo>
                    <a:pt x="215697" y="268416"/>
                  </a:lnTo>
                  <a:lnTo>
                    <a:pt x="220743" y="266723"/>
                  </a:lnTo>
                  <a:lnTo>
                    <a:pt x="225733" y="264870"/>
                  </a:lnTo>
                  <a:lnTo>
                    <a:pt x="230661" y="262860"/>
                  </a:lnTo>
                  <a:lnTo>
                    <a:pt x="235522" y="260693"/>
                  </a:lnTo>
                  <a:lnTo>
                    <a:pt x="240312" y="258373"/>
                  </a:lnTo>
                  <a:lnTo>
                    <a:pt x="245026" y="255901"/>
                  </a:lnTo>
                  <a:lnTo>
                    <a:pt x="249659" y="253281"/>
                  </a:lnTo>
                  <a:lnTo>
                    <a:pt x="254206" y="250514"/>
                  </a:lnTo>
                  <a:lnTo>
                    <a:pt x="258663" y="247605"/>
                  </a:lnTo>
                  <a:lnTo>
                    <a:pt x="263024" y="244554"/>
                  </a:lnTo>
                  <a:lnTo>
                    <a:pt x="267287" y="241367"/>
                  </a:lnTo>
                  <a:lnTo>
                    <a:pt x="271445" y="238045"/>
                  </a:lnTo>
                  <a:lnTo>
                    <a:pt x="275496" y="234593"/>
                  </a:lnTo>
                  <a:lnTo>
                    <a:pt x="279435" y="231013"/>
                  </a:lnTo>
                  <a:lnTo>
                    <a:pt x="283258" y="227310"/>
                  </a:lnTo>
                  <a:lnTo>
                    <a:pt x="286961" y="223487"/>
                  </a:lnTo>
                  <a:lnTo>
                    <a:pt x="290541" y="219548"/>
                  </a:lnTo>
                  <a:lnTo>
                    <a:pt x="293993" y="215497"/>
                  </a:lnTo>
                  <a:lnTo>
                    <a:pt x="297315" y="211338"/>
                  </a:lnTo>
                  <a:lnTo>
                    <a:pt x="300503" y="207076"/>
                  </a:lnTo>
                  <a:lnTo>
                    <a:pt x="303553" y="202714"/>
                  </a:lnTo>
                  <a:lnTo>
                    <a:pt x="306463" y="198258"/>
                  </a:lnTo>
                  <a:lnTo>
                    <a:pt x="309229" y="193711"/>
                  </a:lnTo>
                  <a:lnTo>
                    <a:pt x="311850" y="189078"/>
                  </a:lnTo>
                  <a:lnTo>
                    <a:pt x="314321" y="184364"/>
                  </a:lnTo>
                  <a:lnTo>
                    <a:pt x="316641" y="179574"/>
                  </a:lnTo>
                  <a:lnTo>
                    <a:pt x="318808" y="174712"/>
                  </a:lnTo>
                  <a:lnTo>
                    <a:pt x="320819" y="169784"/>
                  </a:lnTo>
                  <a:lnTo>
                    <a:pt x="322671" y="164795"/>
                  </a:lnTo>
                  <a:lnTo>
                    <a:pt x="324364" y="159749"/>
                  </a:lnTo>
                  <a:lnTo>
                    <a:pt x="325896" y="154651"/>
                  </a:lnTo>
                  <a:lnTo>
                    <a:pt x="327264" y="149508"/>
                  </a:lnTo>
                  <a:lnTo>
                    <a:pt x="328468" y="144323"/>
                  </a:lnTo>
                  <a:lnTo>
                    <a:pt x="329507" y="139103"/>
                  </a:lnTo>
                  <a:lnTo>
                    <a:pt x="330378" y="133853"/>
                  </a:lnTo>
                  <a:lnTo>
                    <a:pt x="331082" y="128577"/>
                  </a:lnTo>
                  <a:lnTo>
                    <a:pt x="331618" y="123282"/>
                  </a:lnTo>
                  <a:lnTo>
                    <a:pt x="331985" y="117972"/>
                  </a:lnTo>
                  <a:lnTo>
                    <a:pt x="332183" y="112653"/>
                  </a:lnTo>
                  <a:lnTo>
                    <a:pt x="332211" y="107331"/>
                  </a:lnTo>
                  <a:lnTo>
                    <a:pt x="332070" y="102010"/>
                  </a:lnTo>
                  <a:lnTo>
                    <a:pt x="331759" y="96697"/>
                  </a:lnTo>
                  <a:lnTo>
                    <a:pt x="331280" y="91396"/>
                  </a:lnTo>
                  <a:lnTo>
                    <a:pt x="330632" y="86113"/>
                  </a:lnTo>
                  <a:lnTo>
                    <a:pt x="329816" y="80853"/>
                  </a:lnTo>
                  <a:lnTo>
                    <a:pt x="328833" y="75622"/>
                  </a:lnTo>
                  <a:lnTo>
                    <a:pt x="327684" y="70425"/>
                  </a:lnTo>
                  <a:lnTo>
                    <a:pt x="326370" y="65268"/>
                  </a:lnTo>
                  <a:lnTo>
                    <a:pt x="324893" y="60154"/>
                  </a:lnTo>
                  <a:lnTo>
                    <a:pt x="323254" y="55091"/>
                  </a:lnTo>
                  <a:lnTo>
                    <a:pt x="321454" y="50082"/>
                  </a:lnTo>
                  <a:lnTo>
                    <a:pt x="319496" y="45133"/>
                  </a:lnTo>
                  <a:lnTo>
                    <a:pt x="317381" y="40248"/>
                  </a:lnTo>
                  <a:lnTo>
                    <a:pt x="315111" y="35434"/>
                  </a:lnTo>
                  <a:lnTo>
                    <a:pt x="312690" y="30694"/>
                  </a:lnTo>
                  <a:lnTo>
                    <a:pt x="310119" y="26034"/>
                  </a:lnTo>
                  <a:lnTo>
                    <a:pt x="307401" y="21458"/>
                  </a:lnTo>
                  <a:lnTo>
                    <a:pt x="304538" y="16970"/>
                  </a:lnTo>
                  <a:lnTo>
                    <a:pt x="301535" y="12577"/>
                  </a:lnTo>
                  <a:lnTo>
                    <a:pt x="298393" y="8281"/>
                  </a:lnTo>
                  <a:lnTo>
                    <a:pt x="295115" y="4087"/>
                  </a:lnTo>
                  <a:lnTo>
                    <a:pt x="291706" y="0"/>
                  </a:lnTo>
                  <a:lnTo>
                    <a:pt x="165053" y="1091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919011" y="2633064"/>
              <a:ext cx="126653" cy="167167"/>
            </a:xfrm>
            <a:custGeom>
              <a:avLst/>
              <a:pathLst>
                <a:path w="126653" h="167167">
                  <a:moveTo>
                    <a:pt x="126653" y="58062"/>
                  </a:moveTo>
                  <a:lnTo>
                    <a:pt x="122976" y="53934"/>
                  </a:lnTo>
                  <a:lnTo>
                    <a:pt x="119166" y="49931"/>
                  </a:lnTo>
                  <a:lnTo>
                    <a:pt x="115225" y="46055"/>
                  </a:lnTo>
                  <a:lnTo>
                    <a:pt x="111158" y="42312"/>
                  </a:lnTo>
                  <a:lnTo>
                    <a:pt x="106970" y="38706"/>
                  </a:lnTo>
                  <a:lnTo>
                    <a:pt x="102665" y="35240"/>
                  </a:lnTo>
                  <a:lnTo>
                    <a:pt x="98247" y="31918"/>
                  </a:lnTo>
                  <a:lnTo>
                    <a:pt x="93722" y="28744"/>
                  </a:lnTo>
                  <a:lnTo>
                    <a:pt x="89095" y="25721"/>
                  </a:lnTo>
                  <a:lnTo>
                    <a:pt x="84370" y="22853"/>
                  </a:lnTo>
                  <a:lnTo>
                    <a:pt x="79553" y="20142"/>
                  </a:lnTo>
                  <a:lnTo>
                    <a:pt x="74649" y="17593"/>
                  </a:lnTo>
                  <a:lnTo>
                    <a:pt x="69663" y="15207"/>
                  </a:lnTo>
                  <a:lnTo>
                    <a:pt x="64602" y="12987"/>
                  </a:lnTo>
                  <a:lnTo>
                    <a:pt x="59469" y="10935"/>
                  </a:lnTo>
                  <a:lnTo>
                    <a:pt x="54272" y="9055"/>
                  </a:lnTo>
                  <a:lnTo>
                    <a:pt x="49015" y="7347"/>
                  </a:lnTo>
                  <a:lnTo>
                    <a:pt x="43705" y="5814"/>
                  </a:lnTo>
                  <a:lnTo>
                    <a:pt x="38347" y="4457"/>
                  </a:lnTo>
                  <a:lnTo>
                    <a:pt x="32947" y="3278"/>
                  </a:lnTo>
                  <a:lnTo>
                    <a:pt x="27511" y="2279"/>
                  </a:lnTo>
                  <a:lnTo>
                    <a:pt x="22045" y="1459"/>
                  </a:lnTo>
                  <a:lnTo>
                    <a:pt x="16555" y="821"/>
                  </a:lnTo>
                  <a:lnTo>
                    <a:pt x="11046" y="365"/>
                  </a:lnTo>
                  <a:lnTo>
                    <a:pt x="5526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24146" y="2126963"/>
              <a:ext cx="104326" cy="167167"/>
            </a:xfrm>
            <a:custGeom>
              <a:avLst/>
              <a:pathLst>
                <a:path w="104326" h="167167">
                  <a:moveTo>
                    <a:pt x="104326" y="0"/>
                  </a:moveTo>
                  <a:lnTo>
                    <a:pt x="98694" y="94"/>
                  </a:lnTo>
                  <a:lnTo>
                    <a:pt x="93068" y="379"/>
                  </a:lnTo>
                  <a:lnTo>
                    <a:pt x="87455" y="853"/>
                  </a:lnTo>
                  <a:lnTo>
                    <a:pt x="81861" y="1516"/>
                  </a:lnTo>
                  <a:lnTo>
                    <a:pt x="76293" y="2367"/>
                  </a:lnTo>
                  <a:lnTo>
                    <a:pt x="70756" y="3405"/>
                  </a:lnTo>
                  <a:lnTo>
                    <a:pt x="65258" y="4629"/>
                  </a:lnTo>
                  <a:lnTo>
                    <a:pt x="59804" y="6037"/>
                  </a:lnTo>
                  <a:lnTo>
                    <a:pt x="54401" y="7629"/>
                  </a:lnTo>
                  <a:lnTo>
                    <a:pt x="49054" y="9401"/>
                  </a:lnTo>
                  <a:lnTo>
                    <a:pt x="43770" y="11353"/>
                  </a:lnTo>
                  <a:lnTo>
                    <a:pt x="38555" y="13482"/>
                  </a:lnTo>
                  <a:lnTo>
                    <a:pt x="33414" y="15785"/>
                  </a:lnTo>
                  <a:lnTo>
                    <a:pt x="28354" y="18260"/>
                  </a:lnTo>
                  <a:lnTo>
                    <a:pt x="23381" y="20904"/>
                  </a:lnTo>
                  <a:lnTo>
                    <a:pt x="18499" y="23714"/>
                  </a:lnTo>
                  <a:lnTo>
                    <a:pt x="13714" y="26687"/>
                  </a:lnTo>
                  <a:lnTo>
                    <a:pt x="9033" y="29820"/>
                  </a:lnTo>
                  <a:lnTo>
                    <a:pt x="4459" y="33108"/>
                  </a:lnTo>
                  <a:lnTo>
                    <a:pt x="0" y="36549"/>
                  </a:lnTo>
                  <a:lnTo>
                    <a:pt x="10432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624146" y="2163513"/>
              <a:ext cx="104326" cy="130617"/>
            </a:xfrm>
            <a:custGeom>
              <a:avLst/>
              <a:pathLst>
                <a:path w="104326" h="130617">
                  <a:moveTo>
                    <a:pt x="0" y="0"/>
                  </a:moveTo>
                  <a:lnTo>
                    <a:pt x="104326" y="1306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561304" y="2163513"/>
              <a:ext cx="248694" cy="297784"/>
            </a:xfrm>
            <a:custGeom>
              <a:avLst/>
              <a:pathLst>
                <a:path w="248694" h="297784">
                  <a:moveTo>
                    <a:pt x="62841" y="0"/>
                  </a:moveTo>
                  <a:lnTo>
                    <a:pt x="58714" y="3406"/>
                  </a:lnTo>
                  <a:lnTo>
                    <a:pt x="54698" y="6942"/>
                  </a:lnTo>
                  <a:lnTo>
                    <a:pt x="50797" y="10605"/>
                  </a:lnTo>
                  <a:lnTo>
                    <a:pt x="47015" y="14391"/>
                  </a:lnTo>
                  <a:lnTo>
                    <a:pt x="43357" y="18296"/>
                  </a:lnTo>
                  <a:lnTo>
                    <a:pt x="39825" y="22316"/>
                  </a:lnTo>
                  <a:lnTo>
                    <a:pt x="36424" y="26448"/>
                  </a:lnTo>
                  <a:lnTo>
                    <a:pt x="33157" y="30686"/>
                  </a:lnTo>
                  <a:lnTo>
                    <a:pt x="30027" y="35026"/>
                  </a:lnTo>
                  <a:lnTo>
                    <a:pt x="27038" y="39464"/>
                  </a:lnTo>
                  <a:lnTo>
                    <a:pt x="24192" y="43996"/>
                  </a:lnTo>
                  <a:lnTo>
                    <a:pt x="21493" y="48616"/>
                  </a:lnTo>
                  <a:lnTo>
                    <a:pt x="18943" y="53321"/>
                  </a:lnTo>
                  <a:lnTo>
                    <a:pt x="16545" y="58104"/>
                  </a:lnTo>
                  <a:lnTo>
                    <a:pt x="14302" y="62962"/>
                  </a:lnTo>
                  <a:lnTo>
                    <a:pt x="12215" y="67890"/>
                  </a:lnTo>
                  <a:lnTo>
                    <a:pt x="10286" y="72881"/>
                  </a:lnTo>
                  <a:lnTo>
                    <a:pt x="8519" y="77932"/>
                  </a:lnTo>
                  <a:lnTo>
                    <a:pt x="6914" y="83037"/>
                  </a:lnTo>
                  <a:lnTo>
                    <a:pt x="5473" y="88190"/>
                  </a:lnTo>
                  <a:lnTo>
                    <a:pt x="4198" y="93387"/>
                  </a:lnTo>
                  <a:lnTo>
                    <a:pt x="3090" y="98622"/>
                  </a:lnTo>
                  <a:lnTo>
                    <a:pt x="2150" y="103890"/>
                  </a:lnTo>
                  <a:lnTo>
                    <a:pt x="1379" y="109185"/>
                  </a:lnTo>
                  <a:lnTo>
                    <a:pt x="778" y="114503"/>
                  </a:lnTo>
                  <a:lnTo>
                    <a:pt x="347" y="119836"/>
                  </a:lnTo>
                  <a:lnTo>
                    <a:pt x="88" y="125181"/>
                  </a:lnTo>
                  <a:lnTo>
                    <a:pt x="0" y="130531"/>
                  </a:lnTo>
                  <a:lnTo>
                    <a:pt x="82" y="135882"/>
                  </a:lnTo>
                  <a:lnTo>
                    <a:pt x="336" y="141227"/>
                  </a:lnTo>
                  <a:lnTo>
                    <a:pt x="762" y="146561"/>
                  </a:lnTo>
                  <a:lnTo>
                    <a:pt x="1357" y="151879"/>
                  </a:lnTo>
                  <a:lnTo>
                    <a:pt x="2123" y="157175"/>
                  </a:lnTo>
                  <a:lnTo>
                    <a:pt x="3057" y="162444"/>
                  </a:lnTo>
                  <a:lnTo>
                    <a:pt x="4160" y="167680"/>
                  </a:lnTo>
                  <a:lnTo>
                    <a:pt x="5430" y="172878"/>
                  </a:lnTo>
                  <a:lnTo>
                    <a:pt x="6865" y="178033"/>
                  </a:lnTo>
                  <a:lnTo>
                    <a:pt x="8465" y="183139"/>
                  </a:lnTo>
                  <a:lnTo>
                    <a:pt x="10227" y="188192"/>
                  </a:lnTo>
                  <a:lnTo>
                    <a:pt x="12150" y="193186"/>
                  </a:lnTo>
                  <a:lnTo>
                    <a:pt x="14232" y="198115"/>
                  </a:lnTo>
                  <a:lnTo>
                    <a:pt x="16471" y="202975"/>
                  </a:lnTo>
                  <a:lnTo>
                    <a:pt x="18864" y="207761"/>
                  </a:lnTo>
                  <a:lnTo>
                    <a:pt x="21409" y="212469"/>
                  </a:lnTo>
                  <a:lnTo>
                    <a:pt x="24104" y="217092"/>
                  </a:lnTo>
                  <a:lnTo>
                    <a:pt x="26945" y="221626"/>
                  </a:lnTo>
                  <a:lnTo>
                    <a:pt x="29929" y="226068"/>
                  </a:lnTo>
                  <a:lnTo>
                    <a:pt x="33055" y="230411"/>
                  </a:lnTo>
                  <a:lnTo>
                    <a:pt x="36317" y="234653"/>
                  </a:lnTo>
                  <a:lnTo>
                    <a:pt x="39714" y="238787"/>
                  </a:lnTo>
                  <a:lnTo>
                    <a:pt x="43242" y="242811"/>
                  </a:lnTo>
                  <a:lnTo>
                    <a:pt x="46896" y="246720"/>
                  </a:lnTo>
                  <a:lnTo>
                    <a:pt x="50674" y="250510"/>
                  </a:lnTo>
                  <a:lnTo>
                    <a:pt x="54571" y="254177"/>
                  </a:lnTo>
                  <a:lnTo>
                    <a:pt x="58583" y="257717"/>
                  </a:lnTo>
                  <a:lnTo>
                    <a:pt x="62707" y="261128"/>
                  </a:lnTo>
                  <a:lnTo>
                    <a:pt x="66937" y="264404"/>
                  </a:lnTo>
                  <a:lnTo>
                    <a:pt x="71271" y="267544"/>
                  </a:lnTo>
                  <a:lnTo>
                    <a:pt x="75702" y="270543"/>
                  </a:lnTo>
                  <a:lnTo>
                    <a:pt x="80228" y="273399"/>
                  </a:lnTo>
                  <a:lnTo>
                    <a:pt x="84842" y="276108"/>
                  </a:lnTo>
                  <a:lnTo>
                    <a:pt x="89541" y="278668"/>
                  </a:lnTo>
                  <a:lnTo>
                    <a:pt x="94319" y="281077"/>
                  </a:lnTo>
                  <a:lnTo>
                    <a:pt x="99172" y="283331"/>
                  </a:lnTo>
                  <a:lnTo>
                    <a:pt x="104095" y="285430"/>
                  </a:lnTo>
                  <a:lnTo>
                    <a:pt x="109082" y="287369"/>
                  </a:lnTo>
                  <a:lnTo>
                    <a:pt x="114129" y="289148"/>
                  </a:lnTo>
                  <a:lnTo>
                    <a:pt x="119230" y="290764"/>
                  </a:lnTo>
                  <a:lnTo>
                    <a:pt x="124380" y="292216"/>
                  </a:lnTo>
                  <a:lnTo>
                    <a:pt x="129574" y="293503"/>
                  </a:lnTo>
                  <a:lnTo>
                    <a:pt x="134807" y="294623"/>
                  </a:lnTo>
                  <a:lnTo>
                    <a:pt x="140073" y="295574"/>
                  </a:lnTo>
                  <a:lnTo>
                    <a:pt x="145366" y="296357"/>
                  </a:lnTo>
                  <a:lnTo>
                    <a:pt x="150682" y="296970"/>
                  </a:lnTo>
                  <a:lnTo>
                    <a:pt x="156015" y="297412"/>
                  </a:lnTo>
                  <a:lnTo>
                    <a:pt x="161359" y="297684"/>
                  </a:lnTo>
                  <a:lnTo>
                    <a:pt x="166709" y="297784"/>
                  </a:lnTo>
                  <a:lnTo>
                    <a:pt x="172060" y="297713"/>
                  </a:lnTo>
                  <a:lnTo>
                    <a:pt x="177405" y="297471"/>
                  </a:lnTo>
                  <a:lnTo>
                    <a:pt x="182740" y="297058"/>
                  </a:lnTo>
                  <a:lnTo>
                    <a:pt x="188060" y="296474"/>
                  </a:lnTo>
                  <a:lnTo>
                    <a:pt x="193357" y="295720"/>
                  </a:lnTo>
                  <a:lnTo>
                    <a:pt x="198628" y="294797"/>
                  </a:lnTo>
                  <a:lnTo>
                    <a:pt x="203867" y="293706"/>
                  </a:lnTo>
                  <a:lnTo>
                    <a:pt x="209068" y="292448"/>
                  </a:lnTo>
                  <a:lnTo>
                    <a:pt x="214226" y="291024"/>
                  </a:lnTo>
                  <a:lnTo>
                    <a:pt x="219336" y="289436"/>
                  </a:lnTo>
                  <a:lnTo>
                    <a:pt x="224392" y="287685"/>
                  </a:lnTo>
                  <a:lnTo>
                    <a:pt x="229390" y="285773"/>
                  </a:lnTo>
                  <a:lnTo>
                    <a:pt x="234324" y="283702"/>
                  </a:lnTo>
                  <a:lnTo>
                    <a:pt x="239189" y="281474"/>
                  </a:lnTo>
                  <a:lnTo>
                    <a:pt x="243981" y="279091"/>
                  </a:lnTo>
                  <a:lnTo>
                    <a:pt x="248694" y="276557"/>
                  </a:lnTo>
                  <a:lnTo>
                    <a:pt x="167167" y="1306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728472" y="2126963"/>
              <a:ext cx="167167" cy="313106"/>
            </a:xfrm>
            <a:custGeom>
              <a:avLst/>
              <a:pathLst>
                <a:path w="167167" h="313106">
                  <a:moveTo>
                    <a:pt x="81526" y="313106"/>
                  </a:moveTo>
                  <a:lnTo>
                    <a:pt x="86168" y="310415"/>
                  </a:lnTo>
                  <a:lnTo>
                    <a:pt x="90721" y="307576"/>
                  </a:lnTo>
                  <a:lnTo>
                    <a:pt x="95180" y="304592"/>
                  </a:lnTo>
                  <a:lnTo>
                    <a:pt x="99542" y="301466"/>
                  </a:lnTo>
                  <a:lnTo>
                    <a:pt x="103801" y="298202"/>
                  </a:lnTo>
                  <a:lnTo>
                    <a:pt x="107953" y="294803"/>
                  </a:lnTo>
                  <a:lnTo>
                    <a:pt x="111993" y="291273"/>
                  </a:lnTo>
                  <a:lnTo>
                    <a:pt x="115919" y="287615"/>
                  </a:lnTo>
                  <a:lnTo>
                    <a:pt x="119725" y="283832"/>
                  </a:lnTo>
                  <a:lnTo>
                    <a:pt x="123407" y="279930"/>
                  </a:lnTo>
                  <a:lnTo>
                    <a:pt x="126963" y="275911"/>
                  </a:lnTo>
                  <a:lnTo>
                    <a:pt x="130387" y="271780"/>
                  </a:lnTo>
                  <a:lnTo>
                    <a:pt x="133678" y="267542"/>
                  </a:lnTo>
                  <a:lnTo>
                    <a:pt x="136830" y="263200"/>
                  </a:lnTo>
                  <a:lnTo>
                    <a:pt x="139842" y="258759"/>
                  </a:lnTo>
                  <a:lnTo>
                    <a:pt x="142709" y="254224"/>
                  </a:lnTo>
                  <a:lnTo>
                    <a:pt x="145430" y="249599"/>
                  </a:lnTo>
                  <a:lnTo>
                    <a:pt x="148000" y="244889"/>
                  </a:lnTo>
                  <a:lnTo>
                    <a:pt x="150419" y="240099"/>
                  </a:lnTo>
                  <a:lnTo>
                    <a:pt x="152682" y="235234"/>
                  </a:lnTo>
                  <a:lnTo>
                    <a:pt x="154788" y="230299"/>
                  </a:lnTo>
                  <a:lnTo>
                    <a:pt x="156734" y="225298"/>
                  </a:lnTo>
                  <a:lnTo>
                    <a:pt x="158519" y="220238"/>
                  </a:lnTo>
                  <a:lnTo>
                    <a:pt x="160140" y="215123"/>
                  </a:lnTo>
                  <a:lnTo>
                    <a:pt x="161597" y="209959"/>
                  </a:lnTo>
                  <a:lnTo>
                    <a:pt x="162887" y="204751"/>
                  </a:lnTo>
                  <a:lnTo>
                    <a:pt x="164010" y="199504"/>
                  </a:lnTo>
                  <a:lnTo>
                    <a:pt x="164963" y="194223"/>
                  </a:lnTo>
                  <a:lnTo>
                    <a:pt x="165746" y="188915"/>
                  </a:lnTo>
                  <a:lnTo>
                    <a:pt x="166359" y="183585"/>
                  </a:lnTo>
                  <a:lnTo>
                    <a:pt x="166800" y="178237"/>
                  </a:lnTo>
                  <a:lnTo>
                    <a:pt x="167069" y="172878"/>
                  </a:lnTo>
                  <a:lnTo>
                    <a:pt x="167167" y="167513"/>
                  </a:lnTo>
                  <a:lnTo>
                    <a:pt x="167092" y="162148"/>
                  </a:lnTo>
                  <a:lnTo>
                    <a:pt x="166844" y="156788"/>
                  </a:lnTo>
                  <a:lnTo>
                    <a:pt x="166425" y="151439"/>
                  </a:lnTo>
                  <a:lnTo>
                    <a:pt x="165835" y="146105"/>
                  </a:lnTo>
                  <a:lnTo>
                    <a:pt x="165073" y="140794"/>
                  </a:lnTo>
                  <a:lnTo>
                    <a:pt x="164142" y="135510"/>
                  </a:lnTo>
                  <a:lnTo>
                    <a:pt x="163041" y="130258"/>
                  </a:lnTo>
                  <a:lnTo>
                    <a:pt x="161773" y="125044"/>
                  </a:lnTo>
                  <a:lnTo>
                    <a:pt x="160338" y="119874"/>
                  </a:lnTo>
                  <a:lnTo>
                    <a:pt x="158737" y="114753"/>
                  </a:lnTo>
                  <a:lnTo>
                    <a:pt x="156973" y="109685"/>
                  </a:lnTo>
                  <a:lnTo>
                    <a:pt x="155048" y="104677"/>
                  </a:lnTo>
                  <a:lnTo>
                    <a:pt x="152962" y="99733"/>
                  </a:lnTo>
                  <a:lnTo>
                    <a:pt x="150719" y="94859"/>
                  </a:lnTo>
                  <a:lnTo>
                    <a:pt x="148321" y="90059"/>
                  </a:lnTo>
                  <a:lnTo>
                    <a:pt x="145770" y="85338"/>
                  </a:lnTo>
                  <a:lnTo>
                    <a:pt x="143069" y="80702"/>
                  </a:lnTo>
                  <a:lnTo>
                    <a:pt x="140220" y="76155"/>
                  </a:lnTo>
                  <a:lnTo>
                    <a:pt x="137227" y="71702"/>
                  </a:lnTo>
                  <a:lnTo>
                    <a:pt x="134092" y="67347"/>
                  </a:lnTo>
                  <a:lnTo>
                    <a:pt x="130820" y="63094"/>
                  </a:lnTo>
                  <a:lnTo>
                    <a:pt x="127412" y="58950"/>
                  </a:lnTo>
                  <a:lnTo>
                    <a:pt x="123873" y="54916"/>
                  </a:lnTo>
                  <a:lnTo>
                    <a:pt x="120207" y="50998"/>
                  </a:lnTo>
                  <a:lnTo>
                    <a:pt x="116417" y="47200"/>
                  </a:lnTo>
                  <a:lnTo>
                    <a:pt x="112507" y="43526"/>
                  </a:lnTo>
                  <a:lnTo>
                    <a:pt x="108480" y="39979"/>
                  </a:lnTo>
                  <a:lnTo>
                    <a:pt x="104343" y="36563"/>
                  </a:lnTo>
                  <a:lnTo>
                    <a:pt x="100097" y="33281"/>
                  </a:lnTo>
                  <a:lnTo>
                    <a:pt x="95749" y="30138"/>
                  </a:lnTo>
                  <a:lnTo>
                    <a:pt x="91302" y="27135"/>
                  </a:lnTo>
                  <a:lnTo>
                    <a:pt x="86761" y="24277"/>
                  </a:lnTo>
                  <a:lnTo>
                    <a:pt x="82130" y="21566"/>
                  </a:lnTo>
                  <a:lnTo>
                    <a:pt x="77415" y="19005"/>
                  </a:lnTo>
                  <a:lnTo>
                    <a:pt x="72620" y="16597"/>
                  </a:lnTo>
                  <a:lnTo>
                    <a:pt x="67750" y="14344"/>
                  </a:lnTo>
                  <a:lnTo>
                    <a:pt x="62811" y="12248"/>
                  </a:lnTo>
                  <a:lnTo>
                    <a:pt x="57806" y="10312"/>
                  </a:lnTo>
                  <a:lnTo>
                    <a:pt x="52742" y="8538"/>
                  </a:lnTo>
                  <a:lnTo>
                    <a:pt x="47624" y="6927"/>
                  </a:lnTo>
                  <a:lnTo>
                    <a:pt x="42457" y="5481"/>
                  </a:lnTo>
                  <a:lnTo>
                    <a:pt x="37246" y="4202"/>
                  </a:lnTo>
                  <a:lnTo>
                    <a:pt x="31997" y="3090"/>
                  </a:lnTo>
                  <a:lnTo>
                    <a:pt x="26714" y="2148"/>
                  </a:lnTo>
                  <a:lnTo>
                    <a:pt x="21404" y="1376"/>
                  </a:lnTo>
                  <a:lnTo>
                    <a:pt x="16073" y="774"/>
                  </a:lnTo>
                  <a:lnTo>
                    <a:pt x="10724" y="344"/>
                  </a:lnTo>
                  <a:lnTo>
                    <a:pt x="536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3236" y="1681503"/>
              <a:ext cx="29998" cy="167167"/>
            </a:xfrm>
            <a:custGeom>
              <a:avLst/>
              <a:pathLst>
                <a:path w="29998" h="167167">
                  <a:moveTo>
                    <a:pt x="29998" y="0"/>
                  </a:moveTo>
                  <a:lnTo>
                    <a:pt x="22460" y="170"/>
                  </a:lnTo>
                  <a:lnTo>
                    <a:pt x="14938" y="679"/>
                  </a:lnTo>
                  <a:lnTo>
                    <a:pt x="7446" y="1528"/>
                  </a:lnTo>
                  <a:lnTo>
                    <a:pt x="0" y="2713"/>
                  </a:lnTo>
                  <a:lnTo>
                    <a:pt x="2999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393236" y="1684216"/>
              <a:ext cx="29998" cy="164453"/>
            </a:xfrm>
            <a:custGeom>
              <a:avLst/>
              <a:pathLst>
                <a:path w="29998" h="164453">
                  <a:moveTo>
                    <a:pt x="0" y="0"/>
                  </a:moveTo>
                  <a:lnTo>
                    <a:pt x="29998" y="1644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256068" y="1684216"/>
              <a:ext cx="334333" cy="331604"/>
            </a:xfrm>
            <a:custGeom>
              <a:avLst/>
              <a:pathLst>
                <a:path w="334333" h="331604">
                  <a:moveTo>
                    <a:pt x="137167" y="0"/>
                  </a:moveTo>
                  <a:lnTo>
                    <a:pt x="131972" y="1033"/>
                  </a:lnTo>
                  <a:lnTo>
                    <a:pt x="126812" y="2230"/>
                  </a:lnTo>
                  <a:lnTo>
                    <a:pt x="121692" y="3590"/>
                  </a:lnTo>
                  <a:lnTo>
                    <a:pt x="116618" y="5111"/>
                  </a:lnTo>
                  <a:lnTo>
                    <a:pt x="111595" y="6793"/>
                  </a:lnTo>
                  <a:lnTo>
                    <a:pt x="106628" y="8633"/>
                  </a:lnTo>
                  <a:lnTo>
                    <a:pt x="101721" y="10629"/>
                  </a:lnTo>
                  <a:lnTo>
                    <a:pt x="96880" y="12780"/>
                  </a:lnTo>
                  <a:lnTo>
                    <a:pt x="92110" y="15083"/>
                  </a:lnTo>
                  <a:lnTo>
                    <a:pt x="87415" y="17536"/>
                  </a:lnTo>
                  <a:lnTo>
                    <a:pt x="82800" y="20136"/>
                  </a:lnTo>
                  <a:lnTo>
                    <a:pt x="78270" y="22882"/>
                  </a:lnTo>
                  <a:lnTo>
                    <a:pt x="73829" y="25769"/>
                  </a:lnTo>
                  <a:lnTo>
                    <a:pt x="69482" y="28796"/>
                  </a:lnTo>
                  <a:lnTo>
                    <a:pt x="65233" y="31959"/>
                  </a:lnTo>
                  <a:lnTo>
                    <a:pt x="61086" y="35255"/>
                  </a:lnTo>
                  <a:lnTo>
                    <a:pt x="57046" y="38681"/>
                  </a:lnTo>
                  <a:lnTo>
                    <a:pt x="53117" y="42233"/>
                  </a:lnTo>
                  <a:lnTo>
                    <a:pt x="49301" y="45908"/>
                  </a:lnTo>
                  <a:lnTo>
                    <a:pt x="45605" y="49702"/>
                  </a:lnTo>
                  <a:lnTo>
                    <a:pt x="42030" y="53611"/>
                  </a:lnTo>
                  <a:lnTo>
                    <a:pt x="38581" y="57631"/>
                  </a:lnTo>
                  <a:lnTo>
                    <a:pt x="35261" y="61759"/>
                  </a:lnTo>
                  <a:lnTo>
                    <a:pt x="32073" y="65990"/>
                  </a:lnTo>
                  <a:lnTo>
                    <a:pt x="29022" y="70319"/>
                  </a:lnTo>
                  <a:lnTo>
                    <a:pt x="26108" y="74744"/>
                  </a:lnTo>
                  <a:lnTo>
                    <a:pt x="23337" y="79258"/>
                  </a:lnTo>
                  <a:lnTo>
                    <a:pt x="20710" y="83858"/>
                  </a:lnTo>
                  <a:lnTo>
                    <a:pt x="18230" y="88538"/>
                  </a:lnTo>
                  <a:lnTo>
                    <a:pt x="15899" y="93295"/>
                  </a:lnTo>
                  <a:lnTo>
                    <a:pt x="13721" y="98124"/>
                  </a:lnTo>
                  <a:lnTo>
                    <a:pt x="11696" y="103019"/>
                  </a:lnTo>
                  <a:lnTo>
                    <a:pt x="9828" y="107975"/>
                  </a:lnTo>
                  <a:lnTo>
                    <a:pt x="8117" y="112989"/>
                  </a:lnTo>
                  <a:lnTo>
                    <a:pt x="6567" y="118054"/>
                  </a:lnTo>
                  <a:lnTo>
                    <a:pt x="5177" y="123165"/>
                  </a:lnTo>
                  <a:lnTo>
                    <a:pt x="3950" y="128318"/>
                  </a:lnTo>
                  <a:lnTo>
                    <a:pt x="2887" y="133508"/>
                  </a:lnTo>
                  <a:lnTo>
                    <a:pt x="1989" y="138728"/>
                  </a:lnTo>
                  <a:lnTo>
                    <a:pt x="1257" y="143974"/>
                  </a:lnTo>
                  <a:lnTo>
                    <a:pt x="692" y="149241"/>
                  </a:lnTo>
                  <a:lnTo>
                    <a:pt x="293" y="154523"/>
                  </a:lnTo>
                  <a:lnTo>
                    <a:pt x="63" y="159816"/>
                  </a:lnTo>
                  <a:lnTo>
                    <a:pt x="0" y="165112"/>
                  </a:lnTo>
                  <a:lnTo>
                    <a:pt x="104" y="170408"/>
                  </a:lnTo>
                  <a:lnTo>
                    <a:pt x="377" y="175698"/>
                  </a:lnTo>
                  <a:lnTo>
                    <a:pt x="817" y="180977"/>
                  </a:lnTo>
                  <a:lnTo>
                    <a:pt x="1424" y="186239"/>
                  </a:lnTo>
                  <a:lnTo>
                    <a:pt x="2197" y="191480"/>
                  </a:lnTo>
                  <a:lnTo>
                    <a:pt x="3137" y="196693"/>
                  </a:lnTo>
                  <a:lnTo>
                    <a:pt x="4240" y="201874"/>
                  </a:lnTo>
                  <a:lnTo>
                    <a:pt x="5508" y="207017"/>
                  </a:lnTo>
                  <a:lnTo>
                    <a:pt x="6937" y="212118"/>
                  </a:lnTo>
                  <a:lnTo>
                    <a:pt x="8528" y="217170"/>
                  </a:lnTo>
                  <a:lnTo>
                    <a:pt x="10278" y="222170"/>
                  </a:lnTo>
                  <a:lnTo>
                    <a:pt x="12185" y="227112"/>
                  </a:lnTo>
                  <a:lnTo>
                    <a:pt x="14249" y="231991"/>
                  </a:lnTo>
                  <a:lnTo>
                    <a:pt x="16465" y="236802"/>
                  </a:lnTo>
                  <a:lnTo>
                    <a:pt x="18833" y="241540"/>
                  </a:lnTo>
                  <a:lnTo>
                    <a:pt x="21350" y="246201"/>
                  </a:lnTo>
                  <a:lnTo>
                    <a:pt x="24013" y="250780"/>
                  </a:lnTo>
                  <a:lnTo>
                    <a:pt x="26820" y="255272"/>
                  </a:lnTo>
                  <a:lnTo>
                    <a:pt x="29768" y="259673"/>
                  </a:lnTo>
                  <a:lnTo>
                    <a:pt x="32854" y="263979"/>
                  </a:lnTo>
                  <a:lnTo>
                    <a:pt x="36075" y="268184"/>
                  </a:lnTo>
                  <a:lnTo>
                    <a:pt x="39427" y="272286"/>
                  </a:lnTo>
                  <a:lnTo>
                    <a:pt x="42908" y="276279"/>
                  </a:lnTo>
                  <a:lnTo>
                    <a:pt x="46513" y="280160"/>
                  </a:lnTo>
                  <a:lnTo>
                    <a:pt x="50240" y="283924"/>
                  </a:lnTo>
                  <a:lnTo>
                    <a:pt x="54084" y="287569"/>
                  </a:lnTo>
                  <a:lnTo>
                    <a:pt x="58041" y="291090"/>
                  </a:lnTo>
                  <a:lnTo>
                    <a:pt x="62108" y="294484"/>
                  </a:lnTo>
                  <a:lnTo>
                    <a:pt x="66281" y="297747"/>
                  </a:lnTo>
                  <a:lnTo>
                    <a:pt x="70555" y="300876"/>
                  </a:lnTo>
                  <a:lnTo>
                    <a:pt x="74926" y="303869"/>
                  </a:lnTo>
                  <a:lnTo>
                    <a:pt x="79389" y="306721"/>
                  </a:lnTo>
                  <a:lnTo>
                    <a:pt x="83941" y="309431"/>
                  </a:lnTo>
                  <a:lnTo>
                    <a:pt x="88576" y="311995"/>
                  </a:lnTo>
                  <a:lnTo>
                    <a:pt x="93290" y="314411"/>
                  </a:lnTo>
                  <a:lnTo>
                    <a:pt x="98078" y="316676"/>
                  </a:lnTo>
                  <a:lnTo>
                    <a:pt x="102936" y="318789"/>
                  </a:lnTo>
                  <a:lnTo>
                    <a:pt x="107858" y="320746"/>
                  </a:lnTo>
                  <a:lnTo>
                    <a:pt x="112840" y="322547"/>
                  </a:lnTo>
                  <a:lnTo>
                    <a:pt x="117876" y="324189"/>
                  </a:lnTo>
                  <a:lnTo>
                    <a:pt x="122962" y="325670"/>
                  </a:lnTo>
                  <a:lnTo>
                    <a:pt x="128092" y="326990"/>
                  </a:lnTo>
                  <a:lnTo>
                    <a:pt x="133261" y="328146"/>
                  </a:lnTo>
                  <a:lnTo>
                    <a:pt x="138465" y="329138"/>
                  </a:lnTo>
                  <a:lnTo>
                    <a:pt x="143697" y="329965"/>
                  </a:lnTo>
                  <a:lnTo>
                    <a:pt x="148953" y="330626"/>
                  </a:lnTo>
                  <a:lnTo>
                    <a:pt x="154227" y="331119"/>
                  </a:lnTo>
                  <a:lnTo>
                    <a:pt x="159514" y="331445"/>
                  </a:lnTo>
                  <a:lnTo>
                    <a:pt x="164809" y="331604"/>
                  </a:lnTo>
                  <a:lnTo>
                    <a:pt x="170106" y="331595"/>
                  </a:lnTo>
                  <a:lnTo>
                    <a:pt x="175400" y="331418"/>
                  </a:lnTo>
                  <a:lnTo>
                    <a:pt x="180686" y="331073"/>
                  </a:lnTo>
                  <a:lnTo>
                    <a:pt x="185958" y="330561"/>
                  </a:lnTo>
                  <a:lnTo>
                    <a:pt x="191211" y="329882"/>
                  </a:lnTo>
                  <a:lnTo>
                    <a:pt x="196441" y="329037"/>
                  </a:lnTo>
                  <a:lnTo>
                    <a:pt x="201641" y="328027"/>
                  </a:lnTo>
                  <a:lnTo>
                    <a:pt x="206806" y="326853"/>
                  </a:lnTo>
                  <a:lnTo>
                    <a:pt x="211931" y="325515"/>
                  </a:lnTo>
                  <a:lnTo>
                    <a:pt x="217012" y="324016"/>
                  </a:lnTo>
                  <a:lnTo>
                    <a:pt x="222042" y="322357"/>
                  </a:lnTo>
                  <a:lnTo>
                    <a:pt x="227018" y="320539"/>
                  </a:lnTo>
                  <a:lnTo>
                    <a:pt x="231933" y="318564"/>
                  </a:lnTo>
                  <a:lnTo>
                    <a:pt x="236783" y="316435"/>
                  </a:lnTo>
                  <a:lnTo>
                    <a:pt x="241564" y="314153"/>
                  </a:lnTo>
                  <a:lnTo>
                    <a:pt x="246269" y="311720"/>
                  </a:lnTo>
                  <a:lnTo>
                    <a:pt x="250896" y="309140"/>
                  </a:lnTo>
                  <a:lnTo>
                    <a:pt x="255438" y="306414"/>
                  </a:lnTo>
                  <a:lnTo>
                    <a:pt x="259891" y="303546"/>
                  </a:lnTo>
                  <a:lnTo>
                    <a:pt x="264252" y="300539"/>
                  </a:lnTo>
                  <a:lnTo>
                    <a:pt x="268515" y="297394"/>
                  </a:lnTo>
                  <a:lnTo>
                    <a:pt x="272676" y="294117"/>
                  </a:lnTo>
                  <a:lnTo>
                    <a:pt x="276731" y="290708"/>
                  </a:lnTo>
                  <a:lnTo>
                    <a:pt x="280676" y="287174"/>
                  </a:lnTo>
                  <a:lnTo>
                    <a:pt x="284507" y="283516"/>
                  </a:lnTo>
                  <a:lnTo>
                    <a:pt x="288221" y="279738"/>
                  </a:lnTo>
                  <a:lnTo>
                    <a:pt x="291813" y="275845"/>
                  </a:lnTo>
                  <a:lnTo>
                    <a:pt x="295279" y="271840"/>
                  </a:lnTo>
                  <a:lnTo>
                    <a:pt x="298617" y="267727"/>
                  </a:lnTo>
                  <a:lnTo>
                    <a:pt x="301824" y="263510"/>
                  </a:lnTo>
                  <a:lnTo>
                    <a:pt x="304894" y="259194"/>
                  </a:lnTo>
                  <a:lnTo>
                    <a:pt x="307827" y="254782"/>
                  </a:lnTo>
                  <a:lnTo>
                    <a:pt x="310618" y="250280"/>
                  </a:lnTo>
                  <a:lnTo>
                    <a:pt x="313266" y="245692"/>
                  </a:lnTo>
                  <a:lnTo>
                    <a:pt x="315766" y="241022"/>
                  </a:lnTo>
                  <a:lnTo>
                    <a:pt x="318118" y="236276"/>
                  </a:lnTo>
                  <a:lnTo>
                    <a:pt x="320317" y="231457"/>
                  </a:lnTo>
                  <a:lnTo>
                    <a:pt x="322363" y="226571"/>
                  </a:lnTo>
                  <a:lnTo>
                    <a:pt x="324254" y="221623"/>
                  </a:lnTo>
                  <a:lnTo>
                    <a:pt x="325986" y="216617"/>
                  </a:lnTo>
                  <a:lnTo>
                    <a:pt x="327559" y="211559"/>
                  </a:lnTo>
                  <a:lnTo>
                    <a:pt x="328971" y="206453"/>
                  </a:lnTo>
                  <a:lnTo>
                    <a:pt x="330220" y="201305"/>
                  </a:lnTo>
                  <a:lnTo>
                    <a:pt x="331306" y="196121"/>
                  </a:lnTo>
                  <a:lnTo>
                    <a:pt x="332227" y="190904"/>
                  </a:lnTo>
                  <a:lnTo>
                    <a:pt x="332982" y="185661"/>
                  </a:lnTo>
                  <a:lnTo>
                    <a:pt x="333571" y="180397"/>
                  </a:lnTo>
                  <a:lnTo>
                    <a:pt x="333993" y="175117"/>
                  </a:lnTo>
                  <a:lnTo>
                    <a:pt x="334247" y="169826"/>
                  </a:lnTo>
                  <a:lnTo>
                    <a:pt x="334333" y="164529"/>
                  </a:lnTo>
                  <a:lnTo>
                    <a:pt x="334252" y="159233"/>
                  </a:lnTo>
                  <a:lnTo>
                    <a:pt x="334002" y="153942"/>
                  </a:lnTo>
                  <a:lnTo>
                    <a:pt x="333585" y="148661"/>
                  </a:lnTo>
                  <a:lnTo>
                    <a:pt x="333002" y="143396"/>
                  </a:lnTo>
                  <a:lnTo>
                    <a:pt x="332251" y="138152"/>
                  </a:lnTo>
                  <a:lnTo>
                    <a:pt x="331335" y="132935"/>
                  </a:lnTo>
                  <a:lnTo>
                    <a:pt x="330254" y="127749"/>
                  </a:lnTo>
                  <a:lnTo>
                    <a:pt x="329009" y="122601"/>
                  </a:lnTo>
                  <a:lnTo>
                    <a:pt x="327602" y="117494"/>
                  </a:lnTo>
                  <a:lnTo>
                    <a:pt x="326033" y="112434"/>
                  </a:lnTo>
                  <a:lnTo>
                    <a:pt x="324306" y="107427"/>
                  </a:lnTo>
                  <a:lnTo>
                    <a:pt x="322420" y="102477"/>
                  </a:lnTo>
                  <a:lnTo>
                    <a:pt x="320378" y="97589"/>
                  </a:lnTo>
                  <a:lnTo>
                    <a:pt x="318183" y="92768"/>
                  </a:lnTo>
                  <a:lnTo>
                    <a:pt x="315836" y="88019"/>
                  </a:lnTo>
                  <a:lnTo>
                    <a:pt x="313339" y="83347"/>
                  </a:lnTo>
                  <a:lnTo>
                    <a:pt x="310696" y="78757"/>
                  </a:lnTo>
                  <a:lnTo>
                    <a:pt x="307909" y="74252"/>
                  </a:lnTo>
                  <a:lnTo>
                    <a:pt x="304981" y="69838"/>
                  </a:lnTo>
                  <a:lnTo>
                    <a:pt x="301914" y="65519"/>
                  </a:lnTo>
                  <a:lnTo>
                    <a:pt x="298711" y="61300"/>
                  </a:lnTo>
                  <a:lnTo>
                    <a:pt x="295377" y="57184"/>
                  </a:lnTo>
                  <a:lnTo>
                    <a:pt x="291914" y="53175"/>
                  </a:lnTo>
                  <a:lnTo>
                    <a:pt x="288326" y="49279"/>
                  </a:lnTo>
                  <a:lnTo>
                    <a:pt x="284616" y="45498"/>
                  </a:lnTo>
                  <a:lnTo>
                    <a:pt x="280788" y="41836"/>
                  </a:lnTo>
                  <a:lnTo>
                    <a:pt x="276846" y="38298"/>
                  </a:lnTo>
                  <a:lnTo>
                    <a:pt x="272794" y="34886"/>
                  </a:lnTo>
                  <a:lnTo>
                    <a:pt x="268636" y="31604"/>
                  </a:lnTo>
                  <a:lnTo>
                    <a:pt x="264375" y="28456"/>
                  </a:lnTo>
                  <a:lnTo>
                    <a:pt x="260018" y="25445"/>
                  </a:lnTo>
                  <a:lnTo>
                    <a:pt x="255567" y="22572"/>
                  </a:lnTo>
                  <a:lnTo>
                    <a:pt x="167166" y="1644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423235" y="1681503"/>
              <a:ext cx="88401" cy="167167"/>
            </a:xfrm>
            <a:custGeom>
              <a:avLst/>
              <a:pathLst>
                <a:path w="88401" h="167167">
                  <a:moveTo>
                    <a:pt x="88401" y="25286"/>
                  </a:moveTo>
                  <a:lnTo>
                    <a:pt x="83407" y="22294"/>
                  </a:lnTo>
                  <a:lnTo>
                    <a:pt x="78312" y="19478"/>
                  </a:lnTo>
                  <a:lnTo>
                    <a:pt x="73122" y="16841"/>
                  </a:lnTo>
                  <a:lnTo>
                    <a:pt x="67844" y="14386"/>
                  </a:lnTo>
                  <a:lnTo>
                    <a:pt x="62483" y="12116"/>
                  </a:lnTo>
                  <a:lnTo>
                    <a:pt x="57047" y="10035"/>
                  </a:lnTo>
                  <a:lnTo>
                    <a:pt x="51541" y="8144"/>
                  </a:lnTo>
                  <a:lnTo>
                    <a:pt x="45973" y="6445"/>
                  </a:lnTo>
                  <a:lnTo>
                    <a:pt x="40349" y="4942"/>
                  </a:lnTo>
                  <a:lnTo>
                    <a:pt x="34676" y="3636"/>
                  </a:lnTo>
                  <a:lnTo>
                    <a:pt x="28961" y="2527"/>
                  </a:lnTo>
                  <a:lnTo>
                    <a:pt x="23211" y="1619"/>
                  </a:lnTo>
                  <a:lnTo>
                    <a:pt x="17433" y="911"/>
                  </a:lnTo>
                  <a:lnTo>
                    <a:pt x="11633" y="405"/>
                  </a:lnTo>
                  <a:lnTo>
                    <a:pt x="5820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853879" y="1322571"/>
              <a:ext cx="334326" cy="334321"/>
            </a:xfrm>
            <a:custGeom>
              <a:avLst/>
              <a:pathLst>
                <a:path w="334326" h="334321">
                  <a:moveTo>
                    <a:pt x="167159" y="0"/>
                  </a:moveTo>
                  <a:lnTo>
                    <a:pt x="161877" y="83"/>
                  </a:lnTo>
                  <a:lnTo>
                    <a:pt x="156599" y="333"/>
                  </a:lnTo>
                  <a:lnTo>
                    <a:pt x="151333" y="750"/>
                  </a:lnTo>
                  <a:lnTo>
                    <a:pt x="146082" y="1334"/>
                  </a:lnTo>
                  <a:lnTo>
                    <a:pt x="140852" y="2083"/>
                  </a:lnTo>
                  <a:lnTo>
                    <a:pt x="135648" y="2996"/>
                  </a:lnTo>
                  <a:lnTo>
                    <a:pt x="130476" y="4074"/>
                  </a:lnTo>
                  <a:lnTo>
                    <a:pt x="125341" y="5315"/>
                  </a:lnTo>
                  <a:lnTo>
                    <a:pt x="120247" y="6717"/>
                  </a:lnTo>
                  <a:lnTo>
                    <a:pt x="115200" y="8280"/>
                  </a:lnTo>
                  <a:lnTo>
                    <a:pt x="110205" y="10001"/>
                  </a:lnTo>
                  <a:lnTo>
                    <a:pt x="105267" y="11879"/>
                  </a:lnTo>
                  <a:lnTo>
                    <a:pt x="100390" y="13913"/>
                  </a:lnTo>
                  <a:lnTo>
                    <a:pt x="95581" y="16099"/>
                  </a:lnTo>
                  <a:lnTo>
                    <a:pt x="90843" y="18437"/>
                  </a:lnTo>
                  <a:lnTo>
                    <a:pt x="86181" y="20922"/>
                  </a:lnTo>
                  <a:lnTo>
                    <a:pt x="81600" y="23554"/>
                  </a:lnTo>
                  <a:lnTo>
                    <a:pt x="77104" y="26330"/>
                  </a:lnTo>
                  <a:lnTo>
                    <a:pt x="72699" y="29246"/>
                  </a:lnTo>
                  <a:lnTo>
                    <a:pt x="68388" y="32300"/>
                  </a:lnTo>
                  <a:lnTo>
                    <a:pt x="64175" y="35489"/>
                  </a:lnTo>
                  <a:lnTo>
                    <a:pt x="60065" y="38809"/>
                  </a:lnTo>
                  <a:lnTo>
                    <a:pt x="56063" y="42257"/>
                  </a:lnTo>
                  <a:lnTo>
                    <a:pt x="52171" y="45830"/>
                  </a:lnTo>
                  <a:lnTo>
                    <a:pt x="48394" y="49524"/>
                  </a:lnTo>
                  <a:lnTo>
                    <a:pt x="44736" y="53336"/>
                  </a:lnTo>
                  <a:lnTo>
                    <a:pt x="41200" y="57262"/>
                  </a:lnTo>
                  <a:lnTo>
                    <a:pt x="37790" y="61297"/>
                  </a:lnTo>
                  <a:lnTo>
                    <a:pt x="34509" y="65438"/>
                  </a:lnTo>
                  <a:lnTo>
                    <a:pt x="31360" y="69681"/>
                  </a:lnTo>
                  <a:lnTo>
                    <a:pt x="28347" y="74021"/>
                  </a:lnTo>
                  <a:lnTo>
                    <a:pt x="25473" y="78454"/>
                  </a:lnTo>
                  <a:lnTo>
                    <a:pt x="22741" y="82976"/>
                  </a:lnTo>
                  <a:lnTo>
                    <a:pt x="20152" y="87581"/>
                  </a:lnTo>
                  <a:lnTo>
                    <a:pt x="17711" y="92267"/>
                  </a:lnTo>
                  <a:lnTo>
                    <a:pt x="15419" y="97027"/>
                  </a:lnTo>
                  <a:lnTo>
                    <a:pt x="13278" y="101857"/>
                  </a:lnTo>
                  <a:lnTo>
                    <a:pt x="11291" y="106752"/>
                  </a:lnTo>
                  <a:lnTo>
                    <a:pt x="9460" y="111708"/>
                  </a:lnTo>
                  <a:lnTo>
                    <a:pt x="7786" y="116719"/>
                  </a:lnTo>
                  <a:lnTo>
                    <a:pt x="6271" y="121781"/>
                  </a:lnTo>
                  <a:lnTo>
                    <a:pt x="4917" y="126887"/>
                  </a:lnTo>
                  <a:lnTo>
                    <a:pt x="3725" y="132034"/>
                  </a:lnTo>
                  <a:lnTo>
                    <a:pt x="2697" y="137217"/>
                  </a:lnTo>
                  <a:lnTo>
                    <a:pt x="1833" y="142429"/>
                  </a:lnTo>
                  <a:lnTo>
                    <a:pt x="1133" y="147666"/>
                  </a:lnTo>
                  <a:lnTo>
                    <a:pt x="600" y="152922"/>
                  </a:lnTo>
                  <a:lnTo>
                    <a:pt x="233" y="158192"/>
                  </a:lnTo>
                  <a:lnTo>
                    <a:pt x="33" y="163472"/>
                  </a:lnTo>
                  <a:lnTo>
                    <a:pt x="0" y="168755"/>
                  </a:lnTo>
                  <a:lnTo>
                    <a:pt x="133" y="174036"/>
                  </a:lnTo>
                  <a:lnTo>
                    <a:pt x="434" y="179311"/>
                  </a:lnTo>
                  <a:lnTo>
                    <a:pt x="901" y="184574"/>
                  </a:lnTo>
                  <a:lnTo>
                    <a:pt x="1534" y="189819"/>
                  </a:lnTo>
                  <a:lnTo>
                    <a:pt x="2332" y="195042"/>
                  </a:lnTo>
                  <a:lnTo>
                    <a:pt x="3296" y="200236"/>
                  </a:lnTo>
                  <a:lnTo>
                    <a:pt x="4422" y="205398"/>
                  </a:lnTo>
                  <a:lnTo>
                    <a:pt x="5712" y="210521"/>
                  </a:lnTo>
                  <a:lnTo>
                    <a:pt x="7162" y="215602"/>
                  </a:lnTo>
                  <a:lnTo>
                    <a:pt x="8773" y="220633"/>
                  </a:lnTo>
                  <a:lnTo>
                    <a:pt x="10542" y="225612"/>
                  </a:lnTo>
                  <a:lnTo>
                    <a:pt x="12467" y="230532"/>
                  </a:lnTo>
                  <a:lnTo>
                    <a:pt x="14546" y="235389"/>
                  </a:lnTo>
                  <a:lnTo>
                    <a:pt x="16778" y="240177"/>
                  </a:lnTo>
                  <a:lnTo>
                    <a:pt x="19161" y="244893"/>
                  </a:lnTo>
                  <a:lnTo>
                    <a:pt x="21691" y="249531"/>
                  </a:lnTo>
                  <a:lnTo>
                    <a:pt x="24366" y="254087"/>
                  </a:lnTo>
                  <a:lnTo>
                    <a:pt x="27184" y="258556"/>
                  </a:lnTo>
                  <a:lnTo>
                    <a:pt x="30142" y="262933"/>
                  </a:lnTo>
                  <a:lnTo>
                    <a:pt x="33237" y="267215"/>
                  </a:lnTo>
                  <a:lnTo>
                    <a:pt x="36465" y="271397"/>
                  </a:lnTo>
                  <a:lnTo>
                    <a:pt x="39824" y="275475"/>
                  </a:lnTo>
                  <a:lnTo>
                    <a:pt x="43310" y="279445"/>
                  </a:lnTo>
                  <a:lnTo>
                    <a:pt x="46920" y="283303"/>
                  </a:lnTo>
                  <a:lnTo>
                    <a:pt x="50650" y="287044"/>
                  </a:lnTo>
                  <a:lnTo>
                    <a:pt x="54497" y="290666"/>
                  </a:lnTo>
                  <a:lnTo>
                    <a:pt x="58456" y="294165"/>
                  </a:lnTo>
                  <a:lnTo>
                    <a:pt x="62523" y="297537"/>
                  </a:lnTo>
                  <a:lnTo>
                    <a:pt x="66695" y="300778"/>
                  </a:lnTo>
                  <a:lnTo>
                    <a:pt x="70968" y="303886"/>
                  </a:lnTo>
                  <a:lnTo>
                    <a:pt x="75336" y="306857"/>
                  </a:lnTo>
                  <a:lnTo>
                    <a:pt x="79796" y="309689"/>
                  </a:lnTo>
                  <a:lnTo>
                    <a:pt x="84344" y="312379"/>
                  </a:lnTo>
                  <a:lnTo>
                    <a:pt x="88974" y="314923"/>
                  </a:lnTo>
                  <a:lnTo>
                    <a:pt x="93682" y="317320"/>
                  </a:lnTo>
                  <a:lnTo>
                    <a:pt x="98464" y="319567"/>
                  </a:lnTo>
                  <a:lnTo>
                    <a:pt x="103314" y="321662"/>
                  </a:lnTo>
                  <a:lnTo>
                    <a:pt x="108228" y="323602"/>
                  </a:lnTo>
                  <a:lnTo>
                    <a:pt x="113201" y="325387"/>
                  </a:lnTo>
                  <a:lnTo>
                    <a:pt x="118228" y="327013"/>
                  </a:lnTo>
                  <a:lnTo>
                    <a:pt x="123303" y="328479"/>
                  </a:lnTo>
                  <a:lnTo>
                    <a:pt x="128423" y="329784"/>
                  </a:lnTo>
                  <a:lnTo>
                    <a:pt x="133581" y="330927"/>
                  </a:lnTo>
                  <a:lnTo>
                    <a:pt x="138773" y="331907"/>
                  </a:lnTo>
                  <a:lnTo>
                    <a:pt x="143993" y="332721"/>
                  </a:lnTo>
                  <a:lnTo>
                    <a:pt x="149236" y="333371"/>
                  </a:lnTo>
                  <a:lnTo>
                    <a:pt x="154497" y="333854"/>
                  </a:lnTo>
                  <a:lnTo>
                    <a:pt x="159771" y="334171"/>
                  </a:lnTo>
                  <a:lnTo>
                    <a:pt x="165052" y="334321"/>
                  </a:lnTo>
                  <a:lnTo>
                    <a:pt x="170335" y="334304"/>
                  </a:lnTo>
                  <a:lnTo>
                    <a:pt x="175615" y="334120"/>
                  </a:lnTo>
                  <a:lnTo>
                    <a:pt x="180887" y="333770"/>
                  </a:lnTo>
                  <a:lnTo>
                    <a:pt x="186145" y="333253"/>
                  </a:lnTo>
                  <a:lnTo>
                    <a:pt x="191384" y="332570"/>
                  </a:lnTo>
                  <a:lnTo>
                    <a:pt x="196598" y="331722"/>
                  </a:lnTo>
                  <a:lnTo>
                    <a:pt x="201784" y="330709"/>
                  </a:lnTo>
                  <a:lnTo>
                    <a:pt x="206935" y="329533"/>
                  </a:lnTo>
                  <a:lnTo>
                    <a:pt x="212046" y="328195"/>
                  </a:lnTo>
                  <a:lnTo>
                    <a:pt x="217112" y="326697"/>
                  </a:lnTo>
                  <a:lnTo>
                    <a:pt x="222128" y="325038"/>
                  </a:lnTo>
                  <a:lnTo>
                    <a:pt x="227089" y="323223"/>
                  </a:lnTo>
                  <a:lnTo>
                    <a:pt x="231991" y="321251"/>
                  </a:lnTo>
                  <a:lnTo>
                    <a:pt x="236828" y="319125"/>
                  </a:lnTo>
                  <a:lnTo>
                    <a:pt x="241595" y="316848"/>
                  </a:lnTo>
                  <a:lnTo>
                    <a:pt x="246288" y="314421"/>
                  </a:lnTo>
                  <a:lnTo>
                    <a:pt x="250902" y="311847"/>
                  </a:lnTo>
                  <a:lnTo>
                    <a:pt x="255432" y="309128"/>
                  </a:lnTo>
                  <a:lnTo>
                    <a:pt x="259874" y="306268"/>
                  </a:lnTo>
                  <a:lnTo>
                    <a:pt x="264223" y="303268"/>
                  </a:lnTo>
                  <a:lnTo>
                    <a:pt x="268475" y="300133"/>
                  </a:lnTo>
                  <a:lnTo>
                    <a:pt x="272627" y="296865"/>
                  </a:lnTo>
                  <a:lnTo>
                    <a:pt x="276673" y="293467"/>
                  </a:lnTo>
                  <a:lnTo>
                    <a:pt x="280609" y="289944"/>
                  </a:lnTo>
                  <a:lnTo>
                    <a:pt x="284432" y="286297"/>
                  </a:lnTo>
                  <a:lnTo>
                    <a:pt x="288138" y="282532"/>
                  </a:lnTo>
                  <a:lnTo>
                    <a:pt x="291723" y="278651"/>
                  </a:lnTo>
                  <a:lnTo>
                    <a:pt x="295184" y="274659"/>
                  </a:lnTo>
                  <a:lnTo>
                    <a:pt x="298517" y="270560"/>
                  </a:lnTo>
                  <a:lnTo>
                    <a:pt x="301719" y="266357"/>
                  </a:lnTo>
                  <a:lnTo>
                    <a:pt x="304786" y="262056"/>
                  </a:lnTo>
                  <a:lnTo>
                    <a:pt x="307716" y="257659"/>
                  </a:lnTo>
                  <a:lnTo>
                    <a:pt x="310505" y="253172"/>
                  </a:lnTo>
                  <a:lnTo>
                    <a:pt x="313151" y="248600"/>
                  </a:lnTo>
                  <a:lnTo>
                    <a:pt x="315652" y="243945"/>
                  </a:lnTo>
                  <a:lnTo>
                    <a:pt x="318004" y="239215"/>
                  </a:lnTo>
                  <a:lnTo>
                    <a:pt x="320205" y="234412"/>
                  </a:lnTo>
                  <a:lnTo>
                    <a:pt x="322254" y="229542"/>
                  </a:lnTo>
                  <a:lnTo>
                    <a:pt x="324148" y="224610"/>
                  </a:lnTo>
                  <a:lnTo>
                    <a:pt x="325884" y="219620"/>
                  </a:lnTo>
                  <a:lnTo>
                    <a:pt x="327463" y="214578"/>
                  </a:lnTo>
                  <a:lnTo>
                    <a:pt x="328881" y="209489"/>
                  </a:lnTo>
                  <a:lnTo>
                    <a:pt x="330137" y="204357"/>
                  </a:lnTo>
                  <a:lnTo>
                    <a:pt x="331231" y="199188"/>
                  </a:lnTo>
                  <a:lnTo>
                    <a:pt x="332161" y="193987"/>
                  </a:lnTo>
                  <a:lnTo>
                    <a:pt x="332926" y="188760"/>
                  </a:lnTo>
                  <a:lnTo>
                    <a:pt x="333526" y="183511"/>
                  </a:lnTo>
                  <a:lnTo>
                    <a:pt x="333959" y="178245"/>
                  </a:lnTo>
                  <a:lnTo>
                    <a:pt x="334226" y="172969"/>
                  </a:lnTo>
                  <a:lnTo>
                    <a:pt x="334326" y="167686"/>
                  </a:lnTo>
                  <a:lnTo>
                    <a:pt x="334259" y="162404"/>
                  </a:lnTo>
                  <a:lnTo>
                    <a:pt x="334025" y="157126"/>
                  </a:lnTo>
                  <a:lnTo>
                    <a:pt x="333624" y="151858"/>
                  </a:lnTo>
                  <a:lnTo>
                    <a:pt x="333057" y="146605"/>
                  </a:lnTo>
                  <a:lnTo>
                    <a:pt x="332325" y="141373"/>
                  </a:lnTo>
                  <a:lnTo>
                    <a:pt x="331427" y="136166"/>
                  </a:lnTo>
                  <a:lnTo>
                    <a:pt x="330365" y="130991"/>
                  </a:lnTo>
                  <a:lnTo>
                    <a:pt x="329141" y="125851"/>
                  </a:lnTo>
                  <a:lnTo>
                    <a:pt x="327754" y="120753"/>
                  </a:lnTo>
                  <a:lnTo>
                    <a:pt x="326207" y="115701"/>
                  </a:lnTo>
                  <a:lnTo>
                    <a:pt x="324502" y="110701"/>
                  </a:lnTo>
                  <a:lnTo>
                    <a:pt x="322639" y="105757"/>
                  </a:lnTo>
                  <a:lnTo>
                    <a:pt x="320620" y="100875"/>
                  </a:lnTo>
                  <a:lnTo>
                    <a:pt x="318449" y="96058"/>
                  </a:lnTo>
                  <a:lnTo>
                    <a:pt x="316126" y="91313"/>
                  </a:lnTo>
                  <a:lnTo>
                    <a:pt x="313655" y="86643"/>
                  </a:lnTo>
                  <a:lnTo>
                    <a:pt x="311037" y="82054"/>
                  </a:lnTo>
                  <a:lnTo>
                    <a:pt x="308276" y="77550"/>
                  </a:lnTo>
                  <a:lnTo>
                    <a:pt x="305373" y="73136"/>
                  </a:lnTo>
                  <a:lnTo>
                    <a:pt x="302333" y="68815"/>
                  </a:lnTo>
                  <a:lnTo>
                    <a:pt x="299157" y="64592"/>
                  </a:lnTo>
                  <a:lnTo>
                    <a:pt x="295850" y="60472"/>
                  </a:lnTo>
                  <a:lnTo>
                    <a:pt x="292414" y="56459"/>
                  </a:lnTo>
                  <a:lnTo>
                    <a:pt x="288853" y="52556"/>
                  </a:lnTo>
                  <a:lnTo>
                    <a:pt x="285170" y="48768"/>
                  </a:lnTo>
                  <a:lnTo>
                    <a:pt x="281370" y="45098"/>
                  </a:lnTo>
                  <a:lnTo>
                    <a:pt x="277455" y="41550"/>
                  </a:lnTo>
                  <a:lnTo>
                    <a:pt x="273431" y="38127"/>
                  </a:lnTo>
                  <a:lnTo>
                    <a:pt x="269300" y="34833"/>
                  </a:lnTo>
                  <a:lnTo>
                    <a:pt x="265067" y="31671"/>
                  </a:lnTo>
                  <a:lnTo>
                    <a:pt x="260736" y="28645"/>
                  </a:lnTo>
                  <a:lnTo>
                    <a:pt x="256312" y="25757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021039" y="1348329"/>
              <a:ext cx="89152" cy="141409"/>
            </a:xfrm>
            <a:custGeom>
              <a:avLst/>
              <a:pathLst>
                <a:path w="89152" h="141409">
                  <a:moveTo>
                    <a:pt x="89152" y="0"/>
                  </a:moveTo>
                  <a:lnTo>
                    <a:pt x="0" y="1414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021039" y="1322571"/>
              <a:ext cx="89152" cy="167167"/>
            </a:xfrm>
            <a:custGeom>
              <a:avLst/>
              <a:pathLst>
                <a:path w="89152" h="167167">
                  <a:moveTo>
                    <a:pt x="89152" y="25757"/>
                  </a:moveTo>
                  <a:lnTo>
                    <a:pt x="84127" y="22711"/>
                  </a:lnTo>
                  <a:lnTo>
                    <a:pt x="78997" y="19843"/>
                  </a:lnTo>
                  <a:lnTo>
                    <a:pt x="73770" y="17157"/>
                  </a:lnTo>
                  <a:lnTo>
                    <a:pt x="68452" y="14657"/>
                  </a:lnTo>
                  <a:lnTo>
                    <a:pt x="63049" y="12345"/>
                  </a:lnTo>
                  <a:lnTo>
                    <a:pt x="57568" y="10225"/>
                  </a:lnTo>
                  <a:lnTo>
                    <a:pt x="52016" y="8298"/>
                  </a:lnTo>
                  <a:lnTo>
                    <a:pt x="46399" y="6568"/>
                  </a:lnTo>
                  <a:lnTo>
                    <a:pt x="40725" y="5036"/>
                  </a:lnTo>
                  <a:lnTo>
                    <a:pt x="35001" y="3705"/>
                  </a:lnTo>
                  <a:lnTo>
                    <a:pt x="29234" y="2576"/>
                  </a:lnTo>
                  <a:lnTo>
                    <a:pt x="23431" y="1650"/>
                  </a:lnTo>
                  <a:lnTo>
                    <a:pt x="17598" y="928"/>
                  </a:lnTo>
                  <a:lnTo>
                    <a:pt x="11744" y="413"/>
                  </a:lnTo>
                  <a:lnTo>
                    <a:pt x="5875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378101" y="1071028"/>
              <a:ext cx="334324" cy="334327"/>
            </a:xfrm>
            <a:custGeom>
              <a:avLst/>
              <a:pathLst>
                <a:path w="334324" h="334327">
                  <a:moveTo>
                    <a:pt x="167157" y="0"/>
                  </a:moveTo>
                  <a:lnTo>
                    <a:pt x="161869" y="83"/>
                  </a:lnTo>
                  <a:lnTo>
                    <a:pt x="156586" y="334"/>
                  </a:lnTo>
                  <a:lnTo>
                    <a:pt x="151314" y="752"/>
                  </a:lnTo>
                  <a:lnTo>
                    <a:pt x="146058" y="1336"/>
                  </a:lnTo>
                  <a:lnTo>
                    <a:pt x="140823" y="2087"/>
                  </a:lnTo>
                  <a:lnTo>
                    <a:pt x="135614" y="3002"/>
                  </a:lnTo>
                  <a:lnTo>
                    <a:pt x="130437" y="4082"/>
                  </a:lnTo>
                  <a:lnTo>
                    <a:pt x="125297" y="5325"/>
                  </a:lnTo>
                  <a:lnTo>
                    <a:pt x="120198" y="6730"/>
                  </a:lnTo>
                  <a:lnTo>
                    <a:pt x="115147" y="8296"/>
                  </a:lnTo>
                  <a:lnTo>
                    <a:pt x="110147" y="10021"/>
                  </a:lnTo>
                  <a:lnTo>
                    <a:pt x="105205" y="11903"/>
                  </a:lnTo>
                  <a:lnTo>
                    <a:pt x="100325" y="13940"/>
                  </a:lnTo>
                  <a:lnTo>
                    <a:pt x="95511" y="16131"/>
                  </a:lnTo>
                  <a:lnTo>
                    <a:pt x="90769" y="18473"/>
                  </a:lnTo>
                  <a:lnTo>
                    <a:pt x="86104" y="20964"/>
                  </a:lnTo>
                  <a:lnTo>
                    <a:pt x="81520" y="23601"/>
                  </a:lnTo>
                  <a:lnTo>
                    <a:pt x="77021" y="26381"/>
                  </a:lnTo>
                  <a:lnTo>
                    <a:pt x="72613" y="29303"/>
                  </a:lnTo>
                  <a:lnTo>
                    <a:pt x="68299" y="32363"/>
                  </a:lnTo>
                  <a:lnTo>
                    <a:pt x="64085" y="35557"/>
                  </a:lnTo>
                  <a:lnTo>
                    <a:pt x="59973" y="38884"/>
                  </a:lnTo>
                  <a:lnTo>
                    <a:pt x="55969" y="42338"/>
                  </a:lnTo>
                  <a:lnTo>
                    <a:pt x="52076" y="45918"/>
                  </a:lnTo>
                  <a:lnTo>
                    <a:pt x="48298" y="49619"/>
                  </a:lnTo>
                  <a:lnTo>
                    <a:pt x="44639" y="53437"/>
                  </a:lnTo>
                  <a:lnTo>
                    <a:pt x="41103" y="57370"/>
                  </a:lnTo>
                  <a:lnTo>
                    <a:pt x="37693" y="61412"/>
                  </a:lnTo>
                  <a:lnTo>
                    <a:pt x="34412" y="65560"/>
                  </a:lnTo>
                  <a:lnTo>
                    <a:pt x="31265" y="69810"/>
                  </a:lnTo>
                  <a:lnTo>
                    <a:pt x="28253" y="74157"/>
                  </a:lnTo>
                  <a:lnTo>
                    <a:pt x="25381" y="78598"/>
                  </a:lnTo>
                  <a:lnTo>
                    <a:pt x="22650" y="83127"/>
                  </a:lnTo>
                  <a:lnTo>
                    <a:pt x="20064" y="87740"/>
                  </a:lnTo>
                  <a:lnTo>
                    <a:pt x="17625" y="92433"/>
                  </a:lnTo>
                  <a:lnTo>
                    <a:pt x="15336" y="97200"/>
                  </a:lnTo>
                  <a:lnTo>
                    <a:pt x="13198" y="102038"/>
                  </a:lnTo>
                  <a:lnTo>
                    <a:pt x="11215" y="106940"/>
                  </a:lnTo>
                  <a:lnTo>
                    <a:pt x="9388" y="111903"/>
                  </a:lnTo>
                  <a:lnTo>
                    <a:pt x="7719" y="116921"/>
                  </a:lnTo>
                  <a:lnTo>
                    <a:pt x="6209" y="121990"/>
                  </a:lnTo>
                  <a:lnTo>
                    <a:pt x="4861" y="127104"/>
                  </a:lnTo>
                  <a:lnTo>
                    <a:pt x="3675" y="132258"/>
                  </a:lnTo>
                  <a:lnTo>
                    <a:pt x="2652" y="137446"/>
                  </a:lnTo>
                  <a:lnTo>
                    <a:pt x="1795" y="142665"/>
                  </a:lnTo>
                  <a:lnTo>
                    <a:pt x="1102" y="147908"/>
                  </a:lnTo>
                  <a:lnTo>
                    <a:pt x="576" y="153170"/>
                  </a:lnTo>
                  <a:lnTo>
                    <a:pt x="217" y="158447"/>
                  </a:lnTo>
                  <a:lnTo>
                    <a:pt x="25" y="163732"/>
                  </a:lnTo>
                  <a:lnTo>
                    <a:pt x="0" y="169020"/>
                  </a:lnTo>
                  <a:lnTo>
                    <a:pt x="142" y="174307"/>
                  </a:lnTo>
                  <a:lnTo>
                    <a:pt x="451" y="179586"/>
                  </a:lnTo>
                  <a:lnTo>
                    <a:pt x="927" y="184853"/>
                  </a:lnTo>
                  <a:lnTo>
                    <a:pt x="1570" y="190103"/>
                  </a:lnTo>
                  <a:lnTo>
                    <a:pt x="2379" y="195329"/>
                  </a:lnTo>
                  <a:lnTo>
                    <a:pt x="3352" y="200527"/>
                  </a:lnTo>
                  <a:lnTo>
                    <a:pt x="4489" y="205692"/>
                  </a:lnTo>
                  <a:lnTo>
                    <a:pt x="5789" y="210819"/>
                  </a:lnTo>
                  <a:lnTo>
                    <a:pt x="7251" y="215901"/>
                  </a:lnTo>
                  <a:lnTo>
                    <a:pt x="8872" y="220935"/>
                  </a:lnTo>
                  <a:lnTo>
                    <a:pt x="10652" y="225915"/>
                  </a:lnTo>
                  <a:lnTo>
                    <a:pt x="12589" y="230836"/>
                  </a:lnTo>
                  <a:lnTo>
                    <a:pt x="14680" y="235694"/>
                  </a:lnTo>
                  <a:lnTo>
                    <a:pt x="16924" y="240483"/>
                  </a:lnTo>
                  <a:lnTo>
                    <a:pt x="19319" y="245198"/>
                  </a:lnTo>
                  <a:lnTo>
                    <a:pt x="21861" y="249836"/>
                  </a:lnTo>
                  <a:lnTo>
                    <a:pt x="24549" y="254390"/>
                  </a:lnTo>
                  <a:lnTo>
                    <a:pt x="27379" y="258858"/>
                  </a:lnTo>
                  <a:lnTo>
                    <a:pt x="30349" y="263233"/>
                  </a:lnTo>
                  <a:lnTo>
                    <a:pt x="33457" y="267513"/>
                  </a:lnTo>
                  <a:lnTo>
                    <a:pt x="36698" y="271692"/>
                  </a:lnTo>
                  <a:lnTo>
                    <a:pt x="40069" y="275766"/>
                  </a:lnTo>
                  <a:lnTo>
                    <a:pt x="43568" y="279732"/>
                  </a:lnTo>
                  <a:lnTo>
                    <a:pt x="47191" y="283585"/>
                  </a:lnTo>
                  <a:lnTo>
                    <a:pt x="50933" y="287321"/>
                  </a:lnTo>
                  <a:lnTo>
                    <a:pt x="54792" y="290938"/>
                  </a:lnTo>
                  <a:lnTo>
                    <a:pt x="58764" y="294430"/>
                  </a:lnTo>
                  <a:lnTo>
                    <a:pt x="62844" y="297795"/>
                  </a:lnTo>
                  <a:lnTo>
                    <a:pt x="67028" y="301030"/>
                  </a:lnTo>
                  <a:lnTo>
                    <a:pt x="71312" y="304130"/>
                  </a:lnTo>
                  <a:lnTo>
                    <a:pt x="75693" y="307093"/>
                  </a:lnTo>
                  <a:lnTo>
                    <a:pt x="80165" y="309916"/>
                  </a:lnTo>
                  <a:lnTo>
                    <a:pt x="84724" y="312597"/>
                  </a:lnTo>
                  <a:lnTo>
                    <a:pt x="89365" y="315131"/>
                  </a:lnTo>
                  <a:lnTo>
                    <a:pt x="94085" y="317518"/>
                  </a:lnTo>
                  <a:lnTo>
                    <a:pt x="98877" y="319754"/>
                  </a:lnTo>
                  <a:lnTo>
                    <a:pt x="103738" y="321838"/>
                  </a:lnTo>
                  <a:lnTo>
                    <a:pt x="108663" y="323766"/>
                  </a:lnTo>
                  <a:lnTo>
                    <a:pt x="113645" y="325538"/>
                  </a:lnTo>
                  <a:lnTo>
                    <a:pt x="118682" y="327152"/>
                  </a:lnTo>
                  <a:lnTo>
                    <a:pt x="123767" y="328605"/>
                  </a:lnTo>
                  <a:lnTo>
                    <a:pt x="128895" y="329897"/>
                  </a:lnTo>
                  <a:lnTo>
                    <a:pt x="134062" y="331026"/>
                  </a:lnTo>
                  <a:lnTo>
                    <a:pt x="139262" y="331991"/>
                  </a:lnTo>
                  <a:lnTo>
                    <a:pt x="144489" y="332790"/>
                  </a:lnTo>
                  <a:lnTo>
                    <a:pt x="149740" y="333425"/>
                  </a:lnTo>
                  <a:lnTo>
                    <a:pt x="155008" y="333892"/>
                  </a:lnTo>
                  <a:lnTo>
                    <a:pt x="160288" y="334193"/>
                  </a:lnTo>
                  <a:lnTo>
                    <a:pt x="165575" y="334327"/>
                  </a:lnTo>
                  <a:lnTo>
                    <a:pt x="170863" y="334293"/>
                  </a:lnTo>
                  <a:lnTo>
                    <a:pt x="176148" y="334092"/>
                  </a:lnTo>
                  <a:lnTo>
                    <a:pt x="181424" y="333724"/>
                  </a:lnTo>
                  <a:lnTo>
                    <a:pt x="186685" y="333190"/>
                  </a:lnTo>
                  <a:lnTo>
                    <a:pt x="191927" y="332489"/>
                  </a:lnTo>
                  <a:lnTo>
                    <a:pt x="197144" y="331623"/>
                  </a:lnTo>
                  <a:lnTo>
                    <a:pt x="202331" y="330592"/>
                  </a:lnTo>
                  <a:lnTo>
                    <a:pt x="207483" y="329397"/>
                  </a:lnTo>
                  <a:lnTo>
                    <a:pt x="212595" y="328041"/>
                  </a:lnTo>
                  <a:lnTo>
                    <a:pt x="217661" y="326523"/>
                  </a:lnTo>
                  <a:lnTo>
                    <a:pt x="222676" y="324845"/>
                  </a:lnTo>
                  <a:lnTo>
                    <a:pt x="227636" y="323010"/>
                  </a:lnTo>
                  <a:lnTo>
                    <a:pt x="232536" y="321019"/>
                  </a:lnTo>
                  <a:lnTo>
                    <a:pt x="237370" y="318874"/>
                  </a:lnTo>
                  <a:lnTo>
                    <a:pt x="242133" y="316577"/>
                  </a:lnTo>
                  <a:lnTo>
                    <a:pt x="246822" y="314131"/>
                  </a:lnTo>
                  <a:lnTo>
                    <a:pt x="251431" y="311537"/>
                  </a:lnTo>
                  <a:lnTo>
                    <a:pt x="255956" y="308799"/>
                  </a:lnTo>
                  <a:lnTo>
                    <a:pt x="260391" y="305919"/>
                  </a:lnTo>
                  <a:lnTo>
                    <a:pt x="264734" y="302901"/>
                  </a:lnTo>
                  <a:lnTo>
                    <a:pt x="268979" y="299746"/>
                  </a:lnTo>
                  <a:lnTo>
                    <a:pt x="273121" y="296459"/>
                  </a:lnTo>
                  <a:lnTo>
                    <a:pt x="277158" y="293042"/>
                  </a:lnTo>
                  <a:lnTo>
                    <a:pt x="281085" y="289500"/>
                  </a:lnTo>
                  <a:lnTo>
                    <a:pt x="284898" y="285835"/>
                  </a:lnTo>
                  <a:lnTo>
                    <a:pt x="288592" y="282051"/>
                  </a:lnTo>
                  <a:lnTo>
                    <a:pt x="292166" y="278152"/>
                  </a:lnTo>
                  <a:lnTo>
                    <a:pt x="295614" y="274142"/>
                  </a:lnTo>
                  <a:lnTo>
                    <a:pt x="298933" y="270025"/>
                  </a:lnTo>
                  <a:lnTo>
                    <a:pt x="302121" y="265805"/>
                  </a:lnTo>
                  <a:lnTo>
                    <a:pt x="305174" y="261487"/>
                  </a:lnTo>
                  <a:lnTo>
                    <a:pt x="308088" y="257074"/>
                  </a:lnTo>
                  <a:lnTo>
                    <a:pt x="310862" y="252571"/>
                  </a:lnTo>
                  <a:lnTo>
                    <a:pt x="313491" y="247982"/>
                  </a:lnTo>
                  <a:lnTo>
                    <a:pt x="315974" y="243313"/>
                  </a:lnTo>
                  <a:lnTo>
                    <a:pt x="318309" y="238567"/>
                  </a:lnTo>
                  <a:lnTo>
                    <a:pt x="320492" y="233750"/>
                  </a:lnTo>
                  <a:lnTo>
                    <a:pt x="322521" y="228867"/>
                  </a:lnTo>
                  <a:lnTo>
                    <a:pt x="324395" y="223921"/>
                  </a:lnTo>
                  <a:lnTo>
                    <a:pt x="326112" y="218919"/>
                  </a:lnTo>
                  <a:lnTo>
                    <a:pt x="327669" y="213865"/>
                  </a:lnTo>
                  <a:lnTo>
                    <a:pt x="329066" y="208764"/>
                  </a:lnTo>
                  <a:lnTo>
                    <a:pt x="330301" y="203622"/>
                  </a:lnTo>
                  <a:lnTo>
                    <a:pt x="331372" y="198443"/>
                  </a:lnTo>
                  <a:lnTo>
                    <a:pt x="332279" y="193233"/>
                  </a:lnTo>
                  <a:lnTo>
                    <a:pt x="333021" y="187997"/>
                  </a:lnTo>
                  <a:lnTo>
                    <a:pt x="333597" y="182739"/>
                  </a:lnTo>
                  <a:lnTo>
                    <a:pt x="334007" y="177467"/>
                  </a:lnTo>
                  <a:lnTo>
                    <a:pt x="334249" y="172184"/>
                  </a:lnTo>
                  <a:lnTo>
                    <a:pt x="334324" y="166896"/>
                  </a:lnTo>
                  <a:lnTo>
                    <a:pt x="334232" y="161608"/>
                  </a:lnTo>
                  <a:lnTo>
                    <a:pt x="333972" y="156326"/>
                  </a:lnTo>
                  <a:lnTo>
                    <a:pt x="333546" y="151054"/>
                  </a:lnTo>
                  <a:lnTo>
                    <a:pt x="332953" y="145799"/>
                  </a:lnTo>
                  <a:lnTo>
                    <a:pt x="332194" y="140565"/>
                  </a:lnTo>
                  <a:lnTo>
                    <a:pt x="331270" y="135358"/>
                  </a:lnTo>
                  <a:lnTo>
                    <a:pt x="330182" y="130183"/>
                  </a:lnTo>
                  <a:lnTo>
                    <a:pt x="328930" y="125044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545258" y="1196073"/>
              <a:ext cx="161773" cy="42122"/>
            </a:xfrm>
            <a:custGeom>
              <a:avLst/>
              <a:pathLst>
                <a:path w="161773" h="42122">
                  <a:moveTo>
                    <a:pt x="161773" y="0"/>
                  </a:moveTo>
                  <a:lnTo>
                    <a:pt x="0" y="42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545258" y="1193503"/>
              <a:ext cx="161773" cy="44692"/>
            </a:xfrm>
            <a:custGeom>
              <a:avLst/>
              <a:pathLst>
                <a:path w="161773" h="44692">
                  <a:moveTo>
                    <a:pt x="161773" y="2570"/>
                  </a:moveTo>
                  <a:lnTo>
                    <a:pt x="161082" y="0"/>
                  </a:lnTo>
                  <a:lnTo>
                    <a:pt x="0" y="446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545258" y="1071028"/>
              <a:ext cx="161082" cy="167167"/>
            </a:xfrm>
            <a:custGeom>
              <a:avLst/>
              <a:pathLst>
                <a:path w="161082" h="167167">
                  <a:moveTo>
                    <a:pt x="161082" y="122474"/>
                  </a:moveTo>
                  <a:lnTo>
                    <a:pt x="159544" y="117263"/>
                  </a:lnTo>
                  <a:lnTo>
                    <a:pt x="157838" y="112105"/>
                  </a:lnTo>
                  <a:lnTo>
                    <a:pt x="155966" y="107004"/>
                  </a:lnTo>
                  <a:lnTo>
                    <a:pt x="153928" y="101967"/>
                  </a:lnTo>
                  <a:lnTo>
                    <a:pt x="151728" y="96999"/>
                  </a:lnTo>
                  <a:lnTo>
                    <a:pt x="149367" y="92106"/>
                  </a:lnTo>
                  <a:lnTo>
                    <a:pt x="146849" y="87291"/>
                  </a:lnTo>
                  <a:lnTo>
                    <a:pt x="144176" y="82561"/>
                  </a:lnTo>
                  <a:lnTo>
                    <a:pt x="141350" y="77920"/>
                  </a:lnTo>
                  <a:lnTo>
                    <a:pt x="138375" y="73374"/>
                  </a:lnTo>
                  <a:lnTo>
                    <a:pt x="135254" y="68926"/>
                  </a:lnTo>
                  <a:lnTo>
                    <a:pt x="131990" y="64583"/>
                  </a:lnTo>
                  <a:lnTo>
                    <a:pt x="128586" y="60347"/>
                  </a:lnTo>
                  <a:lnTo>
                    <a:pt x="125047" y="56225"/>
                  </a:lnTo>
                  <a:lnTo>
                    <a:pt x="121375" y="52220"/>
                  </a:lnTo>
                  <a:lnTo>
                    <a:pt x="117576" y="48336"/>
                  </a:lnTo>
                  <a:lnTo>
                    <a:pt x="113652" y="44578"/>
                  </a:lnTo>
                  <a:lnTo>
                    <a:pt x="109608" y="40949"/>
                  </a:lnTo>
                  <a:lnTo>
                    <a:pt x="105448" y="37454"/>
                  </a:lnTo>
                  <a:lnTo>
                    <a:pt x="101177" y="34095"/>
                  </a:lnTo>
                  <a:lnTo>
                    <a:pt x="96799" y="30878"/>
                  </a:lnTo>
                  <a:lnTo>
                    <a:pt x="92319" y="27804"/>
                  </a:lnTo>
                  <a:lnTo>
                    <a:pt x="87741" y="24877"/>
                  </a:lnTo>
                  <a:lnTo>
                    <a:pt x="83071" y="22101"/>
                  </a:lnTo>
                  <a:lnTo>
                    <a:pt x="78312" y="19478"/>
                  </a:lnTo>
                  <a:lnTo>
                    <a:pt x="73471" y="17011"/>
                  </a:lnTo>
                  <a:lnTo>
                    <a:pt x="68553" y="14702"/>
                  </a:lnTo>
                  <a:lnTo>
                    <a:pt x="63562" y="12555"/>
                  </a:lnTo>
                  <a:lnTo>
                    <a:pt x="58504" y="10571"/>
                  </a:lnTo>
                  <a:lnTo>
                    <a:pt x="53384" y="8753"/>
                  </a:lnTo>
                  <a:lnTo>
                    <a:pt x="48207" y="7101"/>
                  </a:lnTo>
                  <a:lnTo>
                    <a:pt x="42980" y="5619"/>
                  </a:lnTo>
                  <a:lnTo>
                    <a:pt x="37707" y="4308"/>
                  </a:lnTo>
                  <a:lnTo>
                    <a:pt x="32395" y="3168"/>
                  </a:lnTo>
                  <a:lnTo>
                    <a:pt x="27048" y="2202"/>
                  </a:lnTo>
                  <a:lnTo>
                    <a:pt x="21673" y="1410"/>
                  </a:lnTo>
                  <a:lnTo>
                    <a:pt x="16274" y="794"/>
                  </a:lnTo>
                  <a:lnTo>
                    <a:pt x="10859" y="353"/>
                  </a:lnTo>
                  <a:lnTo>
                    <a:pt x="5432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49077" y="941493"/>
              <a:ext cx="74466" cy="167167"/>
            </a:xfrm>
            <a:custGeom>
              <a:avLst/>
              <a:pathLst>
                <a:path w="74466" h="167167">
                  <a:moveTo>
                    <a:pt x="74466" y="0"/>
                  </a:moveTo>
                  <a:lnTo>
                    <a:pt x="68530" y="105"/>
                  </a:lnTo>
                  <a:lnTo>
                    <a:pt x="62602" y="421"/>
                  </a:lnTo>
                  <a:lnTo>
                    <a:pt x="56689" y="947"/>
                  </a:lnTo>
                  <a:lnTo>
                    <a:pt x="50798" y="1683"/>
                  </a:lnTo>
                  <a:lnTo>
                    <a:pt x="44937" y="2628"/>
                  </a:lnTo>
                  <a:lnTo>
                    <a:pt x="39114" y="3780"/>
                  </a:lnTo>
                  <a:lnTo>
                    <a:pt x="33335" y="5139"/>
                  </a:lnTo>
                  <a:lnTo>
                    <a:pt x="27607" y="6701"/>
                  </a:lnTo>
                  <a:lnTo>
                    <a:pt x="21939" y="8466"/>
                  </a:lnTo>
                  <a:lnTo>
                    <a:pt x="16337" y="10431"/>
                  </a:lnTo>
                  <a:lnTo>
                    <a:pt x="10809" y="12594"/>
                  </a:lnTo>
                  <a:lnTo>
                    <a:pt x="5361" y="14952"/>
                  </a:lnTo>
                  <a:lnTo>
                    <a:pt x="0" y="17502"/>
                  </a:lnTo>
                  <a:lnTo>
                    <a:pt x="744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949077" y="958995"/>
              <a:ext cx="74466" cy="149665"/>
            </a:xfrm>
            <a:custGeom>
              <a:avLst/>
              <a:pathLst>
                <a:path w="74466" h="149665">
                  <a:moveTo>
                    <a:pt x="0" y="0"/>
                  </a:moveTo>
                  <a:lnTo>
                    <a:pt x="74466" y="1496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856376" y="958995"/>
              <a:ext cx="334334" cy="316815"/>
            </a:xfrm>
            <a:custGeom>
              <a:avLst/>
              <a:pathLst>
                <a:path w="334334" h="316815">
                  <a:moveTo>
                    <a:pt x="92701" y="0"/>
                  </a:moveTo>
                  <a:lnTo>
                    <a:pt x="87989" y="2438"/>
                  </a:lnTo>
                  <a:lnTo>
                    <a:pt x="83358" y="5024"/>
                  </a:lnTo>
                  <a:lnTo>
                    <a:pt x="78811" y="7756"/>
                  </a:lnTo>
                  <a:lnTo>
                    <a:pt x="74353" y="10631"/>
                  </a:lnTo>
                  <a:lnTo>
                    <a:pt x="69988" y="13645"/>
                  </a:lnTo>
                  <a:lnTo>
                    <a:pt x="65722" y="16797"/>
                  </a:lnTo>
                  <a:lnTo>
                    <a:pt x="61557" y="20083"/>
                  </a:lnTo>
                  <a:lnTo>
                    <a:pt x="57499" y="23499"/>
                  </a:lnTo>
                  <a:lnTo>
                    <a:pt x="53551" y="27042"/>
                  </a:lnTo>
                  <a:lnTo>
                    <a:pt x="49717" y="30709"/>
                  </a:lnTo>
                  <a:lnTo>
                    <a:pt x="46002" y="34495"/>
                  </a:lnTo>
                  <a:lnTo>
                    <a:pt x="42409" y="38397"/>
                  </a:lnTo>
                  <a:lnTo>
                    <a:pt x="38942" y="42412"/>
                  </a:lnTo>
                  <a:lnTo>
                    <a:pt x="35603" y="46534"/>
                  </a:lnTo>
                  <a:lnTo>
                    <a:pt x="32397" y="50760"/>
                  </a:lnTo>
                  <a:lnTo>
                    <a:pt x="29327" y="55086"/>
                  </a:lnTo>
                  <a:lnTo>
                    <a:pt x="26396" y="59507"/>
                  </a:lnTo>
                  <a:lnTo>
                    <a:pt x="23606" y="64019"/>
                  </a:lnTo>
                  <a:lnTo>
                    <a:pt x="20961" y="68617"/>
                  </a:lnTo>
                  <a:lnTo>
                    <a:pt x="18463" y="73296"/>
                  </a:lnTo>
                  <a:lnTo>
                    <a:pt x="16115" y="78053"/>
                  </a:lnTo>
                  <a:lnTo>
                    <a:pt x="13919" y="82882"/>
                  </a:lnTo>
                  <a:lnTo>
                    <a:pt x="11877" y="87778"/>
                  </a:lnTo>
                  <a:lnTo>
                    <a:pt x="9992" y="92736"/>
                  </a:lnTo>
                  <a:lnTo>
                    <a:pt x="8264" y="97751"/>
                  </a:lnTo>
                  <a:lnTo>
                    <a:pt x="6697" y="102819"/>
                  </a:lnTo>
                  <a:lnTo>
                    <a:pt x="5292" y="107934"/>
                  </a:lnTo>
                  <a:lnTo>
                    <a:pt x="4049" y="113091"/>
                  </a:lnTo>
                  <a:lnTo>
                    <a:pt x="2971" y="118285"/>
                  </a:lnTo>
                  <a:lnTo>
                    <a:pt x="2058" y="123511"/>
                  </a:lnTo>
                  <a:lnTo>
                    <a:pt x="1311" y="128762"/>
                  </a:lnTo>
                  <a:lnTo>
                    <a:pt x="732" y="134035"/>
                  </a:lnTo>
                  <a:lnTo>
                    <a:pt x="319" y="139324"/>
                  </a:lnTo>
                  <a:lnTo>
                    <a:pt x="75" y="144623"/>
                  </a:lnTo>
                  <a:lnTo>
                    <a:pt x="0" y="149927"/>
                  </a:lnTo>
                  <a:lnTo>
                    <a:pt x="92" y="155231"/>
                  </a:lnTo>
                  <a:lnTo>
                    <a:pt x="353" y="160529"/>
                  </a:lnTo>
                  <a:lnTo>
                    <a:pt x="781" y="165816"/>
                  </a:lnTo>
                  <a:lnTo>
                    <a:pt x="1378" y="171087"/>
                  </a:lnTo>
                  <a:lnTo>
                    <a:pt x="2141" y="176337"/>
                  </a:lnTo>
                  <a:lnTo>
                    <a:pt x="3070" y="181559"/>
                  </a:lnTo>
                  <a:lnTo>
                    <a:pt x="4165" y="186750"/>
                  </a:lnTo>
                  <a:lnTo>
                    <a:pt x="5423" y="191903"/>
                  </a:lnTo>
                  <a:lnTo>
                    <a:pt x="6845" y="197013"/>
                  </a:lnTo>
                  <a:lnTo>
                    <a:pt x="8428" y="202076"/>
                  </a:lnTo>
                  <a:lnTo>
                    <a:pt x="10171" y="207086"/>
                  </a:lnTo>
                  <a:lnTo>
                    <a:pt x="12072" y="212039"/>
                  </a:lnTo>
                  <a:lnTo>
                    <a:pt x="14129" y="216928"/>
                  </a:lnTo>
                  <a:lnTo>
                    <a:pt x="16340" y="221750"/>
                  </a:lnTo>
                  <a:lnTo>
                    <a:pt x="18703" y="226499"/>
                  </a:lnTo>
                  <a:lnTo>
                    <a:pt x="21216" y="231171"/>
                  </a:lnTo>
                  <a:lnTo>
                    <a:pt x="23875" y="235761"/>
                  </a:lnTo>
                  <a:lnTo>
                    <a:pt x="26679" y="240264"/>
                  </a:lnTo>
                  <a:lnTo>
                    <a:pt x="29624" y="244675"/>
                  </a:lnTo>
                  <a:lnTo>
                    <a:pt x="32708" y="248992"/>
                  </a:lnTo>
                  <a:lnTo>
                    <a:pt x="35927" y="253208"/>
                  </a:lnTo>
                  <a:lnTo>
                    <a:pt x="39278" y="257320"/>
                  </a:lnTo>
                  <a:lnTo>
                    <a:pt x="42759" y="261323"/>
                  </a:lnTo>
                  <a:lnTo>
                    <a:pt x="46364" y="265214"/>
                  </a:lnTo>
                  <a:lnTo>
                    <a:pt x="50091" y="268989"/>
                  </a:lnTo>
                  <a:lnTo>
                    <a:pt x="53936" y="272643"/>
                  </a:lnTo>
                  <a:lnTo>
                    <a:pt x="57895" y="276174"/>
                  </a:lnTo>
                  <a:lnTo>
                    <a:pt x="61964" y="279577"/>
                  </a:lnTo>
                  <a:lnTo>
                    <a:pt x="66138" y="282850"/>
                  </a:lnTo>
                  <a:lnTo>
                    <a:pt x="70415" y="285988"/>
                  </a:lnTo>
                  <a:lnTo>
                    <a:pt x="74789" y="288989"/>
                  </a:lnTo>
                  <a:lnTo>
                    <a:pt x="79256" y="291850"/>
                  </a:lnTo>
                  <a:lnTo>
                    <a:pt x="83812" y="294568"/>
                  </a:lnTo>
                  <a:lnTo>
                    <a:pt x="88451" y="297140"/>
                  </a:lnTo>
                  <a:lnTo>
                    <a:pt x="93170" y="299563"/>
                  </a:lnTo>
                  <a:lnTo>
                    <a:pt x="97963" y="301835"/>
                  </a:lnTo>
                  <a:lnTo>
                    <a:pt x="102826" y="303954"/>
                  </a:lnTo>
                  <a:lnTo>
                    <a:pt x="107754" y="305918"/>
                  </a:lnTo>
                  <a:lnTo>
                    <a:pt x="112741" y="307725"/>
                  </a:lnTo>
                  <a:lnTo>
                    <a:pt x="117784" y="309372"/>
                  </a:lnTo>
                  <a:lnTo>
                    <a:pt x="122876" y="310858"/>
                  </a:lnTo>
                  <a:lnTo>
                    <a:pt x="128013" y="312182"/>
                  </a:lnTo>
                  <a:lnTo>
                    <a:pt x="133189" y="313343"/>
                  </a:lnTo>
                  <a:lnTo>
                    <a:pt x="138399" y="314338"/>
                  </a:lnTo>
                  <a:lnTo>
                    <a:pt x="143638" y="315168"/>
                  </a:lnTo>
                  <a:lnTo>
                    <a:pt x="148901" y="315831"/>
                  </a:lnTo>
                  <a:lnTo>
                    <a:pt x="154183" y="316327"/>
                  </a:lnTo>
                  <a:lnTo>
                    <a:pt x="159477" y="316655"/>
                  </a:lnTo>
                  <a:lnTo>
                    <a:pt x="164779" y="316815"/>
                  </a:lnTo>
                  <a:lnTo>
                    <a:pt x="170084" y="316807"/>
                  </a:lnTo>
                  <a:lnTo>
                    <a:pt x="175386" y="316630"/>
                  </a:lnTo>
                  <a:lnTo>
                    <a:pt x="180679" y="316285"/>
                  </a:lnTo>
                  <a:lnTo>
                    <a:pt x="185959" y="315773"/>
                  </a:lnTo>
                  <a:lnTo>
                    <a:pt x="191220" y="315093"/>
                  </a:lnTo>
                  <a:lnTo>
                    <a:pt x="196456" y="314246"/>
                  </a:lnTo>
                  <a:lnTo>
                    <a:pt x="201663" y="313234"/>
                  </a:lnTo>
                  <a:lnTo>
                    <a:pt x="206836" y="312057"/>
                  </a:lnTo>
                  <a:lnTo>
                    <a:pt x="211968" y="310717"/>
                  </a:lnTo>
                  <a:lnTo>
                    <a:pt x="217056" y="309214"/>
                  </a:lnTo>
                  <a:lnTo>
                    <a:pt x="222093" y="307551"/>
                  </a:lnTo>
                  <a:lnTo>
                    <a:pt x="227075" y="305729"/>
                  </a:lnTo>
                  <a:lnTo>
                    <a:pt x="231996" y="303750"/>
                  </a:lnTo>
                  <a:lnTo>
                    <a:pt x="236852" y="301615"/>
                  </a:lnTo>
                  <a:lnTo>
                    <a:pt x="241638" y="299328"/>
                  </a:lnTo>
                  <a:lnTo>
                    <a:pt x="246349" y="296889"/>
                  </a:lnTo>
                  <a:lnTo>
                    <a:pt x="250981" y="294303"/>
                  </a:lnTo>
                  <a:lnTo>
                    <a:pt x="255528" y="291571"/>
                  </a:lnTo>
                  <a:lnTo>
                    <a:pt x="259986" y="288696"/>
                  </a:lnTo>
                  <a:lnTo>
                    <a:pt x="264350" y="285681"/>
                  </a:lnTo>
                  <a:lnTo>
                    <a:pt x="268617" y="282529"/>
                  </a:lnTo>
                  <a:lnTo>
                    <a:pt x="272781" y="279243"/>
                  </a:lnTo>
                  <a:lnTo>
                    <a:pt x="276839" y="275827"/>
                  </a:lnTo>
                  <a:lnTo>
                    <a:pt x="280787" y="272284"/>
                  </a:lnTo>
                  <a:lnTo>
                    <a:pt x="284620" y="268617"/>
                  </a:lnTo>
                  <a:lnTo>
                    <a:pt x="288335" y="264831"/>
                  </a:lnTo>
                  <a:lnTo>
                    <a:pt x="291928" y="260928"/>
                  </a:lnTo>
                  <a:lnTo>
                    <a:pt x="295396" y="256914"/>
                  </a:lnTo>
                  <a:lnTo>
                    <a:pt x="298734" y="252791"/>
                  </a:lnTo>
                  <a:lnTo>
                    <a:pt x="301940" y="248565"/>
                  </a:lnTo>
                  <a:lnTo>
                    <a:pt x="305010" y="244239"/>
                  </a:lnTo>
                  <a:lnTo>
                    <a:pt x="307941" y="239818"/>
                  </a:lnTo>
                  <a:lnTo>
                    <a:pt x="310731" y="235306"/>
                  </a:lnTo>
                  <a:lnTo>
                    <a:pt x="313376" y="230708"/>
                  </a:lnTo>
                  <a:lnTo>
                    <a:pt x="315873" y="226028"/>
                  </a:lnTo>
                  <a:lnTo>
                    <a:pt x="318221" y="221271"/>
                  </a:lnTo>
                  <a:lnTo>
                    <a:pt x="320417" y="216443"/>
                  </a:lnTo>
                  <a:lnTo>
                    <a:pt x="322459" y="211547"/>
                  </a:lnTo>
                  <a:lnTo>
                    <a:pt x="324344" y="206588"/>
                  </a:lnTo>
                  <a:lnTo>
                    <a:pt x="326071" y="201573"/>
                  </a:lnTo>
                  <a:lnTo>
                    <a:pt x="327638" y="196505"/>
                  </a:lnTo>
                  <a:lnTo>
                    <a:pt x="329043" y="191390"/>
                  </a:lnTo>
                  <a:lnTo>
                    <a:pt x="330286" y="186233"/>
                  </a:lnTo>
                  <a:lnTo>
                    <a:pt x="331364" y="181039"/>
                  </a:lnTo>
                  <a:lnTo>
                    <a:pt x="332276" y="175813"/>
                  </a:lnTo>
                  <a:lnTo>
                    <a:pt x="333023" y="170561"/>
                  </a:lnTo>
                  <a:lnTo>
                    <a:pt x="333602" y="165289"/>
                  </a:lnTo>
                  <a:lnTo>
                    <a:pt x="334014" y="160000"/>
                  </a:lnTo>
                  <a:lnTo>
                    <a:pt x="334258" y="154701"/>
                  </a:lnTo>
                  <a:lnTo>
                    <a:pt x="334334" y="149397"/>
                  </a:lnTo>
                  <a:lnTo>
                    <a:pt x="334241" y="144093"/>
                  </a:lnTo>
                  <a:lnTo>
                    <a:pt x="333980" y="138795"/>
                  </a:lnTo>
                  <a:lnTo>
                    <a:pt x="333552" y="133508"/>
                  </a:lnTo>
                  <a:lnTo>
                    <a:pt x="332955" y="128237"/>
                  </a:lnTo>
                  <a:lnTo>
                    <a:pt x="332192" y="122987"/>
                  </a:lnTo>
                  <a:lnTo>
                    <a:pt x="331262" y="117765"/>
                  </a:lnTo>
                  <a:lnTo>
                    <a:pt x="330168" y="112574"/>
                  </a:lnTo>
                  <a:lnTo>
                    <a:pt x="328909" y="107421"/>
                  </a:lnTo>
                  <a:lnTo>
                    <a:pt x="327487" y="102311"/>
                  </a:lnTo>
                  <a:lnTo>
                    <a:pt x="325904" y="97248"/>
                  </a:lnTo>
                  <a:lnTo>
                    <a:pt x="324161" y="92238"/>
                  </a:lnTo>
                  <a:lnTo>
                    <a:pt x="322260" y="87286"/>
                  </a:lnTo>
                  <a:lnTo>
                    <a:pt x="320202" y="82396"/>
                  </a:lnTo>
                  <a:lnTo>
                    <a:pt x="317991" y="77575"/>
                  </a:lnTo>
                  <a:lnTo>
                    <a:pt x="315628" y="72826"/>
                  </a:lnTo>
                  <a:lnTo>
                    <a:pt x="167167" y="1496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023544" y="941493"/>
              <a:ext cx="148460" cy="167167"/>
            </a:xfrm>
            <a:custGeom>
              <a:avLst/>
              <a:pathLst>
                <a:path w="148460" h="167167">
                  <a:moveTo>
                    <a:pt x="148460" y="90328"/>
                  </a:moveTo>
                  <a:lnTo>
                    <a:pt x="145834" y="85453"/>
                  </a:lnTo>
                  <a:lnTo>
                    <a:pt x="143048" y="80667"/>
                  </a:lnTo>
                  <a:lnTo>
                    <a:pt x="140104" y="75977"/>
                  </a:lnTo>
                  <a:lnTo>
                    <a:pt x="137007" y="71386"/>
                  </a:lnTo>
                  <a:lnTo>
                    <a:pt x="133759" y="66901"/>
                  </a:lnTo>
                  <a:lnTo>
                    <a:pt x="130365" y="62526"/>
                  </a:lnTo>
                  <a:lnTo>
                    <a:pt x="126828" y="58266"/>
                  </a:lnTo>
                  <a:lnTo>
                    <a:pt x="123151" y="54125"/>
                  </a:lnTo>
                  <a:lnTo>
                    <a:pt x="119340" y="50108"/>
                  </a:lnTo>
                  <a:lnTo>
                    <a:pt x="115397" y="46219"/>
                  </a:lnTo>
                  <a:lnTo>
                    <a:pt x="111328" y="42464"/>
                  </a:lnTo>
                  <a:lnTo>
                    <a:pt x="107137" y="38845"/>
                  </a:lnTo>
                  <a:lnTo>
                    <a:pt x="102828" y="35367"/>
                  </a:lnTo>
                  <a:lnTo>
                    <a:pt x="98406" y="32033"/>
                  </a:lnTo>
                  <a:lnTo>
                    <a:pt x="93876" y="28848"/>
                  </a:lnTo>
                  <a:lnTo>
                    <a:pt x="89243" y="25815"/>
                  </a:lnTo>
                  <a:lnTo>
                    <a:pt x="84513" y="22936"/>
                  </a:lnTo>
                  <a:lnTo>
                    <a:pt x="79689" y="20216"/>
                  </a:lnTo>
                  <a:lnTo>
                    <a:pt x="74778" y="17658"/>
                  </a:lnTo>
                  <a:lnTo>
                    <a:pt x="69786" y="15263"/>
                  </a:lnTo>
                  <a:lnTo>
                    <a:pt x="64716" y="13035"/>
                  </a:lnTo>
                  <a:lnTo>
                    <a:pt x="59576" y="10976"/>
                  </a:lnTo>
                  <a:lnTo>
                    <a:pt x="54370" y="9088"/>
                  </a:lnTo>
                  <a:lnTo>
                    <a:pt x="49104" y="7374"/>
                  </a:lnTo>
                  <a:lnTo>
                    <a:pt x="43785" y="5836"/>
                  </a:lnTo>
                  <a:lnTo>
                    <a:pt x="38417" y="4474"/>
                  </a:lnTo>
                  <a:lnTo>
                    <a:pt x="33008" y="3291"/>
                  </a:lnTo>
                  <a:lnTo>
                    <a:pt x="27562" y="2287"/>
                  </a:lnTo>
                  <a:lnTo>
                    <a:pt x="22086" y="1465"/>
                  </a:lnTo>
                  <a:lnTo>
                    <a:pt x="16585" y="824"/>
                  </a:lnTo>
                  <a:lnTo>
                    <a:pt x="11067" y="366"/>
                  </a:lnTo>
                  <a:lnTo>
                    <a:pt x="5536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0509" y="941493"/>
              <a:ext cx="105706" cy="167167"/>
            </a:xfrm>
            <a:custGeom>
              <a:avLst/>
              <a:pathLst>
                <a:path w="105706" h="167167">
                  <a:moveTo>
                    <a:pt x="105706" y="0"/>
                  </a:moveTo>
                  <a:lnTo>
                    <a:pt x="99985" y="97"/>
                  </a:lnTo>
                  <a:lnTo>
                    <a:pt x="94271" y="391"/>
                  </a:lnTo>
                  <a:lnTo>
                    <a:pt x="88571" y="880"/>
                  </a:lnTo>
                  <a:lnTo>
                    <a:pt x="82890" y="1564"/>
                  </a:lnTo>
                  <a:lnTo>
                    <a:pt x="77236" y="2442"/>
                  </a:lnTo>
                  <a:lnTo>
                    <a:pt x="71616" y="3512"/>
                  </a:lnTo>
                  <a:lnTo>
                    <a:pt x="66035" y="4775"/>
                  </a:lnTo>
                  <a:lnTo>
                    <a:pt x="60501" y="6228"/>
                  </a:lnTo>
                  <a:lnTo>
                    <a:pt x="55020" y="7869"/>
                  </a:lnTo>
                  <a:lnTo>
                    <a:pt x="49598" y="9697"/>
                  </a:lnTo>
                  <a:lnTo>
                    <a:pt x="44242" y="11709"/>
                  </a:lnTo>
                  <a:lnTo>
                    <a:pt x="38958" y="13904"/>
                  </a:lnTo>
                  <a:lnTo>
                    <a:pt x="33752" y="16278"/>
                  </a:lnTo>
                  <a:lnTo>
                    <a:pt x="28631" y="18828"/>
                  </a:lnTo>
                  <a:lnTo>
                    <a:pt x="23599" y="21553"/>
                  </a:lnTo>
                  <a:lnTo>
                    <a:pt x="18664" y="24448"/>
                  </a:lnTo>
                  <a:lnTo>
                    <a:pt x="13831" y="27511"/>
                  </a:lnTo>
                  <a:lnTo>
                    <a:pt x="9106" y="30736"/>
                  </a:lnTo>
                  <a:lnTo>
                    <a:pt x="4493" y="34122"/>
                  </a:lnTo>
                  <a:lnTo>
                    <a:pt x="0" y="37664"/>
                  </a:lnTo>
                  <a:lnTo>
                    <a:pt x="10570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380509" y="979157"/>
              <a:ext cx="105706" cy="129503"/>
            </a:xfrm>
            <a:custGeom>
              <a:avLst/>
              <a:pathLst>
                <a:path w="105706" h="129503">
                  <a:moveTo>
                    <a:pt x="0" y="0"/>
                  </a:moveTo>
                  <a:lnTo>
                    <a:pt x="105706" y="1295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319068" y="979157"/>
              <a:ext cx="167147" cy="248333"/>
            </a:xfrm>
            <a:custGeom>
              <a:avLst/>
              <a:pathLst>
                <a:path w="167147" h="248333">
                  <a:moveTo>
                    <a:pt x="61440" y="0"/>
                  </a:moveTo>
                  <a:lnTo>
                    <a:pt x="57320" y="3475"/>
                  </a:lnTo>
                  <a:lnTo>
                    <a:pt x="53313" y="7082"/>
                  </a:lnTo>
                  <a:lnTo>
                    <a:pt x="49425" y="10816"/>
                  </a:lnTo>
                  <a:lnTo>
                    <a:pt x="45659" y="14673"/>
                  </a:lnTo>
                  <a:lnTo>
                    <a:pt x="42020" y="18650"/>
                  </a:lnTo>
                  <a:lnTo>
                    <a:pt x="38511" y="22742"/>
                  </a:lnTo>
                  <a:lnTo>
                    <a:pt x="35136" y="26945"/>
                  </a:lnTo>
                  <a:lnTo>
                    <a:pt x="31898" y="31255"/>
                  </a:lnTo>
                  <a:lnTo>
                    <a:pt x="28800" y="35667"/>
                  </a:lnTo>
                  <a:lnTo>
                    <a:pt x="25846" y="40177"/>
                  </a:lnTo>
                  <a:lnTo>
                    <a:pt x="23040" y="44779"/>
                  </a:lnTo>
                  <a:lnTo>
                    <a:pt x="20383" y="49469"/>
                  </a:lnTo>
                  <a:lnTo>
                    <a:pt x="17879" y="54243"/>
                  </a:lnTo>
                  <a:lnTo>
                    <a:pt x="15530" y="59095"/>
                  </a:lnTo>
                  <a:lnTo>
                    <a:pt x="13338" y="64020"/>
                  </a:lnTo>
                  <a:lnTo>
                    <a:pt x="11307" y="69014"/>
                  </a:lnTo>
                  <a:lnTo>
                    <a:pt x="9438" y="74070"/>
                  </a:lnTo>
                  <a:lnTo>
                    <a:pt x="7732" y="79184"/>
                  </a:lnTo>
                  <a:lnTo>
                    <a:pt x="6193" y="84350"/>
                  </a:lnTo>
                  <a:lnTo>
                    <a:pt x="4821" y="89563"/>
                  </a:lnTo>
                  <a:lnTo>
                    <a:pt x="3617" y="94818"/>
                  </a:lnTo>
                  <a:lnTo>
                    <a:pt x="2584" y="100108"/>
                  </a:lnTo>
                  <a:lnTo>
                    <a:pt x="1722" y="105430"/>
                  </a:lnTo>
                  <a:lnTo>
                    <a:pt x="1032" y="110776"/>
                  </a:lnTo>
                  <a:lnTo>
                    <a:pt x="514" y="116142"/>
                  </a:lnTo>
                  <a:lnTo>
                    <a:pt x="170" y="121522"/>
                  </a:lnTo>
                  <a:lnTo>
                    <a:pt x="0" y="126910"/>
                  </a:lnTo>
                  <a:lnTo>
                    <a:pt x="3" y="132300"/>
                  </a:lnTo>
                  <a:lnTo>
                    <a:pt x="180" y="137688"/>
                  </a:lnTo>
                  <a:lnTo>
                    <a:pt x="531" y="143067"/>
                  </a:lnTo>
                  <a:lnTo>
                    <a:pt x="1055" y="148433"/>
                  </a:lnTo>
                  <a:lnTo>
                    <a:pt x="1751" y="153778"/>
                  </a:lnTo>
                  <a:lnTo>
                    <a:pt x="2620" y="159098"/>
                  </a:lnTo>
                  <a:lnTo>
                    <a:pt x="3660" y="164388"/>
                  </a:lnTo>
                  <a:lnTo>
                    <a:pt x="4870" y="169641"/>
                  </a:lnTo>
                  <a:lnTo>
                    <a:pt x="6248" y="174852"/>
                  </a:lnTo>
                  <a:lnTo>
                    <a:pt x="7794" y="180017"/>
                  </a:lnTo>
                  <a:lnTo>
                    <a:pt x="9506" y="185128"/>
                  </a:lnTo>
                  <a:lnTo>
                    <a:pt x="11381" y="190182"/>
                  </a:lnTo>
                  <a:lnTo>
                    <a:pt x="13419" y="195173"/>
                  </a:lnTo>
                  <a:lnTo>
                    <a:pt x="15616" y="200096"/>
                  </a:lnTo>
                  <a:lnTo>
                    <a:pt x="17971" y="204945"/>
                  </a:lnTo>
                  <a:lnTo>
                    <a:pt x="20481" y="209715"/>
                  </a:lnTo>
                  <a:lnTo>
                    <a:pt x="23144" y="214403"/>
                  </a:lnTo>
                  <a:lnTo>
                    <a:pt x="25956" y="219002"/>
                  </a:lnTo>
                  <a:lnTo>
                    <a:pt x="28915" y="223508"/>
                  </a:lnTo>
                  <a:lnTo>
                    <a:pt x="32018" y="227916"/>
                  </a:lnTo>
                  <a:lnTo>
                    <a:pt x="35261" y="232221"/>
                  </a:lnTo>
                  <a:lnTo>
                    <a:pt x="38642" y="236420"/>
                  </a:lnTo>
                  <a:lnTo>
                    <a:pt x="42156" y="240508"/>
                  </a:lnTo>
                  <a:lnTo>
                    <a:pt x="45800" y="244481"/>
                  </a:lnTo>
                  <a:lnTo>
                    <a:pt x="49571" y="248333"/>
                  </a:lnTo>
                  <a:lnTo>
                    <a:pt x="167147" y="1295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4368639" y="941493"/>
              <a:ext cx="284737" cy="334316"/>
            </a:xfrm>
            <a:custGeom>
              <a:avLst/>
              <a:pathLst>
                <a:path w="284737" h="334316">
                  <a:moveTo>
                    <a:pt x="0" y="285998"/>
                  </a:moveTo>
                  <a:lnTo>
                    <a:pt x="3847" y="289686"/>
                  </a:lnTo>
                  <a:lnTo>
                    <a:pt x="7811" y="293249"/>
                  </a:lnTo>
                  <a:lnTo>
                    <a:pt x="11886" y="296684"/>
                  </a:lnTo>
                  <a:lnTo>
                    <a:pt x="16068" y="299987"/>
                  </a:lnTo>
                  <a:lnTo>
                    <a:pt x="20354" y="303155"/>
                  </a:lnTo>
                  <a:lnTo>
                    <a:pt x="24739" y="306186"/>
                  </a:lnTo>
                  <a:lnTo>
                    <a:pt x="29217" y="309074"/>
                  </a:lnTo>
                  <a:lnTo>
                    <a:pt x="33786" y="311819"/>
                  </a:lnTo>
                  <a:lnTo>
                    <a:pt x="38440" y="314417"/>
                  </a:lnTo>
                  <a:lnTo>
                    <a:pt x="43174" y="316864"/>
                  </a:lnTo>
                  <a:lnTo>
                    <a:pt x="47984" y="319160"/>
                  </a:lnTo>
                  <a:lnTo>
                    <a:pt x="52865" y="321301"/>
                  </a:lnTo>
                  <a:lnTo>
                    <a:pt x="57811" y="323286"/>
                  </a:lnTo>
                  <a:lnTo>
                    <a:pt x="62818" y="325112"/>
                  </a:lnTo>
                  <a:lnTo>
                    <a:pt x="67881" y="326777"/>
                  </a:lnTo>
                  <a:lnTo>
                    <a:pt x="72994" y="328280"/>
                  </a:lnTo>
                  <a:lnTo>
                    <a:pt x="78153" y="329619"/>
                  </a:lnTo>
                  <a:lnTo>
                    <a:pt x="83352" y="330794"/>
                  </a:lnTo>
                  <a:lnTo>
                    <a:pt x="88585" y="331801"/>
                  </a:lnTo>
                  <a:lnTo>
                    <a:pt x="93848" y="332642"/>
                  </a:lnTo>
                  <a:lnTo>
                    <a:pt x="99135" y="333314"/>
                  </a:lnTo>
                  <a:lnTo>
                    <a:pt x="104441" y="333818"/>
                  </a:lnTo>
                  <a:lnTo>
                    <a:pt x="109760" y="334152"/>
                  </a:lnTo>
                  <a:lnTo>
                    <a:pt x="115088" y="334316"/>
                  </a:lnTo>
                  <a:lnTo>
                    <a:pt x="120417" y="334310"/>
                  </a:lnTo>
                  <a:lnTo>
                    <a:pt x="125744" y="334135"/>
                  </a:lnTo>
                  <a:lnTo>
                    <a:pt x="131063" y="333789"/>
                  </a:lnTo>
                  <a:lnTo>
                    <a:pt x="136367" y="333275"/>
                  </a:lnTo>
                  <a:lnTo>
                    <a:pt x="141653" y="332591"/>
                  </a:lnTo>
                  <a:lnTo>
                    <a:pt x="146914" y="331740"/>
                  </a:lnTo>
                  <a:lnTo>
                    <a:pt x="152146" y="330721"/>
                  </a:lnTo>
                  <a:lnTo>
                    <a:pt x="157342" y="329536"/>
                  </a:lnTo>
                  <a:lnTo>
                    <a:pt x="162498" y="328186"/>
                  </a:lnTo>
                  <a:lnTo>
                    <a:pt x="167608" y="326672"/>
                  </a:lnTo>
                  <a:lnTo>
                    <a:pt x="172667" y="324996"/>
                  </a:lnTo>
                  <a:lnTo>
                    <a:pt x="177670" y="323159"/>
                  </a:lnTo>
                  <a:lnTo>
                    <a:pt x="182613" y="321164"/>
                  </a:lnTo>
                  <a:lnTo>
                    <a:pt x="187489" y="319013"/>
                  </a:lnTo>
                  <a:lnTo>
                    <a:pt x="192294" y="316707"/>
                  </a:lnTo>
                  <a:lnTo>
                    <a:pt x="197023" y="314249"/>
                  </a:lnTo>
                  <a:lnTo>
                    <a:pt x="201671" y="311642"/>
                  </a:lnTo>
                  <a:lnTo>
                    <a:pt x="206234" y="308887"/>
                  </a:lnTo>
                  <a:lnTo>
                    <a:pt x="210707" y="305989"/>
                  </a:lnTo>
                  <a:lnTo>
                    <a:pt x="215085" y="302950"/>
                  </a:lnTo>
                  <a:lnTo>
                    <a:pt x="219364" y="299772"/>
                  </a:lnTo>
                  <a:lnTo>
                    <a:pt x="223539" y="296460"/>
                  </a:lnTo>
                  <a:lnTo>
                    <a:pt x="227607" y="293016"/>
                  </a:lnTo>
                  <a:lnTo>
                    <a:pt x="231563" y="289445"/>
                  </a:lnTo>
                  <a:lnTo>
                    <a:pt x="235403" y="285749"/>
                  </a:lnTo>
                  <a:lnTo>
                    <a:pt x="239123" y="281933"/>
                  </a:lnTo>
                  <a:lnTo>
                    <a:pt x="242720" y="278000"/>
                  </a:lnTo>
                  <a:lnTo>
                    <a:pt x="246190" y="273954"/>
                  </a:lnTo>
                  <a:lnTo>
                    <a:pt x="249528" y="269800"/>
                  </a:lnTo>
                  <a:lnTo>
                    <a:pt x="252733" y="265541"/>
                  </a:lnTo>
                  <a:lnTo>
                    <a:pt x="255800" y="261182"/>
                  </a:lnTo>
                  <a:lnTo>
                    <a:pt x="258727" y="256728"/>
                  </a:lnTo>
                  <a:lnTo>
                    <a:pt x="261511" y="252183"/>
                  </a:lnTo>
                  <a:lnTo>
                    <a:pt x="264148" y="247552"/>
                  </a:lnTo>
                  <a:lnTo>
                    <a:pt x="266636" y="242838"/>
                  </a:lnTo>
                  <a:lnTo>
                    <a:pt x="268972" y="238048"/>
                  </a:lnTo>
                  <a:lnTo>
                    <a:pt x="271155" y="233186"/>
                  </a:lnTo>
                  <a:lnTo>
                    <a:pt x="273181" y="228256"/>
                  </a:lnTo>
                  <a:lnTo>
                    <a:pt x="275050" y="223265"/>
                  </a:lnTo>
                  <a:lnTo>
                    <a:pt x="276758" y="218216"/>
                  </a:lnTo>
                  <a:lnTo>
                    <a:pt x="278304" y="213116"/>
                  </a:lnTo>
                  <a:lnTo>
                    <a:pt x="279687" y="207969"/>
                  </a:lnTo>
                  <a:lnTo>
                    <a:pt x="280906" y="202780"/>
                  </a:lnTo>
                  <a:lnTo>
                    <a:pt x="281958" y="197556"/>
                  </a:lnTo>
                  <a:lnTo>
                    <a:pt x="282843" y="192300"/>
                  </a:lnTo>
                  <a:lnTo>
                    <a:pt x="283560" y="187019"/>
                  </a:lnTo>
                  <a:lnTo>
                    <a:pt x="284109" y="181717"/>
                  </a:lnTo>
                  <a:lnTo>
                    <a:pt x="284488" y="176401"/>
                  </a:lnTo>
                  <a:lnTo>
                    <a:pt x="284698" y="171076"/>
                  </a:lnTo>
                  <a:lnTo>
                    <a:pt x="284737" y="165746"/>
                  </a:lnTo>
                  <a:lnTo>
                    <a:pt x="284607" y="160418"/>
                  </a:lnTo>
                  <a:lnTo>
                    <a:pt x="284307" y="155097"/>
                  </a:lnTo>
                  <a:lnTo>
                    <a:pt x="283837" y="149788"/>
                  </a:lnTo>
                  <a:lnTo>
                    <a:pt x="283199" y="144497"/>
                  </a:lnTo>
                  <a:lnTo>
                    <a:pt x="282392" y="139228"/>
                  </a:lnTo>
                  <a:lnTo>
                    <a:pt x="281418" y="133988"/>
                  </a:lnTo>
                  <a:lnTo>
                    <a:pt x="280277" y="128782"/>
                  </a:lnTo>
                  <a:lnTo>
                    <a:pt x="278970" y="123615"/>
                  </a:lnTo>
                  <a:lnTo>
                    <a:pt x="277500" y="118492"/>
                  </a:lnTo>
                  <a:lnTo>
                    <a:pt x="275867" y="113419"/>
                  </a:lnTo>
                  <a:lnTo>
                    <a:pt x="274073" y="108400"/>
                  </a:lnTo>
                  <a:lnTo>
                    <a:pt x="272120" y="103441"/>
                  </a:lnTo>
                  <a:lnTo>
                    <a:pt x="270010" y="98547"/>
                  </a:lnTo>
                  <a:lnTo>
                    <a:pt x="267745" y="93723"/>
                  </a:lnTo>
                  <a:lnTo>
                    <a:pt x="265328" y="88973"/>
                  </a:lnTo>
                  <a:lnTo>
                    <a:pt x="262760" y="84303"/>
                  </a:lnTo>
                  <a:lnTo>
                    <a:pt x="260045" y="79716"/>
                  </a:lnTo>
                  <a:lnTo>
                    <a:pt x="257184" y="75219"/>
                  </a:lnTo>
                  <a:lnTo>
                    <a:pt x="254182" y="70815"/>
                  </a:lnTo>
                  <a:lnTo>
                    <a:pt x="251041" y="66510"/>
                  </a:lnTo>
                  <a:lnTo>
                    <a:pt x="247765" y="62306"/>
                  </a:lnTo>
                  <a:lnTo>
                    <a:pt x="244356" y="58209"/>
                  </a:lnTo>
                  <a:lnTo>
                    <a:pt x="240818" y="54223"/>
                  </a:lnTo>
                  <a:lnTo>
                    <a:pt x="237155" y="50352"/>
                  </a:lnTo>
                  <a:lnTo>
                    <a:pt x="233370" y="46599"/>
                  </a:lnTo>
                  <a:lnTo>
                    <a:pt x="229468" y="42969"/>
                  </a:lnTo>
                  <a:lnTo>
                    <a:pt x="225452" y="39465"/>
                  </a:lnTo>
                  <a:lnTo>
                    <a:pt x="221326" y="36091"/>
                  </a:lnTo>
                  <a:lnTo>
                    <a:pt x="217095" y="32851"/>
                  </a:lnTo>
                  <a:lnTo>
                    <a:pt x="212763" y="29746"/>
                  </a:lnTo>
                  <a:lnTo>
                    <a:pt x="208334" y="26782"/>
                  </a:lnTo>
                  <a:lnTo>
                    <a:pt x="203812" y="23960"/>
                  </a:lnTo>
                  <a:lnTo>
                    <a:pt x="199203" y="21284"/>
                  </a:lnTo>
                  <a:lnTo>
                    <a:pt x="194511" y="18756"/>
                  </a:lnTo>
                  <a:lnTo>
                    <a:pt x="189741" y="16379"/>
                  </a:lnTo>
                  <a:lnTo>
                    <a:pt x="184898" y="14155"/>
                  </a:lnTo>
                  <a:lnTo>
                    <a:pt x="179986" y="12086"/>
                  </a:lnTo>
                  <a:lnTo>
                    <a:pt x="175010" y="10176"/>
                  </a:lnTo>
                  <a:lnTo>
                    <a:pt x="169976" y="8425"/>
                  </a:lnTo>
                  <a:lnTo>
                    <a:pt x="164889" y="6835"/>
                  </a:lnTo>
                  <a:lnTo>
                    <a:pt x="159754" y="5408"/>
                  </a:lnTo>
                  <a:lnTo>
                    <a:pt x="154576" y="4146"/>
                  </a:lnTo>
                  <a:lnTo>
                    <a:pt x="149360" y="3049"/>
                  </a:lnTo>
                  <a:lnTo>
                    <a:pt x="144113" y="2119"/>
                  </a:lnTo>
                  <a:lnTo>
                    <a:pt x="138838" y="1357"/>
                  </a:lnTo>
                  <a:lnTo>
                    <a:pt x="133541" y="764"/>
                  </a:lnTo>
                  <a:lnTo>
                    <a:pt x="128228" y="339"/>
                  </a:lnTo>
                  <a:lnTo>
                    <a:pt x="122905" y="84"/>
                  </a:lnTo>
                  <a:lnTo>
                    <a:pt x="117576" y="0"/>
                  </a:lnTo>
                  <a:lnTo>
                    <a:pt x="11757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797339" y="1071028"/>
              <a:ext cx="201512" cy="334314"/>
            </a:xfrm>
            <a:custGeom>
              <a:avLst/>
              <a:pathLst>
                <a:path w="201512" h="334314">
                  <a:moveTo>
                    <a:pt x="167161" y="0"/>
                  </a:moveTo>
                  <a:lnTo>
                    <a:pt x="161831" y="85"/>
                  </a:lnTo>
                  <a:lnTo>
                    <a:pt x="156506" y="339"/>
                  </a:lnTo>
                  <a:lnTo>
                    <a:pt x="151192" y="764"/>
                  </a:lnTo>
                  <a:lnTo>
                    <a:pt x="145895" y="1358"/>
                  </a:lnTo>
                  <a:lnTo>
                    <a:pt x="140619" y="2120"/>
                  </a:lnTo>
                  <a:lnTo>
                    <a:pt x="135369" y="3050"/>
                  </a:lnTo>
                  <a:lnTo>
                    <a:pt x="130153" y="4148"/>
                  </a:lnTo>
                  <a:lnTo>
                    <a:pt x="124973" y="5411"/>
                  </a:lnTo>
                  <a:lnTo>
                    <a:pt x="119837" y="6838"/>
                  </a:lnTo>
                  <a:lnTo>
                    <a:pt x="114749" y="8428"/>
                  </a:lnTo>
                  <a:lnTo>
                    <a:pt x="109714" y="10180"/>
                  </a:lnTo>
                  <a:lnTo>
                    <a:pt x="104738" y="12092"/>
                  </a:lnTo>
                  <a:lnTo>
                    <a:pt x="99825" y="14161"/>
                  </a:lnTo>
                  <a:lnTo>
                    <a:pt x="94981" y="16386"/>
                  </a:lnTo>
                  <a:lnTo>
                    <a:pt x="90209" y="18764"/>
                  </a:lnTo>
                  <a:lnTo>
                    <a:pt x="85517" y="21293"/>
                  </a:lnTo>
                  <a:lnTo>
                    <a:pt x="80907" y="23971"/>
                  </a:lnTo>
                  <a:lnTo>
                    <a:pt x="76385" y="26794"/>
                  </a:lnTo>
                  <a:lnTo>
                    <a:pt x="71955" y="29760"/>
                  </a:lnTo>
                  <a:lnTo>
                    <a:pt x="67622" y="32865"/>
                  </a:lnTo>
                  <a:lnTo>
                    <a:pt x="63391" y="36107"/>
                  </a:lnTo>
                  <a:lnTo>
                    <a:pt x="59264" y="39483"/>
                  </a:lnTo>
                  <a:lnTo>
                    <a:pt x="55248" y="42988"/>
                  </a:lnTo>
                  <a:lnTo>
                    <a:pt x="51345" y="46620"/>
                  </a:lnTo>
                  <a:lnTo>
                    <a:pt x="47561" y="50374"/>
                  </a:lnTo>
                  <a:lnTo>
                    <a:pt x="43897" y="54247"/>
                  </a:lnTo>
                  <a:lnTo>
                    <a:pt x="40360" y="58235"/>
                  </a:lnTo>
                  <a:lnTo>
                    <a:pt x="36951" y="62333"/>
                  </a:lnTo>
                  <a:lnTo>
                    <a:pt x="33674" y="66538"/>
                  </a:lnTo>
                  <a:lnTo>
                    <a:pt x="30533" y="70846"/>
                  </a:lnTo>
                  <a:lnTo>
                    <a:pt x="27532" y="75251"/>
                  </a:lnTo>
                  <a:lnTo>
                    <a:pt x="24672" y="79750"/>
                  </a:lnTo>
                  <a:lnTo>
                    <a:pt x="21957" y="84338"/>
                  </a:lnTo>
                  <a:lnTo>
                    <a:pt x="19390" y="89010"/>
                  </a:lnTo>
                  <a:lnTo>
                    <a:pt x="16973" y="93762"/>
                  </a:lnTo>
                  <a:lnTo>
                    <a:pt x="14709" y="98588"/>
                  </a:lnTo>
                  <a:lnTo>
                    <a:pt x="12599" y="103484"/>
                  </a:lnTo>
                  <a:lnTo>
                    <a:pt x="10647" y="108444"/>
                  </a:lnTo>
                  <a:lnTo>
                    <a:pt x="8855" y="113465"/>
                  </a:lnTo>
                  <a:lnTo>
                    <a:pt x="7223" y="118540"/>
                  </a:lnTo>
                  <a:lnTo>
                    <a:pt x="5754" y="123664"/>
                  </a:lnTo>
                  <a:lnTo>
                    <a:pt x="4449" y="128833"/>
                  </a:lnTo>
                  <a:lnTo>
                    <a:pt x="3309" y="134041"/>
                  </a:lnTo>
                  <a:lnTo>
                    <a:pt x="2336" y="139282"/>
                  </a:lnTo>
                  <a:lnTo>
                    <a:pt x="1531" y="144552"/>
                  </a:lnTo>
                  <a:lnTo>
                    <a:pt x="894" y="149844"/>
                  </a:lnTo>
                  <a:lnTo>
                    <a:pt x="426" y="155155"/>
                  </a:lnTo>
                  <a:lnTo>
                    <a:pt x="128" y="160477"/>
                  </a:lnTo>
                  <a:lnTo>
                    <a:pt x="0" y="165807"/>
                  </a:lnTo>
                  <a:lnTo>
                    <a:pt x="41" y="171137"/>
                  </a:lnTo>
                  <a:lnTo>
                    <a:pt x="253" y="176464"/>
                  </a:lnTo>
                  <a:lnTo>
                    <a:pt x="634" y="181781"/>
                  </a:lnTo>
                  <a:lnTo>
                    <a:pt x="1185" y="187084"/>
                  </a:lnTo>
                  <a:lnTo>
                    <a:pt x="1904" y="192366"/>
                  </a:lnTo>
                  <a:lnTo>
                    <a:pt x="2792" y="197622"/>
                  </a:lnTo>
                  <a:lnTo>
                    <a:pt x="3846" y="202848"/>
                  </a:lnTo>
                  <a:lnTo>
                    <a:pt x="5067" y="208037"/>
                  </a:lnTo>
                  <a:lnTo>
                    <a:pt x="6453" y="213185"/>
                  </a:lnTo>
                  <a:lnTo>
                    <a:pt x="8002" y="218286"/>
                  </a:lnTo>
                  <a:lnTo>
                    <a:pt x="9713" y="223335"/>
                  </a:lnTo>
                  <a:lnTo>
                    <a:pt x="11584" y="228327"/>
                  </a:lnTo>
                  <a:lnTo>
                    <a:pt x="13613" y="233256"/>
                  </a:lnTo>
                  <a:lnTo>
                    <a:pt x="15798" y="238119"/>
                  </a:lnTo>
                  <a:lnTo>
                    <a:pt x="18137" y="242909"/>
                  </a:lnTo>
                  <a:lnTo>
                    <a:pt x="20628" y="247622"/>
                  </a:lnTo>
                  <a:lnTo>
                    <a:pt x="23268" y="252253"/>
                  </a:lnTo>
                  <a:lnTo>
                    <a:pt x="26054" y="256798"/>
                  </a:lnTo>
                  <a:lnTo>
                    <a:pt x="28984" y="261252"/>
                  </a:lnTo>
                  <a:lnTo>
                    <a:pt x="32054" y="265610"/>
                  </a:lnTo>
                  <a:lnTo>
                    <a:pt x="35262" y="269868"/>
                  </a:lnTo>
                  <a:lnTo>
                    <a:pt x="38604" y="274021"/>
                  </a:lnTo>
                  <a:lnTo>
                    <a:pt x="42076" y="278066"/>
                  </a:lnTo>
                  <a:lnTo>
                    <a:pt x="45676" y="281998"/>
                  </a:lnTo>
                  <a:lnTo>
                    <a:pt x="49399" y="285813"/>
                  </a:lnTo>
                  <a:lnTo>
                    <a:pt x="53242" y="289508"/>
                  </a:lnTo>
                  <a:lnTo>
                    <a:pt x="57201" y="293078"/>
                  </a:lnTo>
                  <a:lnTo>
                    <a:pt x="61272" y="296520"/>
                  </a:lnTo>
                  <a:lnTo>
                    <a:pt x="65450" y="299831"/>
                  </a:lnTo>
                  <a:lnTo>
                    <a:pt x="69732" y="303007"/>
                  </a:lnTo>
                  <a:lnTo>
                    <a:pt x="74113" y="306044"/>
                  </a:lnTo>
                  <a:lnTo>
                    <a:pt x="78588" y="308940"/>
                  </a:lnTo>
                  <a:lnTo>
                    <a:pt x="83154" y="311693"/>
                  </a:lnTo>
                  <a:lnTo>
                    <a:pt x="87805" y="314298"/>
                  </a:lnTo>
                  <a:lnTo>
                    <a:pt x="92536" y="316753"/>
                  </a:lnTo>
                  <a:lnTo>
                    <a:pt x="97344" y="319057"/>
                  </a:lnTo>
                  <a:lnTo>
                    <a:pt x="102223" y="321206"/>
                  </a:lnTo>
                  <a:lnTo>
                    <a:pt x="107167" y="323198"/>
                  </a:lnTo>
                  <a:lnTo>
                    <a:pt x="112173" y="325031"/>
                  </a:lnTo>
                  <a:lnTo>
                    <a:pt x="117234" y="326705"/>
                  </a:lnTo>
                  <a:lnTo>
                    <a:pt x="122347" y="328215"/>
                  </a:lnTo>
                  <a:lnTo>
                    <a:pt x="127505" y="329562"/>
                  </a:lnTo>
                  <a:lnTo>
                    <a:pt x="132703" y="330744"/>
                  </a:lnTo>
                  <a:lnTo>
                    <a:pt x="137936" y="331760"/>
                  </a:lnTo>
                  <a:lnTo>
                    <a:pt x="143199" y="332608"/>
                  </a:lnTo>
                  <a:lnTo>
                    <a:pt x="148487" y="333288"/>
                  </a:lnTo>
                  <a:lnTo>
                    <a:pt x="153793" y="333799"/>
                  </a:lnTo>
                  <a:lnTo>
                    <a:pt x="159113" y="334141"/>
                  </a:lnTo>
                  <a:lnTo>
                    <a:pt x="164441" y="334312"/>
                  </a:lnTo>
                  <a:lnTo>
                    <a:pt x="169772" y="334314"/>
                  </a:lnTo>
                  <a:lnTo>
                    <a:pt x="175100" y="334146"/>
                  </a:lnTo>
                  <a:lnTo>
                    <a:pt x="180420" y="333808"/>
                  </a:lnTo>
                  <a:lnTo>
                    <a:pt x="185727" y="333300"/>
                  </a:lnTo>
                  <a:lnTo>
                    <a:pt x="191015" y="332624"/>
                  </a:lnTo>
                  <a:lnTo>
                    <a:pt x="196278" y="331779"/>
                  </a:lnTo>
                  <a:lnTo>
                    <a:pt x="201512" y="330767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34351" cy="163600"/>
            </a:xfrm>
            <a:custGeom>
              <a:avLst/>
              <a:pathLst>
                <a:path w="34351" h="163600">
                  <a:moveTo>
                    <a:pt x="34351" y="1636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34351" cy="163600"/>
            </a:xfrm>
            <a:custGeom>
              <a:avLst/>
              <a:pathLst>
                <a:path w="34351" h="163600">
                  <a:moveTo>
                    <a:pt x="34351" y="1636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34351" cy="163600"/>
            </a:xfrm>
            <a:custGeom>
              <a:avLst/>
              <a:pathLst>
                <a:path w="34351" h="163600">
                  <a:moveTo>
                    <a:pt x="34351" y="1636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34351" cy="163600"/>
            </a:xfrm>
            <a:custGeom>
              <a:avLst/>
              <a:pathLst>
                <a:path w="34351" h="163600">
                  <a:moveTo>
                    <a:pt x="34351" y="1636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34351" cy="163600"/>
            </a:xfrm>
            <a:custGeom>
              <a:avLst/>
              <a:pathLst>
                <a:path w="34351" h="163600">
                  <a:moveTo>
                    <a:pt x="34351" y="1636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34351" cy="163600"/>
            </a:xfrm>
            <a:custGeom>
              <a:avLst/>
              <a:pathLst>
                <a:path w="34351" h="163600">
                  <a:moveTo>
                    <a:pt x="34351" y="1636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34351" cy="163600"/>
            </a:xfrm>
            <a:custGeom>
              <a:avLst/>
              <a:pathLst>
                <a:path w="34351" h="163600">
                  <a:moveTo>
                    <a:pt x="34351" y="1636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34351" cy="163600"/>
            </a:xfrm>
            <a:custGeom>
              <a:avLst/>
              <a:pathLst>
                <a:path w="34351" h="163600">
                  <a:moveTo>
                    <a:pt x="34351" y="1636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34351" cy="163600"/>
            </a:xfrm>
            <a:custGeom>
              <a:avLst/>
              <a:pathLst>
                <a:path w="34351" h="163600">
                  <a:moveTo>
                    <a:pt x="34351" y="1636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34351" cy="163600"/>
            </a:xfrm>
            <a:custGeom>
              <a:avLst/>
              <a:pathLst>
                <a:path w="34351" h="163600">
                  <a:moveTo>
                    <a:pt x="34351" y="1636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238196"/>
              <a:ext cx="34351" cy="163600"/>
            </a:xfrm>
            <a:custGeom>
              <a:avLst/>
              <a:pathLst>
                <a:path w="34351" h="163600">
                  <a:moveTo>
                    <a:pt x="34351" y="1636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238196"/>
              <a:ext cx="34351" cy="163600"/>
            </a:xfrm>
            <a:custGeom>
              <a:avLst/>
              <a:pathLst>
                <a:path w="34351" h="163600">
                  <a:moveTo>
                    <a:pt x="34351" y="1636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238196"/>
              <a:ext cx="34351" cy="163600"/>
            </a:xfrm>
            <a:custGeom>
              <a:avLst/>
              <a:pathLst>
                <a:path w="34351" h="163600">
                  <a:moveTo>
                    <a:pt x="34351" y="1636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64501" y="1238196"/>
              <a:ext cx="34351" cy="163600"/>
            </a:xfrm>
            <a:custGeom>
              <a:avLst/>
              <a:pathLst>
                <a:path w="34351" h="163600">
                  <a:moveTo>
                    <a:pt x="34351" y="1636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64501" y="1238196"/>
              <a:ext cx="34351" cy="163600"/>
            </a:xfrm>
            <a:custGeom>
              <a:avLst/>
              <a:pathLst>
                <a:path w="34351" h="163600">
                  <a:moveTo>
                    <a:pt x="34351" y="1636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64501" y="1238196"/>
              <a:ext cx="34351" cy="163600"/>
            </a:xfrm>
            <a:custGeom>
              <a:avLst/>
              <a:pathLst>
                <a:path w="34351" h="163600">
                  <a:moveTo>
                    <a:pt x="34351" y="1636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964501" y="1238196"/>
              <a:ext cx="34351" cy="163600"/>
            </a:xfrm>
            <a:custGeom>
              <a:avLst/>
              <a:pathLst>
                <a:path w="34351" h="163600">
                  <a:moveTo>
                    <a:pt x="34351" y="1636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964501" y="1073142"/>
              <a:ext cx="167162" cy="328653"/>
            </a:xfrm>
            <a:custGeom>
              <a:avLst/>
              <a:pathLst>
                <a:path w="167162" h="328653">
                  <a:moveTo>
                    <a:pt x="34351" y="328653"/>
                  </a:moveTo>
                  <a:lnTo>
                    <a:pt x="39551" y="327474"/>
                  </a:lnTo>
                  <a:lnTo>
                    <a:pt x="44712" y="326130"/>
                  </a:lnTo>
                  <a:lnTo>
                    <a:pt x="49827" y="324622"/>
                  </a:lnTo>
                  <a:lnTo>
                    <a:pt x="54891" y="322951"/>
                  </a:lnTo>
                  <a:lnTo>
                    <a:pt x="59899" y="321120"/>
                  </a:lnTo>
                  <a:lnTo>
                    <a:pt x="64847" y="319130"/>
                  </a:lnTo>
                  <a:lnTo>
                    <a:pt x="69728" y="316983"/>
                  </a:lnTo>
                  <a:lnTo>
                    <a:pt x="74539" y="314682"/>
                  </a:lnTo>
                  <a:lnTo>
                    <a:pt x="79273" y="312228"/>
                  </a:lnTo>
                  <a:lnTo>
                    <a:pt x="83927" y="309625"/>
                  </a:lnTo>
                  <a:lnTo>
                    <a:pt x="88496" y="306874"/>
                  </a:lnTo>
                  <a:lnTo>
                    <a:pt x="92974" y="303980"/>
                  </a:lnTo>
                  <a:lnTo>
                    <a:pt x="97358" y="300943"/>
                  </a:lnTo>
                  <a:lnTo>
                    <a:pt x="101643" y="297769"/>
                  </a:lnTo>
                  <a:lnTo>
                    <a:pt x="105825" y="294459"/>
                  </a:lnTo>
                  <a:lnTo>
                    <a:pt x="109898" y="291018"/>
                  </a:lnTo>
                  <a:lnTo>
                    <a:pt x="113860" y="287449"/>
                  </a:lnTo>
                  <a:lnTo>
                    <a:pt x="117706" y="283755"/>
                  </a:lnTo>
                  <a:lnTo>
                    <a:pt x="121432" y="279940"/>
                  </a:lnTo>
                  <a:lnTo>
                    <a:pt x="125035" y="276008"/>
                  </a:lnTo>
                  <a:lnTo>
                    <a:pt x="128510" y="271964"/>
                  </a:lnTo>
                  <a:lnTo>
                    <a:pt x="131855" y="267810"/>
                  </a:lnTo>
                  <a:lnTo>
                    <a:pt x="135066" y="263552"/>
                  </a:lnTo>
                  <a:lnTo>
                    <a:pt x="138139" y="259194"/>
                  </a:lnTo>
                  <a:lnTo>
                    <a:pt x="141071" y="254740"/>
                  </a:lnTo>
                  <a:lnTo>
                    <a:pt x="143860" y="250195"/>
                  </a:lnTo>
                  <a:lnTo>
                    <a:pt x="146502" y="245563"/>
                  </a:lnTo>
                  <a:lnTo>
                    <a:pt x="148996" y="240849"/>
                  </a:lnTo>
                  <a:lnTo>
                    <a:pt x="151338" y="236058"/>
                  </a:lnTo>
                  <a:lnTo>
                    <a:pt x="153525" y="231195"/>
                  </a:lnTo>
                  <a:lnTo>
                    <a:pt x="155557" y="226264"/>
                  </a:lnTo>
                  <a:lnTo>
                    <a:pt x="157430" y="221272"/>
                  </a:lnTo>
                  <a:lnTo>
                    <a:pt x="159143" y="216222"/>
                  </a:lnTo>
                  <a:lnTo>
                    <a:pt x="160694" y="211119"/>
                  </a:lnTo>
                  <a:lnTo>
                    <a:pt x="162082" y="205970"/>
                  </a:lnTo>
                  <a:lnTo>
                    <a:pt x="163305" y="200780"/>
                  </a:lnTo>
                  <a:lnTo>
                    <a:pt x="164361" y="195553"/>
                  </a:lnTo>
                  <a:lnTo>
                    <a:pt x="165250" y="190295"/>
                  </a:lnTo>
                  <a:lnTo>
                    <a:pt x="165971" y="185011"/>
                  </a:lnTo>
                  <a:lnTo>
                    <a:pt x="166523" y="179707"/>
                  </a:lnTo>
                  <a:lnTo>
                    <a:pt x="166906" y="174388"/>
                  </a:lnTo>
                  <a:lnTo>
                    <a:pt x="167119" y="169060"/>
                  </a:lnTo>
                  <a:lnTo>
                    <a:pt x="167162" y="163727"/>
                  </a:lnTo>
                  <a:lnTo>
                    <a:pt x="167034" y="158396"/>
                  </a:lnTo>
                  <a:lnTo>
                    <a:pt x="166737" y="153072"/>
                  </a:lnTo>
                  <a:lnTo>
                    <a:pt x="166270" y="147760"/>
                  </a:lnTo>
                  <a:lnTo>
                    <a:pt x="165634" y="142465"/>
                  </a:lnTo>
                  <a:lnTo>
                    <a:pt x="164829" y="137194"/>
                  </a:lnTo>
                  <a:lnTo>
                    <a:pt x="163857" y="131950"/>
                  </a:lnTo>
                  <a:lnTo>
                    <a:pt x="162717" y="126741"/>
                  </a:lnTo>
                  <a:lnTo>
                    <a:pt x="161413" y="121570"/>
                  </a:lnTo>
                  <a:lnTo>
                    <a:pt x="159944" y="116444"/>
                  </a:lnTo>
                  <a:lnTo>
                    <a:pt x="158312" y="111367"/>
                  </a:lnTo>
                  <a:lnTo>
                    <a:pt x="156519" y="106345"/>
                  </a:lnTo>
                  <a:lnTo>
                    <a:pt x="154567" y="101382"/>
                  </a:lnTo>
                  <a:lnTo>
                    <a:pt x="152457" y="96485"/>
                  </a:lnTo>
                  <a:lnTo>
                    <a:pt x="150193" y="91657"/>
                  </a:lnTo>
                  <a:lnTo>
                    <a:pt x="147775" y="86904"/>
                  </a:lnTo>
                  <a:lnTo>
                    <a:pt x="145207" y="82230"/>
                  </a:lnTo>
                  <a:lnTo>
                    <a:pt x="142492" y="77640"/>
                  </a:lnTo>
                  <a:lnTo>
                    <a:pt x="139631" y="73140"/>
                  </a:lnTo>
                  <a:lnTo>
                    <a:pt x="136628" y="68733"/>
                  </a:lnTo>
                  <a:lnTo>
                    <a:pt x="133487" y="64424"/>
                  </a:lnTo>
                  <a:lnTo>
                    <a:pt x="130209" y="60218"/>
                  </a:lnTo>
                  <a:lnTo>
                    <a:pt x="126799" y="56118"/>
                  </a:lnTo>
                  <a:lnTo>
                    <a:pt x="123260" y="52129"/>
                  </a:lnTo>
                  <a:lnTo>
                    <a:pt x="119595" y="48255"/>
                  </a:lnTo>
                  <a:lnTo>
                    <a:pt x="115809" y="44500"/>
                  </a:lnTo>
                  <a:lnTo>
                    <a:pt x="111905" y="40867"/>
                  </a:lnTo>
                  <a:lnTo>
                    <a:pt x="107887" y="37361"/>
                  </a:lnTo>
                  <a:lnTo>
                    <a:pt x="103759" y="33985"/>
                  </a:lnTo>
                  <a:lnTo>
                    <a:pt x="99526" y="30742"/>
                  </a:lnTo>
                  <a:lnTo>
                    <a:pt x="95191" y="27636"/>
                  </a:lnTo>
                  <a:lnTo>
                    <a:pt x="90760" y="24669"/>
                  </a:lnTo>
                  <a:lnTo>
                    <a:pt x="86236" y="21846"/>
                  </a:lnTo>
                  <a:lnTo>
                    <a:pt x="81624" y="19168"/>
                  </a:lnTo>
                  <a:lnTo>
                    <a:pt x="76929" y="16639"/>
                  </a:lnTo>
                  <a:lnTo>
                    <a:pt x="72156" y="14261"/>
                  </a:lnTo>
                  <a:lnTo>
                    <a:pt x="67310" y="12036"/>
                  </a:lnTo>
                  <a:lnTo>
                    <a:pt x="62395" y="9967"/>
                  </a:lnTo>
                  <a:lnTo>
                    <a:pt x="57417" y="8055"/>
                  </a:lnTo>
                  <a:lnTo>
                    <a:pt x="52380" y="6304"/>
                  </a:lnTo>
                  <a:lnTo>
                    <a:pt x="47290" y="4714"/>
                  </a:lnTo>
                  <a:lnTo>
                    <a:pt x="42152" y="3287"/>
                  </a:lnTo>
                  <a:lnTo>
                    <a:pt x="36970" y="2025"/>
                  </a:lnTo>
                  <a:lnTo>
                    <a:pt x="31752" y="929"/>
                  </a:lnTo>
                  <a:lnTo>
                    <a:pt x="26501" y="0"/>
                  </a:lnTo>
                  <a:lnTo>
                    <a:pt x="0" y="1650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964501" y="1071028"/>
              <a:ext cx="26501" cy="167167"/>
            </a:xfrm>
            <a:custGeom>
              <a:avLst/>
              <a:pathLst>
                <a:path w="26501" h="167167">
                  <a:moveTo>
                    <a:pt x="26501" y="2113"/>
                  </a:moveTo>
                  <a:lnTo>
                    <a:pt x="19912" y="1190"/>
                  </a:lnTo>
                  <a:lnTo>
                    <a:pt x="13292" y="529"/>
                  </a:lnTo>
                  <a:lnTo>
                    <a:pt x="6651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2648" y="1322571"/>
              <a:ext cx="126072" cy="167167"/>
            </a:xfrm>
            <a:custGeom>
              <a:avLst/>
              <a:pathLst>
                <a:path w="126072" h="167167">
                  <a:moveTo>
                    <a:pt x="126072" y="0"/>
                  </a:moveTo>
                  <a:lnTo>
                    <a:pt x="120579" y="90"/>
                  </a:lnTo>
                  <a:lnTo>
                    <a:pt x="115093" y="360"/>
                  </a:lnTo>
                  <a:lnTo>
                    <a:pt x="109619" y="811"/>
                  </a:lnTo>
                  <a:lnTo>
                    <a:pt x="104162" y="1442"/>
                  </a:lnTo>
                  <a:lnTo>
                    <a:pt x="98729" y="2251"/>
                  </a:lnTo>
                  <a:lnTo>
                    <a:pt x="93325" y="3238"/>
                  </a:lnTo>
                  <a:lnTo>
                    <a:pt x="87957" y="4403"/>
                  </a:lnTo>
                  <a:lnTo>
                    <a:pt x="82630" y="5743"/>
                  </a:lnTo>
                  <a:lnTo>
                    <a:pt x="77350" y="7257"/>
                  </a:lnTo>
                  <a:lnTo>
                    <a:pt x="72122" y="8944"/>
                  </a:lnTo>
                  <a:lnTo>
                    <a:pt x="66953" y="10802"/>
                  </a:lnTo>
                  <a:lnTo>
                    <a:pt x="61847" y="12829"/>
                  </a:lnTo>
                  <a:lnTo>
                    <a:pt x="56811" y="15022"/>
                  </a:lnTo>
                  <a:lnTo>
                    <a:pt x="51850" y="17380"/>
                  </a:lnTo>
                  <a:lnTo>
                    <a:pt x="46969" y="19900"/>
                  </a:lnTo>
                  <a:lnTo>
                    <a:pt x="42173" y="22578"/>
                  </a:lnTo>
                  <a:lnTo>
                    <a:pt x="37468" y="25413"/>
                  </a:lnTo>
                  <a:lnTo>
                    <a:pt x="32858" y="28400"/>
                  </a:lnTo>
                  <a:lnTo>
                    <a:pt x="28350" y="31538"/>
                  </a:lnTo>
                  <a:lnTo>
                    <a:pt x="23946" y="34822"/>
                  </a:lnTo>
                  <a:lnTo>
                    <a:pt x="19653" y="38248"/>
                  </a:lnTo>
                  <a:lnTo>
                    <a:pt x="15475" y="41814"/>
                  </a:lnTo>
                  <a:lnTo>
                    <a:pt x="11416" y="45516"/>
                  </a:lnTo>
                  <a:lnTo>
                    <a:pt x="7481" y="49348"/>
                  </a:lnTo>
                  <a:lnTo>
                    <a:pt x="3674" y="53308"/>
                  </a:lnTo>
                  <a:lnTo>
                    <a:pt x="0" y="57391"/>
                  </a:lnTo>
                  <a:lnTo>
                    <a:pt x="12607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362648" y="1379963"/>
              <a:ext cx="126072" cy="109775"/>
            </a:xfrm>
            <a:custGeom>
              <a:avLst/>
              <a:pathLst>
                <a:path w="126072" h="109775">
                  <a:moveTo>
                    <a:pt x="0" y="0"/>
                  </a:moveTo>
                  <a:lnTo>
                    <a:pt x="126072" y="1097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321570" y="1338526"/>
              <a:ext cx="334302" cy="318379"/>
            </a:xfrm>
            <a:custGeom>
              <a:avLst/>
              <a:pathLst>
                <a:path w="334302" h="318379">
                  <a:moveTo>
                    <a:pt x="41077" y="41436"/>
                  </a:moveTo>
                  <a:lnTo>
                    <a:pt x="37654" y="45496"/>
                  </a:lnTo>
                  <a:lnTo>
                    <a:pt x="34361" y="49663"/>
                  </a:lnTo>
                  <a:lnTo>
                    <a:pt x="31202" y="53933"/>
                  </a:lnTo>
                  <a:lnTo>
                    <a:pt x="28180" y="58301"/>
                  </a:lnTo>
                  <a:lnTo>
                    <a:pt x="25299" y="62763"/>
                  </a:lnTo>
                  <a:lnTo>
                    <a:pt x="22561" y="67313"/>
                  </a:lnTo>
                  <a:lnTo>
                    <a:pt x="19968" y="71949"/>
                  </a:lnTo>
                  <a:lnTo>
                    <a:pt x="17525" y="76665"/>
                  </a:lnTo>
                  <a:lnTo>
                    <a:pt x="15232" y="81455"/>
                  </a:lnTo>
                  <a:lnTo>
                    <a:pt x="13093" y="86317"/>
                  </a:lnTo>
                  <a:lnTo>
                    <a:pt x="11109" y="91243"/>
                  </a:lnTo>
                  <a:lnTo>
                    <a:pt x="9283" y="96231"/>
                  </a:lnTo>
                  <a:lnTo>
                    <a:pt x="7616" y="101274"/>
                  </a:lnTo>
                  <a:lnTo>
                    <a:pt x="6110" y="106367"/>
                  </a:lnTo>
                  <a:lnTo>
                    <a:pt x="4766" y="111505"/>
                  </a:lnTo>
                  <a:lnTo>
                    <a:pt x="3587" y="116684"/>
                  </a:lnTo>
                  <a:lnTo>
                    <a:pt x="2573" y="121897"/>
                  </a:lnTo>
                  <a:lnTo>
                    <a:pt x="1724" y="127140"/>
                  </a:lnTo>
                  <a:lnTo>
                    <a:pt x="1043" y="132408"/>
                  </a:lnTo>
                  <a:lnTo>
                    <a:pt x="530" y="137694"/>
                  </a:lnTo>
                  <a:lnTo>
                    <a:pt x="184" y="142994"/>
                  </a:lnTo>
                  <a:lnTo>
                    <a:pt x="8" y="148302"/>
                  </a:lnTo>
                  <a:lnTo>
                    <a:pt x="0" y="153613"/>
                  </a:lnTo>
                  <a:lnTo>
                    <a:pt x="160" y="158922"/>
                  </a:lnTo>
                  <a:lnTo>
                    <a:pt x="489" y="164223"/>
                  </a:lnTo>
                  <a:lnTo>
                    <a:pt x="987" y="169511"/>
                  </a:lnTo>
                  <a:lnTo>
                    <a:pt x="1652" y="174780"/>
                  </a:lnTo>
                  <a:lnTo>
                    <a:pt x="2484" y="180026"/>
                  </a:lnTo>
                  <a:lnTo>
                    <a:pt x="3483" y="185242"/>
                  </a:lnTo>
                  <a:lnTo>
                    <a:pt x="4646" y="190424"/>
                  </a:lnTo>
                  <a:lnTo>
                    <a:pt x="5974" y="195567"/>
                  </a:lnTo>
                  <a:lnTo>
                    <a:pt x="7464" y="200664"/>
                  </a:lnTo>
                  <a:lnTo>
                    <a:pt x="9116" y="205712"/>
                  </a:lnTo>
                  <a:lnTo>
                    <a:pt x="10927" y="210705"/>
                  </a:lnTo>
                  <a:lnTo>
                    <a:pt x="12896" y="215638"/>
                  </a:lnTo>
                  <a:lnTo>
                    <a:pt x="15020" y="220506"/>
                  </a:lnTo>
                  <a:lnTo>
                    <a:pt x="17298" y="225303"/>
                  </a:lnTo>
                  <a:lnTo>
                    <a:pt x="19728" y="230026"/>
                  </a:lnTo>
                  <a:lnTo>
                    <a:pt x="22306" y="234670"/>
                  </a:lnTo>
                  <a:lnTo>
                    <a:pt x="25030" y="239229"/>
                  </a:lnTo>
                  <a:lnTo>
                    <a:pt x="27898" y="243699"/>
                  </a:lnTo>
                  <a:lnTo>
                    <a:pt x="30907" y="248076"/>
                  </a:lnTo>
                  <a:lnTo>
                    <a:pt x="34052" y="252356"/>
                  </a:lnTo>
                  <a:lnTo>
                    <a:pt x="37333" y="256533"/>
                  </a:lnTo>
                  <a:lnTo>
                    <a:pt x="40744" y="260604"/>
                  </a:lnTo>
                  <a:lnTo>
                    <a:pt x="44283" y="264564"/>
                  </a:lnTo>
                  <a:lnTo>
                    <a:pt x="47946" y="268410"/>
                  </a:lnTo>
                  <a:lnTo>
                    <a:pt x="51729" y="272138"/>
                  </a:lnTo>
                  <a:lnTo>
                    <a:pt x="55629" y="275743"/>
                  </a:lnTo>
                  <a:lnTo>
                    <a:pt x="59641" y="279223"/>
                  </a:lnTo>
                  <a:lnTo>
                    <a:pt x="63762" y="282574"/>
                  </a:lnTo>
                  <a:lnTo>
                    <a:pt x="67987" y="285792"/>
                  </a:lnTo>
                  <a:lnTo>
                    <a:pt x="72313" y="288874"/>
                  </a:lnTo>
                  <a:lnTo>
                    <a:pt x="76734" y="291817"/>
                  </a:lnTo>
                  <a:lnTo>
                    <a:pt x="81246" y="294619"/>
                  </a:lnTo>
                  <a:lnTo>
                    <a:pt x="85845" y="297275"/>
                  </a:lnTo>
                  <a:lnTo>
                    <a:pt x="90526" y="299784"/>
                  </a:lnTo>
                  <a:lnTo>
                    <a:pt x="95285" y="302143"/>
                  </a:lnTo>
                  <a:lnTo>
                    <a:pt x="100116" y="304350"/>
                  </a:lnTo>
                  <a:lnTo>
                    <a:pt x="105014" y="306402"/>
                  </a:lnTo>
                  <a:lnTo>
                    <a:pt x="109976" y="308298"/>
                  </a:lnTo>
                  <a:lnTo>
                    <a:pt x="114995" y="310035"/>
                  </a:lnTo>
                  <a:lnTo>
                    <a:pt x="120066" y="311612"/>
                  </a:lnTo>
                  <a:lnTo>
                    <a:pt x="125186" y="313026"/>
                  </a:lnTo>
                  <a:lnTo>
                    <a:pt x="130347" y="314278"/>
                  </a:lnTo>
                  <a:lnTo>
                    <a:pt x="135546" y="315365"/>
                  </a:lnTo>
                  <a:lnTo>
                    <a:pt x="140777" y="316286"/>
                  </a:lnTo>
                  <a:lnTo>
                    <a:pt x="146034" y="317040"/>
                  </a:lnTo>
                  <a:lnTo>
                    <a:pt x="151313" y="317627"/>
                  </a:lnTo>
                  <a:lnTo>
                    <a:pt x="156607" y="318046"/>
                  </a:lnTo>
                  <a:lnTo>
                    <a:pt x="161913" y="318297"/>
                  </a:lnTo>
                  <a:lnTo>
                    <a:pt x="167223" y="318379"/>
                  </a:lnTo>
                  <a:lnTo>
                    <a:pt x="172534" y="318292"/>
                  </a:lnTo>
                  <a:lnTo>
                    <a:pt x="177839" y="318037"/>
                  </a:lnTo>
                  <a:lnTo>
                    <a:pt x="183133" y="317613"/>
                  </a:lnTo>
                  <a:lnTo>
                    <a:pt x="188411" y="317022"/>
                  </a:lnTo>
                  <a:lnTo>
                    <a:pt x="193668" y="316263"/>
                  </a:lnTo>
                  <a:lnTo>
                    <a:pt x="198897" y="315337"/>
                  </a:lnTo>
                  <a:lnTo>
                    <a:pt x="204095" y="314245"/>
                  </a:lnTo>
                  <a:lnTo>
                    <a:pt x="209256" y="312989"/>
                  </a:lnTo>
                  <a:lnTo>
                    <a:pt x="214374" y="311570"/>
                  </a:lnTo>
                  <a:lnTo>
                    <a:pt x="219444" y="309989"/>
                  </a:lnTo>
                  <a:lnTo>
                    <a:pt x="224462" y="308248"/>
                  </a:lnTo>
                  <a:lnTo>
                    <a:pt x="229421" y="306348"/>
                  </a:lnTo>
                  <a:lnTo>
                    <a:pt x="234318" y="304291"/>
                  </a:lnTo>
                  <a:lnTo>
                    <a:pt x="239147" y="302080"/>
                  </a:lnTo>
                  <a:lnTo>
                    <a:pt x="243904" y="299717"/>
                  </a:lnTo>
                  <a:lnTo>
                    <a:pt x="248583" y="297204"/>
                  </a:lnTo>
                  <a:lnTo>
                    <a:pt x="253179" y="294543"/>
                  </a:lnTo>
                  <a:lnTo>
                    <a:pt x="257689" y="291738"/>
                  </a:lnTo>
                  <a:lnTo>
                    <a:pt x="262108" y="288791"/>
                  </a:lnTo>
                  <a:lnTo>
                    <a:pt x="266430" y="285705"/>
                  </a:lnTo>
                  <a:lnTo>
                    <a:pt x="270653" y="282483"/>
                  </a:lnTo>
                  <a:lnTo>
                    <a:pt x="274771" y="279129"/>
                  </a:lnTo>
                  <a:lnTo>
                    <a:pt x="278780" y="275645"/>
                  </a:lnTo>
                  <a:lnTo>
                    <a:pt x="282676" y="272036"/>
                  </a:lnTo>
                  <a:lnTo>
                    <a:pt x="286456" y="268305"/>
                  </a:lnTo>
                  <a:lnTo>
                    <a:pt x="290116" y="264456"/>
                  </a:lnTo>
                  <a:lnTo>
                    <a:pt x="293651" y="260492"/>
                  </a:lnTo>
                  <a:lnTo>
                    <a:pt x="297059" y="256419"/>
                  </a:lnTo>
                  <a:lnTo>
                    <a:pt x="300336" y="252239"/>
                  </a:lnTo>
                  <a:lnTo>
                    <a:pt x="303478" y="247957"/>
                  </a:lnTo>
                  <a:lnTo>
                    <a:pt x="306482" y="243577"/>
                  </a:lnTo>
                  <a:lnTo>
                    <a:pt x="309346" y="239104"/>
                  </a:lnTo>
                  <a:lnTo>
                    <a:pt x="312067" y="234543"/>
                  </a:lnTo>
                  <a:lnTo>
                    <a:pt x="314641" y="229897"/>
                  </a:lnTo>
                  <a:lnTo>
                    <a:pt x="317066" y="225172"/>
                  </a:lnTo>
                  <a:lnTo>
                    <a:pt x="319340" y="220372"/>
                  </a:lnTo>
                  <a:lnTo>
                    <a:pt x="321460" y="215502"/>
                  </a:lnTo>
                  <a:lnTo>
                    <a:pt x="323425" y="210568"/>
                  </a:lnTo>
                  <a:lnTo>
                    <a:pt x="325231" y="205573"/>
                  </a:lnTo>
                  <a:lnTo>
                    <a:pt x="326878" y="200524"/>
                  </a:lnTo>
                  <a:lnTo>
                    <a:pt x="328364" y="195425"/>
                  </a:lnTo>
                  <a:lnTo>
                    <a:pt x="329687" y="190281"/>
                  </a:lnTo>
                  <a:lnTo>
                    <a:pt x="330847" y="185098"/>
                  </a:lnTo>
                  <a:lnTo>
                    <a:pt x="331840" y="179881"/>
                  </a:lnTo>
                  <a:lnTo>
                    <a:pt x="332668" y="174635"/>
                  </a:lnTo>
                  <a:lnTo>
                    <a:pt x="333329" y="169365"/>
                  </a:lnTo>
                  <a:lnTo>
                    <a:pt x="333821" y="164076"/>
                  </a:lnTo>
                  <a:lnTo>
                    <a:pt x="334146" y="158775"/>
                  </a:lnTo>
                  <a:lnTo>
                    <a:pt x="334302" y="153466"/>
                  </a:lnTo>
                  <a:lnTo>
                    <a:pt x="334289" y="148155"/>
                  </a:lnTo>
                  <a:lnTo>
                    <a:pt x="334108" y="142847"/>
                  </a:lnTo>
                  <a:lnTo>
                    <a:pt x="333758" y="137547"/>
                  </a:lnTo>
                  <a:lnTo>
                    <a:pt x="333240" y="132262"/>
                  </a:lnTo>
                  <a:lnTo>
                    <a:pt x="332554" y="126995"/>
                  </a:lnTo>
                  <a:lnTo>
                    <a:pt x="331701" y="121753"/>
                  </a:lnTo>
                  <a:lnTo>
                    <a:pt x="330682" y="116540"/>
                  </a:lnTo>
                  <a:lnTo>
                    <a:pt x="329498" y="111363"/>
                  </a:lnTo>
                  <a:lnTo>
                    <a:pt x="328150" y="106225"/>
                  </a:lnTo>
                  <a:lnTo>
                    <a:pt x="326640" y="101133"/>
                  </a:lnTo>
                  <a:lnTo>
                    <a:pt x="324968" y="96092"/>
                  </a:lnTo>
                  <a:lnTo>
                    <a:pt x="323138" y="91106"/>
                  </a:lnTo>
                  <a:lnTo>
                    <a:pt x="321150" y="86181"/>
                  </a:lnTo>
                  <a:lnTo>
                    <a:pt x="319006" y="81322"/>
                  </a:lnTo>
                  <a:lnTo>
                    <a:pt x="316709" y="76533"/>
                  </a:lnTo>
                  <a:lnTo>
                    <a:pt x="314261" y="71820"/>
                  </a:lnTo>
                  <a:lnTo>
                    <a:pt x="311665" y="67186"/>
                  </a:lnTo>
                  <a:lnTo>
                    <a:pt x="308923" y="62638"/>
                  </a:lnTo>
                  <a:lnTo>
                    <a:pt x="306038" y="58179"/>
                  </a:lnTo>
                  <a:lnTo>
                    <a:pt x="303012" y="53814"/>
                  </a:lnTo>
                  <a:lnTo>
                    <a:pt x="299849" y="49547"/>
                  </a:lnTo>
                  <a:lnTo>
                    <a:pt x="296553" y="45383"/>
                  </a:lnTo>
                  <a:lnTo>
                    <a:pt x="293125" y="41325"/>
                  </a:lnTo>
                  <a:lnTo>
                    <a:pt x="289571" y="37379"/>
                  </a:lnTo>
                  <a:lnTo>
                    <a:pt x="285893" y="33547"/>
                  </a:lnTo>
                  <a:lnTo>
                    <a:pt x="282095" y="29834"/>
                  </a:lnTo>
                  <a:lnTo>
                    <a:pt x="278181" y="26244"/>
                  </a:lnTo>
                  <a:lnTo>
                    <a:pt x="274155" y="22780"/>
                  </a:lnTo>
                  <a:lnTo>
                    <a:pt x="270021" y="19445"/>
                  </a:lnTo>
                  <a:lnTo>
                    <a:pt x="265784" y="16244"/>
                  </a:lnTo>
                  <a:lnTo>
                    <a:pt x="261446" y="13179"/>
                  </a:lnTo>
                  <a:lnTo>
                    <a:pt x="257014" y="10253"/>
                  </a:lnTo>
                  <a:lnTo>
                    <a:pt x="252490" y="7469"/>
                  </a:lnTo>
                  <a:lnTo>
                    <a:pt x="247881" y="4831"/>
                  </a:lnTo>
                  <a:lnTo>
                    <a:pt x="243190" y="2340"/>
                  </a:lnTo>
                  <a:lnTo>
                    <a:pt x="238422" y="0"/>
                  </a:lnTo>
                  <a:lnTo>
                    <a:pt x="167150" y="1512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488720" y="1322571"/>
              <a:ext cx="71272" cy="167167"/>
            </a:xfrm>
            <a:custGeom>
              <a:avLst/>
              <a:pathLst>
                <a:path w="71272" h="167167">
                  <a:moveTo>
                    <a:pt x="71272" y="15955"/>
                  </a:moveTo>
                  <a:lnTo>
                    <a:pt x="66109" y="13627"/>
                  </a:lnTo>
                  <a:lnTo>
                    <a:pt x="60870" y="11476"/>
                  </a:lnTo>
                  <a:lnTo>
                    <a:pt x="55561" y="9503"/>
                  </a:lnTo>
                  <a:lnTo>
                    <a:pt x="50188" y="7711"/>
                  </a:lnTo>
                  <a:lnTo>
                    <a:pt x="44758" y="6103"/>
                  </a:lnTo>
                  <a:lnTo>
                    <a:pt x="39276" y="4679"/>
                  </a:lnTo>
                  <a:lnTo>
                    <a:pt x="33749" y="3442"/>
                  </a:lnTo>
                  <a:lnTo>
                    <a:pt x="28184" y="2393"/>
                  </a:lnTo>
                  <a:lnTo>
                    <a:pt x="22586" y="1532"/>
                  </a:lnTo>
                  <a:lnTo>
                    <a:pt x="16962" y="862"/>
                  </a:lnTo>
                  <a:lnTo>
                    <a:pt x="11319" y="383"/>
                  </a:lnTo>
                  <a:lnTo>
                    <a:pt x="5662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6622" y="1681503"/>
              <a:ext cx="89902" cy="167167"/>
            </a:xfrm>
            <a:custGeom>
              <a:avLst/>
              <a:pathLst>
                <a:path w="89902" h="167167">
                  <a:moveTo>
                    <a:pt x="89902" y="0"/>
                  </a:moveTo>
                  <a:lnTo>
                    <a:pt x="84319" y="93"/>
                  </a:lnTo>
                  <a:lnTo>
                    <a:pt x="78743" y="372"/>
                  </a:lnTo>
                  <a:lnTo>
                    <a:pt x="73179" y="838"/>
                  </a:lnTo>
                  <a:lnTo>
                    <a:pt x="67634" y="1489"/>
                  </a:lnTo>
                  <a:lnTo>
                    <a:pt x="62113" y="2325"/>
                  </a:lnTo>
                  <a:lnTo>
                    <a:pt x="56624" y="3345"/>
                  </a:lnTo>
                  <a:lnTo>
                    <a:pt x="51172" y="4548"/>
                  </a:lnTo>
                  <a:lnTo>
                    <a:pt x="45762" y="5932"/>
                  </a:lnTo>
                  <a:lnTo>
                    <a:pt x="40403" y="7496"/>
                  </a:lnTo>
                  <a:lnTo>
                    <a:pt x="35098" y="9238"/>
                  </a:lnTo>
                  <a:lnTo>
                    <a:pt x="29855" y="11156"/>
                  </a:lnTo>
                  <a:lnTo>
                    <a:pt x="24678" y="13249"/>
                  </a:lnTo>
                  <a:lnTo>
                    <a:pt x="19574" y="15513"/>
                  </a:lnTo>
                  <a:lnTo>
                    <a:pt x="14549" y="17946"/>
                  </a:lnTo>
                  <a:lnTo>
                    <a:pt x="9608" y="20545"/>
                  </a:lnTo>
                  <a:lnTo>
                    <a:pt x="4756" y="23309"/>
                  </a:lnTo>
                  <a:lnTo>
                    <a:pt x="0" y="26232"/>
                  </a:lnTo>
                  <a:lnTo>
                    <a:pt x="8990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6622" y="170773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6622" y="170773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6622" y="170773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6622" y="170773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6622" y="170773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6622" y="170773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6622" y="170773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6622" y="170773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6622" y="170773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96622" y="170773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96622" y="170773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96622" y="170773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96622" y="170773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996622" y="170773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996622" y="170773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996622" y="170773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919371" y="1681503"/>
              <a:ext cx="334301" cy="334334"/>
            </a:xfrm>
            <a:custGeom>
              <a:avLst/>
              <a:pathLst>
                <a:path w="334301" h="334334">
                  <a:moveTo>
                    <a:pt x="77251" y="26232"/>
                  </a:moveTo>
                  <a:lnTo>
                    <a:pt x="72822" y="29157"/>
                  </a:lnTo>
                  <a:lnTo>
                    <a:pt x="68488" y="32222"/>
                  </a:lnTo>
                  <a:lnTo>
                    <a:pt x="64253" y="35422"/>
                  </a:lnTo>
                  <a:lnTo>
                    <a:pt x="60123" y="38755"/>
                  </a:lnTo>
                  <a:lnTo>
                    <a:pt x="56100" y="42218"/>
                  </a:lnTo>
                  <a:lnTo>
                    <a:pt x="52189" y="45806"/>
                  </a:lnTo>
                  <a:lnTo>
                    <a:pt x="48395" y="49517"/>
                  </a:lnTo>
                  <a:lnTo>
                    <a:pt x="44719" y="53347"/>
                  </a:lnTo>
                  <a:lnTo>
                    <a:pt x="41168" y="57291"/>
                  </a:lnTo>
                  <a:lnTo>
                    <a:pt x="37743" y="61346"/>
                  </a:lnTo>
                  <a:lnTo>
                    <a:pt x="34449" y="65507"/>
                  </a:lnTo>
                  <a:lnTo>
                    <a:pt x="31288" y="69772"/>
                  </a:lnTo>
                  <a:lnTo>
                    <a:pt x="28265" y="74134"/>
                  </a:lnTo>
                  <a:lnTo>
                    <a:pt x="25381" y="78590"/>
                  </a:lnTo>
                  <a:lnTo>
                    <a:pt x="22641" y="83135"/>
                  </a:lnTo>
                  <a:lnTo>
                    <a:pt x="20046" y="87766"/>
                  </a:lnTo>
                  <a:lnTo>
                    <a:pt x="17599" y="92476"/>
                  </a:lnTo>
                  <a:lnTo>
                    <a:pt x="15304" y="97261"/>
                  </a:lnTo>
                  <a:lnTo>
                    <a:pt x="13161" y="102117"/>
                  </a:lnTo>
                  <a:lnTo>
                    <a:pt x="11173" y="107039"/>
                  </a:lnTo>
                  <a:lnTo>
                    <a:pt x="9343" y="112021"/>
                  </a:lnTo>
                  <a:lnTo>
                    <a:pt x="7672" y="117059"/>
                  </a:lnTo>
                  <a:lnTo>
                    <a:pt x="6162" y="122147"/>
                  </a:lnTo>
                  <a:lnTo>
                    <a:pt x="4813" y="127280"/>
                  </a:lnTo>
                  <a:lnTo>
                    <a:pt x="3629" y="132454"/>
                  </a:lnTo>
                  <a:lnTo>
                    <a:pt x="2609" y="137663"/>
                  </a:lnTo>
                  <a:lnTo>
                    <a:pt x="1756" y="142902"/>
                  </a:lnTo>
                  <a:lnTo>
                    <a:pt x="1069" y="148165"/>
                  </a:lnTo>
                  <a:lnTo>
                    <a:pt x="549" y="153447"/>
                  </a:lnTo>
                  <a:lnTo>
                    <a:pt x="198" y="158743"/>
                  </a:lnTo>
                  <a:lnTo>
                    <a:pt x="14" y="164047"/>
                  </a:lnTo>
                  <a:lnTo>
                    <a:pt x="0" y="169355"/>
                  </a:lnTo>
                  <a:lnTo>
                    <a:pt x="153" y="174661"/>
                  </a:lnTo>
                  <a:lnTo>
                    <a:pt x="475" y="179958"/>
                  </a:lnTo>
                  <a:lnTo>
                    <a:pt x="965" y="185243"/>
                  </a:lnTo>
                  <a:lnTo>
                    <a:pt x="1623" y="190510"/>
                  </a:lnTo>
                  <a:lnTo>
                    <a:pt x="2448" y="195753"/>
                  </a:lnTo>
                  <a:lnTo>
                    <a:pt x="3438" y="200968"/>
                  </a:lnTo>
                  <a:lnTo>
                    <a:pt x="4594" y="206148"/>
                  </a:lnTo>
                  <a:lnTo>
                    <a:pt x="5913" y="211289"/>
                  </a:lnTo>
                  <a:lnTo>
                    <a:pt x="7395" y="216386"/>
                  </a:lnTo>
                  <a:lnTo>
                    <a:pt x="9038" y="221433"/>
                  </a:lnTo>
                  <a:lnTo>
                    <a:pt x="10841" y="226425"/>
                  </a:lnTo>
                  <a:lnTo>
                    <a:pt x="12801" y="231358"/>
                  </a:lnTo>
                  <a:lnTo>
                    <a:pt x="14916" y="236225"/>
                  </a:lnTo>
                  <a:lnTo>
                    <a:pt x="17185" y="241024"/>
                  </a:lnTo>
                  <a:lnTo>
                    <a:pt x="19606" y="245747"/>
                  </a:lnTo>
                  <a:lnTo>
                    <a:pt x="22175" y="250392"/>
                  </a:lnTo>
                  <a:lnTo>
                    <a:pt x="24890" y="254952"/>
                  </a:lnTo>
                  <a:lnTo>
                    <a:pt x="27749" y="259425"/>
                  </a:lnTo>
                  <a:lnTo>
                    <a:pt x="30748" y="263804"/>
                  </a:lnTo>
                  <a:lnTo>
                    <a:pt x="33884" y="268085"/>
                  </a:lnTo>
                  <a:lnTo>
                    <a:pt x="37155" y="272265"/>
                  </a:lnTo>
                  <a:lnTo>
                    <a:pt x="40557" y="276339"/>
                  </a:lnTo>
                  <a:lnTo>
                    <a:pt x="44087" y="280303"/>
                  </a:lnTo>
                  <a:lnTo>
                    <a:pt x="47741" y="284153"/>
                  </a:lnTo>
                  <a:lnTo>
                    <a:pt x="51515" y="287885"/>
                  </a:lnTo>
                  <a:lnTo>
                    <a:pt x="55406" y="291495"/>
                  </a:lnTo>
                  <a:lnTo>
                    <a:pt x="59409" y="294980"/>
                  </a:lnTo>
                  <a:lnTo>
                    <a:pt x="63521" y="298336"/>
                  </a:lnTo>
                  <a:lnTo>
                    <a:pt x="67737" y="301560"/>
                  </a:lnTo>
                  <a:lnTo>
                    <a:pt x="72054" y="304649"/>
                  </a:lnTo>
                  <a:lnTo>
                    <a:pt x="76467" y="307598"/>
                  </a:lnTo>
                  <a:lnTo>
                    <a:pt x="80971" y="310407"/>
                  </a:lnTo>
                  <a:lnTo>
                    <a:pt x="85561" y="313070"/>
                  </a:lnTo>
                  <a:lnTo>
                    <a:pt x="90234" y="315587"/>
                  </a:lnTo>
                  <a:lnTo>
                    <a:pt x="94985" y="317954"/>
                  </a:lnTo>
                  <a:lnTo>
                    <a:pt x="99808" y="320169"/>
                  </a:lnTo>
                  <a:lnTo>
                    <a:pt x="104700" y="322230"/>
                  </a:lnTo>
                  <a:lnTo>
                    <a:pt x="109654" y="324135"/>
                  </a:lnTo>
                  <a:lnTo>
                    <a:pt x="114666" y="325881"/>
                  </a:lnTo>
                  <a:lnTo>
                    <a:pt x="119731" y="327467"/>
                  </a:lnTo>
                  <a:lnTo>
                    <a:pt x="124844" y="328892"/>
                  </a:lnTo>
                  <a:lnTo>
                    <a:pt x="130000" y="330153"/>
                  </a:lnTo>
                  <a:lnTo>
                    <a:pt x="135193" y="331251"/>
                  </a:lnTo>
                  <a:lnTo>
                    <a:pt x="140418" y="332183"/>
                  </a:lnTo>
                  <a:lnTo>
                    <a:pt x="145670" y="332948"/>
                  </a:lnTo>
                  <a:lnTo>
                    <a:pt x="150944" y="333547"/>
                  </a:lnTo>
                  <a:lnTo>
                    <a:pt x="156234" y="333977"/>
                  </a:lnTo>
                  <a:lnTo>
                    <a:pt x="161535" y="334240"/>
                  </a:lnTo>
                  <a:lnTo>
                    <a:pt x="166842" y="334334"/>
                  </a:lnTo>
                  <a:lnTo>
                    <a:pt x="172149" y="334260"/>
                  </a:lnTo>
                  <a:lnTo>
                    <a:pt x="177451" y="334017"/>
                  </a:lnTo>
                  <a:lnTo>
                    <a:pt x="182743" y="333606"/>
                  </a:lnTo>
                  <a:lnTo>
                    <a:pt x="188019" y="333027"/>
                  </a:lnTo>
                  <a:lnTo>
                    <a:pt x="193274" y="332281"/>
                  </a:lnTo>
                  <a:lnTo>
                    <a:pt x="198503" y="331368"/>
                  </a:lnTo>
                  <a:lnTo>
                    <a:pt x="203700" y="330290"/>
                  </a:lnTo>
                  <a:lnTo>
                    <a:pt x="208860" y="329048"/>
                  </a:lnTo>
                  <a:lnTo>
                    <a:pt x="213978" y="327642"/>
                  </a:lnTo>
                  <a:lnTo>
                    <a:pt x="219049" y="326075"/>
                  </a:lnTo>
                  <a:lnTo>
                    <a:pt x="224068" y="324347"/>
                  </a:lnTo>
                  <a:lnTo>
                    <a:pt x="229029" y="322461"/>
                  </a:lnTo>
                  <a:lnTo>
                    <a:pt x="233928" y="320418"/>
                  </a:lnTo>
                  <a:lnTo>
                    <a:pt x="238760" y="318221"/>
                  </a:lnTo>
                  <a:lnTo>
                    <a:pt x="243519" y="315872"/>
                  </a:lnTo>
                  <a:lnTo>
                    <a:pt x="248201" y="313372"/>
                  </a:lnTo>
                  <a:lnTo>
                    <a:pt x="252802" y="310726"/>
                  </a:lnTo>
                  <a:lnTo>
                    <a:pt x="257316" y="307934"/>
                  </a:lnTo>
                  <a:lnTo>
                    <a:pt x="261740" y="305001"/>
                  </a:lnTo>
                  <a:lnTo>
                    <a:pt x="266068" y="301929"/>
                  </a:lnTo>
                  <a:lnTo>
                    <a:pt x="270296" y="298721"/>
                  </a:lnTo>
                  <a:lnTo>
                    <a:pt x="274421" y="295380"/>
                  </a:lnTo>
                  <a:lnTo>
                    <a:pt x="278437" y="291910"/>
                  </a:lnTo>
                  <a:lnTo>
                    <a:pt x="282341" y="288314"/>
                  </a:lnTo>
                  <a:lnTo>
                    <a:pt x="286129" y="284596"/>
                  </a:lnTo>
                  <a:lnTo>
                    <a:pt x="289797" y="280760"/>
                  </a:lnTo>
                  <a:lnTo>
                    <a:pt x="293341" y="276809"/>
                  </a:lnTo>
                  <a:lnTo>
                    <a:pt x="296759" y="272748"/>
                  </a:lnTo>
                  <a:lnTo>
                    <a:pt x="300045" y="268580"/>
                  </a:lnTo>
                  <a:lnTo>
                    <a:pt x="303198" y="264310"/>
                  </a:lnTo>
                  <a:lnTo>
                    <a:pt x="306213" y="259942"/>
                  </a:lnTo>
                  <a:lnTo>
                    <a:pt x="309088" y="255480"/>
                  </a:lnTo>
                  <a:lnTo>
                    <a:pt x="311820" y="250930"/>
                  </a:lnTo>
                  <a:lnTo>
                    <a:pt x="314407" y="246295"/>
                  </a:lnTo>
                  <a:lnTo>
                    <a:pt x="316844" y="241580"/>
                  </a:lnTo>
                  <a:lnTo>
                    <a:pt x="319131" y="236790"/>
                  </a:lnTo>
                  <a:lnTo>
                    <a:pt x="321265" y="231931"/>
                  </a:lnTo>
                  <a:lnTo>
                    <a:pt x="323243" y="227005"/>
                  </a:lnTo>
                  <a:lnTo>
                    <a:pt x="325064" y="222020"/>
                  </a:lnTo>
                  <a:lnTo>
                    <a:pt x="326726" y="216979"/>
                  </a:lnTo>
                  <a:lnTo>
                    <a:pt x="328227" y="211888"/>
                  </a:lnTo>
                  <a:lnTo>
                    <a:pt x="329566" y="206752"/>
                  </a:lnTo>
                  <a:lnTo>
                    <a:pt x="330740" y="201576"/>
                  </a:lnTo>
                  <a:lnTo>
                    <a:pt x="331750" y="196365"/>
                  </a:lnTo>
                  <a:lnTo>
                    <a:pt x="332594" y="191125"/>
                  </a:lnTo>
                  <a:lnTo>
                    <a:pt x="333272" y="185861"/>
                  </a:lnTo>
                  <a:lnTo>
                    <a:pt x="333781" y="180578"/>
                  </a:lnTo>
                  <a:lnTo>
                    <a:pt x="334123" y="175281"/>
                  </a:lnTo>
                  <a:lnTo>
                    <a:pt x="334296" y="169976"/>
                  </a:lnTo>
                  <a:lnTo>
                    <a:pt x="334301" y="164668"/>
                  </a:lnTo>
                  <a:lnTo>
                    <a:pt x="334138" y="159363"/>
                  </a:lnTo>
                  <a:lnTo>
                    <a:pt x="333806" y="154066"/>
                  </a:lnTo>
                  <a:lnTo>
                    <a:pt x="333306" y="148782"/>
                  </a:lnTo>
                  <a:lnTo>
                    <a:pt x="332639" y="143516"/>
                  </a:lnTo>
                  <a:lnTo>
                    <a:pt x="331804" y="138275"/>
                  </a:lnTo>
                  <a:lnTo>
                    <a:pt x="330804" y="133062"/>
                  </a:lnTo>
                  <a:lnTo>
                    <a:pt x="329639" y="127884"/>
                  </a:lnTo>
                  <a:lnTo>
                    <a:pt x="328310" y="122745"/>
                  </a:lnTo>
                  <a:lnTo>
                    <a:pt x="326818" y="117651"/>
                  </a:lnTo>
                  <a:lnTo>
                    <a:pt x="325166" y="112607"/>
                  </a:lnTo>
                  <a:lnTo>
                    <a:pt x="323354" y="107619"/>
                  </a:lnTo>
                  <a:lnTo>
                    <a:pt x="321385" y="102690"/>
                  </a:lnTo>
                  <a:lnTo>
                    <a:pt x="319260" y="97826"/>
                  </a:lnTo>
                  <a:lnTo>
                    <a:pt x="316982" y="93032"/>
                  </a:lnTo>
                  <a:lnTo>
                    <a:pt x="314553" y="88313"/>
                  </a:lnTo>
                  <a:lnTo>
                    <a:pt x="311976" y="83673"/>
                  </a:lnTo>
                  <a:lnTo>
                    <a:pt x="309252" y="79117"/>
                  </a:lnTo>
                  <a:lnTo>
                    <a:pt x="306385" y="74651"/>
                  </a:lnTo>
                  <a:lnTo>
                    <a:pt x="303378" y="70277"/>
                  </a:lnTo>
                  <a:lnTo>
                    <a:pt x="300233" y="66001"/>
                  </a:lnTo>
                  <a:lnTo>
                    <a:pt x="296954" y="61827"/>
                  </a:lnTo>
                  <a:lnTo>
                    <a:pt x="293545" y="57760"/>
                  </a:lnTo>
                  <a:lnTo>
                    <a:pt x="290008" y="53802"/>
                  </a:lnTo>
                  <a:lnTo>
                    <a:pt x="286347" y="49959"/>
                  </a:lnTo>
                  <a:lnTo>
                    <a:pt x="282566" y="46234"/>
                  </a:lnTo>
                  <a:lnTo>
                    <a:pt x="278668" y="42631"/>
                  </a:lnTo>
                  <a:lnTo>
                    <a:pt x="274659" y="39154"/>
                  </a:lnTo>
                  <a:lnTo>
                    <a:pt x="270540" y="35805"/>
                  </a:lnTo>
                  <a:lnTo>
                    <a:pt x="266318" y="32589"/>
                  </a:lnTo>
                  <a:lnTo>
                    <a:pt x="261996" y="29509"/>
                  </a:lnTo>
                  <a:lnTo>
                    <a:pt x="257578" y="26567"/>
                  </a:lnTo>
                  <a:lnTo>
                    <a:pt x="253068" y="23767"/>
                  </a:lnTo>
                  <a:lnTo>
                    <a:pt x="248473" y="21112"/>
                  </a:lnTo>
                  <a:lnTo>
                    <a:pt x="243795" y="18604"/>
                  </a:lnTo>
                  <a:lnTo>
                    <a:pt x="239040" y="16246"/>
                  </a:lnTo>
                  <a:lnTo>
                    <a:pt x="234213" y="14040"/>
                  </a:lnTo>
                  <a:lnTo>
                    <a:pt x="229317" y="11988"/>
                  </a:lnTo>
                  <a:lnTo>
                    <a:pt x="224360" y="10093"/>
                  </a:lnTo>
                  <a:lnTo>
                    <a:pt x="219344" y="8356"/>
                  </a:lnTo>
                  <a:lnTo>
                    <a:pt x="214276" y="6779"/>
                  </a:lnTo>
                  <a:lnTo>
                    <a:pt x="209161" y="5364"/>
                  </a:lnTo>
                  <a:lnTo>
                    <a:pt x="204003" y="4112"/>
                  </a:lnTo>
                  <a:lnTo>
                    <a:pt x="198808" y="3024"/>
                  </a:lnTo>
                  <a:lnTo>
                    <a:pt x="193581" y="2102"/>
                  </a:lnTo>
                  <a:lnTo>
                    <a:pt x="188327" y="1346"/>
                  </a:lnTo>
                  <a:lnTo>
                    <a:pt x="183052" y="757"/>
                  </a:lnTo>
                  <a:lnTo>
                    <a:pt x="177761" y="336"/>
                  </a:lnTo>
                  <a:lnTo>
                    <a:pt x="172460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86944" y="2126963"/>
              <a:ext cx="94343" cy="167167"/>
            </a:xfrm>
            <a:custGeom>
              <a:avLst/>
              <a:pathLst>
                <a:path w="94343" h="167167">
                  <a:moveTo>
                    <a:pt x="94343" y="0"/>
                  </a:moveTo>
                  <a:lnTo>
                    <a:pt x="88775" y="92"/>
                  </a:lnTo>
                  <a:lnTo>
                    <a:pt x="83213" y="370"/>
                  </a:lnTo>
                  <a:lnTo>
                    <a:pt x="77663" y="834"/>
                  </a:lnTo>
                  <a:lnTo>
                    <a:pt x="72132" y="1482"/>
                  </a:lnTo>
                  <a:lnTo>
                    <a:pt x="66626" y="2313"/>
                  </a:lnTo>
                  <a:lnTo>
                    <a:pt x="61150" y="3328"/>
                  </a:lnTo>
                  <a:lnTo>
                    <a:pt x="55711" y="4524"/>
                  </a:lnTo>
                  <a:lnTo>
                    <a:pt x="50315" y="5901"/>
                  </a:lnTo>
                  <a:lnTo>
                    <a:pt x="44968" y="7457"/>
                  </a:lnTo>
                  <a:lnTo>
                    <a:pt x="39676" y="9191"/>
                  </a:lnTo>
                  <a:lnTo>
                    <a:pt x="34444" y="11099"/>
                  </a:lnTo>
                  <a:lnTo>
                    <a:pt x="29279" y="13181"/>
                  </a:lnTo>
                  <a:lnTo>
                    <a:pt x="24186" y="15433"/>
                  </a:lnTo>
                  <a:lnTo>
                    <a:pt x="19171" y="17854"/>
                  </a:lnTo>
                  <a:lnTo>
                    <a:pt x="14240" y="20441"/>
                  </a:lnTo>
                  <a:lnTo>
                    <a:pt x="9397" y="23191"/>
                  </a:lnTo>
                  <a:lnTo>
                    <a:pt x="4648" y="26100"/>
                  </a:lnTo>
                  <a:lnTo>
                    <a:pt x="0" y="29166"/>
                  </a:lnTo>
                  <a:lnTo>
                    <a:pt x="9434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86944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86944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86944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86944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86944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86944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86944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86944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86944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86944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86944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86944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686944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686944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614130" y="2127904"/>
              <a:ext cx="334320" cy="333390"/>
            </a:xfrm>
            <a:custGeom>
              <a:avLst/>
              <a:pathLst>
                <a:path w="334320" h="333390">
                  <a:moveTo>
                    <a:pt x="72813" y="28225"/>
                  </a:moveTo>
                  <a:lnTo>
                    <a:pt x="68488" y="31284"/>
                  </a:lnTo>
                  <a:lnTo>
                    <a:pt x="64262" y="34478"/>
                  </a:lnTo>
                  <a:lnTo>
                    <a:pt x="60139" y="37804"/>
                  </a:lnTo>
                  <a:lnTo>
                    <a:pt x="56124" y="41259"/>
                  </a:lnTo>
                  <a:lnTo>
                    <a:pt x="52220" y="44840"/>
                  </a:lnTo>
                  <a:lnTo>
                    <a:pt x="48432" y="48543"/>
                  </a:lnTo>
                  <a:lnTo>
                    <a:pt x="44763" y="52363"/>
                  </a:lnTo>
                  <a:lnTo>
                    <a:pt x="41217" y="56298"/>
                  </a:lnTo>
                  <a:lnTo>
                    <a:pt x="37797" y="60344"/>
                  </a:lnTo>
                  <a:lnTo>
                    <a:pt x="34507" y="64496"/>
                  </a:lnTo>
                  <a:lnTo>
                    <a:pt x="31350" y="68750"/>
                  </a:lnTo>
                  <a:lnTo>
                    <a:pt x="28330" y="73102"/>
                  </a:lnTo>
                  <a:lnTo>
                    <a:pt x="25449" y="77547"/>
                  </a:lnTo>
                  <a:lnTo>
                    <a:pt x="22710" y="82082"/>
                  </a:lnTo>
                  <a:lnTo>
                    <a:pt x="20117" y="86700"/>
                  </a:lnTo>
                  <a:lnTo>
                    <a:pt x="17671" y="91399"/>
                  </a:lnTo>
                  <a:lnTo>
                    <a:pt x="15375" y="96173"/>
                  </a:lnTo>
                  <a:lnTo>
                    <a:pt x="13232" y="101017"/>
                  </a:lnTo>
                  <a:lnTo>
                    <a:pt x="11243" y="105927"/>
                  </a:lnTo>
                  <a:lnTo>
                    <a:pt x="9411" y="110897"/>
                  </a:lnTo>
                  <a:lnTo>
                    <a:pt x="7737" y="115923"/>
                  </a:lnTo>
                  <a:lnTo>
                    <a:pt x="6223" y="121000"/>
                  </a:lnTo>
                  <a:lnTo>
                    <a:pt x="4871" y="126121"/>
                  </a:lnTo>
                  <a:lnTo>
                    <a:pt x="3682" y="131284"/>
                  </a:lnTo>
                  <a:lnTo>
                    <a:pt x="2657" y="136481"/>
                  </a:lnTo>
                  <a:lnTo>
                    <a:pt x="1797" y="141708"/>
                  </a:lnTo>
                  <a:lnTo>
                    <a:pt x="1103" y="146959"/>
                  </a:lnTo>
                  <a:lnTo>
                    <a:pt x="576" y="152230"/>
                  </a:lnTo>
                  <a:lnTo>
                    <a:pt x="216" y="157515"/>
                  </a:lnTo>
                  <a:lnTo>
                    <a:pt x="24" y="162809"/>
                  </a:lnTo>
                  <a:lnTo>
                    <a:pt x="0" y="168106"/>
                  </a:lnTo>
                  <a:lnTo>
                    <a:pt x="143" y="173402"/>
                  </a:lnTo>
                  <a:lnTo>
                    <a:pt x="454" y="178690"/>
                  </a:lnTo>
                  <a:lnTo>
                    <a:pt x="933" y="183965"/>
                  </a:lnTo>
                  <a:lnTo>
                    <a:pt x="1578" y="189223"/>
                  </a:lnTo>
                  <a:lnTo>
                    <a:pt x="2390" y="194458"/>
                  </a:lnTo>
                  <a:lnTo>
                    <a:pt x="3367" y="199664"/>
                  </a:lnTo>
                  <a:lnTo>
                    <a:pt x="4509" y="204837"/>
                  </a:lnTo>
                  <a:lnTo>
                    <a:pt x="5814" y="209971"/>
                  </a:lnTo>
                  <a:lnTo>
                    <a:pt x="7281" y="215061"/>
                  </a:lnTo>
                  <a:lnTo>
                    <a:pt x="8909" y="220102"/>
                  </a:lnTo>
                  <a:lnTo>
                    <a:pt x="10695" y="225089"/>
                  </a:lnTo>
                  <a:lnTo>
                    <a:pt x="12639" y="230017"/>
                  </a:lnTo>
                  <a:lnTo>
                    <a:pt x="14737" y="234881"/>
                  </a:lnTo>
                  <a:lnTo>
                    <a:pt x="16989" y="239675"/>
                  </a:lnTo>
                  <a:lnTo>
                    <a:pt x="19392" y="244397"/>
                  </a:lnTo>
                  <a:lnTo>
                    <a:pt x="21943" y="249039"/>
                  </a:lnTo>
                  <a:lnTo>
                    <a:pt x="24640" y="253599"/>
                  </a:lnTo>
                  <a:lnTo>
                    <a:pt x="27479" y="258070"/>
                  </a:lnTo>
                  <a:lnTo>
                    <a:pt x="30460" y="262450"/>
                  </a:lnTo>
                  <a:lnTo>
                    <a:pt x="33577" y="266733"/>
                  </a:lnTo>
                  <a:lnTo>
                    <a:pt x="36829" y="270914"/>
                  </a:lnTo>
                  <a:lnTo>
                    <a:pt x="40211" y="274991"/>
                  </a:lnTo>
                  <a:lnTo>
                    <a:pt x="43721" y="278959"/>
                  </a:lnTo>
                  <a:lnTo>
                    <a:pt x="47355" y="282813"/>
                  </a:lnTo>
                  <a:lnTo>
                    <a:pt x="51109" y="286551"/>
                  </a:lnTo>
                  <a:lnTo>
                    <a:pt x="54980" y="290167"/>
                  </a:lnTo>
                  <a:lnTo>
                    <a:pt x="58963" y="293659"/>
                  </a:lnTo>
                  <a:lnTo>
                    <a:pt x="63055" y="297023"/>
                  </a:lnTo>
                  <a:lnTo>
                    <a:pt x="67251" y="300256"/>
                  </a:lnTo>
                  <a:lnTo>
                    <a:pt x="71548" y="303354"/>
                  </a:lnTo>
                  <a:lnTo>
                    <a:pt x="75941" y="306314"/>
                  </a:lnTo>
                  <a:lnTo>
                    <a:pt x="80425" y="309134"/>
                  </a:lnTo>
                  <a:lnTo>
                    <a:pt x="84997" y="311810"/>
                  </a:lnTo>
                  <a:lnTo>
                    <a:pt x="89651" y="314341"/>
                  </a:lnTo>
                  <a:lnTo>
                    <a:pt x="94383" y="316722"/>
                  </a:lnTo>
                  <a:lnTo>
                    <a:pt x="99187" y="318952"/>
                  </a:lnTo>
                  <a:lnTo>
                    <a:pt x="104061" y="321029"/>
                  </a:lnTo>
                  <a:lnTo>
                    <a:pt x="108997" y="322950"/>
                  </a:lnTo>
                  <a:lnTo>
                    <a:pt x="113992" y="324714"/>
                  </a:lnTo>
                  <a:lnTo>
                    <a:pt x="119040" y="326319"/>
                  </a:lnTo>
                  <a:lnTo>
                    <a:pt x="124137" y="327764"/>
                  </a:lnTo>
                  <a:lnTo>
                    <a:pt x="129277" y="329045"/>
                  </a:lnTo>
                  <a:lnTo>
                    <a:pt x="134455" y="330164"/>
                  </a:lnTo>
                  <a:lnTo>
                    <a:pt x="139665" y="331118"/>
                  </a:lnTo>
                  <a:lnTo>
                    <a:pt x="144904" y="331906"/>
                  </a:lnTo>
                  <a:lnTo>
                    <a:pt x="150164" y="332528"/>
                  </a:lnTo>
                  <a:lnTo>
                    <a:pt x="155442" y="332983"/>
                  </a:lnTo>
                  <a:lnTo>
                    <a:pt x="160731" y="333270"/>
                  </a:lnTo>
                  <a:lnTo>
                    <a:pt x="166027" y="333390"/>
                  </a:lnTo>
                  <a:lnTo>
                    <a:pt x="171324" y="333342"/>
                  </a:lnTo>
                  <a:lnTo>
                    <a:pt x="176617" y="333126"/>
                  </a:lnTo>
                  <a:lnTo>
                    <a:pt x="181901" y="332742"/>
                  </a:lnTo>
                  <a:lnTo>
                    <a:pt x="187169" y="332191"/>
                  </a:lnTo>
                  <a:lnTo>
                    <a:pt x="192418" y="331474"/>
                  </a:lnTo>
                  <a:lnTo>
                    <a:pt x="197641" y="330591"/>
                  </a:lnTo>
                  <a:lnTo>
                    <a:pt x="202833" y="329542"/>
                  </a:lnTo>
                  <a:lnTo>
                    <a:pt x="207990" y="328330"/>
                  </a:lnTo>
                  <a:lnTo>
                    <a:pt x="213105" y="326955"/>
                  </a:lnTo>
                  <a:lnTo>
                    <a:pt x="218175" y="325418"/>
                  </a:lnTo>
                  <a:lnTo>
                    <a:pt x="223193" y="323722"/>
                  </a:lnTo>
                  <a:lnTo>
                    <a:pt x="228155" y="321867"/>
                  </a:lnTo>
                  <a:lnTo>
                    <a:pt x="233056" y="319856"/>
                  </a:lnTo>
                  <a:lnTo>
                    <a:pt x="237891" y="317691"/>
                  </a:lnTo>
                  <a:lnTo>
                    <a:pt x="242654" y="315374"/>
                  </a:lnTo>
                  <a:lnTo>
                    <a:pt x="247342" y="312907"/>
                  </a:lnTo>
                  <a:lnTo>
                    <a:pt x="251949" y="310293"/>
                  </a:lnTo>
                  <a:lnTo>
                    <a:pt x="256471" y="307534"/>
                  </a:lnTo>
                  <a:lnTo>
                    <a:pt x="260904" y="304633"/>
                  </a:lnTo>
                  <a:lnTo>
                    <a:pt x="265242" y="301593"/>
                  </a:lnTo>
                  <a:lnTo>
                    <a:pt x="269482" y="298417"/>
                  </a:lnTo>
                  <a:lnTo>
                    <a:pt x="273619" y="295109"/>
                  </a:lnTo>
                  <a:lnTo>
                    <a:pt x="277649" y="291671"/>
                  </a:lnTo>
                  <a:lnTo>
                    <a:pt x="281568" y="288107"/>
                  </a:lnTo>
                  <a:lnTo>
                    <a:pt x="285372" y="284421"/>
                  </a:lnTo>
                  <a:lnTo>
                    <a:pt x="289058" y="280616"/>
                  </a:lnTo>
                  <a:lnTo>
                    <a:pt x="292621" y="276696"/>
                  </a:lnTo>
                  <a:lnTo>
                    <a:pt x="296058" y="272665"/>
                  </a:lnTo>
                  <a:lnTo>
                    <a:pt x="299366" y="268528"/>
                  </a:lnTo>
                  <a:lnTo>
                    <a:pt x="302541" y="264287"/>
                  </a:lnTo>
                  <a:lnTo>
                    <a:pt x="305580" y="259949"/>
                  </a:lnTo>
                  <a:lnTo>
                    <a:pt x="308480" y="255516"/>
                  </a:lnTo>
                  <a:lnTo>
                    <a:pt x="311238" y="250993"/>
                  </a:lnTo>
                  <a:lnTo>
                    <a:pt x="313852" y="246385"/>
                  </a:lnTo>
                  <a:lnTo>
                    <a:pt x="316318" y="241697"/>
                  </a:lnTo>
                  <a:lnTo>
                    <a:pt x="318634" y="236933"/>
                  </a:lnTo>
                  <a:lnTo>
                    <a:pt x="320798" y="232098"/>
                  </a:lnTo>
                  <a:lnTo>
                    <a:pt x="322808" y="227197"/>
                  </a:lnTo>
                  <a:lnTo>
                    <a:pt x="324662" y="222235"/>
                  </a:lnTo>
                  <a:lnTo>
                    <a:pt x="326357" y="217216"/>
                  </a:lnTo>
                  <a:lnTo>
                    <a:pt x="327893" y="212146"/>
                  </a:lnTo>
                  <a:lnTo>
                    <a:pt x="329267" y="207030"/>
                  </a:lnTo>
                  <a:lnTo>
                    <a:pt x="330479" y="201874"/>
                  </a:lnTo>
                  <a:lnTo>
                    <a:pt x="331526" y="196681"/>
                  </a:lnTo>
                  <a:lnTo>
                    <a:pt x="332409" y="191458"/>
                  </a:lnTo>
                  <a:lnTo>
                    <a:pt x="333125" y="186209"/>
                  </a:lnTo>
                  <a:lnTo>
                    <a:pt x="333675" y="180940"/>
                  </a:lnTo>
                  <a:lnTo>
                    <a:pt x="334058" y="175657"/>
                  </a:lnTo>
                  <a:lnTo>
                    <a:pt x="334273" y="170364"/>
                  </a:lnTo>
                  <a:lnTo>
                    <a:pt x="334320" y="165067"/>
                  </a:lnTo>
                  <a:lnTo>
                    <a:pt x="334199" y="159771"/>
                  </a:lnTo>
                  <a:lnTo>
                    <a:pt x="333911" y="154482"/>
                  </a:lnTo>
                  <a:lnTo>
                    <a:pt x="333455" y="149204"/>
                  </a:lnTo>
                  <a:lnTo>
                    <a:pt x="332832" y="143944"/>
                  </a:lnTo>
                  <a:lnTo>
                    <a:pt x="332043" y="138705"/>
                  </a:lnTo>
                  <a:lnTo>
                    <a:pt x="331088" y="133495"/>
                  </a:lnTo>
                  <a:lnTo>
                    <a:pt x="329969" y="128317"/>
                  </a:lnTo>
                  <a:lnTo>
                    <a:pt x="328686" y="123178"/>
                  </a:lnTo>
                  <a:lnTo>
                    <a:pt x="327241" y="118081"/>
                  </a:lnTo>
                  <a:lnTo>
                    <a:pt x="325635" y="113033"/>
                  </a:lnTo>
                  <a:lnTo>
                    <a:pt x="323870" y="108039"/>
                  </a:lnTo>
                  <a:lnTo>
                    <a:pt x="321948" y="103103"/>
                  </a:lnTo>
                  <a:lnTo>
                    <a:pt x="319870" y="98230"/>
                  </a:lnTo>
                  <a:lnTo>
                    <a:pt x="317639" y="93425"/>
                  </a:lnTo>
                  <a:lnTo>
                    <a:pt x="315257" y="88694"/>
                  </a:lnTo>
                  <a:lnTo>
                    <a:pt x="312726" y="84040"/>
                  </a:lnTo>
                  <a:lnTo>
                    <a:pt x="310049" y="79469"/>
                  </a:lnTo>
                  <a:lnTo>
                    <a:pt x="307228" y="74985"/>
                  </a:lnTo>
                  <a:lnTo>
                    <a:pt x="304267" y="70593"/>
                  </a:lnTo>
                  <a:lnTo>
                    <a:pt x="301168" y="66297"/>
                  </a:lnTo>
                  <a:lnTo>
                    <a:pt x="297934" y="62101"/>
                  </a:lnTo>
                  <a:lnTo>
                    <a:pt x="294570" y="58010"/>
                  </a:lnTo>
                  <a:lnTo>
                    <a:pt x="291077" y="54027"/>
                  </a:lnTo>
                  <a:lnTo>
                    <a:pt x="287460" y="50157"/>
                  </a:lnTo>
                  <a:lnTo>
                    <a:pt x="283722" y="46404"/>
                  </a:lnTo>
                  <a:lnTo>
                    <a:pt x="279867" y="42770"/>
                  </a:lnTo>
                  <a:lnTo>
                    <a:pt x="275898" y="39261"/>
                  </a:lnTo>
                  <a:lnTo>
                    <a:pt x="271821" y="35880"/>
                  </a:lnTo>
                  <a:lnTo>
                    <a:pt x="267638" y="32629"/>
                  </a:lnTo>
                  <a:lnTo>
                    <a:pt x="263355" y="29512"/>
                  </a:lnTo>
                  <a:lnTo>
                    <a:pt x="258975" y="26533"/>
                  </a:lnTo>
                  <a:lnTo>
                    <a:pt x="254503" y="23694"/>
                  </a:lnTo>
                  <a:lnTo>
                    <a:pt x="249943" y="20998"/>
                  </a:lnTo>
                  <a:lnTo>
                    <a:pt x="245300" y="18448"/>
                  </a:lnTo>
                  <a:lnTo>
                    <a:pt x="240578" y="16046"/>
                  </a:lnTo>
                  <a:lnTo>
                    <a:pt x="235783" y="13795"/>
                  </a:lnTo>
                  <a:lnTo>
                    <a:pt x="230919" y="11697"/>
                  </a:lnTo>
                  <a:lnTo>
                    <a:pt x="225991" y="9754"/>
                  </a:lnTo>
                  <a:lnTo>
                    <a:pt x="221004" y="7969"/>
                  </a:lnTo>
                  <a:lnTo>
                    <a:pt x="215962" y="6342"/>
                  </a:lnTo>
                  <a:lnTo>
                    <a:pt x="210872" y="4876"/>
                  </a:lnTo>
                  <a:lnTo>
                    <a:pt x="205738" y="3572"/>
                  </a:lnTo>
                  <a:lnTo>
                    <a:pt x="200565" y="2431"/>
                  </a:lnTo>
                  <a:lnTo>
                    <a:pt x="195358" y="1455"/>
                  </a:lnTo>
                  <a:lnTo>
                    <a:pt x="190123" y="644"/>
                  </a:lnTo>
                  <a:lnTo>
                    <a:pt x="184865" y="0"/>
                  </a:lnTo>
                  <a:lnTo>
                    <a:pt x="167156" y="1662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781287" y="2126963"/>
              <a:ext cx="17709" cy="167167"/>
            </a:xfrm>
            <a:custGeom>
              <a:avLst/>
              <a:pathLst>
                <a:path w="17709" h="167167">
                  <a:moveTo>
                    <a:pt x="17709" y="940"/>
                  </a:moveTo>
                  <a:lnTo>
                    <a:pt x="8866" y="2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423591" y="2633064"/>
              <a:ext cx="334324" cy="334326"/>
            </a:xfrm>
            <a:custGeom>
              <a:avLst/>
              <a:pathLst>
                <a:path w="334324" h="334326">
                  <a:moveTo>
                    <a:pt x="167157" y="0"/>
                  </a:moveTo>
                  <a:lnTo>
                    <a:pt x="161869" y="83"/>
                  </a:lnTo>
                  <a:lnTo>
                    <a:pt x="156587" y="334"/>
                  </a:lnTo>
                  <a:lnTo>
                    <a:pt x="151316" y="752"/>
                  </a:lnTo>
                  <a:lnTo>
                    <a:pt x="146060" y="1336"/>
                  </a:lnTo>
                  <a:lnTo>
                    <a:pt x="140825" y="2086"/>
                  </a:lnTo>
                  <a:lnTo>
                    <a:pt x="135617" y="3002"/>
                  </a:lnTo>
                  <a:lnTo>
                    <a:pt x="130440" y="4082"/>
                  </a:lnTo>
                  <a:lnTo>
                    <a:pt x="125300" y="5324"/>
                  </a:lnTo>
                  <a:lnTo>
                    <a:pt x="120202" y="6729"/>
                  </a:lnTo>
                  <a:lnTo>
                    <a:pt x="115151" y="8295"/>
                  </a:lnTo>
                  <a:lnTo>
                    <a:pt x="110152" y="10019"/>
                  </a:lnTo>
                  <a:lnTo>
                    <a:pt x="105210" y="11901"/>
                  </a:lnTo>
                  <a:lnTo>
                    <a:pt x="100330" y="13938"/>
                  </a:lnTo>
                  <a:lnTo>
                    <a:pt x="95517" y="16128"/>
                  </a:lnTo>
                  <a:lnTo>
                    <a:pt x="90775" y="18470"/>
                  </a:lnTo>
                  <a:lnTo>
                    <a:pt x="86110" y="20960"/>
                  </a:lnTo>
                  <a:lnTo>
                    <a:pt x="81526" y="23597"/>
                  </a:lnTo>
                  <a:lnTo>
                    <a:pt x="77028" y="26377"/>
                  </a:lnTo>
                  <a:lnTo>
                    <a:pt x="72620" y="29298"/>
                  </a:lnTo>
                  <a:lnTo>
                    <a:pt x="68307" y="32358"/>
                  </a:lnTo>
                  <a:lnTo>
                    <a:pt x="64092" y="35552"/>
                  </a:lnTo>
                  <a:lnTo>
                    <a:pt x="59981" y="38877"/>
                  </a:lnTo>
                  <a:lnTo>
                    <a:pt x="55977" y="42332"/>
                  </a:lnTo>
                  <a:lnTo>
                    <a:pt x="52084" y="45911"/>
                  </a:lnTo>
                  <a:lnTo>
                    <a:pt x="48306" y="49611"/>
                  </a:lnTo>
                  <a:lnTo>
                    <a:pt x="44647" y="53429"/>
                  </a:lnTo>
                  <a:lnTo>
                    <a:pt x="41111" y="57361"/>
                  </a:lnTo>
                  <a:lnTo>
                    <a:pt x="37701" y="61403"/>
                  </a:lnTo>
                  <a:lnTo>
                    <a:pt x="34420" y="65550"/>
                  </a:lnTo>
                  <a:lnTo>
                    <a:pt x="31273" y="69800"/>
                  </a:lnTo>
                  <a:lnTo>
                    <a:pt x="28261" y="74146"/>
                  </a:lnTo>
                  <a:lnTo>
                    <a:pt x="25388" y="78586"/>
                  </a:lnTo>
                  <a:lnTo>
                    <a:pt x="22657" y="83114"/>
                  </a:lnTo>
                  <a:lnTo>
                    <a:pt x="20071" y="87727"/>
                  </a:lnTo>
                  <a:lnTo>
                    <a:pt x="17632" y="92419"/>
                  </a:lnTo>
                  <a:lnTo>
                    <a:pt x="15343" y="97186"/>
                  </a:lnTo>
                  <a:lnTo>
                    <a:pt x="13205" y="102023"/>
                  </a:lnTo>
                  <a:lnTo>
                    <a:pt x="11222" y="106925"/>
                  </a:lnTo>
                  <a:lnTo>
                    <a:pt x="9394" y="111887"/>
                  </a:lnTo>
                  <a:lnTo>
                    <a:pt x="7725" y="116905"/>
                  </a:lnTo>
                  <a:lnTo>
                    <a:pt x="6215" y="121973"/>
                  </a:lnTo>
                  <a:lnTo>
                    <a:pt x="4866" y="127086"/>
                  </a:lnTo>
                  <a:lnTo>
                    <a:pt x="3679" y="132239"/>
                  </a:lnTo>
                  <a:lnTo>
                    <a:pt x="2656" y="137427"/>
                  </a:lnTo>
                  <a:lnTo>
                    <a:pt x="1798" y="142645"/>
                  </a:lnTo>
                  <a:lnTo>
                    <a:pt x="1105" y="147888"/>
                  </a:lnTo>
                  <a:lnTo>
                    <a:pt x="578" y="153150"/>
                  </a:lnTo>
                  <a:lnTo>
                    <a:pt x="218" y="158426"/>
                  </a:lnTo>
                  <a:lnTo>
                    <a:pt x="25" y="163710"/>
                  </a:lnTo>
                  <a:lnTo>
                    <a:pt x="0" y="168998"/>
                  </a:lnTo>
                  <a:lnTo>
                    <a:pt x="141" y="174285"/>
                  </a:lnTo>
                  <a:lnTo>
                    <a:pt x="450" y="179564"/>
                  </a:lnTo>
                  <a:lnTo>
                    <a:pt x="925" y="184830"/>
                  </a:lnTo>
                  <a:lnTo>
                    <a:pt x="1567" y="190079"/>
                  </a:lnTo>
                  <a:lnTo>
                    <a:pt x="2375" y="195306"/>
                  </a:lnTo>
                  <a:lnTo>
                    <a:pt x="3347" y="200503"/>
                  </a:lnTo>
                  <a:lnTo>
                    <a:pt x="4484" y="205668"/>
                  </a:lnTo>
                  <a:lnTo>
                    <a:pt x="5783" y="210794"/>
                  </a:lnTo>
                  <a:lnTo>
                    <a:pt x="7243" y="215877"/>
                  </a:lnTo>
                  <a:lnTo>
                    <a:pt x="8864" y="220910"/>
                  </a:lnTo>
                  <a:lnTo>
                    <a:pt x="10643" y="225890"/>
                  </a:lnTo>
                  <a:lnTo>
                    <a:pt x="12579" y="230811"/>
                  </a:lnTo>
                  <a:lnTo>
                    <a:pt x="14669" y="235669"/>
                  </a:lnTo>
                  <a:lnTo>
                    <a:pt x="16912" y="240457"/>
                  </a:lnTo>
                  <a:lnTo>
                    <a:pt x="19306" y="245173"/>
                  </a:lnTo>
                  <a:lnTo>
                    <a:pt x="21847" y="249810"/>
                  </a:lnTo>
                  <a:lnTo>
                    <a:pt x="24534" y="254365"/>
                  </a:lnTo>
                  <a:lnTo>
                    <a:pt x="27363" y="258833"/>
                  </a:lnTo>
                  <a:lnTo>
                    <a:pt x="30332" y="263209"/>
                  </a:lnTo>
                  <a:lnTo>
                    <a:pt x="33439" y="267488"/>
                  </a:lnTo>
                  <a:lnTo>
                    <a:pt x="36679" y="271668"/>
                  </a:lnTo>
                  <a:lnTo>
                    <a:pt x="40049" y="275742"/>
                  </a:lnTo>
                  <a:lnTo>
                    <a:pt x="43547" y="279708"/>
                  </a:lnTo>
                  <a:lnTo>
                    <a:pt x="47169" y="283562"/>
                  </a:lnTo>
                  <a:lnTo>
                    <a:pt x="50910" y="287299"/>
                  </a:lnTo>
                  <a:lnTo>
                    <a:pt x="54768" y="290915"/>
                  </a:lnTo>
                  <a:lnTo>
                    <a:pt x="58738" y="294408"/>
                  </a:lnTo>
                  <a:lnTo>
                    <a:pt x="62817" y="297774"/>
                  </a:lnTo>
                  <a:lnTo>
                    <a:pt x="67001" y="301009"/>
                  </a:lnTo>
                  <a:lnTo>
                    <a:pt x="71284" y="304110"/>
                  </a:lnTo>
                  <a:lnTo>
                    <a:pt x="75663" y="307074"/>
                  </a:lnTo>
                  <a:lnTo>
                    <a:pt x="80134" y="309898"/>
                  </a:lnTo>
                  <a:lnTo>
                    <a:pt x="84693" y="312579"/>
                  </a:lnTo>
                  <a:lnTo>
                    <a:pt x="89333" y="315114"/>
                  </a:lnTo>
                  <a:lnTo>
                    <a:pt x="94052" y="317502"/>
                  </a:lnTo>
                  <a:lnTo>
                    <a:pt x="98843" y="319739"/>
                  </a:lnTo>
                  <a:lnTo>
                    <a:pt x="103703" y="321823"/>
                  </a:lnTo>
                  <a:lnTo>
                    <a:pt x="108627" y="323753"/>
                  </a:lnTo>
                  <a:lnTo>
                    <a:pt x="113609" y="325526"/>
                  </a:lnTo>
                  <a:lnTo>
                    <a:pt x="118644" y="327140"/>
                  </a:lnTo>
                  <a:lnTo>
                    <a:pt x="123729" y="328595"/>
                  </a:lnTo>
                  <a:lnTo>
                    <a:pt x="128856" y="329888"/>
                  </a:lnTo>
                  <a:lnTo>
                    <a:pt x="134022" y="331018"/>
                  </a:lnTo>
                  <a:lnTo>
                    <a:pt x="139221" y="331984"/>
                  </a:lnTo>
                  <a:lnTo>
                    <a:pt x="144449" y="332785"/>
                  </a:lnTo>
                  <a:lnTo>
                    <a:pt x="149698" y="333420"/>
                  </a:lnTo>
                  <a:lnTo>
                    <a:pt x="154966" y="333889"/>
                  </a:lnTo>
                  <a:lnTo>
                    <a:pt x="160245" y="334191"/>
                  </a:lnTo>
                  <a:lnTo>
                    <a:pt x="165532" y="334326"/>
                  </a:lnTo>
                  <a:lnTo>
                    <a:pt x="170820" y="334294"/>
                  </a:lnTo>
                  <a:lnTo>
                    <a:pt x="176104" y="334095"/>
                  </a:lnTo>
                  <a:lnTo>
                    <a:pt x="181379" y="333728"/>
                  </a:lnTo>
                  <a:lnTo>
                    <a:pt x="186640" y="333195"/>
                  </a:lnTo>
                  <a:lnTo>
                    <a:pt x="191882" y="332496"/>
                  </a:lnTo>
                  <a:lnTo>
                    <a:pt x="197099" y="331631"/>
                  </a:lnTo>
                  <a:lnTo>
                    <a:pt x="202286" y="330602"/>
                  </a:lnTo>
                  <a:lnTo>
                    <a:pt x="207438" y="329409"/>
                  </a:lnTo>
                  <a:lnTo>
                    <a:pt x="212549" y="328053"/>
                  </a:lnTo>
                  <a:lnTo>
                    <a:pt x="217616" y="326537"/>
                  </a:lnTo>
                  <a:lnTo>
                    <a:pt x="222631" y="324861"/>
                  </a:lnTo>
                  <a:lnTo>
                    <a:pt x="227591" y="323028"/>
                  </a:lnTo>
                  <a:lnTo>
                    <a:pt x="232491" y="321038"/>
                  </a:lnTo>
                  <a:lnTo>
                    <a:pt x="237325" y="318895"/>
                  </a:lnTo>
                  <a:lnTo>
                    <a:pt x="242089" y="316600"/>
                  </a:lnTo>
                  <a:lnTo>
                    <a:pt x="246778" y="314155"/>
                  </a:lnTo>
                  <a:lnTo>
                    <a:pt x="251387" y="311563"/>
                  </a:lnTo>
                  <a:lnTo>
                    <a:pt x="255913" y="308826"/>
                  </a:lnTo>
                  <a:lnTo>
                    <a:pt x="260349" y="305948"/>
                  </a:lnTo>
                  <a:lnTo>
                    <a:pt x="264692" y="302931"/>
                  </a:lnTo>
                  <a:lnTo>
                    <a:pt x="268937" y="299778"/>
                  </a:lnTo>
                  <a:lnTo>
                    <a:pt x="273081" y="296493"/>
                  </a:lnTo>
                  <a:lnTo>
                    <a:pt x="277118" y="293077"/>
                  </a:lnTo>
                  <a:lnTo>
                    <a:pt x="281046" y="289536"/>
                  </a:lnTo>
                  <a:lnTo>
                    <a:pt x="284859" y="285873"/>
                  </a:lnTo>
                  <a:lnTo>
                    <a:pt x="288555" y="282091"/>
                  </a:lnTo>
                  <a:lnTo>
                    <a:pt x="292129" y="278193"/>
                  </a:lnTo>
                  <a:lnTo>
                    <a:pt x="295578" y="274185"/>
                  </a:lnTo>
                  <a:lnTo>
                    <a:pt x="298899" y="270069"/>
                  </a:lnTo>
                  <a:lnTo>
                    <a:pt x="302088" y="265851"/>
                  </a:lnTo>
                  <a:lnTo>
                    <a:pt x="305142" y="261534"/>
                  </a:lnTo>
                  <a:lnTo>
                    <a:pt x="308058" y="257122"/>
                  </a:lnTo>
                  <a:lnTo>
                    <a:pt x="310832" y="252620"/>
                  </a:lnTo>
                  <a:lnTo>
                    <a:pt x="313463" y="248033"/>
                  </a:lnTo>
                  <a:lnTo>
                    <a:pt x="315948" y="243365"/>
                  </a:lnTo>
                  <a:lnTo>
                    <a:pt x="318284" y="238621"/>
                  </a:lnTo>
                  <a:lnTo>
                    <a:pt x="320468" y="233805"/>
                  </a:lnTo>
                  <a:lnTo>
                    <a:pt x="322499" y="228922"/>
                  </a:lnTo>
                  <a:lnTo>
                    <a:pt x="324375" y="223978"/>
                  </a:lnTo>
                  <a:lnTo>
                    <a:pt x="326093" y="218977"/>
                  </a:lnTo>
                  <a:lnTo>
                    <a:pt x="327652" y="213924"/>
                  </a:lnTo>
                  <a:lnTo>
                    <a:pt x="329051" y="208824"/>
                  </a:lnTo>
                  <a:lnTo>
                    <a:pt x="330287" y="203683"/>
                  </a:lnTo>
                  <a:lnTo>
                    <a:pt x="331361" y="198504"/>
                  </a:lnTo>
                  <a:lnTo>
                    <a:pt x="332270" y="193295"/>
                  </a:lnTo>
                  <a:lnTo>
                    <a:pt x="333014" y="188060"/>
                  </a:lnTo>
                  <a:lnTo>
                    <a:pt x="333591" y="182803"/>
                  </a:lnTo>
                  <a:lnTo>
                    <a:pt x="334003" y="177531"/>
                  </a:lnTo>
                  <a:lnTo>
                    <a:pt x="334247" y="172248"/>
                  </a:lnTo>
                  <a:lnTo>
                    <a:pt x="334324" y="166961"/>
                  </a:lnTo>
                  <a:lnTo>
                    <a:pt x="334234" y="161674"/>
                  </a:lnTo>
                  <a:lnTo>
                    <a:pt x="333977" y="156392"/>
                  </a:lnTo>
                  <a:lnTo>
                    <a:pt x="333552" y="151121"/>
                  </a:lnTo>
                  <a:lnTo>
                    <a:pt x="332962" y="145866"/>
                  </a:lnTo>
                  <a:lnTo>
                    <a:pt x="332205" y="140632"/>
                  </a:lnTo>
                  <a:lnTo>
                    <a:pt x="331283" y="135425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68489"/>
              <a:ext cx="164126" cy="31742"/>
            </a:xfrm>
            <a:custGeom>
              <a:avLst/>
              <a:pathLst>
                <a:path w="164126" h="31742">
                  <a:moveTo>
                    <a:pt x="164126" y="0"/>
                  </a:moveTo>
                  <a:lnTo>
                    <a:pt x="0" y="317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68489"/>
              <a:ext cx="164126" cy="31742"/>
            </a:xfrm>
            <a:custGeom>
              <a:avLst/>
              <a:pathLst>
                <a:path w="164126" h="31742">
                  <a:moveTo>
                    <a:pt x="164126" y="0"/>
                  </a:moveTo>
                  <a:lnTo>
                    <a:pt x="0" y="317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68489"/>
              <a:ext cx="164126" cy="31742"/>
            </a:xfrm>
            <a:custGeom>
              <a:avLst/>
              <a:pathLst>
                <a:path w="164126" h="31742">
                  <a:moveTo>
                    <a:pt x="164126" y="0"/>
                  </a:moveTo>
                  <a:lnTo>
                    <a:pt x="0" y="317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68489"/>
              <a:ext cx="164126" cy="31742"/>
            </a:xfrm>
            <a:custGeom>
              <a:avLst/>
              <a:pathLst>
                <a:path w="164126" h="31742">
                  <a:moveTo>
                    <a:pt x="164126" y="0"/>
                  </a:moveTo>
                  <a:lnTo>
                    <a:pt x="0" y="317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68489"/>
              <a:ext cx="164126" cy="31742"/>
            </a:xfrm>
            <a:custGeom>
              <a:avLst/>
              <a:pathLst>
                <a:path w="164126" h="31742">
                  <a:moveTo>
                    <a:pt x="164126" y="0"/>
                  </a:moveTo>
                  <a:lnTo>
                    <a:pt x="0" y="317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68489"/>
              <a:ext cx="164126" cy="31742"/>
            </a:xfrm>
            <a:custGeom>
              <a:avLst/>
              <a:pathLst>
                <a:path w="164126" h="31742">
                  <a:moveTo>
                    <a:pt x="164126" y="0"/>
                  </a:moveTo>
                  <a:lnTo>
                    <a:pt x="0" y="317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68489"/>
              <a:ext cx="164126" cy="31742"/>
            </a:xfrm>
            <a:custGeom>
              <a:avLst/>
              <a:pathLst>
                <a:path w="164126" h="31742">
                  <a:moveTo>
                    <a:pt x="164126" y="0"/>
                  </a:moveTo>
                  <a:lnTo>
                    <a:pt x="0" y="317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68489"/>
              <a:ext cx="164126" cy="31742"/>
            </a:xfrm>
            <a:custGeom>
              <a:avLst/>
              <a:pathLst>
                <a:path w="164126" h="31742">
                  <a:moveTo>
                    <a:pt x="164126" y="0"/>
                  </a:moveTo>
                  <a:lnTo>
                    <a:pt x="0" y="317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68489"/>
              <a:ext cx="164126" cy="31742"/>
            </a:xfrm>
            <a:custGeom>
              <a:avLst/>
              <a:pathLst>
                <a:path w="164126" h="31742">
                  <a:moveTo>
                    <a:pt x="164126" y="0"/>
                  </a:moveTo>
                  <a:lnTo>
                    <a:pt x="0" y="317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68489"/>
              <a:ext cx="164126" cy="31742"/>
            </a:xfrm>
            <a:custGeom>
              <a:avLst/>
              <a:pathLst>
                <a:path w="164126" h="31742">
                  <a:moveTo>
                    <a:pt x="164126" y="0"/>
                  </a:moveTo>
                  <a:lnTo>
                    <a:pt x="0" y="317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768489"/>
              <a:ext cx="164126" cy="31742"/>
            </a:xfrm>
            <a:custGeom>
              <a:avLst/>
              <a:pathLst>
                <a:path w="164126" h="31742">
                  <a:moveTo>
                    <a:pt x="164126" y="0"/>
                  </a:moveTo>
                  <a:lnTo>
                    <a:pt x="0" y="317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768489"/>
              <a:ext cx="164126" cy="31742"/>
            </a:xfrm>
            <a:custGeom>
              <a:avLst/>
              <a:pathLst>
                <a:path w="164126" h="31742">
                  <a:moveTo>
                    <a:pt x="164126" y="0"/>
                  </a:moveTo>
                  <a:lnTo>
                    <a:pt x="0" y="317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2768489"/>
              <a:ext cx="164126" cy="31742"/>
            </a:xfrm>
            <a:custGeom>
              <a:avLst/>
              <a:pathLst>
                <a:path w="164126" h="31742">
                  <a:moveTo>
                    <a:pt x="164126" y="0"/>
                  </a:moveTo>
                  <a:lnTo>
                    <a:pt x="0" y="317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2655608"/>
              <a:ext cx="164126" cy="144623"/>
            </a:xfrm>
            <a:custGeom>
              <a:avLst/>
              <a:pathLst>
                <a:path w="164126" h="144623">
                  <a:moveTo>
                    <a:pt x="164126" y="112880"/>
                  </a:moveTo>
                  <a:lnTo>
                    <a:pt x="162994" y="107505"/>
                  </a:lnTo>
                  <a:lnTo>
                    <a:pt x="161687" y="102170"/>
                  </a:lnTo>
                  <a:lnTo>
                    <a:pt x="160205" y="96881"/>
                  </a:lnTo>
                  <a:lnTo>
                    <a:pt x="158549" y="91643"/>
                  </a:lnTo>
                  <a:lnTo>
                    <a:pt x="156723" y="86462"/>
                  </a:lnTo>
                  <a:lnTo>
                    <a:pt x="154728" y="81345"/>
                  </a:lnTo>
                  <a:lnTo>
                    <a:pt x="152565" y="76295"/>
                  </a:lnTo>
                  <a:lnTo>
                    <a:pt x="150238" y="71319"/>
                  </a:lnTo>
                  <a:lnTo>
                    <a:pt x="147748" y="66423"/>
                  </a:lnTo>
                  <a:lnTo>
                    <a:pt x="145099" y="61611"/>
                  </a:lnTo>
                  <a:lnTo>
                    <a:pt x="142294" y="56888"/>
                  </a:lnTo>
                  <a:lnTo>
                    <a:pt x="139334" y="52261"/>
                  </a:lnTo>
                  <a:lnTo>
                    <a:pt x="136225" y="47733"/>
                  </a:lnTo>
                  <a:lnTo>
                    <a:pt x="132968" y="43309"/>
                  </a:lnTo>
                  <a:lnTo>
                    <a:pt x="129567" y="38995"/>
                  </a:lnTo>
                  <a:lnTo>
                    <a:pt x="126027" y="34795"/>
                  </a:lnTo>
                  <a:lnTo>
                    <a:pt x="122351" y="30714"/>
                  </a:lnTo>
                  <a:lnTo>
                    <a:pt x="118542" y="26756"/>
                  </a:lnTo>
                  <a:lnTo>
                    <a:pt x="114605" y="22925"/>
                  </a:lnTo>
                  <a:lnTo>
                    <a:pt x="110545" y="19225"/>
                  </a:lnTo>
                  <a:lnTo>
                    <a:pt x="106366" y="15661"/>
                  </a:lnTo>
                  <a:lnTo>
                    <a:pt x="102071" y="12236"/>
                  </a:lnTo>
                  <a:lnTo>
                    <a:pt x="97666" y="8953"/>
                  </a:lnTo>
                  <a:lnTo>
                    <a:pt x="93156" y="5818"/>
                  </a:lnTo>
                  <a:lnTo>
                    <a:pt x="88546" y="2832"/>
                  </a:lnTo>
                  <a:lnTo>
                    <a:pt x="83839" y="0"/>
                  </a:lnTo>
                  <a:lnTo>
                    <a:pt x="0" y="1446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2633064"/>
              <a:ext cx="83839" cy="167167"/>
            </a:xfrm>
            <a:custGeom>
              <a:avLst/>
              <a:pathLst>
                <a:path w="83839" h="167167">
                  <a:moveTo>
                    <a:pt x="83839" y="22544"/>
                  </a:moveTo>
                  <a:lnTo>
                    <a:pt x="78723" y="19697"/>
                  </a:lnTo>
                  <a:lnTo>
                    <a:pt x="73511" y="17030"/>
                  </a:lnTo>
                  <a:lnTo>
                    <a:pt x="68209" y="14548"/>
                  </a:lnTo>
                  <a:lnTo>
                    <a:pt x="62823" y="12253"/>
                  </a:lnTo>
                  <a:lnTo>
                    <a:pt x="57359" y="10148"/>
                  </a:lnTo>
                  <a:lnTo>
                    <a:pt x="51826" y="8236"/>
                  </a:lnTo>
                  <a:lnTo>
                    <a:pt x="46229" y="6519"/>
                  </a:lnTo>
                  <a:lnTo>
                    <a:pt x="40575" y="4999"/>
                  </a:lnTo>
                  <a:lnTo>
                    <a:pt x="34871" y="3677"/>
                  </a:lnTo>
                  <a:lnTo>
                    <a:pt x="29125" y="2556"/>
                  </a:lnTo>
                  <a:lnTo>
                    <a:pt x="23343" y="1637"/>
                  </a:lnTo>
                  <a:lnTo>
                    <a:pt x="17532" y="921"/>
                  </a:lnTo>
                  <a:lnTo>
                    <a:pt x="11700" y="409"/>
                  </a:lnTo>
                  <a:lnTo>
                    <a:pt x="5853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358820" y="3170392"/>
              <a:ext cx="334326" cy="334319"/>
            </a:xfrm>
            <a:custGeom>
              <a:avLst/>
              <a:pathLst>
                <a:path w="334326" h="334319">
                  <a:moveTo>
                    <a:pt x="167160" y="0"/>
                  </a:moveTo>
                  <a:lnTo>
                    <a:pt x="161879" y="83"/>
                  </a:lnTo>
                  <a:lnTo>
                    <a:pt x="156603" y="333"/>
                  </a:lnTo>
                  <a:lnTo>
                    <a:pt x="151338" y="750"/>
                  </a:lnTo>
                  <a:lnTo>
                    <a:pt x="146089" y="1333"/>
                  </a:lnTo>
                  <a:lnTo>
                    <a:pt x="140860" y="2081"/>
                  </a:lnTo>
                  <a:lnTo>
                    <a:pt x="135658" y="2995"/>
                  </a:lnTo>
                  <a:lnTo>
                    <a:pt x="130488" y="4072"/>
                  </a:lnTo>
                  <a:lnTo>
                    <a:pt x="125353" y="5312"/>
                  </a:lnTo>
                  <a:lnTo>
                    <a:pt x="120261" y="6713"/>
                  </a:lnTo>
                  <a:lnTo>
                    <a:pt x="115216" y="8275"/>
                  </a:lnTo>
                  <a:lnTo>
                    <a:pt x="110222" y="9995"/>
                  </a:lnTo>
                  <a:lnTo>
                    <a:pt x="105285" y="11872"/>
                  </a:lnTo>
                  <a:lnTo>
                    <a:pt x="100410" y="13905"/>
                  </a:lnTo>
                  <a:lnTo>
                    <a:pt x="95602" y="16090"/>
                  </a:lnTo>
                  <a:lnTo>
                    <a:pt x="90865" y="18426"/>
                  </a:lnTo>
                  <a:lnTo>
                    <a:pt x="86204" y="20910"/>
                  </a:lnTo>
                  <a:lnTo>
                    <a:pt x="81624" y="23541"/>
                  </a:lnTo>
                  <a:lnTo>
                    <a:pt x="77129" y="26315"/>
                  </a:lnTo>
                  <a:lnTo>
                    <a:pt x="72724" y="29229"/>
                  </a:lnTo>
                  <a:lnTo>
                    <a:pt x="68414" y="32281"/>
                  </a:lnTo>
                  <a:lnTo>
                    <a:pt x="64202" y="35468"/>
                  </a:lnTo>
                  <a:lnTo>
                    <a:pt x="60093" y="38786"/>
                  </a:lnTo>
                  <a:lnTo>
                    <a:pt x="56091" y="42233"/>
                  </a:lnTo>
                  <a:lnTo>
                    <a:pt x="52199" y="45804"/>
                  </a:lnTo>
                  <a:lnTo>
                    <a:pt x="48423" y="49496"/>
                  </a:lnTo>
                  <a:lnTo>
                    <a:pt x="44764" y="53306"/>
                  </a:lnTo>
                  <a:lnTo>
                    <a:pt x="41229" y="57230"/>
                  </a:lnTo>
                  <a:lnTo>
                    <a:pt x="37818" y="61263"/>
                  </a:lnTo>
                  <a:lnTo>
                    <a:pt x="34537" y="65402"/>
                  </a:lnTo>
                  <a:lnTo>
                    <a:pt x="31389" y="69642"/>
                  </a:lnTo>
                  <a:lnTo>
                    <a:pt x="28375" y="73980"/>
                  </a:lnTo>
                  <a:lnTo>
                    <a:pt x="25501" y="78411"/>
                  </a:lnTo>
                  <a:lnTo>
                    <a:pt x="22768" y="82931"/>
                  </a:lnTo>
                  <a:lnTo>
                    <a:pt x="20179" y="87534"/>
                  </a:lnTo>
                  <a:lnTo>
                    <a:pt x="17736" y="92217"/>
                  </a:lnTo>
                  <a:lnTo>
                    <a:pt x="15443" y="96975"/>
                  </a:lnTo>
                  <a:lnTo>
                    <a:pt x="13301" y="101803"/>
                  </a:lnTo>
                  <a:lnTo>
                    <a:pt x="11313" y="106696"/>
                  </a:lnTo>
                  <a:lnTo>
                    <a:pt x="9481" y="111650"/>
                  </a:lnTo>
                  <a:lnTo>
                    <a:pt x="7806" y="116659"/>
                  </a:lnTo>
                  <a:lnTo>
                    <a:pt x="6289" y="121718"/>
                  </a:lnTo>
                  <a:lnTo>
                    <a:pt x="4934" y="126823"/>
                  </a:lnTo>
                  <a:lnTo>
                    <a:pt x="3740" y="131968"/>
                  </a:lnTo>
                  <a:lnTo>
                    <a:pt x="2710" y="137148"/>
                  </a:lnTo>
                  <a:lnTo>
                    <a:pt x="1844" y="142359"/>
                  </a:lnTo>
                  <a:lnTo>
                    <a:pt x="1143" y="147593"/>
                  </a:lnTo>
                  <a:lnTo>
                    <a:pt x="607" y="152848"/>
                  </a:lnTo>
                  <a:lnTo>
                    <a:pt x="238" y="158117"/>
                  </a:lnTo>
                  <a:lnTo>
                    <a:pt x="35" y="163394"/>
                  </a:lnTo>
                  <a:lnTo>
                    <a:pt x="0" y="168676"/>
                  </a:lnTo>
                  <a:lnTo>
                    <a:pt x="131" y="173956"/>
                  </a:lnTo>
                  <a:lnTo>
                    <a:pt x="428" y="179229"/>
                  </a:lnTo>
                  <a:lnTo>
                    <a:pt x="893" y="184491"/>
                  </a:lnTo>
                  <a:lnTo>
                    <a:pt x="1523" y="189735"/>
                  </a:lnTo>
                  <a:lnTo>
                    <a:pt x="2319" y="194956"/>
                  </a:lnTo>
                  <a:lnTo>
                    <a:pt x="3279" y="200150"/>
                  </a:lnTo>
                  <a:lnTo>
                    <a:pt x="4403" y="205310"/>
                  </a:lnTo>
                  <a:lnTo>
                    <a:pt x="5689" y="210433"/>
                  </a:lnTo>
                  <a:lnTo>
                    <a:pt x="7136" y="215513"/>
                  </a:lnTo>
                  <a:lnTo>
                    <a:pt x="8743" y="220544"/>
                  </a:lnTo>
                  <a:lnTo>
                    <a:pt x="10509" y="225522"/>
                  </a:lnTo>
                  <a:lnTo>
                    <a:pt x="12430" y="230441"/>
                  </a:lnTo>
                  <a:lnTo>
                    <a:pt x="14507" y="235298"/>
                  </a:lnTo>
                  <a:lnTo>
                    <a:pt x="16735" y="240086"/>
                  </a:lnTo>
                  <a:lnTo>
                    <a:pt x="19114" y="244802"/>
                  </a:lnTo>
                  <a:lnTo>
                    <a:pt x="21640" y="249440"/>
                  </a:lnTo>
                  <a:lnTo>
                    <a:pt x="24312" y="253996"/>
                  </a:lnTo>
                  <a:lnTo>
                    <a:pt x="27126" y="258466"/>
                  </a:lnTo>
                  <a:lnTo>
                    <a:pt x="30080" y="262844"/>
                  </a:lnTo>
                  <a:lnTo>
                    <a:pt x="33171" y="267127"/>
                  </a:lnTo>
                  <a:lnTo>
                    <a:pt x="36396" y="271310"/>
                  </a:lnTo>
                  <a:lnTo>
                    <a:pt x="39751" y="275389"/>
                  </a:lnTo>
                  <a:lnTo>
                    <a:pt x="43234" y="279360"/>
                  </a:lnTo>
                  <a:lnTo>
                    <a:pt x="46840" y="283219"/>
                  </a:lnTo>
                  <a:lnTo>
                    <a:pt x="50566" y="286962"/>
                  </a:lnTo>
                  <a:lnTo>
                    <a:pt x="54409" y="290585"/>
                  </a:lnTo>
                  <a:lnTo>
                    <a:pt x="58364" y="294086"/>
                  </a:lnTo>
                  <a:lnTo>
                    <a:pt x="62428" y="297459"/>
                  </a:lnTo>
                  <a:lnTo>
                    <a:pt x="66596" y="300703"/>
                  </a:lnTo>
                  <a:lnTo>
                    <a:pt x="70865" y="303813"/>
                  </a:lnTo>
                  <a:lnTo>
                    <a:pt x="75230" y="306787"/>
                  </a:lnTo>
                  <a:lnTo>
                    <a:pt x="79687" y="309622"/>
                  </a:lnTo>
                  <a:lnTo>
                    <a:pt x="84231" y="312314"/>
                  </a:lnTo>
                  <a:lnTo>
                    <a:pt x="88857" y="314861"/>
                  </a:lnTo>
                  <a:lnTo>
                    <a:pt x="93562" y="317261"/>
                  </a:lnTo>
                  <a:lnTo>
                    <a:pt x="98341" y="319511"/>
                  </a:lnTo>
                  <a:lnTo>
                    <a:pt x="103188" y="321610"/>
                  </a:lnTo>
                  <a:lnTo>
                    <a:pt x="108099" y="323553"/>
                  </a:lnTo>
                  <a:lnTo>
                    <a:pt x="113069" y="325341"/>
                  </a:lnTo>
                  <a:lnTo>
                    <a:pt x="118093" y="326971"/>
                  </a:lnTo>
                  <a:lnTo>
                    <a:pt x="123166" y="328441"/>
                  </a:lnTo>
                  <a:lnTo>
                    <a:pt x="128282" y="329751"/>
                  </a:lnTo>
                  <a:lnTo>
                    <a:pt x="133438" y="330898"/>
                  </a:lnTo>
                  <a:lnTo>
                    <a:pt x="138627" y="331881"/>
                  </a:lnTo>
                  <a:lnTo>
                    <a:pt x="143845" y="332701"/>
                  </a:lnTo>
                  <a:lnTo>
                    <a:pt x="149086" y="333354"/>
                  </a:lnTo>
                  <a:lnTo>
                    <a:pt x="154345" y="333842"/>
                  </a:lnTo>
                  <a:lnTo>
                    <a:pt x="159617" y="334164"/>
                  </a:lnTo>
                  <a:lnTo>
                    <a:pt x="164897" y="334319"/>
                  </a:lnTo>
                  <a:lnTo>
                    <a:pt x="170178" y="334307"/>
                  </a:lnTo>
                  <a:lnTo>
                    <a:pt x="175457" y="334128"/>
                  </a:lnTo>
                  <a:lnTo>
                    <a:pt x="180727" y="333783"/>
                  </a:lnTo>
                  <a:lnTo>
                    <a:pt x="185984" y="333271"/>
                  </a:lnTo>
                  <a:lnTo>
                    <a:pt x="191222" y="332594"/>
                  </a:lnTo>
                  <a:lnTo>
                    <a:pt x="196436" y="331751"/>
                  </a:lnTo>
                  <a:lnTo>
                    <a:pt x="201621" y="330744"/>
                  </a:lnTo>
                  <a:lnTo>
                    <a:pt x="206771" y="329574"/>
                  </a:lnTo>
                  <a:lnTo>
                    <a:pt x="211882" y="328241"/>
                  </a:lnTo>
                  <a:lnTo>
                    <a:pt x="216948" y="326748"/>
                  </a:lnTo>
                  <a:lnTo>
                    <a:pt x="221965" y="325095"/>
                  </a:lnTo>
                  <a:lnTo>
                    <a:pt x="226927" y="323285"/>
                  </a:lnTo>
                  <a:lnTo>
                    <a:pt x="231829" y="321319"/>
                  </a:lnTo>
                  <a:lnTo>
                    <a:pt x="236666" y="319199"/>
                  </a:lnTo>
                  <a:lnTo>
                    <a:pt x="241435" y="316928"/>
                  </a:lnTo>
                  <a:lnTo>
                    <a:pt x="246129" y="314506"/>
                  </a:lnTo>
                  <a:lnTo>
                    <a:pt x="250744" y="311938"/>
                  </a:lnTo>
                  <a:lnTo>
                    <a:pt x="255276" y="309225"/>
                  </a:lnTo>
                  <a:lnTo>
                    <a:pt x="259719" y="306371"/>
                  </a:lnTo>
                  <a:lnTo>
                    <a:pt x="264071" y="303377"/>
                  </a:lnTo>
                  <a:lnTo>
                    <a:pt x="268326" y="300248"/>
                  </a:lnTo>
                  <a:lnTo>
                    <a:pt x="272479" y="296985"/>
                  </a:lnTo>
                  <a:lnTo>
                    <a:pt x="276528" y="293593"/>
                  </a:lnTo>
                  <a:lnTo>
                    <a:pt x="280467" y="290075"/>
                  </a:lnTo>
                  <a:lnTo>
                    <a:pt x="284293" y="286434"/>
                  </a:lnTo>
                  <a:lnTo>
                    <a:pt x="288003" y="282675"/>
                  </a:lnTo>
                  <a:lnTo>
                    <a:pt x="291592" y="278799"/>
                  </a:lnTo>
                  <a:lnTo>
                    <a:pt x="295056" y="274813"/>
                  </a:lnTo>
                  <a:lnTo>
                    <a:pt x="298393" y="270719"/>
                  </a:lnTo>
                  <a:lnTo>
                    <a:pt x="301599" y="266521"/>
                  </a:lnTo>
                  <a:lnTo>
                    <a:pt x="304670" y="262224"/>
                  </a:lnTo>
                  <a:lnTo>
                    <a:pt x="307605" y="257833"/>
                  </a:lnTo>
                  <a:lnTo>
                    <a:pt x="310399" y="253351"/>
                  </a:lnTo>
                  <a:lnTo>
                    <a:pt x="313050" y="248783"/>
                  </a:lnTo>
                  <a:lnTo>
                    <a:pt x="315555" y="244133"/>
                  </a:lnTo>
                  <a:lnTo>
                    <a:pt x="317913" y="239407"/>
                  </a:lnTo>
                  <a:lnTo>
                    <a:pt x="320120" y="234608"/>
                  </a:lnTo>
                  <a:lnTo>
                    <a:pt x="322174" y="229742"/>
                  </a:lnTo>
                  <a:lnTo>
                    <a:pt x="324073" y="224814"/>
                  </a:lnTo>
                  <a:lnTo>
                    <a:pt x="325816" y="219828"/>
                  </a:lnTo>
                  <a:lnTo>
                    <a:pt x="327401" y="214790"/>
                  </a:lnTo>
                  <a:lnTo>
                    <a:pt x="328825" y="209704"/>
                  </a:lnTo>
                  <a:lnTo>
                    <a:pt x="330088" y="204575"/>
                  </a:lnTo>
                  <a:lnTo>
                    <a:pt x="331189" y="199410"/>
                  </a:lnTo>
                  <a:lnTo>
                    <a:pt x="332125" y="194212"/>
                  </a:lnTo>
                  <a:lnTo>
                    <a:pt x="332897" y="188987"/>
                  </a:lnTo>
                  <a:lnTo>
                    <a:pt x="333504" y="183740"/>
                  </a:lnTo>
                  <a:lnTo>
                    <a:pt x="333945" y="178477"/>
                  </a:lnTo>
                  <a:lnTo>
                    <a:pt x="334219" y="173202"/>
                  </a:lnTo>
                  <a:lnTo>
                    <a:pt x="334326" y="167921"/>
                  </a:lnTo>
                  <a:lnTo>
                    <a:pt x="334266" y="162640"/>
                  </a:lnTo>
                  <a:lnTo>
                    <a:pt x="334040" y="157363"/>
                  </a:lnTo>
                  <a:lnTo>
                    <a:pt x="333647" y="152096"/>
                  </a:lnTo>
                  <a:lnTo>
                    <a:pt x="333088" y="146844"/>
                  </a:lnTo>
                  <a:lnTo>
                    <a:pt x="332363" y="141613"/>
                  </a:lnTo>
                  <a:lnTo>
                    <a:pt x="331473" y="136406"/>
                  </a:lnTo>
                  <a:lnTo>
                    <a:pt x="330419" y="131231"/>
                  </a:lnTo>
                  <a:lnTo>
                    <a:pt x="329203" y="126091"/>
                  </a:lnTo>
                  <a:lnTo>
                    <a:pt x="327824" y="120993"/>
                  </a:lnTo>
                  <a:lnTo>
                    <a:pt x="326285" y="115940"/>
                  </a:lnTo>
                  <a:lnTo>
                    <a:pt x="324587" y="110939"/>
                  </a:lnTo>
                  <a:lnTo>
                    <a:pt x="322732" y="105993"/>
                  </a:lnTo>
                  <a:lnTo>
                    <a:pt x="320722" y="101109"/>
                  </a:lnTo>
                  <a:lnTo>
                    <a:pt x="318559" y="96291"/>
                  </a:lnTo>
                  <a:lnTo>
                    <a:pt x="316244" y="91544"/>
                  </a:lnTo>
                  <a:lnTo>
                    <a:pt x="313781" y="86872"/>
                  </a:lnTo>
                  <a:lnTo>
                    <a:pt x="311171" y="82280"/>
                  </a:lnTo>
                  <a:lnTo>
                    <a:pt x="308417" y="77773"/>
                  </a:lnTo>
                  <a:lnTo>
                    <a:pt x="305523" y="73355"/>
                  </a:lnTo>
                  <a:lnTo>
                    <a:pt x="302490" y="69031"/>
                  </a:lnTo>
                  <a:lnTo>
                    <a:pt x="299322" y="64804"/>
                  </a:lnTo>
                  <a:lnTo>
                    <a:pt x="296023" y="60680"/>
                  </a:lnTo>
                  <a:lnTo>
                    <a:pt x="292594" y="56662"/>
                  </a:lnTo>
                  <a:lnTo>
                    <a:pt x="289041" y="52755"/>
                  </a:lnTo>
                  <a:lnTo>
                    <a:pt x="285365" y="48962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9354"/>
              <a:ext cx="118205" cy="118205"/>
            </a:xfrm>
            <a:custGeom>
              <a:avLst/>
              <a:pathLst>
                <a:path w="118205" h="118205">
                  <a:moveTo>
                    <a:pt x="118205" y="0"/>
                  </a:moveTo>
                  <a:lnTo>
                    <a:pt x="0" y="118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9354"/>
              <a:ext cx="118205" cy="118205"/>
            </a:xfrm>
            <a:custGeom>
              <a:avLst/>
              <a:pathLst>
                <a:path w="118205" h="118205">
                  <a:moveTo>
                    <a:pt x="118205" y="0"/>
                  </a:moveTo>
                  <a:lnTo>
                    <a:pt x="0" y="118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19354"/>
              <a:ext cx="118205" cy="118205"/>
            </a:xfrm>
            <a:custGeom>
              <a:avLst/>
              <a:pathLst>
                <a:path w="118205" h="118205">
                  <a:moveTo>
                    <a:pt x="118205" y="0"/>
                  </a:moveTo>
                  <a:lnTo>
                    <a:pt x="0" y="1182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19354"/>
              <a:ext cx="118205" cy="118205"/>
            </a:xfrm>
            <a:custGeom>
              <a:avLst/>
              <a:pathLst>
                <a:path w="118205" h="118205">
                  <a:moveTo>
                    <a:pt x="118205" y="0"/>
                  </a:moveTo>
                  <a:lnTo>
                    <a:pt x="0" y="1182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19354"/>
              <a:ext cx="118205" cy="118205"/>
            </a:xfrm>
            <a:custGeom>
              <a:avLst/>
              <a:pathLst>
                <a:path w="118205" h="118205">
                  <a:moveTo>
                    <a:pt x="118205" y="0"/>
                  </a:moveTo>
                  <a:lnTo>
                    <a:pt x="0" y="1182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19354"/>
              <a:ext cx="118205" cy="118205"/>
            </a:xfrm>
            <a:custGeom>
              <a:avLst/>
              <a:pathLst>
                <a:path w="118205" h="118205">
                  <a:moveTo>
                    <a:pt x="118205" y="0"/>
                  </a:moveTo>
                  <a:lnTo>
                    <a:pt x="0" y="1182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19354"/>
              <a:ext cx="118205" cy="118205"/>
            </a:xfrm>
            <a:custGeom>
              <a:avLst/>
              <a:pathLst>
                <a:path w="118205" h="118205">
                  <a:moveTo>
                    <a:pt x="118205" y="0"/>
                  </a:moveTo>
                  <a:lnTo>
                    <a:pt x="0" y="118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19354"/>
              <a:ext cx="118205" cy="118205"/>
            </a:xfrm>
            <a:custGeom>
              <a:avLst/>
              <a:pathLst>
                <a:path w="118205" h="118205">
                  <a:moveTo>
                    <a:pt x="118205" y="0"/>
                  </a:moveTo>
                  <a:lnTo>
                    <a:pt x="0" y="118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19354"/>
              <a:ext cx="118205" cy="118205"/>
            </a:xfrm>
            <a:custGeom>
              <a:avLst/>
              <a:pathLst>
                <a:path w="118205" h="118205">
                  <a:moveTo>
                    <a:pt x="118205" y="0"/>
                  </a:moveTo>
                  <a:lnTo>
                    <a:pt x="0" y="118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219354"/>
              <a:ext cx="118205" cy="118205"/>
            </a:xfrm>
            <a:custGeom>
              <a:avLst/>
              <a:pathLst>
                <a:path w="118205" h="118205">
                  <a:moveTo>
                    <a:pt x="118205" y="0"/>
                  </a:moveTo>
                  <a:lnTo>
                    <a:pt x="0" y="118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219354"/>
              <a:ext cx="118205" cy="118205"/>
            </a:xfrm>
            <a:custGeom>
              <a:avLst/>
              <a:pathLst>
                <a:path w="118205" h="118205">
                  <a:moveTo>
                    <a:pt x="118205" y="0"/>
                  </a:moveTo>
                  <a:lnTo>
                    <a:pt x="0" y="1182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25980" y="3219354"/>
              <a:ext cx="118205" cy="118205"/>
            </a:xfrm>
            <a:custGeom>
              <a:avLst/>
              <a:pathLst>
                <a:path w="118205" h="118205">
                  <a:moveTo>
                    <a:pt x="118205" y="0"/>
                  </a:moveTo>
                  <a:lnTo>
                    <a:pt x="0" y="1182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25980" y="3212072"/>
              <a:ext cx="118205" cy="125487"/>
            </a:xfrm>
            <a:custGeom>
              <a:avLst/>
              <a:pathLst>
                <a:path w="118205" h="125487">
                  <a:moveTo>
                    <a:pt x="118205" y="7282"/>
                  </a:moveTo>
                  <a:lnTo>
                    <a:pt x="110443" y="0"/>
                  </a:lnTo>
                  <a:lnTo>
                    <a:pt x="0" y="1254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25980" y="3170392"/>
              <a:ext cx="110443" cy="167167"/>
            </a:xfrm>
            <a:custGeom>
              <a:avLst/>
              <a:pathLst>
                <a:path w="110443" h="167167">
                  <a:moveTo>
                    <a:pt x="110443" y="41679"/>
                  </a:moveTo>
                  <a:lnTo>
                    <a:pt x="106066" y="37958"/>
                  </a:lnTo>
                  <a:lnTo>
                    <a:pt x="101563" y="34390"/>
                  </a:lnTo>
                  <a:lnTo>
                    <a:pt x="96941" y="30979"/>
                  </a:lnTo>
                  <a:lnTo>
                    <a:pt x="92204" y="27728"/>
                  </a:lnTo>
                  <a:lnTo>
                    <a:pt x="87359" y="24642"/>
                  </a:lnTo>
                  <a:lnTo>
                    <a:pt x="82410" y="21725"/>
                  </a:lnTo>
                  <a:lnTo>
                    <a:pt x="77364" y="18979"/>
                  </a:lnTo>
                  <a:lnTo>
                    <a:pt x="72226" y="16408"/>
                  </a:lnTo>
                  <a:lnTo>
                    <a:pt x="67003" y="14015"/>
                  </a:lnTo>
                  <a:lnTo>
                    <a:pt x="61701" y="11803"/>
                  </a:lnTo>
                  <a:lnTo>
                    <a:pt x="56326" y="9775"/>
                  </a:lnTo>
                  <a:lnTo>
                    <a:pt x="50885" y="7932"/>
                  </a:lnTo>
                  <a:lnTo>
                    <a:pt x="45384" y="6278"/>
                  </a:lnTo>
                  <a:lnTo>
                    <a:pt x="39829" y="4814"/>
                  </a:lnTo>
                  <a:lnTo>
                    <a:pt x="34226" y="3541"/>
                  </a:lnTo>
                  <a:lnTo>
                    <a:pt x="28584" y="2462"/>
                  </a:lnTo>
                  <a:lnTo>
                    <a:pt x="22908" y="1577"/>
                  </a:lnTo>
                  <a:lnTo>
                    <a:pt x="17204" y="887"/>
                  </a:lnTo>
                  <a:lnTo>
                    <a:pt x="11481" y="394"/>
                  </a:lnTo>
                  <a:lnTo>
                    <a:pt x="5743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423587" y="3707720"/>
              <a:ext cx="334325" cy="334317"/>
            </a:xfrm>
            <a:custGeom>
              <a:avLst/>
              <a:pathLst>
                <a:path w="334325" h="334317">
                  <a:moveTo>
                    <a:pt x="167161" y="0"/>
                  </a:moveTo>
                  <a:lnTo>
                    <a:pt x="161882" y="83"/>
                  </a:lnTo>
                  <a:lnTo>
                    <a:pt x="156607" y="333"/>
                  </a:lnTo>
                  <a:lnTo>
                    <a:pt x="151344" y="749"/>
                  </a:lnTo>
                  <a:lnTo>
                    <a:pt x="146096" y="1332"/>
                  </a:lnTo>
                  <a:lnTo>
                    <a:pt x="140869" y="2080"/>
                  </a:lnTo>
                  <a:lnTo>
                    <a:pt x="135669" y="2993"/>
                  </a:lnTo>
                  <a:lnTo>
                    <a:pt x="130500" y="4069"/>
                  </a:lnTo>
                  <a:lnTo>
                    <a:pt x="125367" y="5308"/>
                  </a:lnTo>
                  <a:lnTo>
                    <a:pt x="120276" y="6709"/>
                  </a:lnTo>
                  <a:lnTo>
                    <a:pt x="115232" y="8270"/>
                  </a:lnTo>
                  <a:lnTo>
                    <a:pt x="110240" y="9989"/>
                  </a:lnTo>
                  <a:lnTo>
                    <a:pt x="105305" y="11865"/>
                  </a:lnTo>
                  <a:lnTo>
                    <a:pt x="100431" y="13896"/>
                  </a:lnTo>
                  <a:lnTo>
                    <a:pt x="95624" y="16080"/>
                  </a:lnTo>
                  <a:lnTo>
                    <a:pt x="90888" y="18414"/>
                  </a:lnTo>
                  <a:lnTo>
                    <a:pt x="86228" y="20897"/>
                  </a:lnTo>
                  <a:lnTo>
                    <a:pt x="81649" y="23526"/>
                  </a:lnTo>
                  <a:lnTo>
                    <a:pt x="77155" y="26298"/>
                  </a:lnTo>
                  <a:lnTo>
                    <a:pt x="72751" y="29211"/>
                  </a:lnTo>
                  <a:lnTo>
                    <a:pt x="68442" y="32261"/>
                  </a:lnTo>
                  <a:lnTo>
                    <a:pt x="64230" y="35446"/>
                  </a:lnTo>
                  <a:lnTo>
                    <a:pt x="60122" y="38763"/>
                  </a:lnTo>
                  <a:lnTo>
                    <a:pt x="56120" y="42207"/>
                  </a:lnTo>
                  <a:lnTo>
                    <a:pt x="52229" y="45776"/>
                  </a:lnTo>
                  <a:lnTo>
                    <a:pt x="48453" y="49467"/>
                  </a:lnTo>
                  <a:lnTo>
                    <a:pt x="44795" y="53274"/>
                  </a:lnTo>
                  <a:lnTo>
                    <a:pt x="41259" y="57196"/>
                  </a:lnTo>
                  <a:lnTo>
                    <a:pt x="37849" y="61227"/>
                  </a:lnTo>
                  <a:lnTo>
                    <a:pt x="34568" y="65363"/>
                  </a:lnTo>
                  <a:lnTo>
                    <a:pt x="31419" y="69601"/>
                  </a:lnTo>
                  <a:lnTo>
                    <a:pt x="28405" y="73937"/>
                  </a:lnTo>
                  <a:lnTo>
                    <a:pt x="25530" y="78366"/>
                  </a:lnTo>
                  <a:lnTo>
                    <a:pt x="22796" y="82883"/>
                  </a:lnTo>
                  <a:lnTo>
                    <a:pt x="20207" y="87484"/>
                  </a:lnTo>
                  <a:lnTo>
                    <a:pt x="17763" y="92165"/>
                  </a:lnTo>
                  <a:lnTo>
                    <a:pt x="15469" y="96920"/>
                  </a:lnTo>
                  <a:lnTo>
                    <a:pt x="13326" y="101746"/>
                  </a:lnTo>
                  <a:lnTo>
                    <a:pt x="11337" y="106637"/>
                  </a:lnTo>
                  <a:lnTo>
                    <a:pt x="9503" y="111588"/>
                  </a:lnTo>
                  <a:lnTo>
                    <a:pt x="7827" y="116595"/>
                  </a:lnTo>
                  <a:lnTo>
                    <a:pt x="6309" y="121652"/>
                  </a:lnTo>
                  <a:lnTo>
                    <a:pt x="4952" y="126755"/>
                  </a:lnTo>
                  <a:lnTo>
                    <a:pt x="3756" y="131897"/>
                  </a:lnTo>
                  <a:lnTo>
                    <a:pt x="2724" y="137076"/>
                  </a:lnTo>
                  <a:lnTo>
                    <a:pt x="1856" y="142284"/>
                  </a:lnTo>
                  <a:lnTo>
                    <a:pt x="1152" y="147517"/>
                  </a:lnTo>
                  <a:lnTo>
                    <a:pt x="615" y="152769"/>
                  </a:lnTo>
                  <a:lnTo>
                    <a:pt x="243" y="158036"/>
                  </a:lnTo>
                  <a:lnTo>
                    <a:pt x="38" y="163312"/>
                  </a:lnTo>
                  <a:lnTo>
                    <a:pt x="0" y="168592"/>
                  </a:lnTo>
                  <a:lnTo>
                    <a:pt x="128" y="173870"/>
                  </a:lnTo>
                  <a:lnTo>
                    <a:pt x="423" y="179142"/>
                  </a:lnTo>
                  <a:lnTo>
                    <a:pt x="884" y="184402"/>
                  </a:lnTo>
                  <a:lnTo>
                    <a:pt x="1512" y="189645"/>
                  </a:lnTo>
                  <a:lnTo>
                    <a:pt x="2304" y="194865"/>
                  </a:lnTo>
                  <a:lnTo>
                    <a:pt x="3261" y="200057"/>
                  </a:lnTo>
                  <a:lnTo>
                    <a:pt x="4381" y="205217"/>
                  </a:lnTo>
                  <a:lnTo>
                    <a:pt x="5664" y="210339"/>
                  </a:lnTo>
                  <a:lnTo>
                    <a:pt x="7108" y="215418"/>
                  </a:lnTo>
                  <a:lnTo>
                    <a:pt x="8712" y="220448"/>
                  </a:lnTo>
                  <a:lnTo>
                    <a:pt x="10474" y="225426"/>
                  </a:lnTo>
                  <a:lnTo>
                    <a:pt x="12392" y="230345"/>
                  </a:lnTo>
                  <a:lnTo>
                    <a:pt x="14464" y="235201"/>
                  </a:lnTo>
                  <a:lnTo>
                    <a:pt x="16689" y="239990"/>
                  </a:lnTo>
                  <a:lnTo>
                    <a:pt x="19064" y="244705"/>
                  </a:lnTo>
                  <a:lnTo>
                    <a:pt x="21586" y="249344"/>
                  </a:lnTo>
                  <a:lnTo>
                    <a:pt x="24254" y="253900"/>
                  </a:lnTo>
                  <a:lnTo>
                    <a:pt x="27065" y="258370"/>
                  </a:lnTo>
                  <a:lnTo>
                    <a:pt x="30015" y="262749"/>
                  </a:lnTo>
                  <a:lnTo>
                    <a:pt x="33102" y="267033"/>
                  </a:lnTo>
                  <a:lnTo>
                    <a:pt x="36323" y="271216"/>
                  </a:lnTo>
                  <a:lnTo>
                    <a:pt x="39674" y="275297"/>
                  </a:lnTo>
                  <a:lnTo>
                    <a:pt x="43152" y="279269"/>
                  </a:lnTo>
                  <a:lnTo>
                    <a:pt x="46754" y="283129"/>
                  </a:lnTo>
                  <a:lnTo>
                    <a:pt x="50477" y="286874"/>
                  </a:lnTo>
                  <a:lnTo>
                    <a:pt x="54315" y="290499"/>
                  </a:lnTo>
                  <a:lnTo>
                    <a:pt x="58267" y="294002"/>
                  </a:lnTo>
                  <a:lnTo>
                    <a:pt x="62327" y="297377"/>
                  </a:lnTo>
                  <a:lnTo>
                    <a:pt x="66491" y="300623"/>
                  </a:lnTo>
                  <a:lnTo>
                    <a:pt x="70756" y="303736"/>
                  </a:lnTo>
                  <a:lnTo>
                    <a:pt x="75117" y="306712"/>
                  </a:lnTo>
                  <a:lnTo>
                    <a:pt x="79570" y="309550"/>
                  </a:lnTo>
                  <a:lnTo>
                    <a:pt x="84110" y="312245"/>
                  </a:lnTo>
                  <a:lnTo>
                    <a:pt x="88733" y="314795"/>
                  </a:lnTo>
                  <a:lnTo>
                    <a:pt x="93435" y="317198"/>
                  </a:lnTo>
                  <a:lnTo>
                    <a:pt x="98210" y="319452"/>
                  </a:lnTo>
                  <a:lnTo>
                    <a:pt x="103054" y="321553"/>
                  </a:lnTo>
                  <a:lnTo>
                    <a:pt x="107961" y="323501"/>
                  </a:lnTo>
                  <a:lnTo>
                    <a:pt x="112928" y="325293"/>
                  </a:lnTo>
                  <a:lnTo>
                    <a:pt x="117949" y="326927"/>
                  </a:lnTo>
                  <a:lnTo>
                    <a:pt x="123019" y="328401"/>
                  </a:lnTo>
                  <a:lnTo>
                    <a:pt x="128133" y="329715"/>
                  </a:lnTo>
                  <a:lnTo>
                    <a:pt x="133286" y="330866"/>
                  </a:lnTo>
                  <a:lnTo>
                    <a:pt x="138472" y="331854"/>
                  </a:lnTo>
                  <a:lnTo>
                    <a:pt x="143688" y="332678"/>
                  </a:lnTo>
                  <a:lnTo>
                    <a:pt x="148926" y="333337"/>
                  </a:lnTo>
                  <a:lnTo>
                    <a:pt x="154183" y="333830"/>
                  </a:lnTo>
                  <a:lnTo>
                    <a:pt x="159453" y="334157"/>
                  </a:lnTo>
                  <a:lnTo>
                    <a:pt x="164731" y="334317"/>
                  </a:lnTo>
                  <a:lnTo>
                    <a:pt x="170011" y="334310"/>
                  </a:lnTo>
                  <a:lnTo>
                    <a:pt x="175288" y="334137"/>
                  </a:lnTo>
                  <a:lnTo>
                    <a:pt x="180557" y="333797"/>
                  </a:lnTo>
                  <a:lnTo>
                    <a:pt x="185813" y="333291"/>
                  </a:lnTo>
                  <a:lnTo>
                    <a:pt x="191050" y="332619"/>
                  </a:lnTo>
                  <a:lnTo>
                    <a:pt x="196263" y="331782"/>
                  </a:lnTo>
                  <a:lnTo>
                    <a:pt x="201447" y="330781"/>
                  </a:lnTo>
                  <a:lnTo>
                    <a:pt x="206597" y="329616"/>
                  </a:lnTo>
                  <a:lnTo>
                    <a:pt x="211708" y="328290"/>
                  </a:lnTo>
                  <a:lnTo>
                    <a:pt x="216774" y="326802"/>
                  </a:lnTo>
                  <a:lnTo>
                    <a:pt x="221791" y="325156"/>
                  </a:lnTo>
                  <a:lnTo>
                    <a:pt x="226753" y="323352"/>
                  </a:lnTo>
                  <a:lnTo>
                    <a:pt x="231656" y="321392"/>
                  </a:lnTo>
                  <a:lnTo>
                    <a:pt x="236494" y="319278"/>
                  </a:lnTo>
                  <a:lnTo>
                    <a:pt x="241264" y="317013"/>
                  </a:lnTo>
                  <a:lnTo>
                    <a:pt x="245959" y="314598"/>
                  </a:lnTo>
                  <a:lnTo>
                    <a:pt x="250576" y="312036"/>
                  </a:lnTo>
                  <a:lnTo>
                    <a:pt x="255109" y="309329"/>
                  </a:lnTo>
                  <a:lnTo>
                    <a:pt x="259555" y="306481"/>
                  </a:lnTo>
                  <a:lnTo>
                    <a:pt x="263909" y="303493"/>
                  </a:lnTo>
                  <a:lnTo>
                    <a:pt x="268166" y="300370"/>
                  </a:lnTo>
                  <a:lnTo>
                    <a:pt x="272322" y="297113"/>
                  </a:lnTo>
                  <a:lnTo>
                    <a:pt x="276373" y="293728"/>
                  </a:lnTo>
                  <a:lnTo>
                    <a:pt x="280316" y="290215"/>
                  </a:lnTo>
                  <a:lnTo>
                    <a:pt x="284145" y="286580"/>
                  </a:lnTo>
                  <a:lnTo>
                    <a:pt x="287858" y="282826"/>
                  </a:lnTo>
                  <a:lnTo>
                    <a:pt x="291451" y="278957"/>
                  </a:lnTo>
                  <a:lnTo>
                    <a:pt x="294919" y="274976"/>
                  </a:lnTo>
                  <a:lnTo>
                    <a:pt x="298260" y="270887"/>
                  </a:lnTo>
                  <a:lnTo>
                    <a:pt x="301470" y="266695"/>
                  </a:lnTo>
                  <a:lnTo>
                    <a:pt x="304547" y="262404"/>
                  </a:lnTo>
                  <a:lnTo>
                    <a:pt x="307486" y="258018"/>
                  </a:lnTo>
                  <a:lnTo>
                    <a:pt x="310285" y="253541"/>
                  </a:lnTo>
                  <a:lnTo>
                    <a:pt x="312941" y="248978"/>
                  </a:lnTo>
                  <a:lnTo>
                    <a:pt x="315452" y="244333"/>
                  </a:lnTo>
                  <a:lnTo>
                    <a:pt x="317815" y="239611"/>
                  </a:lnTo>
                  <a:lnTo>
                    <a:pt x="320028" y="234817"/>
                  </a:lnTo>
                  <a:lnTo>
                    <a:pt x="322088" y="229956"/>
                  </a:lnTo>
                  <a:lnTo>
                    <a:pt x="323994" y="225032"/>
                  </a:lnTo>
                  <a:lnTo>
                    <a:pt x="325743" y="220050"/>
                  </a:lnTo>
                  <a:lnTo>
                    <a:pt x="327334" y="215015"/>
                  </a:lnTo>
                  <a:lnTo>
                    <a:pt x="328765" y="209933"/>
                  </a:lnTo>
                  <a:lnTo>
                    <a:pt x="330035" y="204808"/>
                  </a:lnTo>
                  <a:lnTo>
                    <a:pt x="331143" y="199645"/>
                  </a:lnTo>
                  <a:lnTo>
                    <a:pt x="332087" y="194451"/>
                  </a:lnTo>
                  <a:lnTo>
                    <a:pt x="332866" y="189228"/>
                  </a:lnTo>
                  <a:lnTo>
                    <a:pt x="333480" y="183984"/>
                  </a:lnTo>
                  <a:lnTo>
                    <a:pt x="333928" y="178723"/>
                  </a:lnTo>
                  <a:lnTo>
                    <a:pt x="334210" y="173451"/>
                  </a:lnTo>
                  <a:lnTo>
                    <a:pt x="334325" y="168172"/>
                  </a:lnTo>
                  <a:lnTo>
                    <a:pt x="334274" y="162892"/>
                  </a:lnTo>
                  <a:lnTo>
                    <a:pt x="334055" y="157617"/>
                  </a:lnTo>
                  <a:lnTo>
                    <a:pt x="333670" y="152351"/>
                  </a:lnTo>
                  <a:lnTo>
                    <a:pt x="333119" y="147100"/>
                  </a:lnTo>
                  <a:lnTo>
                    <a:pt x="332403" y="141868"/>
                  </a:lnTo>
                  <a:lnTo>
                    <a:pt x="331522" y="136663"/>
                  </a:lnTo>
                  <a:lnTo>
                    <a:pt x="330476" y="131487"/>
                  </a:lnTo>
                  <a:lnTo>
                    <a:pt x="329268" y="126347"/>
                  </a:lnTo>
                  <a:lnTo>
                    <a:pt x="327898" y="121248"/>
                  </a:lnTo>
                  <a:lnTo>
                    <a:pt x="326368" y="116195"/>
                  </a:lnTo>
                  <a:lnTo>
                    <a:pt x="324678" y="111192"/>
                  </a:lnTo>
                  <a:lnTo>
                    <a:pt x="322832" y="106245"/>
                  </a:lnTo>
                  <a:lnTo>
                    <a:pt x="320830" y="101360"/>
                  </a:lnTo>
                  <a:lnTo>
                    <a:pt x="318676" y="96539"/>
                  </a:lnTo>
                  <a:lnTo>
                    <a:pt x="316369" y="91790"/>
                  </a:lnTo>
                  <a:lnTo>
                    <a:pt x="313915" y="87115"/>
                  </a:lnTo>
                  <a:lnTo>
                    <a:pt x="311313" y="82520"/>
                  </a:lnTo>
                  <a:lnTo>
                    <a:pt x="308568" y="78010"/>
                  </a:lnTo>
                  <a:lnTo>
                    <a:pt x="305682" y="73589"/>
                  </a:lnTo>
                  <a:lnTo>
                    <a:pt x="302657" y="69261"/>
                  </a:lnTo>
                  <a:lnTo>
                    <a:pt x="299498" y="65030"/>
                  </a:lnTo>
                  <a:lnTo>
                    <a:pt x="296206" y="60902"/>
                  </a:lnTo>
                  <a:lnTo>
                    <a:pt x="292786" y="56880"/>
                  </a:lnTo>
                  <a:lnTo>
                    <a:pt x="289240" y="52967"/>
                  </a:lnTo>
                  <a:lnTo>
                    <a:pt x="285573" y="49169"/>
                  </a:lnTo>
                  <a:lnTo>
                    <a:pt x="281787" y="45488"/>
                  </a:lnTo>
                  <a:lnTo>
                    <a:pt x="277887" y="41929"/>
                  </a:lnTo>
                  <a:lnTo>
                    <a:pt x="273877" y="38494"/>
                  </a:lnTo>
                  <a:lnTo>
                    <a:pt x="269760" y="35188"/>
                  </a:lnTo>
                  <a:lnTo>
                    <a:pt x="265541" y="32014"/>
                  </a:lnTo>
                  <a:lnTo>
                    <a:pt x="261223" y="28974"/>
                  </a:lnTo>
                  <a:lnTo>
                    <a:pt x="256812" y="26073"/>
                  </a:lnTo>
                  <a:lnTo>
                    <a:pt x="252312" y="23312"/>
                  </a:lnTo>
                  <a:lnTo>
                    <a:pt x="247726" y="20694"/>
                  </a:lnTo>
                  <a:lnTo>
                    <a:pt x="243060" y="18223"/>
                  </a:lnTo>
                  <a:lnTo>
                    <a:pt x="238318" y="15900"/>
                  </a:lnTo>
                  <a:lnTo>
                    <a:pt x="233506" y="13729"/>
                  </a:lnTo>
                  <a:lnTo>
                    <a:pt x="228627" y="11710"/>
                  </a:lnTo>
                  <a:lnTo>
                    <a:pt x="223687" y="9846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3707720"/>
              <a:ext cx="56525" cy="167167"/>
            </a:xfrm>
            <a:custGeom>
              <a:avLst/>
              <a:pathLst>
                <a:path w="56525" h="167167">
                  <a:moveTo>
                    <a:pt x="56525" y="9846"/>
                  </a:moveTo>
                  <a:lnTo>
                    <a:pt x="50456" y="7796"/>
                  </a:lnTo>
                  <a:lnTo>
                    <a:pt x="44312" y="5980"/>
                  </a:lnTo>
                  <a:lnTo>
                    <a:pt x="38103" y="4400"/>
                  </a:lnTo>
                  <a:lnTo>
                    <a:pt x="31838" y="3060"/>
                  </a:lnTo>
                  <a:lnTo>
                    <a:pt x="25527" y="1960"/>
                  </a:lnTo>
                  <a:lnTo>
                    <a:pt x="19178" y="1103"/>
                  </a:lnTo>
                  <a:lnTo>
                    <a:pt x="12801" y="490"/>
                  </a:lnTo>
                  <a:lnTo>
                    <a:pt x="6405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14128" y="4213821"/>
              <a:ext cx="334326" cy="334323"/>
            </a:xfrm>
            <a:custGeom>
              <a:avLst/>
              <a:pathLst>
                <a:path w="334326" h="334323">
                  <a:moveTo>
                    <a:pt x="167159" y="0"/>
                  </a:moveTo>
                  <a:lnTo>
                    <a:pt x="161875" y="83"/>
                  </a:lnTo>
                  <a:lnTo>
                    <a:pt x="156596" y="334"/>
                  </a:lnTo>
                  <a:lnTo>
                    <a:pt x="151328" y="751"/>
                  </a:lnTo>
                  <a:lnTo>
                    <a:pt x="146075" y="1334"/>
                  </a:lnTo>
                  <a:lnTo>
                    <a:pt x="140844" y="2084"/>
                  </a:lnTo>
                  <a:lnTo>
                    <a:pt x="135639" y="2998"/>
                  </a:lnTo>
                  <a:lnTo>
                    <a:pt x="130465" y="4076"/>
                  </a:lnTo>
                  <a:lnTo>
                    <a:pt x="125328" y="5318"/>
                  </a:lnTo>
                  <a:lnTo>
                    <a:pt x="120233" y="6721"/>
                  </a:lnTo>
                  <a:lnTo>
                    <a:pt x="115185" y="8284"/>
                  </a:lnTo>
                  <a:lnTo>
                    <a:pt x="110189" y="10006"/>
                  </a:lnTo>
                  <a:lnTo>
                    <a:pt x="105250" y="11886"/>
                  </a:lnTo>
                  <a:lnTo>
                    <a:pt x="100372" y="13920"/>
                  </a:lnTo>
                  <a:lnTo>
                    <a:pt x="95562" y="16108"/>
                  </a:lnTo>
                  <a:lnTo>
                    <a:pt x="90823" y="18447"/>
                  </a:lnTo>
                  <a:lnTo>
                    <a:pt x="86160" y="20934"/>
                  </a:lnTo>
                  <a:lnTo>
                    <a:pt x="81578" y="23567"/>
                  </a:lnTo>
                  <a:lnTo>
                    <a:pt x="77082" y="26344"/>
                  </a:lnTo>
                  <a:lnTo>
                    <a:pt x="72675" y="29262"/>
                  </a:lnTo>
                  <a:lnTo>
                    <a:pt x="68363" y="32317"/>
                  </a:lnTo>
                  <a:lnTo>
                    <a:pt x="64150" y="35507"/>
                  </a:lnTo>
                  <a:lnTo>
                    <a:pt x="60040" y="38829"/>
                  </a:lnTo>
                  <a:lnTo>
                    <a:pt x="56037" y="42279"/>
                  </a:lnTo>
                  <a:lnTo>
                    <a:pt x="52145" y="45854"/>
                  </a:lnTo>
                  <a:lnTo>
                    <a:pt x="48368" y="49550"/>
                  </a:lnTo>
                  <a:lnTo>
                    <a:pt x="44709" y="53364"/>
                  </a:lnTo>
                  <a:lnTo>
                    <a:pt x="41173" y="57292"/>
                  </a:lnTo>
                  <a:lnTo>
                    <a:pt x="37763" y="61329"/>
                  </a:lnTo>
                  <a:lnTo>
                    <a:pt x="34482" y="65472"/>
                  </a:lnTo>
                  <a:lnTo>
                    <a:pt x="31334" y="69716"/>
                  </a:lnTo>
                  <a:lnTo>
                    <a:pt x="28322" y="74058"/>
                  </a:lnTo>
                  <a:lnTo>
                    <a:pt x="25448" y="78493"/>
                  </a:lnTo>
                  <a:lnTo>
                    <a:pt x="22716" y="83017"/>
                  </a:lnTo>
                  <a:lnTo>
                    <a:pt x="20128" y="87625"/>
                  </a:lnTo>
                  <a:lnTo>
                    <a:pt x="17687" y="92312"/>
                  </a:lnTo>
                  <a:lnTo>
                    <a:pt x="15396" y="97074"/>
                  </a:lnTo>
                  <a:lnTo>
                    <a:pt x="13256" y="101907"/>
                  </a:lnTo>
                  <a:lnTo>
                    <a:pt x="11270" y="106804"/>
                  </a:lnTo>
                  <a:lnTo>
                    <a:pt x="9440" y="111762"/>
                  </a:lnTo>
                  <a:lnTo>
                    <a:pt x="7767" y="116775"/>
                  </a:lnTo>
                  <a:lnTo>
                    <a:pt x="6254" y="121838"/>
                  </a:lnTo>
                  <a:lnTo>
                    <a:pt x="4902" y="126947"/>
                  </a:lnTo>
                  <a:lnTo>
                    <a:pt x="3712" y="132096"/>
                  </a:lnTo>
                  <a:lnTo>
                    <a:pt x="2685" y="137280"/>
                  </a:lnTo>
                  <a:lnTo>
                    <a:pt x="1822" y="142494"/>
                  </a:lnTo>
                  <a:lnTo>
                    <a:pt x="1125" y="147732"/>
                  </a:lnTo>
                  <a:lnTo>
                    <a:pt x="593" y="152990"/>
                  </a:lnTo>
                  <a:lnTo>
                    <a:pt x="229" y="158262"/>
                  </a:lnTo>
                  <a:lnTo>
                    <a:pt x="31" y="163543"/>
                  </a:lnTo>
                  <a:lnTo>
                    <a:pt x="0" y="168828"/>
                  </a:lnTo>
                  <a:lnTo>
                    <a:pt x="136" y="174111"/>
                  </a:lnTo>
                  <a:lnTo>
                    <a:pt x="438" y="179387"/>
                  </a:lnTo>
                  <a:lnTo>
                    <a:pt x="908" y="184651"/>
                  </a:lnTo>
                  <a:lnTo>
                    <a:pt x="1544" y="189897"/>
                  </a:lnTo>
                  <a:lnTo>
                    <a:pt x="2345" y="195121"/>
                  </a:lnTo>
                  <a:lnTo>
                    <a:pt x="3311" y="200316"/>
                  </a:lnTo>
                  <a:lnTo>
                    <a:pt x="4441" y="205479"/>
                  </a:lnTo>
                  <a:lnTo>
                    <a:pt x="5733" y="210603"/>
                  </a:lnTo>
                  <a:lnTo>
                    <a:pt x="7187" y="215684"/>
                  </a:lnTo>
                  <a:lnTo>
                    <a:pt x="8800" y="220716"/>
                  </a:lnTo>
                  <a:lnTo>
                    <a:pt x="10572" y="225695"/>
                  </a:lnTo>
                  <a:lnTo>
                    <a:pt x="12500" y="230616"/>
                  </a:lnTo>
                  <a:lnTo>
                    <a:pt x="14583" y="235473"/>
                  </a:lnTo>
                  <a:lnTo>
                    <a:pt x="16819" y="240261"/>
                  </a:lnTo>
                  <a:lnTo>
                    <a:pt x="19204" y="244977"/>
                  </a:lnTo>
                  <a:lnTo>
                    <a:pt x="21738" y="249615"/>
                  </a:lnTo>
                  <a:lnTo>
                    <a:pt x="24416" y="254170"/>
                  </a:lnTo>
                  <a:lnTo>
                    <a:pt x="27238" y="258639"/>
                  </a:lnTo>
                  <a:lnTo>
                    <a:pt x="30199" y="263016"/>
                  </a:lnTo>
                  <a:lnTo>
                    <a:pt x="33297" y="267297"/>
                  </a:lnTo>
                  <a:lnTo>
                    <a:pt x="36529" y="271478"/>
                  </a:lnTo>
                  <a:lnTo>
                    <a:pt x="39892" y="275555"/>
                  </a:lnTo>
                  <a:lnTo>
                    <a:pt x="43381" y="279524"/>
                  </a:lnTo>
                  <a:lnTo>
                    <a:pt x="46995" y="283380"/>
                  </a:lnTo>
                  <a:lnTo>
                    <a:pt x="50728" y="287121"/>
                  </a:lnTo>
                  <a:lnTo>
                    <a:pt x="54578" y="290741"/>
                  </a:lnTo>
                  <a:lnTo>
                    <a:pt x="58540" y="294238"/>
                  </a:lnTo>
                  <a:lnTo>
                    <a:pt x="62611" y="297608"/>
                  </a:lnTo>
                  <a:lnTo>
                    <a:pt x="66787" y="300847"/>
                  </a:lnTo>
                  <a:lnTo>
                    <a:pt x="71062" y="303953"/>
                  </a:lnTo>
                  <a:lnTo>
                    <a:pt x="75434" y="306922"/>
                  </a:lnTo>
                  <a:lnTo>
                    <a:pt x="79898" y="309752"/>
                  </a:lnTo>
                  <a:lnTo>
                    <a:pt x="84448" y="312439"/>
                  </a:lnTo>
                  <a:lnTo>
                    <a:pt x="89082" y="314981"/>
                  </a:lnTo>
                  <a:lnTo>
                    <a:pt x="93793" y="317375"/>
                  </a:lnTo>
                  <a:lnTo>
                    <a:pt x="98578" y="319619"/>
                  </a:lnTo>
                  <a:lnTo>
                    <a:pt x="103431" y="321710"/>
                  </a:lnTo>
                  <a:lnTo>
                    <a:pt x="108348" y="323648"/>
                  </a:lnTo>
                  <a:lnTo>
                    <a:pt x="113323" y="325428"/>
                  </a:lnTo>
                  <a:lnTo>
                    <a:pt x="118353" y="327051"/>
                  </a:lnTo>
                  <a:lnTo>
                    <a:pt x="123431" y="328514"/>
                  </a:lnTo>
                  <a:lnTo>
                    <a:pt x="128553" y="329815"/>
                  </a:lnTo>
                  <a:lnTo>
                    <a:pt x="133713" y="330954"/>
                  </a:lnTo>
                  <a:lnTo>
                    <a:pt x="138907" y="331930"/>
                  </a:lnTo>
                  <a:lnTo>
                    <a:pt x="144129" y="332741"/>
                  </a:lnTo>
                  <a:lnTo>
                    <a:pt x="149375" y="333386"/>
                  </a:lnTo>
                  <a:lnTo>
                    <a:pt x="154638" y="333865"/>
                  </a:lnTo>
                  <a:lnTo>
                    <a:pt x="159913" y="334177"/>
                  </a:lnTo>
                  <a:lnTo>
                    <a:pt x="165196" y="334323"/>
                  </a:lnTo>
                  <a:lnTo>
                    <a:pt x="170480" y="334301"/>
                  </a:lnTo>
                  <a:lnTo>
                    <a:pt x="175762" y="334113"/>
                  </a:lnTo>
                  <a:lnTo>
                    <a:pt x="181035" y="333758"/>
                  </a:lnTo>
                  <a:lnTo>
                    <a:pt x="186293" y="333236"/>
                  </a:lnTo>
                  <a:lnTo>
                    <a:pt x="191533" y="332548"/>
                  </a:lnTo>
                  <a:lnTo>
                    <a:pt x="196749" y="331695"/>
                  </a:lnTo>
                  <a:lnTo>
                    <a:pt x="201934" y="330677"/>
                  </a:lnTo>
                  <a:lnTo>
                    <a:pt x="207086" y="329496"/>
                  </a:lnTo>
                  <a:lnTo>
                    <a:pt x="212197" y="328153"/>
                  </a:lnTo>
                  <a:lnTo>
                    <a:pt x="217263" y="326649"/>
                  </a:lnTo>
                  <a:lnTo>
                    <a:pt x="222279" y="324986"/>
                  </a:lnTo>
                  <a:lnTo>
                    <a:pt x="227240" y="323164"/>
                  </a:lnTo>
                  <a:lnTo>
                    <a:pt x="232141" y="321187"/>
                  </a:lnTo>
                  <a:lnTo>
                    <a:pt x="236977" y="319056"/>
                  </a:lnTo>
                  <a:lnTo>
                    <a:pt x="241743" y="316773"/>
                  </a:lnTo>
                  <a:lnTo>
                    <a:pt x="246435" y="314341"/>
                  </a:lnTo>
                  <a:lnTo>
                    <a:pt x="251047" y="311762"/>
                  </a:lnTo>
                  <a:lnTo>
                    <a:pt x="255576" y="309038"/>
                  </a:lnTo>
                  <a:lnTo>
                    <a:pt x="260016" y="306172"/>
                  </a:lnTo>
                  <a:lnTo>
                    <a:pt x="264364" y="303167"/>
                  </a:lnTo>
                  <a:lnTo>
                    <a:pt x="268614" y="300027"/>
                  </a:lnTo>
                  <a:lnTo>
                    <a:pt x="272763" y="296754"/>
                  </a:lnTo>
                  <a:lnTo>
                    <a:pt x="276806" y="293351"/>
                  </a:lnTo>
                  <a:lnTo>
                    <a:pt x="280740" y="289822"/>
                  </a:lnTo>
                  <a:lnTo>
                    <a:pt x="284560" y="286170"/>
                  </a:lnTo>
                  <a:lnTo>
                    <a:pt x="288263" y="282400"/>
                  </a:lnTo>
                  <a:lnTo>
                    <a:pt x="291845" y="278514"/>
                  </a:lnTo>
                  <a:lnTo>
                    <a:pt x="295303" y="274517"/>
                  </a:lnTo>
                  <a:lnTo>
                    <a:pt x="298632" y="270413"/>
                  </a:lnTo>
                  <a:lnTo>
                    <a:pt x="301830" y="266206"/>
                  </a:lnTo>
                  <a:lnTo>
                    <a:pt x="304893" y="261899"/>
                  </a:lnTo>
                  <a:lnTo>
                    <a:pt x="307819" y="257498"/>
                  </a:lnTo>
                  <a:lnTo>
                    <a:pt x="310604" y="253007"/>
                  </a:lnTo>
                  <a:lnTo>
                    <a:pt x="313245" y="248430"/>
                  </a:lnTo>
                  <a:lnTo>
                    <a:pt x="315741" y="243772"/>
                  </a:lnTo>
                  <a:lnTo>
                    <a:pt x="318088" y="239037"/>
                  </a:lnTo>
                  <a:lnTo>
                    <a:pt x="320284" y="234230"/>
                  </a:lnTo>
                  <a:lnTo>
                    <a:pt x="322328" y="229356"/>
                  </a:lnTo>
                  <a:lnTo>
                    <a:pt x="324216" y="224420"/>
                  </a:lnTo>
                  <a:lnTo>
                    <a:pt x="325947" y="219427"/>
                  </a:lnTo>
                  <a:lnTo>
                    <a:pt x="327520" y="214382"/>
                  </a:lnTo>
                  <a:lnTo>
                    <a:pt x="328932" y="209289"/>
                  </a:lnTo>
                  <a:lnTo>
                    <a:pt x="330183" y="204155"/>
                  </a:lnTo>
                  <a:lnTo>
                    <a:pt x="331270" y="198983"/>
                  </a:lnTo>
                  <a:lnTo>
                    <a:pt x="332194" y="193780"/>
                  </a:lnTo>
                  <a:lnTo>
                    <a:pt x="332953" y="188550"/>
                  </a:lnTo>
                  <a:lnTo>
                    <a:pt x="333546" y="183299"/>
                  </a:lnTo>
                  <a:lnTo>
                    <a:pt x="333973" y="178031"/>
                  </a:lnTo>
                  <a:lnTo>
                    <a:pt x="334233" y="172753"/>
                  </a:lnTo>
                  <a:lnTo>
                    <a:pt x="334326" y="167469"/>
                  </a:lnTo>
                  <a:lnTo>
                    <a:pt x="334252" y="162185"/>
                  </a:lnTo>
                  <a:lnTo>
                    <a:pt x="334011" y="156906"/>
                  </a:lnTo>
                  <a:lnTo>
                    <a:pt x="333603" y="151637"/>
                  </a:lnTo>
                  <a:lnTo>
                    <a:pt x="333029" y="146383"/>
                  </a:lnTo>
                  <a:lnTo>
                    <a:pt x="332289" y="141150"/>
                  </a:lnTo>
                  <a:lnTo>
                    <a:pt x="331384" y="135944"/>
                  </a:lnTo>
                  <a:lnTo>
                    <a:pt x="330315" y="130768"/>
                  </a:lnTo>
                  <a:lnTo>
                    <a:pt x="329083" y="125629"/>
                  </a:lnTo>
                  <a:lnTo>
                    <a:pt x="327689" y="120532"/>
                  </a:lnTo>
                  <a:lnTo>
                    <a:pt x="326135" y="115481"/>
                  </a:lnTo>
                  <a:lnTo>
                    <a:pt x="324422" y="110481"/>
                  </a:lnTo>
                  <a:lnTo>
                    <a:pt x="322551" y="105539"/>
                  </a:lnTo>
                  <a:lnTo>
                    <a:pt x="320526" y="100658"/>
                  </a:lnTo>
                  <a:lnTo>
                    <a:pt x="318347" y="95843"/>
                  </a:lnTo>
                  <a:lnTo>
                    <a:pt x="316017" y="91100"/>
                  </a:lnTo>
                  <a:lnTo>
                    <a:pt x="313538" y="86432"/>
                  </a:lnTo>
                  <a:lnTo>
                    <a:pt x="310913" y="81846"/>
                  </a:lnTo>
                  <a:lnTo>
                    <a:pt x="308144" y="77344"/>
                  </a:lnTo>
                  <a:lnTo>
                    <a:pt x="305234" y="72933"/>
                  </a:lnTo>
                  <a:lnTo>
                    <a:pt x="302187" y="68615"/>
                  </a:lnTo>
                  <a:lnTo>
                    <a:pt x="299004" y="64397"/>
                  </a:lnTo>
                  <a:lnTo>
                    <a:pt x="295690" y="60280"/>
                  </a:lnTo>
                  <a:lnTo>
                    <a:pt x="292247" y="56271"/>
                  </a:lnTo>
                  <a:lnTo>
                    <a:pt x="288679" y="52372"/>
                  </a:lnTo>
                  <a:lnTo>
                    <a:pt x="284990" y="48589"/>
                  </a:lnTo>
                  <a:lnTo>
                    <a:pt x="281183" y="44923"/>
                  </a:lnTo>
                  <a:lnTo>
                    <a:pt x="277262" y="41380"/>
                  </a:lnTo>
                  <a:lnTo>
                    <a:pt x="273230" y="37963"/>
                  </a:lnTo>
                  <a:lnTo>
                    <a:pt x="269093" y="34674"/>
                  </a:lnTo>
                  <a:lnTo>
                    <a:pt x="264854" y="31519"/>
                  </a:lnTo>
                  <a:lnTo>
                    <a:pt x="260518" y="28498"/>
                  </a:lnTo>
                  <a:lnTo>
                    <a:pt x="256088" y="25616"/>
                  </a:lnTo>
                  <a:lnTo>
                    <a:pt x="251569" y="22876"/>
                  </a:lnTo>
                  <a:lnTo>
                    <a:pt x="246966" y="20280"/>
                  </a:lnTo>
                  <a:lnTo>
                    <a:pt x="242283" y="17831"/>
                  </a:lnTo>
                  <a:lnTo>
                    <a:pt x="237525" y="15531"/>
                  </a:lnTo>
                  <a:lnTo>
                    <a:pt x="232697" y="13382"/>
                  </a:lnTo>
                  <a:lnTo>
                    <a:pt x="227803" y="11388"/>
                  </a:lnTo>
                  <a:lnTo>
                    <a:pt x="222849" y="9549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781287" y="4213821"/>
              <a:ext cx="55690" cy="167167"/>
            </a:xfrm>
            <a:custGeom>
              <a:avLst/>
              <a:pathLst>
                <a:path w="55690" h="167167">
                  <a:moveTo>
                    <a:pt x="55690" y="9549"/>
                  </a:moveTo>
                  <a:lnTo>
                    <a:pt x="49703" y="7560"/>
                  </a:lnTo>
                  <a:lnTo>
                    <a:pt x="43646" y="5798"/>
                  </a:lnTo>
                  <a:lnTo>
                    <a:pt x="37527" y="4266"/>
                  </a:lnTo>
                  <a:lnTo>
                    <a:pt x="31355" y="2966"/>
                  </a:lnTo>
                  <a:lnTo>
                    <a:pt x="25137" y="1900"/>
                  </a:lnTo>
                  <a:lnTo>
                    <a:pt x="18884" y="1070"/>
                  </a:lnTo>
                  <a:lnTo>
                    <a:pt x="12604" y="475"/>
                  </a:lnTo>
                  <a:lnTo>
                    <a:pt x="6306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19357" y="4659281"/>
              <a:ext cx="167167" cy="258560"/>
            </a:xfrm>
            <a:custGeom>
              <a:avLst/>
              <a:pathLst>
                <a:path w="167167" h="258560">
                  <a:moveTo>
                    <a:pt x="167167" y="0"/>
                  </a:moveTo>
                  <a:lnTo>
                    <a:pt x="161805" y="86"/>
                  </a:lnTo>
                  <a:lnTo>
                    <a:pt x="156449" y="343"/>
                  </a:lnTo>
                  <a:lnTo>
                    <a:pt x="151104" y="773"/>
                  </a:lnTo>
                  <a:lnTo>
                    <a:pt x="145776" y="1374"/>
                  </a:lnTo>
                  <a:lnTo>
                    <a:pt x="140470" y="2145"/>
                  </a:lnTo>
                  <a:lnTo>
                    <a:pt x="135191" y="3086"/>
                  </a:lnTo>
                  <a:lnTo>
                    <a:pt x="129945" y="4196"/>
                  </a:lnTo>
                  <a:lnTo>
                    <a:pt x="124737" y="5474"/>
                  </a:lnTo>
                  <a:lnTo>
                    <a:pt x="119573" y="6918"/>
                  </a:lnTo>
                  <a:lnTo>
                    <a:pt x="114458" y="8527"/>
                  </a:lnTo>
                  <a:lnTo>
                    <a:pt x="109397" y="10299"/>
                  </a:lnTo>
                  <a:lnTo>
                    <a:pt x="104395" y="12232"/>
                  </a:lnTo>
                  <a:lnTo>
                    <a:pt x="99459" y="14325"/>
                  </a:lnTo>
                  <a:lnTo>
                    <a:pt x="94591" y="16576"/>
                  </a:lnTo>
                  <a:lnTo>
                    <a:pt x="89799" y="18981"/>
                  </a:lnTo>
                  <a:lnTo>
                    <a:pt x="85086" y="21538"/>
                  </a:lnTo>
                  <a:lnTo>
                    <a:pt x="80457" y="24246"/>
                  </a:lnTo>
                  <a:lnTo>
                    <a:pt x="75918" y="27100"/>
                  </a:lnTo>
                  <a:lnTo>
                    <a:pt x="71473" y="30099"/>
                  </a:lnTo>
                  <a:lnTo>
                    <a:pt x="67126" y="33239"/>
                  </a:lnTo>
                  <a:lnTo>
                    <a:pt x="62882" y="36516"/>
                  </a:lnTo>
                  <a:lnTo>
                    <a:pt x="58745" y="39928"/>
                  </a:lnTo>
                  <a:lnTo>
                    <a:pt x="54720" y="43471"/>
                  </a:lnTo>
                  <a:lnTo>
                    <a:pt x="50811" y="47141"/>
                  </a:lnTo>
                  <a:lnTo>
                    <a:pt x="47021" y="50935"/>
                  </a:lnTo>
                  <a:lnTo>
                    <a:pt x="43355" y="54848"/>
                  </a:lnTo>
                  <a:lnTo>
                    <a:pt x="39816" y="58876"/>
                  </a:lnTo>
                  <a:lnTo>
                    <a:pt x="36409" y="63017"/>
                  </a:lnTo>
                  <a:lnTo>
                    <a:pt x="33136" y="67264"/>
                  </a:lnTo>
                  <a:lnTo>
                    <a:pt x="30000" y="71614"/>
                  </a:lnTo>
                  <a:lnTo>
                    <a:pt x="27006" y="76063"/>
                  </a:lnTo>
                  <a:lnTo>
                    <a:pt x="24157" y="80605"/>
                  </a:lnTo>
                  <a:lnTo>
                    <a:pt x="21454" y="85236"/>
                  </a:lnTo>
                  <a:lnTo>
                    <a:pt x="18901" y="89952"/>
                  </a:lnTo>
                  <a:lnTo>
                    <a:pt x="16501" y="94746"/>
                  </a:lnTo>
                  <a:lnTo>
                    <a:pt x="14256" y="99616"/>
                  </a:lnTo>
                  <a:lnTo>
                    <a:pt x="12168" y="104555"/>
                  </a:lnTo>
                  <a:lnTo>
                    <a:pt x="10239" y="109558"/>
                  </a:lnTo>
                  <a:lnTo>
                    <a:pt x="8473" y="114621"/>
                  </a:lnTo>
                  <a:lnTo>
                    <a:pt x="6869" y="119738"/>
                  </a:lnTo>
                  <a:lnTo>
                    <a:pt x="5430" y="124903"/>
                  </a:lnTo>
                  <a:lnTo>
                    <a:pt x="4158" y="130113"/>
                  </a:lnTo>
                  <a:lnTo>
                    <a:pt x="3053" y="135360"/>
                  </a:lnTo>
                  <a:lnTo>
                    <a:pt x="2118" y="140640"/>
                  </a:lnTo>
                  <a:lnTo>
                    <a:pt x="1352" y="145947"/>
                  </a:lnTo>
                  <a:lnTo>
                    <a:pt x="756" y="151276"/>
                  </a:lnTo>
                  <a:lnTo>
                    <a:pt x="332" y="156621"/>
                  </a:lnTo>
                  <a:lnTo>
                    <a:pt x="80" y="161977"/>
                  </a:lnTo>
                  <a:lnTo>
                    <a:pt x="0" y="167339"/>
                  </a:lnTo>
                  <a:lnTo>
                    <a:pt x="91" y="172700"/>
                  </a:lnTo>
                  <a:lnTo>
                    <a:pt x="354" y="178056"/>
                  </a:lnTo>
                  <a:lnTo>
                    <a:pt x="790" y="183401"/>
                  </a:lnTo>
                  <a:lnTo>
                    <a:pt x="1396" y="188728"/>
                  </a:lnTo>
                  <a:lnTo>
                    <a:pt x="2173" y="194034"/>
                  </a:lnTo>
                  <a:lnTo>
                    <a:pt x="3119" y="199312"/>
                  </a:lnTo>
                  <a:lnTo>
                    <a:pt x="4235" y="204557"/>
                  </a:lnTo>
                  <a:lnTo>
                    <a:pt x="5518" y="209763"/>
                  </a:lnTo>
                  <a:lnTo>
                    <a:pt x="6967" y="214926"/>
                  </a:lnTo>
                  <a:lnTo>
                    <a:pt x="8581" y="220039"/>
                  </a:lnTo>
                  <a:lnTo>
                    <a:pt x="10358" y="225098"/>
                  </a:lnTo>
                  <a:lnTo>
                    <a:pt x="12297" y="230098"/>
                  </a:lnTo>
                  <a:lnTo>
                    <a:pt x="14395" y="235033"/>
                  </a:lnTo>
                  <a:lnTo>
                    <a:pt x="16650" y="239898"/>
                  </a:lnTo>
                  <a:lnTo>
                    <a:pt x="19060" y="244688"/>
                  </a:lnTo>
                  <a:lnTo>
                    <a:pt x="21623" y="249398"/>
                  </a:lnTo>
                  <a:lnTo>
                    <a:pt x="24335" y="254023"/>
                  </a:lnTo>
                  <a:lnTo>
                    <a:pt x="27194" y="25856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46552" y="4826449"/>
              <a:ext cx="139972" cy="91392"/>
            </a:xfrm>
            <a:custGeom>
              <a:avLst/>
              <a:pathLst>
                <a:path w="139972" h="91392">
                  <a:moveTo>
                    <a:pt x="0" y="91392"/>
                  </a:moveTo>
                  <a:lnTo>
                    <a:pt x="13997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46552" y="4826449"/>
              <a:ext cx="139972" cy="91392"/>
            </a:xfrm>
            <a:custGeom>
              <a:avLst/>
              <a:pathLst>
                <a:path w="139972" h="91392">
                  <a:moveTo>
                    <a:pt x="0" y="91392"/>
                  </a:moveTo>
                  <a:lnTo>
                    <a:pt x="13997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46552" y="4826449"/>
              <a:ext cx="139972" cy="91392"/>
            </a:xfrm>
            <a:custGeom>
              <a:avLst/>
              <a:pathLst>
                <a:path w="139972" h="91392">
                  <a:moveTo>
                    <a:pt x="0" y="91392"/>
                  </a:moveTo>
                  <a:lnTo>
                    <a:pt x="13997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46552" y="4826449"/>
              <a:ext cx="139972" cy="91392"/>
            </a:xfrm>
            <a:custGeom>
              <a:avLst/>
              <a:pathLst>
                <a:path w="139972" h="91392">
                  <a:moveTo>
                    <a:pt x="0" y="91392"/>
                  </a:moveTo>
                  <a:lnTo>
                    <a:pt x="1399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46552" y="4826449"/>
              <a:ext cx="139972" cy="91392"/>
            </a:xfrm>
            <a:custGeom>
              <a:avLst/>
              <a:pathLst>
                <a:path w="139972" h="91392">
                  <a:moveTo>
                    <a:pt x="0" y="91392"/>
                  </a:moveTo>
                  <a:lnTo>
                    <a:pt x="1399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46552" y="4826449"/>
              <a:ext cx="139972" cy="91392"/>
            </a:xfrm>
            <a:custGeom>
              <a:avLst/>
              <a:pathLst>
                <a:path w="139972" h="91392">
                  <a:moveTo>
                    <a:pt x="0" y="91392"/>
                  </a:moveTo>
                  <a:lnTo>
                    <a:pt x="1399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46552" y="4826449"/>
              <a:ext cx="139972" cy="91392"/>
            </a:xfrm>
            <a:custGeom>
              <a:avLst/>
              <a:pathLst>
                <a:path w="139972" h="91392">
                  <a:moveTo>
                    <a:pt x="0" y="91392"/>
                  </a:moveTo>
                  <a:lnTo>
                    <a:pt x="1399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46552" y="4826449"/>
              <a:ext cx="139972" cy="91392"/>
            </a:xfrm>
            <a:custGeom>
              <a:avLst/>
              <a:pathLst>
                <a:path w="139972" h="91392">
                  <a:moveTo>
                    <a:pt x="0" y="91392"/>
                  </a:moveTo>
                  <a:lnTo>
                    <a:pt x="13997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946552" y="4826449"/>
              <a:ext cx="139972" cy="91392"/>
            </a:xfrm>
            <a:custGeom>
              <a:avLst/>
              <a:pathLst>
                <a:path w="139972" h="91392">
                  <a:moveTo>
                    <a:pt x="0" y="91392"/>
                  </a:moveTo>
                  <a:lnTo>
                    <a:pt x="13997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946552" y="4826449"/>
              <a:ext cx="139972" cy="116944"/>
            </a:xfrm>
            <a:custGeom>
              <a:avLst/>
              <a:pathLst>
                <a:path w="139972" h="116944">
                  <a:moveTo>
                    <a:pt x="0" y="91392"/>
                  </a:moveTo>
                  <a:lnTo>
                    <a:pt x="3695" y="96817"/>
                  </a:lnTo>
                  <a:lnTo>
                    <a:pt x="7602" y="102093"/>
                  </a:lnTo>
                  <a:lnTo>
                    <a:pt x="11712" y="107211"/>
                  </a:lnTo>
                  <a:lnTo>
                    <a:pt x="16020" y="112164"/>
                  </a:lnTo>
                  <a:lnTo>
                    <a:pt x="20519" y="116944"/>
                  </a:lnTo>
                  <a:lnTo>
                    <a:pt x="13997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967071" y="4659281"/>
              <a:ext cx="286602" cy="334334"/>
            </a:xfrm>
            <a:custGeom>
              <a:avLst/>
              <a:pathLst>
                <a:path w="286602" h="334334">
                  <a:moveTo>
                    <a:pt x="0" y="284111"/>
                  </a:moveTo>
                  <a:lnTo>
                    <a:pt x="3773" y="287845"/>
                  </a:lnTo>
                  <a:lnTo>
                    <a:pt x="7662" y="291457"/>
                  </a:lnTo>
                  <a:lnTo>
                    <a:pt x="11665" y="294943"/>
                  </a:lnTo>
                  <a:lnTo>
                    <a:pt x="15776" y="298301"/>
                  </a:lnTo>
                  <a:lnTo>
                    <a:pt x="19992" y="301527"/>
                  </a:lnTo>
                  <a:lnTo>
                    <a:pt x="24308" y="304617"/>
                  </a:lnTo>
                  <a:lnTo>
                    <a:pt x="28720" y="307568"/>
                  </a:lnTo>
                  <a:lnTo>
                    <a:pt x="33223" y="310378"/>
                  </a:lnTo>
                  <a:lnTo>
                    <a:pt x="37814" y="313044"/>
                  </a:lnTo>
                  <a:lnTo>
                    <a:pt x="42486" y="315562"/>
                  </a:lnTo>
                  <a:lnTo>
                    <a:pt x="47236" y="317931"/>
                  </a:lnTo>
                  <a:lnTo>
                    <a:pt x="52060" y="320148"/>
                  </a:lnTo>
                  <a:lnTo>
                    <a:pt x="56951" y="322210"/>
                  </a:lnTo>
                  <a:lnTo>
                    <a:pt x="61905" y="324117"/>
                  </a:lnTo>
                  <a:lnTo>
                    <a:pt x="66917" y="325865"/>
                  </a:lnTo>
                  <a:lnTo>
                    <a:pt x="71982" y="327453"/>
                  </a:lnTo>
                  <a:lnTo>
                    <a:pt x="77095" y="328879"/>
                  </a:lnTo>
                  <a:lnTo>
                    <a:pt x="82250" y="330142"/>
                  </a:lnTo>
                  <a:lnTo>
                    <a:pt x="87444" y="331241"/>
                  </a:lnTo>
                  <a:lnTo>
                    <a:pt x="92669" y="332175"/>
                  </a:lnTo>
                  <a:lnTo>
                    <a:pt x="97921" y="332942"/>
                  </a:lnTo>
                  <a:lnTo>
                    <a:pt x="103196" y="333542"/>
                  </a:lnTo>
                  <a:lnTo>
                    <a:pt x="108486" y="333974"/>
                  </a:lnTo>
                  <a:lnTo>
                    <a:pt x="113788" y="334238"/>
                  </a:lnTo>
                  <a:lnTo>
                    <a:pt x="119095" y="334334"/>
                  </a:lnTo>
                  <a:lnTo>
                    <a:pt x="124403" y="334261"/>
                  </a:lnTo>
                  <a:lnTo>
                    <a:pt x="129705" y="334020"/>
                  </a:lnTo>
                  <a:lnTo>
                    <a:pt x="134998" y="333610"/>
                  </a:lnTo>
                  <a:lnTo>
                    <a:pt x="140274" y="333033"/>
                  </a:lnTo>
                  <a:lnTo>
                    <a:pt x="145530" y="332288"/>
                  </a:lnTo>
                  <a:lnTo>
                    <a:pt x="150759" y="331377"/>
                  </a:lnTo>
                  <a:lnTo>
                    <a:pt x="155957" y="330300"/>
                  </a:lnTo>
                  <a:lnTo>
                    <a:pt x="161118" y="329059"/>
                  </a:lnTo>
                  <a:lnTo>
                    <a:pt x="166237" y="327654"/>
                  </a:lnTo>
                  <a:lnTo>
                    <a:pt x="171309" y="326088"/>
                  </a:lnTo>
                  <a:lnTo>
                    <a:pt x="176328" y="324361"/>
                  </a:lnTo>
                  <a:lnTo>
                    <a:pt x="181291" y="322476"/>
                  </a:lnTo>
                  <a:lnTo>
                    <a:pt x="186190" y="320435"/>
                  </a:lnTo>
                  <a:lnTo>
                    <a:pt x="191023" y="318239"/>
                  </a:lnTo>
                  <a:lnTo>
                    <a:pt x="195783" y="315890"/>
                  </a:lnTo>
                  <a:lnTo>
                    <a:pt x="200467" y="313392"/>
                  </a:lnTo>
                  <a:lnTo>
                    <a:pt x="205068" y="310746"/>
                  </a:lnTo>
                  <a:lnTo>
                    <a:pt x="209584" y="307955"/>
                  </a:lnTo>
                  <a:lnTo>
                    <a:pt x="214008" y="305023"/>
                  </a:lnTo>
                  <a:lnTo>
                    <a:pt x="218338" y="301951"/>
                  </a:lnTo>
                  <a:lnTo>
                    <a:pt x="222567" y="298743"/>
                  </a:lnTo>
                  <a:lnTo>
                    <a:pt x="226693" y="295403"/>
                  </a:lnTo>
                  <a:lnTo>
                    <a:pt x="230710" y="291934"/>
                  </a:lnTo>
                  <a:lnTo>
                    <a:pt x="234615" y="288339"/>
                  </a:lnTo>
                  <a:lnTo>
                    <a:pt x="238404" y="284621"/>
                  </a:lnTo>
                  <a:lnTo>
                    <a:pt x="242073" y="280785"/>
                  </a:lnTo>
                  <a:lnTo>
                    <a:pt x="245619" y="276835"/>
                  </a:lnTo>
                  <a:lnTo>
                    <a:pt x="249037" y="272774"/>
                  </a:lnTo>
                  <a:lnTo>
                    <a:pt x="252325" y="268606"/>
                  </a:lnTo>
                  <a:lnTo>
                    <a:pt x="255478" y="264337"/>
                  </a:lnTo>
                  <a:lnTo>
                    <a:pt x="258495" y="259969"/>
                  </a:lnTo>
                  <a:lnTo>
                    <a:pt x="261371" y="255507"/>
                  </a:lnTo>
                  <a:lnTo>
                    <a:pt x="264104" y="250957"/>
                  </a:lnTo>
                  <a:lnTo>
                    <a:pt x="266692" y="246322"/>
                  </a:lnTo>
                  <a:lnTo>
                    <a:pt x="269131" y="241608"/>
                  </a:lnTo>
                  <a:lnTo>
                    <a:pt x="271419" y="236818"/>
                  </a:lnTo>
                  <a:lnTo>
                    <a:pt x="273554" y="231958"/>
                  </a:lnTo>
                  <a:lnTo>
                    <a:pt x="275533" y="227033"/>
                  </a:lnTo>
                  <a:lnTo>
                    <a:pt x="277355" y="222047"/>
                  </a:lnTo>
                  <a:lnTo>
                    <a:pt x="279018" y="217006"/>
                  </a:lnTo>
                  <a:lnTo>
                    <a:pt x="280520" y="211915"/>
                  </a:lnTo>
                  <a:lnTo>
                    <a:pt x="281859" y="206778"/>
                  </a:lnTo>
                  <a:lnTo>
                    <a:pt x="283035" y="201602"/>
                  </a:lnTo>
                  <a:lnTo>
                    <a:pt x="284046" y="196391"/>
                  </a:lnTo>
                  <a:lnTo>
                    <a:pt x="284891" y="191150"/>
                  </a:lnTo>
                  <a:lnTo>
                    <a:pt x="285569" y="185886"/>
                  </a:lnTo>
                  <a:lnTo>
                    <a:pt x="286079" y="180602"/>
                  </a:lnTo>
                  <a:lnTo>
                    <a:pt x="286422" y="175305"/>
                  </a:lnTo>
                  <a:lnTo>
                    <a:pt x="286596" y="170000"/>
                  </a:lnTo>
                  <a:lnTo>
                    <a:pt x="286602" y="164692"/>
                  </a:lnTo>
                  <a:lnTo>
                    <a:pt x="286439" y="159386"/>
                  </a:lnTo>
                  <a:lnTo>
                    <a:pt x="286108" y="154088"/>
                  </a:lnTo>
                  <a:lnTo>
                    <a:pt x="285608" y="148804"/>
                  </a:lnTo>
                  <a:lnTo>
                    <a:pt x="284942" y="143537"/>
                  </a:lnTo>
                  <a:lnTo>
                    <a:pt x="284108" y="138295"/>
                  </a:lnTo>
                  <a:lnTo>
                    <a:pt x="283108" y="133082"/>
                  </a:lnTo>
                  <a:lnTo>
                    <a:pt x="281944" y="127903"/>
                  </a:lnTo>
                  <a:lnTo>
                    <a:pt x="280615" y="122764"/>
                  </a:lnTo>
                  <a:lnTo>
                    <a:pt x="279124" y="117670"/>
                  </a:lnTo>
                  <a:lnTo>
                    <a:pt x="277472" y="112625"/>
                  </a:lnTo>
                  <a:lnTo>
                    <a:pt x="275661" y="107635"/>
                  </a:lnTo>
                  <a:lnTo>
                    <a:pt x="273692" y="102706"/>
                  </a:lnTo>
                  <a:lnTo>
                    <a:pt x="271567" y="97841"/>
                  </a:lnTo>
                  <a:lnTo>
                    <a:pt x="269290" y="93047"/>
                  </a:lnTo>
                  <a:lnTo>
                    <a:pt x="266861" y="88327"/>
                  </a:lnTo>
                  <a:lnTo>
                    <a:pt x="264283" y="83687"/>
                  </a:lnTo>
                  <a:lnTo>
                    <a:pt x="261560" y="79130"/>
                  </a:lnTo>
                  <a:lnTo>
                    <a:pt x="258693" y="74663"/>
                  </a:lnTo>
                  <a:lnTo>
                    <a:pt x="255686" y="70289"/>
                  </a:lnTo>
                  <a:lnTo>
                    <a:pt x="252542" y="66012"/>
                  </a:lnTo>
                  <a:lnTo>
                    <a:pt x="249263" y="61838"/>
                  </a:lnTo>
                  <a:lnTo>
                    <a:pt x="245853" y="57769"/>
                  </a:lnTo>
                  <a:lnTo>
                    <a:pt x="242316" y="53811"/>
                  </a:lnTo>
                  <a:lnTo>
                    <a:pt x="238655" y="49968"/>
                  </a:lnTo>
                  <a:lnTo>
                    <a:pt x="234874" y="46242"/>
                  </a:lnTo>
                  <a:lnTo>
                    <a:pt x="230977" y="42638"/>
                  </a:lnTo>
                  <a:lnTo>
                    <a:pt x="226967" y="39160"/>
                  </a:lnTo>
                  <a:lnTo>
                    <a:pt x="222848" y="35811"/>
                  </a:lnTo>
                  <a:lnTo>
                    <a:pt x="218626" y="32595"/>
                  </a:lnTo>
                  <a:lnTo>
                    <a:pt x="214303" y="29514"/>
                  </a:lnTo>
                  <a:lnTo>
                    <a:pt x="209885" y="26572"/>
                  </a:lnTo>
                  <a:lnTo>
                    <a:pt x="205375" y="23772"/>
                  </a:lnTo>
                  <a:lnTo>
                    <a:pt x="200779" y="21116"/>
                  </a:lnTo>
                  <a:lnTo>
                    <a:pt x="196101" y="18607"/>
                  </a:lnTo>
                  <a:lnTo>
                    <a:pt x="191346" y="16249"/>
                  </a:lnTo>
                  <a:lnTo>
                    <a:pt x="186518" y="14042"/>
                  </a:lnTo>
                  <a:lnTo>
                    <a:pt x="181623" y="11990"/>
                  </a:lnTo>
                  <a:lnTo>
                    <a:pt x="176665" y="10095"/>
                  </a:lnTo>
                  <a:lnTo>
                    <a:pt x="171649" y="8357"/>
                  </a:lnTo>
                  <a:lnTo>
                    <a:pt x="166580" y="6780"/>
                  </a:lnTo>
                  <a:lnTo>
                    <a:pt x="161464" y="5365"/>
                  </a:lnTo>
                  <a:lnTo>
                    <a:pt x="156306" y="4112"/>
                  </a:lnTo>
                  <a:lnTo>
                    <a:pt x="151111" y="3025"/>
                  </a:lnTo>
                  <a:lnTo>
                    <a:pt x="145883" y="2102"/>
                  </a:lnTo>
                  <a:lnTo>
                    <a:pt x="140629" y="1346"/>
                  </a:lnTo>
                  <a:lnTo>
                    <a:pt x="135354" y="757"/>
                  </a:lnTo>
                  <a:lnTo>
                    <a:pt x="130062" y="337"/>
                  </a:lnTo>
                  <a:lnTo>
                    <a:pt x="124760" y="84"/>
                  </a:lnTo>
                  <a:lnTo>
                    <a:pt x="119453" y="0"/>
                  </a:lnTo>
                  <a:lnTo>
                    <a:pt x="1194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321564" y="5018213"/>
              <a:ext cx="334322" cy="334328"/>
            </a:xfrm>
            <a:custGeom>
              <a:avLst/>
              <a:pathLst>
                <a:path w="334322" h="334328">
                  <a:moveTo>
                    <a:pt x="167156" y="0"/>
                  </a:moveTo>
                  <a:lnTo>
                    <a:pt x="161866" y="83"/>
                  </a:lnTo>
                  <a:lnTo>
                    <a:pt x="156582" y="334"/>
                  </a:lnTo>
                  <a:lnTo>
                    <a:pt x="151309" y="752"/>
                  </a:lnTo>
                  <a:lnTo>
                    <a:pt x="146051" y="1337"/>
                  </a:lnTo>
                  <a:lnTo>
                    <a:pt x="140814" y="2088"/>
                  </a:lnTo>
                  <a:lnTo>
                    <a:pt x="135604" y="3004"/>
                  </a:lnTo>
                  <a:lnTo>
                    <a:pt x="130426" y="4085"/>
                  </a:lnTo>
                  <a:lnTo>
                    <a:pt x="125284" y="5328"/>
                  </a:lnTo>
                  <a:lnTo>
                    <a:pt x="120184" y="6734"/>
                  </a:lnTo>
                  <a:lnTo>
                    <a:pt x="115131" y="8301"/>
                  </a:lnTo>
                  <a:lnTo>
                    <a:pt x="110130" y="10027"/>
                  </a:lnTo>
                  <a:lnTo>
                    <a:pt x="105187" y="11910"/>
                  </a:lnTo>
                  <a:lnTo>
                    <a:pt x="100305" y="13948"/>
                  </a:lnTo>
                  <a:lnTo>
                    <a:pt x="95490" y="16140"/>
                  </a:lnTo>
                  <a:lnTo>
                    <a:pt x="90748" y="18484"/>
                  </a:lnTo>
                  <a:lnTo>
                    <a:pt x="86081" y="20976"/>
                  </a:lnTo>
                  <a:lnTo>
                    <a:pt x="81496" y="23614"/>
                  </a:lnTo>
                  <a:lnTo>
                    <a:pt x="76997" y="26397"/>
                  </a:lnTo>
                  <a:lnTo>
                    <a:pt x="72588" y="29320"/>
                  </a:lnTo>
                  <a:lnTo>
                    <a:pt x="68273" y="32381"/>
                  </a:lnTo>
                  <a:lnTo>
                    <a:pt x="64058" y="35577"/>
                  </a:lnTo>
                  <a:lnTo>
                    <a:pt x="59946" y="38906"/>
                  </a:lnTo>
                  <a:lnTo>
                    <a:pt x="55941" y="42362"/>
                  </a:lnTo>
                  <a:lnTo>
                    <a:pt x="52048" y="45944"/>
                  </a:lnTo>
                  <a:lnTo>
                    <a:pt x="48270" y="49647"/>
                  </a:lnTo>
                  <a:lnTo>
                    <a:pt x="44611" y="53467"/>
                  </a:lnTo>
                  <a:lnTo>
                    <a:pt x="41074" y="57402"/>
                  </a:lnTo>
                  <a:lnTo>
                    <a:pt x="37664" y="61446"/>
                  </a:lnTo>
                  <a:lnTo>
                    <a:pt x="34384" y="65596"/>
                  </a:lnTo>
                  <a:lnTo>
                    <a:pt x="31237" y="69848"/>
                  </a:lnTo>
                  <a:lnTo>
                    <a:pt x="28225" y="74198"/>
                  </a:lnTo>
                  <a:lnTo>
                    <a:pt x="25353" y="78640"/>
                  </a:lnTo>
                  <a:lnTo>
                    <a:pt x="22623" y="83171"/>
                  </a:lnTo>
                  <a:lnTo>
                    <a:pt x="20038" y="87787"/>
                  </a:lnTo>
                  <a:lnTo>
                    <a:pt x="17600" y="92482"/>
                  </a:lnTo>
                  <a:lnTo>
                    <a:pt x="15311" y="97251"/>
                  </a:lnTo>
                  <a:lnTo>
                    <a:pt x="13175" y="102091"/>
                  </a:lnTo>
                  <a:lnTo>
                    <a:pt x="11193" y="106996"/>
                  </a:lnTo>
                  <a:lnTo>
                    <a:pt x="9367" y="111961"/>
                  </a:lnTo>
                  <a:lnTo>
                    <a:pt x="7699" y="116981"/>
                  </a:lnTo>
                  <a:lnTo>
                    <a:pt x="6191" y="122052"/>
                  </a:lnTo>
                  <a:lnTo>
                    <a:pt x="4844" y="127167"/>
                  </a:lnTo>
                  <a:lnTo>
                    <a:pt x="3660" y="132323"/>
                  </a:lnTo>
                  <a:lnTo>
                    <a:pt x="2639" y="137514"/>
                  </a:lnTo>
                  <a:lnTo>
                    <a:pt x="1783" y="142734"/>
                  </a:lnTo>
                  <a:lnTo>
                    <a:pt x="1093" y="147979"/>
                  </a:lnTo>
                  <a:lnTo>
                    <a:pt x="569" y="153243"/>
                  </a:lnTo>
                  <a:lnTo>
                    <a:pt x="212" y="158521"/>
                  </a:lnTo>
                  <a:lnTo>
                    <a:pt x="22" y="163808"/>
                  </a:lnTo>
                  <a:lnTo>
                    <a:pt x="0" y="169098"/>
                  </a:lnTo>
                  <a:lnTo>
                    <a:pt x="144" y="174386"/>
                  </a:lnTo>
                  <a:lnTo>
                    <a:pt x="456" y="179667"/>
                  </a:lnTo>
                  <a:lnTo>
                    <a:pt x="935" y="184936"/>
                  </a:lnTo>
                  <a:lnTo>
                    <a:pt x="1581" y="190186"/>
                  </a:lnTo>
                  <a:lnTo>
                    <a:pt x="2392" y="195414"/>
                  </a:lnTo>
                  <a:lnTo>
                    <a:pt x="3368" y="200613"/>
                  </a:lnTo>
                  <a:lnTo>
                    <a:pt x="4509" y="205779"/>
                  </a:lnTo>
                  <a:lnTo>
                    <a:pt x="5812" y="210906"/>
                  </a:lnTo>
                  <a:lnTo>
                    <a:pt x="7277" y="215989"/>
                  </a:lnTo>
                  <a:lnTo>
                    <a:pt x="8902" y="221024"/>
                  </a:lnTo>
                  <a:lnTo>
                    <a:pt x="10685" y="226004"/>
                  </a:lnTo>
                  <a:lnTo>
                    <a:pt x="12625" y="230926"/>
                  </a:lnTo>
                  <a:lnTo>
                    <a:pt x="14720" y="235783"/>
                  </a:lnTo>
                  <a:lnTo>
                    <a:pt x="16967" y="240572"/>
                  </a:lnTo>
                  <a:lnTo>
                    <a:pt x="19365" y="245288"/>
                  </a:lnTo>
                  <a:lnTo>
                    <a:pt x="21911" y="249925"/>
                  </a:lnTo>
                  <a:lnTo>
                    <a:pt x="24602" y="254479"/>
                  </a:lnTo>
                  <a:lnTo>
                    <a:pt x="27436" y="258946"/>
                  </a:lnTo>
                  <a:lnTo>
                    <a:pt x="30410" y="263321"/>
                  </a:lnTo>
                  <a:lnTo>
                    <a:pt x="33521" y="267600"/>
                  </a:lnTo>
                  <a:lnTo>
                    <a:pt x="36766" y="271778"/>
                  </a:lnTo>
                  <a:lnTo>
                    <a:pt x="40142" y="275852"/>
                  </a:lnTo>
                  <a:lnTo>
                    <a:pt x="43644" y="279816"/>
                  </a:lnTo>
                  <a:lnTo>
                    <a:pt x="47270" y="283668"/>
                  </a:lnTo>
                  <a:lnTo>
                    <a:pt x="51017" y="287403"/>
                  </a:lnTo>
                  <a:lnTo>
                    <a:pt x="54879" y="291017"/>
                  </a:lnTo>
                  <a:lnTo>
                    <a:pt x="58854" y="294508"/>
                  </a:lnTo>
                  <a:lnTo>
                    <a:pt x="62938" y="297871"/>
                  </a:lnTo>
                  <a:lnTo>
                    <a:pt x="67126" y="301103"/>
                  </a:lnTo>
                  <a:lnTo>
                    <a:pt x="71414" y="304201"/>
                  </a:lnTo>
                  <a:lnTo>
                    <a:pt x="75798" y="307162"/>
                  </a:lnTo>
                  <a:lnTo>
                    <a:pt x="80273" y="309983"/>
                  </a:lnTo>
                  <a:lnTo>
                    <a:pt x="84836" y="312660"/>
                  </a:lnTo>
                  <a:lnTo>
                    <a:pt x="89481" y="315192"/>
                  </a:lnTo>
                  <a:lnTo>
                    <a:pt x="94203" y="317576"/>
                  </a:lnTo>
                  <a:lnTo>
                    <a:pt x="98999" y="319809"/>
                  </a:lnTo>
                  <a:lnTo>
                    <a:pt x="103863" y="321889"/>
                  </a:lnTo>
                  <a:lnTo>
                    <a:pt x="108790" y="323814"/>
                  </a:lnTo>
                  <a:lnTo>
                    <a:pt x="113776" y="325583"/>
                  </a:lnTo>
                  <a:lnTo>
                    <a:pt x="118815" y="327192"/>
                  </a:lnTo>
                  <a:lnTo>
                    <a:pt x="123903" y="328642"/>
                  </a:lnTo>
                  <a:lnTo>
                    <a:pt x="129034" y="329930"/>
                  </a:lnTo>
                  <a:lnTo>
                    <a:pt x="134203" y="331054"/>
                  </a:lnTo>
                  <a:lnTo>
                    <a:pt x="139405" y="332015"/>
                  </a:lnTo>
                  <a:lnTo>
                    <a:pt x="144635" y="332810"/>
                  </a:lnTo>
                  <a:lnTo>
                    <a:pt x="149888" y="333440"/>
                  </a:lnTo>
                  <a:lnTo>
                    <a:pt x="155158" y="333903"/>
                  </a:lnTo>
                  <a:lnTo>
                    <a:pt x="160440" y="334199"/>
                  </a:lnTo>
                  <a:lnTo>
                    <a:pt x="165728" y="334328"/>
                  </a:lnTo>
                  <a:lnTo>
                    <a:pt x="171018" y="334290"/>
                  </a:lnTo>
                  <a:lnTo>
                    <a:pt x="176304" y="334084"/>
                  </a:lnTo>
                  <a:lnTo>
                    <a:pt x="181581" y="333711"/>
                  </a:lnTo>
                  <a:lnTo>
                    <a:pt x="186844" y="333171"/>
                  </a:lnTo>
                  <a:lnTo>
                    <a:pt x="192086" y="332465"/>
                  </a:lnTo>
                  <a:lnTo>
                    <a:pt x="197304" y="331593"/>
                  </a:lnTo>
                  <a:lnTo>
                    <a:pt x="202492" y="330557"/>
                  </a:lnTo>
                  <a:lnTo>
                    <a:pt x="207644" y="329357"/>
                  </a:lnTo>
                  <a:lnTo>
                    <a:pt x="212756" y="327995"/>
                  </a:lnTo>
                  <a:lnTo>
                    <a:pt x="217822" y="326471"/>
                  </a:lnTo>
                  <a:lnTo>
                    <a:pt x="222837" y="324788"/>
                  </a:lnTo>
                  <a:lnTo>
                    <a:pt x="227797" y="322948"/>
                  </a:lnTo>
                  <a:lnTo>
                    <a:pt x="232696" y="320951"/>
                  </a:lnTo>
                  <a:lnTo>
                    <a:pt x="237529" y="318800"/>
                  </a:lnTo>
                  <a:lnTo>
                    <a:pt x="242291" y="316497"/>
                  </a:lnTo>
                  <a:lnTo>
                    <a:pt x="246979" y="314045"/>
                  </a:lnTo>
                  <a:lnTo>
                    <a:pt x="251586" y="311446"/>
                  </a:lnTo>
                  <a:lnTo>
                    <a:pt x="256109" y="308702"/>
                  </a:lnTo>
                  <a:lnTo>
                    <a:pt x="260543" y="305817"/>
                  </a:lnTo>
                  <a:lnTo>
                    <a:pt x="264884" y="302792"/>
                  </a:lnTo>
                  <a:lnTo>
                    <a:pt x="269126" y="299632"/>
                  </a:lnTo>
                  <a:lnTo>
                    <a:pt x="273266" y="296339"/>
                  </a:lnTo>
                  <a:lnTo>
                    <a:pt x="277300" y="292917"/>
                  </a:lnTo>
                  <a:lnTo>
                    <a:pt x="281224" y="289369"/>
                  </a:lnTo>
                  <a:lnTo>
                    <a:pt x="285034" y="285698"/>
                  </a:lnTo>
                  <a:lnTo>
                    <a:pt x="288725" y="281909"/>
                  </a:lnTo>
                  <a:lnTo>
                    <a:pt x="292295" y="278005"/>
                  </a:lnTo>
                  <a:lnTo>
                    <a:pt x="295740" y="273990"/>
                  </a:lnTo>
                  <a:lnTo>
                    <a:pt x="299055" y="269868"/>
                  </a:lnTo>
                  <a:lnTo>
                    <a:pt x="302239" y="265643"/>
                  </a:lnTo>
                  <a:lnTo>
                    <a:pt x="305287" y="261319"/>
                  </a:lnTo>
                  <a:lnTo>
                    <a:pt x="308197" y="256901"/>
                  </a:lnTo>
                  <a:lnTo>
                    <a:pt x="310966" y="252394"/>
                  </a:lnTo>
                  <a:lnTo>
                    <a:pt x="313591" y="247801"/>
                  </a:lnTo>
                  <a:lnTo>
                    <a:pt x="316069" y="243127"/>
                  </a:lnTo>
                  <a:lnTo>
                    <a:pt x="318398" y="238377"/>
                  </a:lnTo>
                  <a:lnTo>
                    <a:pt x="320575" y="233556"/>
                  </a:lnTo>
                  <a:lnTo>
                    <a:pt x="322599" y="228668"/>
                  </a:lnTo>
                  <a:lnTo>
                    <a:pt x="324467" y="223719"/>
                  </a:lnTo>
                  <a:lnTo>
                    <a:pt x="326178" y="218713"/>
                  </a:lnTo>
                  <a:lnTo>
                    <a:pt x="327729" y="213655"/>
                  </a:lnTo>
                  <a:lnTo>
                    <a:pt x="329120" y="208551"/>
                  </a:lnTo>
                  <a:lnTo>
                    <a:pt x="330348" y="203406"/>
                  </a:lnTo>
                  <a:lnTo>
                    <a:pt x="331413" y="198224"/>
                  </a:lnTo>
                  <a:lnTo>
                    <a:pt x="332313" y="193011"/>
                  </a:lnTo>
                  <a:lnTo>
                    <a:pt x="333048" y="187772"/>
                  </a:lnTo>
                  <a:lnTo>
                    <a:pt x="333617" y="182513"/>
                  </a:lnTo>
                  <a:lnTo>
                    <a:pt x="334020" y="177238"/>
                  </a:lnTo>
                  <a:lnTo>
                    <a:pt x="334255" y="171953"/>
                  </a:lnTo>
                  <a:lnTo>
                    <a:pt x="334322" y="166663"/>
                  </a:lnTo>
                  <a:lnTo>
                    <a:pt x="334223" y="161374"/>
                  </a:lnTo>
                  <a:lnTo>
                    <a:pt x="333956" y="156091"/>
                  </a:lnTo>
                  <a:lnTo>
                    <a:pt x="333522" y="150818"/>
                  </a:lnTo>
                  <a:lnTo>
                    <a:pt x="332921" y="145563"/>
                  </a:lnTo>
                  <a:lnTo>
                    <a:pt x="332155" y="140328"/>
                  </a:lnTo>
                  <a:lnTo>
                    <a:pt x="331223" y="135121"/>
                  </a:lnTo>
                  <a:lnTo>
                    <a:pt x="330127" y="129946"/>
                  </a:lnTo>
                  <a:lnTo>
                    <a:pt x="328867" y="124807"/>
                  </a:lnTo>
                  <a:lnTo>
                    <a:pt x="327446" y="119712"/>
                  </a:lnTo>
                  <a:lnTo>
                    <a:pt x="325864" y="114664"/>
                  </a:lnTo>
                  <a:lnTo>
                    <a:pt x="324123" y="109668"/>
                  </a:lnTo>
                  <a:lnTo>
                    <a:pt x="322226" y="104730"/>
                  </a:lnTo>
                  <a:lnTo>
                    <a:pt x="320172" y="99855"/>
                  </a:lnTo>
                  <a:lnTo>
                    <a:pt x="317966" y="95047"/>
                  </a:lnTo>
                  <a:lnTo>
                    <a:pt x="315608" y="90311"/>
                  </a:lnTo>
                  <a:lnTo>
                    <a:pt x="313102" y="85652"/>
                  </a:lnTo>
                  <a:lnTo>
                    <a:pt x="310450" y="81075"/>
                  </a:lnTo>
                  <a:lnTo>
                    <a:pt x="307654" y="76584"/>
                  </a:lnTo>
                  <a:lnTo>
                    <a:pt x="304717" y="72184"/>
                  </a:lnTo>
                  <a:lnTo>
                    <a:pt x="301643" y="67879"/>
                  </a:lnTo>
                  <a:lnTo>
                    <a:pt x="298434" y="63673"/>
                  </a:lnTo>
                  <a:lnTo>
                    <a:pt x="295094" y="59571"/>
                  </a:lnTo>
                  <a:lnTo>
                    <a:pt x="291625" y="55577"/>
                  </a:lnTo>
                  <a:lnTo>
                    <a:pt x="288032" y="51694"/>
                  </a:lnTo>
                  <a:lnTo>
                    <a:pt x="284318" y="47927"/>
                  </a:lnTo>
                  <a:lnTo>
                    <a:pt x="280486" y="44280"/>
                  </a:lnTo>
                  <a:lnTo>
                    <a:pt x="276541" y="40755"/>
                  </a:lnTo>
                  <a:lnTo>
                    <a:pt x="272486" y="37358"/>
                  </a:lnTo>
                  <a:lnTo>
                    <a:pt x="268326" y="34090"/>
                  </a:lnTo>
                  <a:lnTo>
                    <a:pt x="264065" y="30955"/>
                  </a:lnTo>
                  <a:lnTo>
                    <a:pt x="259706" y="27957"/>
                  </a:lnTo>
                  <a:lnTo>
                    <a:pt x="255255" y="25098"/>
                  </a:lnTo>
                  <a:lnTo>
                    <a:pt x="250715" y="22382"/>
                  </a:lnTo>
                  <a:lnTo>
                    <a:pt x="246092" y="19810"/>
                  </a:lnTo>
                  <a:lnTo>
                    <a:pt x="241390" y="17386"/>
                  </a:lnTo>
                  <a:lnTo>
                    <a:pt x="236614" y="15113"/>
                  </a:lnTo>
                  <a:lnTo>
                    <a:pt x="231768" y="12991"/>
                  </a:lnTo>
                  <a:lnTo>
                    <a:pt x="226857" y="11024"/>
                  </a:lnTo>
                  <a:lnTo>
                    <a:pt x="221886" y="9213"/>
                  </a:lnTo>
                  <a:lnTo>
                    <a:pt x="216861" y="7560"/>
                  </a:lnTo>
                  <a:lnTo>
                    <a:pt x="211786" y="6067"/>
                  </a:lnTo>
                  <a:lnTo>
                    <a:pt x="206666" y="4736"/>
                  </a:lnTo>
                  <a:lnTo>
                    <a:pt x="201507" y="3567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488720" y="5018213"/>
              <a:ext cx="34351" cy="167167"/>
            </a:xfrm>
            <a:custGeom>
              <a:avLst/>
              <a:pathLst>
                <a:path w="34351" h="167167">
                  <a:moveTo>
                    <a:pt x="34351" y="3567"/>
                  </a:moveTo>
                  <a:lnTo>
                    <a:pt x="27551" y="2286"/>
                  </a:lnTo>
                  <a:lnTo>
                    <a:pt x="20705" y="1287"/>
                  </a:lnTo>
                  <a:lnTo>
                    <a:pt x="13823" y="572"/>
                  </a:lnTo>
                  <a:lnTo>
                    <a:pt x="6917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797334" y="5269756"/>
              <a:ext cx="167166" cy="278936"/>
            </a:xfrm>
            <a:custGeom>
              <a:avLst/>
              <a:pathLst>
                <a:path w="167166" h="278936">
                  <a:moveTo>
                    <a:pt x="167166" y="0"/>
                  </a:moveTo>
                  <a:lnTo>
                    <a:pt x="161820" y="85"/>
                  </a:lnTo>
                  <a:lnTo>
                    <a:pt x="156479" y="341"/>
                  </a:lnTo>
                  <a:lnTo>
                    <a:pt x="151149" y="769"/>
                  </a:lnTo>
                  <a:lnTo>
                    <a:pt x="145835" y="1366"/>
                  </a:lnTo>
                  <a:lnTo>
                    <a:pt x="140543" y="2133"/>
                  </a:lnTo>
                  <a:lnTo>
                    <a:pt x="135279" y="3069"/>
                  </a:lnTo>
                  <a:lnTo>
                    <a:pt x="130047" y="4173"/>
                  </a:lnTo>
                  <a:lnTo>
                    <a:pt x="124853" y="5443"/>
                  </a:lnTo>
                  <a:lnTo>
                    <a:pt x="119702" y="6879"/>
                  </a:lnTo>
                  <a:lnTo>
                    <a:pt x="114600" y="8479"/>
                  </a:lnTo>
                  <a:lnTo>
                    <a:pt x="109552" y="10242"/>
                  </a:lnTo>
                  <a:lnTo>
                    <a:pt x="104562" y="12165"/>
                  </a:lnTo>
                  <a:lnTo>
                    <a:pt x="99637" y="14246"/>
                  </a:lnTo>
                  <a:lnTo>
                    <a:pt x="94781" y="16484"/>
                  </a:lnTo>
                  <a:lnTo>
                    <a:pt x="89999" y="18876"/>
                  </a:lnTo>
                  <a:lnTo>
                    <a:pt x="85295" y="21420"/>
                  </a:lnTo>
                  <a:lnTo>
                    <a:pt x="80676" y="24113"/>
                  </a:lnTo>
                  <a:lnTo>
                    <a:pt x="76145" y="26952"/>
                  </a:lnTo>
                  <a:lnTo>
                    <a:pt x="71707" y="29935"/>
                  </a:lnTo>
                  <a:lnTo>
                    <a:pt x="67367" y="33058"/>
                  </a:lnTo>
                  <a:lnTo>
                    <a:pt x="63129" y="36319"/>
                  </a:lnTo>
                  <a:lnTo>
                    <a:pt x="58997" y="39713"/>
                  </a:lnTo>
                  <a:lnTo>
                    <a:pt x="54976" y="43238"/>
                  </a:lnTo>
                  <a:lnTo>
                    <a:pt x="51070" y="46889"/>
                  </a:lnTo>
                  <a:lnTo>
                    <a:pt x="47283" y="50664"/>
                  </a:lnTo>
                  <a:lnTo>
                    <a:pt x="43618" y="54558"/>
                  </a:lnTo>
                  <a:lnTo>
                    <a:pt x="40080" y="58567"/>
                  </a:lnTo>
                  <a:lnTo>
                    <a:pt x="36671" y="62687"/>
                  </a:lnTo>
                  <a:lnTo>
                    <a:pt x="33397" y="66914"/>
                  </a:lnTo>
                  <a:lnTo>
                    <a:pt x="30259" y="71243"/>
                  </a:lnTo>
                  <a:lnTo>
                    <a:pt x="27261" y="75671"/>
                  </a:lnTo>
                  <a:lnTo>
                    <a:pt x="24406" y="80192"/>
                  </a:lnTo>
                  <a:lnTo>
                    <a:pt x="21698" y="84803"/>
                  </a:lnTo>
                  <a:lnTo>
                    <a:pt x="19138" y="89497"/>
                  </a:lnTo>
                  <a:lnTo>
                    <a:pt x="16729" y="94271"/>
                  </a:lnTo>
                  <a:lnTo>
                    <a:pt x="14475" y="99120"/>
                  </a:lnTo>
                  <a:lnTo>
                    <a:pt x="12377" y="104038"/>
                  </a:lnTo>
                  <a:lnTo>
                    <a:pt x="10437" y="109021"/>
                  </a:lnTo>
                  <a:lnTo>
                    <a:pt x="8657" y="114063"/>
                  </a:lnTo>
                  <a:lnTo>
                    <a:pt x="7040" y="119160"/>
                  </a:lnTo>
                  <a:lnTo>
                    <a:pt x="5587" y="124306"/>
                  </a:lnTo>
                  <a:lnTo>
                    <a:pt x="4299" y="129495"/>
                  </a:lnTo>
                  <a:lnTo>
                    <a:pt x="3177" y="134723"/>
                  </a:lnTo>
                  <a:lnTo>
                    <a:pt x="2223" y="139985"/>
                  </a:lnTo>
                  <a:lnTo>
                    <a:pt x="1438" y="145274"/>
                  </a:lnTo>
                  <a:lnTo>
                    <a:pt x="823" y="150585"/>
                  </a:lnTo>
                  <a:lnTo>
                    <a:pt x="378" y="155914"/>
                  </a:lnTo>
                  <a:lnTo>
                    <a:pt x="103" y="161254"/>
                  </a:lnTo>
                  <a:lnTo>
                    <a:pt x="0" y="166600"/>
                  </a:lnTo>
                  <a:lnTo>
                    <a:pt x="67" y="171947"/>
                  </a:lnTo>
                  <a:lnTo>
                    <a:pt x="305" y="177289"/>
                  </a:lnTo>
                  <a:lnTo>
                    <a:pt x="714" y="182620"/>
                  </a:lnTo>
                  <a:lnTo>
                    <a:pt x="1294" y="187936"/>
                  </a:lnTo>
                  <a:lnTo>
                    <a:pt x="2043" y="193230"/>
                  </a:lnTo>
                  <a:lnTo>
                    <a:pt x="2961" y="198498"/>
                  </a:lnTo>
                  <a:lnTo>
                    <a:pt x="4047" y="203733"/>
                  </a:lnTo>
                  <a:lnTo>
                    <a:pt x="5300" y="208932"/>
                  </a:lnTo>
                  <a:lnTo>
                    <a:pt x="6718" y="214087"/>
                  </a:lnTo>
                  <a:lnTo>
                    <a:pt x="8301" y="219195"/>
                  </a:lnTo>
                  <a:lnTo>
                    <a:pt x="10046" y="224249"/>
                  </a:lnTo>
                  <a:lnTo>
                    <a:pt x="11952" y="229245"/>
                  </a:lnTo>
                  <a:lnTo>
                    <a:pt x="14017" y="234177"/>
                  </a:lnTo>
                  <a:lnTo>
                    <a:pt x="16239" y="239041"/>
                  </a:lnTo>
                  <a:lnTo>
                    <a:pt x="18614" y="243831"/>
                  </a:lnTo>
                  <a:lnTo>
                    <a:pt x="21142" y="248543"/>
                  </a:lnTo>
                  <a:lnTo>
                    <a:pt x="23820" y="253172"/>
                  </a:lnTo>
                  <a:lnTo>
                    <a:pt x="26644" y="257712"/>
                  </a:lnTo>
                  <a:lnTo>
                    <a:pt x="29611" y="262160"/>
                  </a:lnTo>
                  <a:lnTo>
                    <a:pt x="32720" y="266511"/>
                  </a:lnTo>
                  <a:lnTo>
                    <a:pt x="35966" y="270760"/>
                  </a:lnTo>
                  <a:lnTo>
                    <a:pt x="39346" y="274903"/>
                  </a:lnTo>
                  <a:lnTo>
                    <a:pt x="42857" y="278936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840192" y="5269756"/>
              <a:ext cx="291466" cy="334325"/>
            </a:xfrm>
            <a:custGeom>
              <a:avLst/>
              <a:pathLst>
                <a:path w="291466" h="334325">
                  <a:moveTo>
                    <a:pt x="0" y="278936"/>
                  </a:moveTo>
                  <a:lnTo>
                    <a:pt x="3621" y="282837"/>
                  </a:lnTo>
                  <a:lnTo>
                    <a:pt x="7364" y="286620"/>
                  </a:lnTo>
                  <a:lnTo>
                    <a:pt x="11226" y="290282"/>
                  </a:lnTo>
                  <a:lnTo>
                    <a:pt x="15203" y="293820"/>
                  </a:lnTo>
                  <a:lnTo>
                    <a:pt x="19290" y="297229"/>
                  </a:lnTo>
                  <a:lnTo>
                    <a:pt x="23484" y="300507"/>
                  </a:lnTo>
                  <a:lnTo>
                    <a:pt x="27780" y="303649"/>
                  </a:lnTo>
                  <a:lnTo>
                    <a:pt x="32174" y="306652"/>
                  </a:lnTo>
                  <a:lnTo>
                    <a:pt x="36661" y="309515"/>
                  </a:lnTo>
                  <a:lnTo>
                    <a:pt x="41237" y="312233"/>
                  </a:lnTo>
                  <a:lnTo>
                    <a:pt x="45898" y="314804"/>
                  </a:lnTo>
                  <a:lnTo>
                    <a:pt x="50637" y="317225"/>
                  </a:lnTo>
                  <a:lnTo>
                    <a:pt x="55452" y="319495"/>
                  </a:lnTo>
                  <a:lnTo>
                    <a:pt x="60336" y="321610"/>
                  </a:lnTo>
                  <a:lnTo>
                    <a:pt x="65285" y="323568"/>
                  </a:lnTo>
                  <a:lnTo>
                    <a:pt x="70294" y="325368"/>
                  </a:lnTo>
                  <a:lnTo>
                    <a:pt x="75358" y="327007"/>
                  </a:lnTo>
                  <a:lnTo>
                    <a:pt x="80471" y="328484"/>
                  </a:lnTo>
                  <a:lnTo>
                    <a:pt x="85629" y="329798"/>
                  </a:lnTo>
                  <a:lnTo>
                    <a:pt x="90826" y="330947"/>
                  </a:lnTo>
                  <a:lnTo>
                    <a:pt x="96057" y="331930"/>
                  </a:lnTo>
                  <a:lnTo>
                    <a:pt x="101316" y="332746"/>
                  </a:lnTo>
                  <a:lnTo>
                    <a:pt x="106599" y="333394"/>
                  </a:lnTo>
                  <a:lnTo>
                    <a:pt x="111900" y="333873"/>
                  </a:lnTo>
                  <a:lnTo>
                    <a:pt x="117213" y="334184"/>
                  </a:lnTo>
                  <a:lnTo>
                    <a:pt x="122534" y="334325"/>
                  </a:lnTo>
                  <a:lnTo>
                    <a:pt x="127856" y="334297"/>
                  </a:lnTo>
                  <a:lnTo>
                    <a:pt x="133175" y="334099"/>
                  </a:lnTo>
                  <a:lnTo>
                    <a:pt x="138485" y="333732"/>
                  </a:lnTo>
                  <a:lnTo>
                    <a:pt x="143780" y="333196"/>
                  </a:lnTo>
                  <a:lnTo>
                    <a:pt x="149056" y="332492"/>
                  </a:lnTo>
                  <a:lnTo>
                    <a:pt x="154307" y="331621"/>
                  </a:lnTo>
                  <a:lnTo>
                    <a:pt x="159527" y="330582"/>
                  </a:lnTo>
                  <a:lnTo>
                    <a:pt x="164711" y="329378"/>
                  </a:lnTo>
                  <a:lnTo>
                    <a:pt x="169855" y="328010"/>
                  </a:lnTo>
                  <a:lnTo>
                    <a:pt x="174952" y="326478"/>
                  </a:lnTo>
                  <a:lnTo>
                    <a:pt x="179998" y="324785"/>
                  </a:lnTo>
                  <a:lnTo>
                    <a:pt x="184988" y="322933"/>
                  </a:lnTo>
                  <a:lnTo>
                    <a:pt x="189916" y="320922"/>
                  </a:lnTo>
                  <a:lnTo>
                    <a:pt x="194778" y="318755"/>
                  </a:lnTo>
                  <a:lnTo>
                    <a:pt x="199568" y="316435"/>
                  </a:lnTo>
                  <a:lnTo>
                    <a:pt x="204281" y="313964"/>
                  </a:lnTo>
                  <a:lnTo>
                    <a:pt x="208914" y="311343"/>
                  </a:lnTo>
                  <a:lnTo>
                    <a:pt x="213461" y="308577"/>
                  </a:lnTo>
                  <a:lnTo>
                    <a:pt x="217918" y="305667"/>
                  </a:lnTo>
                  <a:lnTo>
                    <a:pt x="222279" y="302617"/>
                  </a:lnTo>
                  <a:lnTo>
                    <a:pt x="226542" y="299429"/>
                  </a:lnTo>
                  <a:lnTo>
                    <a:pt x="230701" y="296107"/>
                  </a:lnTo>
                  <a:lnTo>
                    <a:pt x="234752" y="292655"/>
                  </a:lnTo>
                  <a:lnTo>
                    <a:pt x="238690" y="289075"/>
                  </a:lnTo>
                  <a:lnTo>
                    <a:pt x="242513" y="285372"/>
                  </a:lnTo>
                  <a:lnTo>
                    <a:pt x="246217" y="281549"/>
                  </a:lnTo>
                  <a:lnTo>
                    <a:pt x="249796" y="277610"/>
                  </a:lnTo>
                  <a:lnTo>
                    <a:pt x="253249" y="273559"/>
                  </a:lnTo>
                  <a:lnTo>
                    <a:pt x="256570" y="269401"/>
                  </a:lnTo>
                  <a:lnTo>
                    <a:pt x="259758" y="265138"/>
                  </a:lnTo>
                  <a:lnTo>
                    <a:pt x="262808" y="260776"/>
                  </a:lnTo>
                  <a:lnTo>
                    <a:pt x="265718" y="256320"/>
                  </a:lnTo>
                  <a:lnTo>
                    <a:pt x="268484" y="251773"/>
                  </a:lnTo>
                  <a:lnTo>
                    <a:pt x="271105" y="247140"/>
                  </a:lnTo>
                  <a:lnTo>
                    <a:pt x="273576" y="242426"/>
                  </a:lnTo>
                  <a:lnTo>
                    <a:pt x="275897" y="237636"/>
                  </a:lnTo>
                  <a:lnTo>
                    <a:pt x="278063" y="232775"/>
                  </a:lnTo>
                  <a:lnTo>
                    <a:pt x="280074" y="227847"/>
                  </a:lnTo>
                  <a:lnTo>
                    <a:pt x="281927" y="222857"/>
                  </a:lnTo>
                  <a:lnTo>
                    <a:pt x="283620" y="217811"/>
                  </a:lnTo>
                  <a:lnTo>
                    <a:pt x="285151" y="212714"/>
                  </a:lnTo>
                  <a:lnTo>
                    <a:pt x="286520" y="207570"/>
                  </a:lnTo>
                  <a:lnTo>
                    <a:pt x="287724" y="202386"/>
                  </a:lnTo>
                  <a:lnTo>
                    <a:pt x="288762" y="197165"/>
                  </a:lnTo>
                  <a:lnTo>
                    <a:pt x="289634" y="191915"/>
                  </a:lnTo>
                  <a:lnTo>
                    <a:pt x="290338" y="186639"/>
                  </a:lnTo>
                  <a:lnTo>
                    <a:pt x="290873" y="181344"/>
                  </a:lnTo>
                  <a:lnTo>
                    <a:pt x="291240" y="176034"/>
                  </a:lnTo>
                  <a:lnTo>
                    <a:pt x="291438" y="170715"/>
                  </a:lnTo>
                  <a:lnTo>
                    <a:pt x="291466" y="165393"/>
                  </a:lnTo>
                  <a:lnTo>
                    <a:pt x="291325" y="160072"/>
                  </a:lnTo>
                  <a:lnTo>
                    <a:pt x="291015" y="154759"/>
                  </a:lnTo>
                  <a:lnTo>
                    <a:pt x="290535" y="149458"/>
                  </a:lnTo>
                  <a:lnTo>
                    <a:pt x="289887" y="144175"/>
                  </a:lnTo>
                  <a:lnTo>
                    <a:pt x="289071" y="138916"/>
                  </a:lnTo>
                  <a:lnTo>
                    <a:pt x="288088" y="133685"/>
                  </a:lnTo>
                  <a:lnTo>
                    <a:pt x="286939" y="128488"/>
                  </a:lnTo>
                  <a:lnTo>
                    <a:pt x="285626" y="123330"/>
                  </a:lnTo>
                  <a:lnTo>
                    <a:pt x="284148" y="118217"/>
                  </a:lnTo>
                  <a:lnTo>
                    <a:pt x="282509" y="113153"/>
                  </a:lnTo>
                  <a:lnTo>
                    <a:pt x="280709" y="108144"/>
                  </a:lnTo>
                  <a:lnTo>
                    <a:pt x="278751" y="103195"/>
                  </a:lnTo>
                  <a:lnTo>
                    <a:pt x="276636" y="98310"/>
                  </a:lnTo>
                  <a:lnTo>
                    <a:pt x="274367" y="93496"/>
                  </a:lnTo>
                  <a:lnTo>
                    <a:pt x="271945" y="88756"/>
                  </a:lnTo>
                  <a:lnTo>
                    <a:pt x="269374" y="84096"/>
                  </a:lnTo>
                  <a:lnTo>
                    <a:pt x="266656" y="79520"/>
                  </a:lnTo>
                  <a:lnTo>
                    <a:pt x="263794" y="75033"/>
                  </a:lnTo>
                  <a:lnTo>
                    <a:pt x="260790" y="70639"/>
                  </a:lnTo>
                  <a:lnTo>
                    <a:pt x="257648" y="66343"/>
                  </a:lnTo>
                  <a:lnTo>
                    <a:pt x="254370" y="62149"/>
                  </a:lnTo>
                  <a:lnTo>
                    <a:pt x="250961" y="58062"/>
                  </a:lnTo>
                  <a:lnTo>
                    <a:pt x="247424" y="54085"/>
                  </a:lnTo>
                  <a:lnTo>
                    <a:pt x="243761" y="50223"/>
                  </a:lnTo>
                  <a:lnTo>
                    <a:pt x="239978" y="46479"/>
                  </a:lnTo>
                  <a:lnTo>
                    <a:pt x="236077" y="42858"/>
                  </a:lnTo>
                  <a:lnTo>
                    <a:pt x="232063" y="39363"/>
                  </a:lnTo>
                  <a:lnTo>
                    <a:pt x="227940" y="35997"/>
                  </a:lnTo>
                  <a:lnTo>
                    <a:pt x="223712" y="32765"/>
                  </a:lnTo>
                  <a:lnTo>
                    <a:pt x="219382" y="29668"/>
                  </a:lnTo>
                  <a:lnTo>
                    <a:pt x="214957" y="26711"/>
                  </a:lnTo>
                  <a:lnTo>
                    <a:pt x="210440" y="23897"/>
                  </a:lnTo>
                  <a:lnTo>
                    <a:pt x="205835" y="21227"/>
                  </a:lnTo>
                  <a:lnTo>
                    <a:pt x="201148" y="18706"/>
                  </a:lnTo>
                  <a:lnTo>
                    <a:pt x="196382" y="16335"/>
                  </a:lnTo>
                  <a:lnTo>
                    <a:pt x="191544" y="14117"/>
                  </a:lnTo>
                  <a:lnTo>
                    <a:pt x="186638" y="12054"/>
                  </a:lnTo>
                  <a:lnTo>
                    <a:pt x="181668" y="10148"/>
                  </a:lnTo>
                  <a:lnTo>
                    <a:pt x="176640" y="8402"/>
                  </a:lnTo>
                  <a:lnTo>
                    <a:pt x="171559" y="6816"/>
                  </a:lnTo>
                  <a:lnTo>
                    <a:pt x="166431" y="5394"/>
                  </a:lnTo>
                  <a:lnTo>
                    <a:pt x="161259" y="4135"/>
                  </a:lnTo>
                  <a:lnTo>
                    <a:pt x="156050" y="3041"/>
                  </a:lnTo>
                  <a:lnTo>
                    <a:pt x="150809" y="2113"/>
                  </a:lnTo>
                  <a:lnTo>
                    <a:pt x="145541" y="1353"/>
                  </a:lnTo>
                  <a:lnTo>
                    <a:pt x="140252" y="762"/>
                  </a:lnTo>
                  <a:lnTo>
                    <a:pt x="134946" y="338"/>
                  </a:lnTo>
                  <a:lnTo>
                    <a:pt x="129630" y="84"/>
                  </a:lnTo>
                  <a:lnTo>
                    <a:pt x="124308" y="0"/>
                  </a:lnTo>
                  <a:lnTo>
                    <a:pt x="12430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54473" y="5399291"/>
              <a:ext cx="31742" cy="167167"/>
            </a:xfrm>
            <a:custGeom>
              <a:avLst/>
              <a:pathLst>
                <a:path w="31742" h="167167">
                  <a:moveTo>
                    <a:pt x="31742" y="0"/>
                  </a:moveTo>
                  <a:lnTo>
                    <a:pt x="25356" y="122"/>
                  </a:lnTo>
                  <a:lnTo>
                    <a:pt x="18980" y="487"/>
                  </a:lnTo>
                  <a:lnTo>
                    <a:pt x="12622" y="1097"/>
                  </a:lnTo>
                  <a:lnTo>
                    <a:pt x="6292" y="1948"/>
                  </a:lnTo>
                  <a:lnTo>
                    <a:pt x="0" y="3041"/>
                  </a:lnTo>
                  <a:lnTo>
                    <a:pt x="3174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54473" y="5402333"/>
              <a:ext cx="31742" cy="164126"/>
            </a:xfrm>
            <a:custGeom>
              <a:avLst/>
              <a:pathLst>
                <a:path w="31742" h="164126">
                  <a:moveTo>
                    <a:pt x="0" y="0"/>
                  </a:moveTo>
                  <a:lnTo>
                    <a:pt x="31742" y="164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54473" y="5402333"/>
              <a:ext cx="31742" cy="164126"/>
            </a:xfrm>
            <a:custGeom>
              <a:avLst/>
              <a:pathLst>
                <a:path w="31742" h="164126">
                  <a:moveTo>
                    <a:pt x="0" y="0"/>
                  </a:moveTo>
                  <a:lnTo>
                    <a:pt x="31742" y="164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54473" y="5402333"/>
              <a:ext cx="31742" cy="164126"/>
            </a:xfrm>
            <a:custGeom>
              <a:avLst/>
              <a:pathLst>
                <a:path w="31742" h="164126">
                  <a:moveTo>
                    <a:pt x="0" y="0"/>
                  </a:moveTo>
                  <a:lnTo>
                    <a:pt x="31742" y="164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54473" y="5402333"/>
              <a:ext cx="31742" cy="164126"/>
            </a:xfrm>
            <a:custGeom>
              <a:avLst/>
              <a:pathLst>
                <a:path w="31742" h="164126">
                  <a:moveTo>
                    <a:pt x="0" y="0"/>
                  </a:moveTo>
                  <a:lnTo>
                    <a:pt x="31742" y="164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454473" y="5402333"/>
              <a:ext cx="31742" cy="164126"/>
            </a:xfrm>
            <a:custGeom>
              <a:avLst/>
              <a:pathLst>
                <a:path w="31742" h="164126">
                  <a:moveTo>
                    <a:pt x="0" y="0"/>
                  </a:moveTo>
                  <a:lnTo>
                    <a:pt x="31742" y="1641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454473" y="5402333"/>
              <a:ext cx="31742" cy="164126"/>
            </a:xfrm>
            <a:custGeom>
              <a:avLst/>
              <a:pathLst>
                <a:path w="31742" h="164126">
                  <a:moveTo>
                    <a:pt x="0" y="0"/>
                  </a:moveTo>
                  <a:lnTo>
                    <a:pt x="31742" y="1641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319068" y="5402333"/>
              <a:ext cx="334294" cy="331293"/>
            </a:xfrm>
            <a:custGeom>
              <a:avLst/>
              <a:pathLst>
                <a:path w="334294" h="331293">
                  <a:moveTo>
                    <a:pt x="135405" y="0"/>
                  </a:moveTo>
                  <a:lnTo>
                    <a:pt x="130214" y="1089"/>
                  </a:lnTo>
                  <a:lnTo>
                    <a:pt x="125061" y="2343"/>
                  </a:lnTo>
                  <a:lnTo>
                    <a:pt x="119950" y="3759"/>
                  </a:lnTo>
                  <a:lnTo>
                    <a:pt x="114887" y="5337"/>
                  </a:lnTo>
                  <a:lnTo>
                    <a:pt x="109877" y="7074"/>
                  </a:lnTo>
                  <a:lnTo>
                    <a:pt x="104924" y="8970"/>
                  </a:lnTo>
                  <a:lnTo>
                    <a:pt x="100033" y="11022"/>
                  </a:lnTo>
                  <a:lnTo>
                    <a:pt x="95210" y="13228"/>
                  </a:lnTo>
                  <a:lnTo>
                    <a:pt x="90460" y="15586"/>
                  </a:lnTo>
                  <a:lnTo>
                    <a:pt x="85787" y="18093"/>
                  </a:lnTo>
                  <a:lnTo>
                    <a:pt x="81195" y="20747"/>
                  </a:lnTo>
                  <a:lnTo>
                    <a:pt x="76690" y="23546"/>
                  </a:lnTo>
                  <a:lnTo>
                    <a:pt x="72277" y="26486"/>
                  </a:lnTo>
                  <a:lnTo>
                    <a:pt x="67958" y="29565"/>
                  </a:lnTo>
                  <a:lnTo>
                    <a:pt x="63740" y="32779"/>
                  </a:lnTo>
                  <a:lnTo>
                    <a:pt x="59625" y="36125"/>
                  </a:lnTo>
                  <a:lnTo>
                    <a:pt x="55619" y="39600"/>
                  </a:lnTo>
                  <a:lnTo>
                    <a:pt x="51725" y="43201"/>
                  </a:lnTo>
                  <a:lnTo>
                    <a:pt x="47948" y="46923"/>
                  </a:lnTo>
                  <a:lnTo>
                    <a:pt x="44290" y="50763"/>
                  </a:lnTo>
                  <a:lnTo>
                    <a:pt x="40756" y="54717"/>
                  </a:lnTo>
                  <a:lnTo>
                    <a:pt x="37349" y="58781"/>
                  </a:lnTo>
                  <a:lnTo>
                    <a:pt x="34072" y="62952"/>
                  </a:lnTo>
                  <a:lnTo>
                    <a:pt x="30930" y="67224"/>
                  </a:lnTo>
                  <a:lnTo>
                    <a:pt x="27925" y="71594"/>
                  </a:lnTo>
                  <a:lnTo>
                    <a:pt x="25060" y="76057"/>
                  </a:lnTo>
                  <a:lnTo>
                    <a:pt x="22337" y="80608"/>
                  </a:lnTo>
                  <a:lnTo>
                    <a:pt x="19761" y="85244"/>
                  </a:lnTo>
                  <a:lnTo>
                    <a:pt x="17333" y="89958"/>
                  </a:lnTo>
                  <a:lnTo>
                    <a:pt x="15056" y="94748"/>
                  </a:lnTo>
                  <a:lnTo>
                    <a:pt x="12932" y="99607"/>
                  </a:lnTo>
                  <a:lnTo>
                    <a:pt x="10963" y="104532"/>
                  </a:lnTo>
                  <a:lnTo>
                    <a:pt x="9151" y="109516"/>
                  </a:lnTo>
                  <a:lnTo>
                    <a:pt x="7498" y="114555"/>
                  </a:lnTo>
                  <a:lnTo>
                    <a:pt x="6006" y="119645"/>
                  </a:lnTo>
                  <a:lnTo>
                    <a:pt x="4676" y="124778"/>
                  </a:lnTo>
                  <a:lnTo>
                    <a:pt x="3510" y="129952"/>
                  </a:lnTo>
                  <a:lnTo>
                    <a:pt x="2508" y="135160"/>
                  </a:lnTo>
                  <a:lnTo>
                    <a:pt x="1672" y="140397"/>
                  </a:lnTo>
                  <a:lnTo>
                    <a:pt x="1003" y="145658"/>
                  </a:lnTo>
                  <a:lnTo>
                    <a:pt x="500" y="150938"/>
                  </a:lnTo>
                  <a:lnTo>
                    <a:pt x="166" y="156230"/>
                  </a:lnTo>
                  <a:lnTo>
                    <a:pt x="0" y="161531"/>
                  </a:lnTo>
                  <a:lnTo>
                    <a:pt x="1" y="166835"/>
                  </a:lnTo>
                  <a:lnTo>
                    <a:pt x="171" y="172135"/>
                  </a:lnTo>
                  <a:lnTo>
                    <a:pt x="509" y="177428"/>
                  </a:lnTo>
                  <a:lnTo>
                    <a:pt x="1015" y="182707"/>
                  </a:lnTo>
                  <a:lnTo>
                    <a:pt x="1688" y="187968"/>
                  </a:lnTo>
                  <a:lnTo>
                    <a:pt x="2528" y="193204"/>
                  </a:lnTo>
                  <a:lnTo>
                    <a:pt x="3533" y="198411"/>
                  </a:lnTo>
                  <a:lnTo>
                    <a:pt x="4703" y="203584"/>
                  </a:lnTo>
                  <a:lnTo>
                    <a:pt x="6036" y="208717"/>
                  </a:lnTo>
                  <a:lnTo>
                    <a:pt x="7532" y="213805"/>
                  </a:lnTo>
                  <a:lnTo>
                    <a:pt x="9188" y="218843"/>
                  </a:lnTo>
                  <a:lnTo>
                    <a:pt x="11003" y="223826"/>
                  </a:lnTo>
                  <a:lnTo>
                    <a:pt x="12976" y="228749"/>
                  </a:lnTo>
                  <a:lnTo>
                    <a:pt x="15103" y="233607"/>
                  </a:lnTo>
                  <a:lnTo>
                    <a:pt x="17384" y="238395"/>
                  </a:lnTo>
                  <a:lnTo>
                    <a:pt x="19815" y="243109"/>
                  </a:lnTo>
                  <a:lnTo>
                    <a:pt x="22395" y="247742"/>
                  </a:lnTo>
                  <a:lnTo>
                    <a:pt x="25120" y="252292"/>
                  </a:lnTo>
                  <a:lnTo>
                    <a:pt x="27988" y="256753"/>
                  </a:lnTo>
                  <a:lnTo>
                    <a:pt x="30996" y="261121"/>
                  </a:lnTo>
                  <a:lnTo>
                    <a:pt x="34142" y="265391"/>
                  </a:lnTo>
                  <a:lnTo>
                    <a:pt x="37421" y="269559"/>
                  </a:lnTo>
                  <a:lnTo>
                    <a:pt x="40831" y="273621"/>
                  </a:lnTo>
                  <a:lnTo>
                    <a:pt x="44367" y="277572"/>
                  </a:lnTo>
                  <a:lnTo>
                    <a:pt x="48028" y="281410"/>
                  </a:lnTo>
                  <a:lnTo>
                    <a:pt x="51808" y="285130"/>
                  </a:lnTo>
                  <a:lnTo>
                    <a:pt x="55705" y="288727"/>
                  </a:lnTo>
                  <a:lnTo>
                    <a:pt x="59713" y="292200"/>
                  </a:lnTo>
                  <a:lnTo>
                    <a:pt x="63830" y="295543"/>
                  </a:lnTo>
                  <a:lnTo>
                    <a:pt x="68051" y="298754"/>
                  </a:lnTo>
                  <a:lnTo>
                    <a:pt x="72371" y="301830"/>
                  </a:lnTo>
                  <a:lnTo>
                    <a:pt x="76787" y="304767"/>
                  </a:lnTo>
                  <a:lnTo>
                    <a:pt x="81294" y="307563"/>
                  </a:lnTo>
                  <a:lnTo>
                    <a:pt x="85887" y="310214"/>
                  </a:lnTo>
                  <a:lnTo>
                    <a:pt x="90562" y="312718"/>
                  </a:lnTo>
                  <a:lnTo>
                    <a:pt x="95314" y="315073"/>
                  </a:lnTo>
                  <a:lnTo>
                    <a:pt x="100138" y="317275"/>
                  </a:lnTo>
                  <a:lnTo>
                    <a:pt x="105030" y="319324"/>
                  </a:lnTo>
                  <a:lnTo>
                    <a:pt x="109984" y="321216"/>
                  </a:lnTo>
                  <a:lnTo>
                    <a:pt x="114996" y="322950"/>
                  </a:lnTo>
                  <a:lnTo>
                    <a:pt x="120060" y="324525"/>
                  </a:lnTo>
                  <a:lnTo>
                    <a:pt x="125172" y="325937"/>
                  </a:lnTo>
                  <a:lnTo>
                    <a:pt x="130326" y="327188"/>
                  </a:lnTo>
                  <a:lnTo>
                    <a:pt x="135517" y="328273"/>
                  </a:lnTo>
                  <a:lnTo>
                    <a:pt x="140740" y="329194"/>
                  </a:lnTo>
                  <a:lnTo>
                    <a:pt x="145989" y="329949"/>
                  </a:lnTo>
                  <a:lnTo>
                    <a:pt x="151260" y="330536"/>
                  </a:lnTo>
                  <a:lnTo>
                    <a:pt x="156547" y="330957"/>
                  </a:lnTo>
                  <a:lnTo>
                    <a:pt x="161844" y="331209"/>
                  </a:lnTo>
                  <a:lnTo>
                    <a:pt x="167147" y="331293"/>
                  </a:lnTo>
                  <a:lnTo>
                    <a:pt x="172450" y="331209"/>
                  </a:lnTo>
                  <a:lnTo>
                    <a:pt x="177747" y="330957"/>
                  </a:lnTo>
                  <a:lnTo>
                    <a:pt x="183034" y="330536"/>
                  </a:lnTo>
                  <a:lnTo>
                    <a:pt x="188304" y="329949"/>
                  </a:lnTo>
                  <a:lnTo>
                    <a:pt x="193554" y="329194"/>
                  </a:lnTo>
                  <a:lnTo>
                    <a:pt x="198777" y="328273"/>
                  </a:lnTo>
                  <a:lnTo>
                    <a:pt x="203968" y="327188"/>
                  </a:lnTo>
                  <a:lnTo>
                    <a:pt x="209122" y="325937"/>
                  </a:lnTo>
                  <a:lnTo>
                    <a:pt x="214233" y="324525"/>
                  </a:lnTo>
                  <a:lnTo>
                    <a:pt x="219298" y="322950"/>
                  </a:lnTo>
                  <a:lnTo>
                    <a:pt x="224309" y="321216"/>
                  </a:lnTo>
                  <a:lnTo>
                    <a:pt x="229264" y="319324"/>
                  </a:lnTo>
                  <a:lnTo>
                    <a:pt x="234156" y="317275"/>
                  </a:lnTo>
                  <a:lnTo>
                    <a:pt x="238980" y="315073"/>
                  </a:lnTo>
                  <a:lnTo>
                    <a:pt x="243732" y="312718"/>
                  </a:lnTo>
                  <a:lnTo>
                    <a:pt x="248407" y="310214"/>
                  </a:lnTo>
                  <a:lnTo>
                    <a:pt x="253000" y="307563"/>
                  </a:lnTo>
                  <a:lnTo>
                    <a:pt x="257507" y="304767"/>
                  </a:lnTo>
                  <a:lnTo>
                    <a:pt x="261923" y="301830"/>
                  </a:lnTo>
                  <a:lnTo>
                    <a:pt x="266243" y="298754"/>
                  </a:lnTo>
                  <a:lnTo>
                    <a:pt x="270464" y="295543"/>
                  </a:lnTo>
                  <a:lnTo>
                    <a:pt x="274580" y="292200"/>
                  </a:lnTo>
                  <a:lnTo>
                    <a:pt x="278589" y="288727"/>
                  </a:lnTo>
                  <a:lnTo>
                    <a:pt x="282485" y="285130"/>
                  </a:lnTo>
                  <a:lnTo>
                    <a:pt x="286266" y="281410"/>
                  </a:lnTo>
                  <a:lnTo>
                    <a:pt x="289926" y="277572"/>
                  </a:lnTo>
                  <a:lnTo>
                    <a:pt x="293463" y="273621"/>
                  </a:lnTo>
                  <a:lnTo>
                    <a:pt x="296873" y="269559"/>
                  </a:lnTo>
                  <a:lnTo>
                    <a:pt x="300152" y="265391"/>
                  </a:lnTo>
                  <a:lnTo>
                    <a:pt x="303297" y="261121"/>
                  </a:lnTo>
                  <a:lnTo>
                    <a:pt x="306306" y="256753"/>
                  </a:lnTo>
                  <a:lnTo>
                    <a:pt x="309174" y="252292"/>
                  </a:lnTo>
                  <a:lnTo>
                    <a:pt x="311899" y="247742"/>
                  </a:lnTo>
                  <a:lnTo>
                    <a:pt x="314479" y="243109"/>
                  </a:lnTo>
                  <a:lnTo>
                    <a:pt x="316910" y="238395"/>
                  </a:lnTo>
                  <a:lnTo>
                    <a:pt x="319190" y="233607"/>
                  </a:lnTo>
                  <a:lnTo>
                    <a:pt x="321318" y="228749"/>
                  </a:lnTo>
                  <a:lnTo>
                    <a:pt x="323290" y="223826"/>
                  </a:lnTo>
                  <a:lnTo>
                    <a:pt x="325105" y="218843"/>
                  </a:lnTo>
                  <a:lnTo>
                    <a:pt x="326762" y="213805"/>
                  </a:lnTo>
                  <a:lnTo>
                    <a:pt x="328257" y="208717"/>
                  </a:lnTo>
                  <a:lnTo>
                    <a:pt x="329591" y="203584"/>
                  </a:lnTo>
                  <a:lnTo>
                    <a:pt x="330761" y="198411"/>
                  </a:lnTo>
                  <a:lnTo>
                    <a:pt x="331766" y="193204"/>
                  </a:lnTo>
                  <a:lnTo>
                    <a:pt x="332605" y="187968"/>
                  </a:lnTo>
                  <a:lnTo>
                    <a:pt x="333278" y="182707"/>
                  </a:lnTo>
                  <a:lnTo>
                    <a:pt x="333784" y="177428"/>
                  </a:lnTo>
                  <a:lnTo>
                    <a:pt x="334122" y="172135"/>
                  </a:lnTo>
                  <a:lnTo>
                    <a:pt x="334292" y="166835"/>
                  </a:lnTo>
                  <a:lnTo>
                    <a:pt x="334294" y="161531"/>
                  </a:lnTo>
                  <a:lnTo>
                    <a:pt x="334128" y="156230"/>
                  </a:lnTo>
                  <a:lnTo>
                    <a:pt x="333793" y="150938"/>
                  </a:lnTo>
                  <a:lnTo>
                    <a:pt x="333291" y="145658"/>
                  </a:lnTo>
                  <a:lnTo>
                    <a:pt x="332622" y="140397"/>
                  </a:lnTo>
                  <a:lnTo>
                    <a:pt x="331786" y="135160"/>
                  </a:lnTo>
                  <a:lnTo>
                    <a:pt x="330784" y="129952"/>
                  </a:lnTo>
                  <a:lnTo>
                    <a:pt x="329618" y="124778"/>
                  </a:lnTo>
                  <a:lnTo>
                    <a:pt x="328288" y="119645"/>
                  </a:lnTo>
                  <a:lnTo>
                    <a:pt x="326796" y="114555"/>
                  </a:lnTo>
                  <a:lnTo>
                    <a:pt x="325143" y="109516"/>
                  </a:lnTo>
                  <a:lnTo>
                    <a:pt x="323331" y="104532"/>
                  </a:lnTo>
                  <a:lnTo>
                    <a:pt x="321362" y="99607"/>
                  </a:lnTo>
                  <a:lnTo>
                    <a:pt x="319238" y="94748"/>
                  </a:lnTo>
                  <a:lnTo>
                    <a:pt x="316961" y="89958"/>
                  </a:lnTo>
                  <a:lnTo>
                    <a:pt x="314533" y="85244"/>
                  </a:lnTo>
                  <a:lnTo>
                    <a:pt x="311956" y="80608"/>
                  </a:lnTo>
                  <a:lnTo>
                    <a:pt x="309234" y="76057"/>
                  </a:lnTo>
                  <a:lnTo>
                    <a:pt x="306369" y="71594"/>
                  </a:lnTo>
                  <a:lnTo>
                    <a:pt x="303364" y="67224"/>
                  </a:lnTo>
                  <a:lnTo>
                    <a:pt x="300221" y="62952"/>
                  </a:lnTo>
                  <a:lnTo>
                    <a:pt x="296945" y="58781"/>
                  </a:lnTo>
                  <a:lnTo>
                    <a:pt x="293538" y="54717"/>
                  </a:lnTo>
                  <a:lnTo>
                    <a:pt x="290004" y="50763"/>
                  </a:lnTo>
                  <a:lnTo>
                    <a:pt x="286346" y="46923"/>
                  </a:lnTo>
                  <a:lnTo>
                    <a:pt x="282568" y="43201"/>
                  </a:lnTo>
                  <a:lnTo>
                    <a:pt x="278674" y="39600"/>
                  </a:lnTo>
                  <a:lnTo>
                    <a:pt x="274668" y="36125"/>
                  </a:lnTo>
                  <a:lnTo>
                    <a:pt x="270554" y="32779"/>
                  </a:lnTo>
                  <a:lnTo>
                    <a:pt x="266335" y="29565"/>
                  </a:lnTo>
                  <a:lnTo>
                    <a:pt x="262017" y="26486"/>
                  </a:lnTo>
                  <a:lnTo>
                    <a:pt x="257603" y="23546"/>
                  </a:lnTo>
                  <a:lnTo>
                    <a:pt x="253098" y="20747"/>
                  </a:lnTo>
                  <a:lnTo>
                    <a:pt x="248507" y="18093"/>
                  </a:lnTo>
                  <a:lnTo>
                    <a:pt x="243834" y="15586"/>
                  </a:lnTo>
                  <a:lnTo>
                    <a:pt x="239083" y="13228"/>
                  </a:lnTo>
                  <a:lnTo>
                    <a:pt x="234260" y="11022"/>
                  </a:lnTo>
                  <a:lnTo>
                    <a:pt x="229370" y="8970"/>
                  </a:lnTo>
                  <a:lnTo>
                    <a:pt x="224417" y="7074"/>
                  </a:lnTo>
                  <a:lnTo>
                    <a:pt x="219406" y="5337"/>
                  </a:lnTo>
                  <a:lnTo>
                    <a:pt x="214343" y="3759"/>
                  </a:lnTo>
                  <a:lnTo>
                    <a:pt x="209232" y="2343"/>
                  </a:lnTo>
                  <a:lnTo>
                    <a:pt x="204079" y="1089"/>
                  </a:lnTo>
                  <a:lnTo>
                    <a:pt x="198889" y="0"/>
                  </a:lnTo>
                  <a:lnTo>
                    <a:pt x="167147" y="164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486215" y="5399291"/>
              <a:ext cx="31742" cy="167167"/>
            </a:xfrm>
            <a:custGeom>
              <a:avLst/>
              <a:pathLst>
                <a:path w="31742" h="167167">
                  <a:moveTo>
                    <a:pt x="31742" y="3041"/>
                  </a:moveTo>
                  <a:lnTo>
                    <a:pt x="25449" y="1948"/>
                  </a:lnTo>
                  <a:lnTo>
                    <a:pt x="19119" y="1097"/>
                  </a:lnTo>
                  <a:lnTo>
                    <a:pt x="12762" y="487"/>
                  </a:lnTo>
                  <a:lnTo>
                    <a:pt x="6385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856376" y="5399291"/>
              <a:ext cx="167167" cy="327517"/>
            </a:xfrm>
            <a:custGeom>
              <a:avLst/>
              <a:pathLst>
                <a:path w="167167" h="327517">
                  <a:moveTo>
                    <a:pt x="167167" y="0"/>
                  </a:moveTo>
                  <a:lnTo>
                    <a:pt x="161805" y="86"/>
                  </a:lnTo>
                  <a:lnTo>
                    <a:pt x="156449" y="343"/>
                  </a:lnTo>
                  <a:lnTo>
                    <a:pt x="151104" y="773"/>
                  </a:lnTo>
                  <a:lnTo>
                    <a:pt x="145775" y="1374"/>
                  </a:lnTo>
                  <a:lnTo>
                    <a:pt x="140469" y="2145"/>
                  </a:lnTo>
                  <a:lnTo>
                    <a:pt x="135190" y="3086"/>
                  </a:lnTo>
                  <a:lnTo>
                    <a:pt x="129944" y="4196"/>
                  </a:lnTo>
                  <a:lnTo>
                    <a:pt x="124736" y="5474"/>
                  </a:lnTo>
                  <a:lnTo>
                    <a:pt x="119572" y="6918"/>
                  </a:lnTo>
                  <a:lnTo>
                    <a:pt x="114456" y="8527"/>
                  </a:lnTo>
                  <a:lnTo>
                    <a:pt x="109395" y="10299"/>
                  </a:lnTo>
                  <a:lnTo>
                    <a:pt x="104394" y="12233"/>
                  </a:lnTo>
                  <a:lnTo>
                    <a:pt x="99457" y="14326"/>
                  </a:lnTo>
                  <a:lnTo>
                    <a:pt x="94589" y="16577"/>
                  </a:lnTo>
                  <a:lnTo>
                    <a:pt x="89797" y="18982"/>
                  </a:lnTo>
                  <a:lnTo>
                    <a:pt x="85084" y="21540"/>
                  </a:lnTo>
                  <a:lnTo>
                    <a:pt x="80455" y="24247"/>
                  </a:lnTo>
                  <a:lnTo>
                    <a:pt x="75916" y="27102"/>
                  </a:lnTo>
                  <a:lnTo>
                    <a:pt x="71471" y="30101"/>
                  </a:lnTo>
                  <a:lnTo>
                    <a:pt x="67124" y="33240"/>
                  </a:lnTo>
                  <a:lnTo>
                    <a:pt x="62880" y="36518"/>
                  </a:lnTo>
                  <a:lnTo>
                    <a:pt x="58743" y="39930"/>
                  </a:lnTo>
                  <a:lnTo>
                    <a:pt x="54718" y="43473"/>
                  </a:lnTo>
                  <a:lnTo>
                    <a:pt x="50808" y="47143"/>
                  </a:lnTo>
                  <a:lnTo>
                    <a:pt x="47019" y="50937"/>
                  </a:lnTo>
                  <a:lnTo>
                    <a:pt x="43352" y="54851"/>
                  </a:lnTo>
                  <a:lnTo>
                    <a:pt x="39814" y="58880"/>
                  </a:lnTo>
                  <a:lnTo>
                    <a:pt x="36406" y="63020"/>
                  </a:lnTo>
                  <a:lnTo>
                    <a:pt x="33133" y="67267"/>
                  </a:lnTo>
                  <a:lnTo>
                    <a:pt x="29998" y="71618"/>
                  </a:lnTo>
                  <a:lnTo>
                    <a:pt x="27004" y="76066"/>
                  </a:lnTo>
                  <a:lnTo>
                    <a:pt x="24154" y="80609"/>
                  </a:lnTo>
                  <a:lnTo>
                    <a:pt x="21451" y="85240"/>
                  </a:lnTo>
                  <a:lnTo>
                    <a:pt x="18899" y="89956"/>
                  </a:lnTo>
                  <a:lnTo>
                    <a:pt x="16499" y="94751"/>
                  </a:lnTo>
                  <a:lnTo>
                    <a:pt x="14254" y="99621"/>
                  </a:lnTo>
                  <a:lnTo>
                    <a:pt x="12166" y="104560"/>
                  </a:lnTo>
                  <a:lnTo>
                    <a:pt x="10237" y="109564"/>
                  </a:lnTo>
                  <a:lnTo>
                    <a:pt x="8471" y="114627"/>
                  </a:lnTo>
                  <a:lnTo>
                    <a:pt x="6867" y="119744"/>
                  </a:lnTo>
                  <a:lnTo>
                    <a:pt x="5429" y="124909"/>
                  </a:lnTo>
                  <a:lnTo>
                    <a:pt x="4156" y="130119"/>
                  </a:lnTo>
                  <a:lnTo>
                    <a:pt x="3052" y="135366"/>
                  </a:lnTo>
                  <a:lnTo>
                    <a:pt x="2117" y="140646"/>
                  </a:lnTo>
                  <a:lnTo>
                    <a:pt x="1351" y="145953"/>
                  </a:lnTo>
                  <a:lnTo>
                    <a:pt x="756" y="151283"/>
                  </a:lnTo>
                  <a:lnTo>
                    <a:pt x="332" y="156628"/>
                  </a:lnTo>
                  <a:lnTo>
                    <a:pt x="80" y="161985"/>
                  </a:lnTo>
                  <a:lnTo>
                    <a:pt x="0" y="167346"/>
                  </a:lnTo>
                  <a:lnTo>
                    <a:pt x="91" y="172708"/>
                  </a:lnTo>
                  <a:lnTo>
                    <a:pt x="355" y="178064"/>
                  </a:lnTo>
                  <a:lnTo>
                    <a:pt x="790" y="183408"/>
                  </a:lnTo>
                  <a:lnTo>
                    <a:pt x="1397" y="188736"/>
                  </a:lnTo>
                  <a:lnTo>
                    <a:pt x="2174" y="194042"/>
                  </a:lnTo>
                  <a:lnTo>
                    <a:pt x="3121" y="199320"/>
                  </a:lnTo>
                  <a:lnTo>
                    <a:pt x="4236" y="204565"/>
                  </a:lnTo>
                  <a:lnTo>
                    <a:pt x="5520" y="209772"/>
                  </a:lnTo>
                  <a:lnTo>
                    <a:pt x="6969" y="214934"/>
                  </a:lnTo>
                  <a:lnTo>
                    <a:pt x="8584" y="220048"/>
                  </a:lnTo>
                  <a:lnTo>
                    <a:pt x="10361" y="225107"/>
                  </a:lnTo>
                  <a:lnTo>
                    <a:pt x="12300" y="230106"/>
                  </a:lnTo>
                  <a:lnTo>
                    <a:pt x="14399" y="235041"/>
                  </a:lnTo>
                  <a:lnTo>
                    <a:pt x="16654" y="239906"/>
                  </a:lnTo>
                  <a:lnTo>
                    <a:pt x="19065" y="244696"/>
                  </a:lnTo>
                  <a:lnTo>
                    <a:pt x="21628" y="249406"/>
                  </a:lnTo>
                  <a:lnTo>
                    <a:pt x="24340" y="254032"/>
                  </a:lnTo>
                  <a:lnTo>
                    <a:pt x="27200" y="258568"/>
                  </a:lnTo>
                  <a:lnTo>
                    <a:pt x="30203" y="263010"/>
                  </a:lnTo>
                  <a:lnTo>
                    <a:pt x="33348" y="267354"/>
                  </a:lnTo>
                  <a:lnTo>
                    <a:pt x="36630" y="271594"/>
                  </a:lnTo>
                  <a:lnTo>
                    <a:pt x="40047" y="275727"/>
                  </a:lnTo>
                  <a:lnTo>
                    <a:pt x="43594" y="279749"/>
                  </a:lnTo>
                  <a:lnTo>
                    <a:pt x="47268" y="283654"/>
                  </a:lnTo>
                  <a:lnTo>
                    <a:pt x="51066" y="287440"/>
                  </a:lnTo>
                  <a:lnTo>
                    <a:pt x="54983" y="291102"/>
                  </a:lnTo>
                  <a:lnTo>
                    <a:pt x="59016" y="294636"/>
                  </a:lnTo>
                  <a:lnTo>
                    <a:pt x="63160" y="298039"/>
                  </a:lnTo>
                  <a:lnTo>
                    <a:pt x="67411" y="301308"/>
                  </a:lnTo>
                  <a:lnTo>
                    <a:pt x="71765" y="304438"/>
                  </a:lnTo>
                  <a:lnTo>
                    <a:pt x="76217" y="307428"/>
                  </a:lnTo>
                  <a:lnTo>
                    <a:pt x="80762" y="310272"/>
                  </a:lnTo>
                  <a:lnTo>
                    <a:pt x="85397" y="312970"/>
                  </a:lnTo>
                  <a:lnTo>
                    <a:pt x="90115" y="315518"/>
                  </a:lnTo>
                  <a:lnTo>
                    <a:pt x="94913" y="317913"/>
                  </a:lnTo>
                  <a:lnTo>
                    <a:pt x="99785" y="320153"/>
                  </a:lnTo>
                  <a:lnTo>
                    <a:pt x="104726" y="322235"/>
                  </a:lnTo>
                  <a:lnTo>
                    <a:pt x="109732" y="324158"/>
                  </a:lnTo>
                  <a:lnTo>
                    <a:pt x="114797" y="325919"/>
                  </a:lnTo>
                  <a:lnTo>
                    <a:pt x="119916" y="32751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4976292" y="5566459"/>
              <a:ext cx="47251" cy="160350"/>
            </a:xfrm>
            <a:custGeom>
              <a:avLst/>
              <a:pathLst>
                <a:path w="47251" h="160350">
                  <a:moveTo>
                    <a:pt x="0" y="160350"/>
                  </a:moveTo>
                  <a:lnTo>
                    <a:pt x="472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976292" y="5566459"/>
              <a:ext cx="47251" cy="160350"/>
            </a:xfrm>
            <a:custGeom>
              <a:avLst/>
              <a:pathLst>
                <a:path w="47251" h="160350">
                  <a:moveTo>
                    <a:pt x="0" y="160350"/>
                  </a:moveTo>
                  <a:lnTo>
                    <a:pt x="472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4976292" y="5566459"/>
              <a:ext cx="47251" cy="160350"/>
            </a:xfrm>
            <a:custGeom>
              <a:avLst/>
              <a:pathLst>
                <a:path w="47251" h="160350">
                  <a:moveTo>
                    <a:pt x="0" y="160350"/>
                  </a:moveTo>
                  <a:lnTo>
                    <a:pt x="472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4976292" y="5566459"/>
              <a:ext cx="47251" cy="160350"/>
            </a:xfrm>
            <a:custGeom>
              <a:avLst/>
              <a:pathLst>
                <a:path w="47251" h="160350">
                  <a:moveTo>
                    <a:pt x="0" y="160350"/>
                  </a:moveTo>
                  <a:lnTo>
                    <a:pt x="4725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4976292" y="5566459"/>
              <a:ext cx="47251" cy="160350"/>
            </a:xfrm>
            <a:custGeom>
              <a:avLst/>
              <a:pathLst>
                <a:path w="47251" h="160350">
                  <a:moveTo>
                    <a:pt x="0" y="160350"/>
                  </a:moveTo>
                  <a:lnTo>
                    <a:pt x="4725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4976292" y="5566459"/>
              <a:ext cx="129551" cy="167151"/>
            </a:xfrm>
            <a:custGeom>
              <a:avLst/>
              <a:pathLst>
                <a:path w="129551" h="167151">
                  <a:moveTo>
                    <a:pt x="0" y="160350"/>
                  </a:moveTo>
                  <a:lnTo>
                    <a:pt x="5379" y="161838"/>
                  </a:lnTo>
                  <a:lnTo>
                    <a:pt x="10805" y="163146"/>
                  </a:lnTo>
                  <a:lnTo>
                    <a:pt x="16271" y="164271"/>
                  </a:lnTo>
                  <a:lnTo>
                    <a:pt x="21772" y="165214"/>
                  </a:lnTo>
                  <a:lnTo>
                    <a:pt x="27301" y="165972"/>
                  </a:lnTo>
                  <a:lnTo>
                    <a:pt x="32853" y="166546"/>
                  </a:lnTo>
                  <a:lnTo>
                    <a:pt x="38421" y="166934"/>
                  </a:lnTo>
                  <a:lnTo>
                    <a:pt x="43998" y="167135"/>
                  </a:lnTo>
                  <a:lnTo>
                    <a:pt x="49579" y="167151"/>
                  </a:lnTo>
                  <a:lnTo>
                    <a:pt x="55158" y="166980"/>
                  </a:lnTo>
                  <a:lnTo>
                    <a:pt x="60728" y="166623"/>
                  </a:lnTo>
                  <a:lnTo>
                    <a:pt x="66282" y="166080"/>
                  </a:lnTo>
                  <a:lnTo>
                    <a:pt x="71816" y="165352"/>
                  </a:lnTo>
                  <a:lnTo>
                    <a:pt x="77322" y="164440"/>
                  </a:lnTo>
                  <a:lnTo>
                    <a:pt x="82795" y="163344"/>
                  </a:lnTo>
                  <a:lnTo>
                    <a:pt x="88228" y="162067"/>
                  </a:lnTo>
                  <a:lnTo>
                    <a:pt x="93615" y="160609"/>
                  </a:lnTo>
                  <a:lnTo>
                    <a:pt x="98951" y="158971"/>
                  </a:lnTo>
                  <a:lnTo>
                    <a:pt x="104229" y="157157"/>
                  </a:lnTo>
                  <a:lnTo>
                    <a:pt x="109443" y="155167"/>
                  </a:lnTo>
                  <a:lnTo>
                    <a:pt x="114588" y="153005"/>
                  </a:lnTo>
                  <a:lnTo>
                    <a:pt x="119658" y="150672"/>
                  </a:lnTo>
                  <a:lnTo>
                    <a:pt x="124648" y="148171"/>
                  </a:lnTo>
                  <a:lnTo>
                    <a:pt x="129551" y="145504"/>
                  </a:lnTo>
                  <a:lnTo>
                    <a:pt x="4725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023544" y="5399291"/>
              <a:ext cx="167167" cy="312672"/>
            </a:xfrm>
            <a:custGeom>
              <a:avLst/>
              <a:pathLst>
                <a:path w="167167" h="312672">
                  <a:moveTo>
                    <a:pt x="82300" y="312672"/>
                  </a:moveTo>
                  <a:lnTo>
                    <a:pt x="86918" y="309961"/>
                  </a:lnTo>
                  <a:lnTo>
                    <a:pt x="91447" y="307104"/>
                  </a:lnTo>
                  <a:lnTo>
                    <a:pt x="95882" y="304103"/>
                  </a:lnTo>
                  <a:lnTo>
                    <a:pt x="100219" y="300962"/>
                  </a:lnTo>
                  <a:lnTo>
                    <a:pt x="104452" y="297683"/>
                  </a:lnTo>
                  <a:lnTo>
                    <a:pt x="108579" y="294271"/>
                  </a:lnTo>
                  <a:lnTo>
                    <a:pt x="112595" y="290728"/>
                  </a:lnTo>
                  <a:lnTo>
                    <a:pt x="116494" y="287058"/>
                  </a:lnTo>
                  <a:lnTo>
                    <a:pt x="120275" y="283265"/>
                  </a:lnTo>
                  <a:lnTo>
                    <a:pt x="123931" y="279354"/>
                  </a:lnTo>
                  <a:lnTo>
                    <a:pt x="127461" y="275327"/>
                  </a:lnTo>
                  <a:lnTo>
                    <a:pt x="130860" y="271189"/>
                  </a:lnTo>
                  <a:lnTo>
                    <a:pt x="134125" y="266944"/>
                  </a:lnTo>
                  <a:lnTo>
                    <a:pt x="137251" y="262597"/>
                  </a:lnTo>
                  <a:lnTo>
                    <a:pt x="140238" y="258152"/>
                  </a:lnTo>
                  <a:lnTo>
                    <a:pt x="143080" y="253613"/>
                  </a:lnTo>
                  <a:lnTo>
                    <a:pt x="145775" y="248986"/>
                  </a:lnTo>
                  <a:lnTo>
                    <a:pt x="148321" y="244275"/>
                  </a:lnTo>
                  <a:lnTo>
                    <a:pt x="150715" y="239485"/>
                  </a:lnTo>
                  <a:lnTo>
                    <a:pt x="152954" y="234621"/>
                  </a:lnTo>
                  <a:lnTo>
                    <a:pt x="155036" y="229687"/>
                  </a:lnTo>
                  <a:lnTo>
                    <a:pt x="156958" y="224689"/>
                  </a:lnTo>
                  <a:lnTo>
                    <a:pt x="158720" y="219633"/>
                  </a:lnTo>
                  <a:lnTo>
                    <a:pt x="160319" y="214522"/>
                  </a:lnTo>
                  <a:lnTo>
                    <a:pt x="161754" y="209363"/>
                  </a:lnTo>
                  <a:lnTo>
                    <a:pt x="163022" y="204160"/>
                  </a:lnTo>
                  <a:lnTo>
                    <a:pt x="164124" y="198920"/>
                  </a:lnTo>
                  <a:lnTo>
                    <a:pt x="165056" y="193647"/>
                  </a:lnTo>
                  <a:lnTo>
                    <a:pt x="165820" y="188347"/>
                  </a:lnTo>
                  <a:lnTo>
                    <a:pt x="166413" y="183025"/>
                  </a:lnTo>
                  <a:lnTo>
                    <a:pt x="166836" y="177686"/>
                  </a:lnTo>
                  <a:lnTo>
                    <a:pt x="167087" y="172337"/>
                  </a:lnTo>
                  <a:lnTo>
                    <a:pt x="167167" y="166983"/>
                  </a:lnTo>
                  <a:lnTo>
                    <a:pt x="167075" y="161629"/>
                  </a:lnTo>
                  <a:lnTo>
                    <a:pt x="166812" y="156280"/>
                  </a:lnTo>
                  <a:lnTo>
                    <a:pt x="166378" y="150943"/>
                  </a:lnTo>
                  <a:lnTo>
                    <a:pt x="165773" y="145623"/>
                  </a:lnTo>
                  <a:lnTo>
                    <a:pt x="164998" y="140324"/>
                  </a:lnTo>
                  <a:lnTo>
                    <a:pt x="164053" y="135053"/>
                  </a:lnTo>
                  <a:lnTo>
                    <a:pt x="162941" y="129815"/>
                  </a:lnTo>
                  <a:lnTo>
                    <a:pt x="161661" y="124615"/>
                  </a:lnTo>
                  <a:lnTo>
                    <a:pt x="160215" y="119459"/>
                  </a:lnTo>
                  <a:lnTo>
                    <a:pt x="158605" y="114352"/>
                  </a:lnTo>
                  <a:lnTo>
                    <a:pt x="156832" y="109299"/>
                  </a:lnTo>
                  <a:lnTo>
                    <a:pt x="154898" y="104306"/>
                  </a:lnTo>
                  <a:lnTo>
                    <a:pt x="152805" y="99377"/>
                  </a:lnTo>
                  <a:lnTo>
                    <a:pt x="150555" y="94517"/>
                  </a:lnTo>
                  <a:lnTo>
                    <a:pt x="148151" y="89732"/>
                  </a:lnTo>
                  <a:lnTo>
                    <a:pt x="145595" y="85027"/>
                  </a:lnTo>
                  <a:lnTo>
                    <a:pt x="142889" y="80406"/>
                  </a:lnTo>
                  <a:lnTo>
                    <a:pt x="140037" y="75874"/>
                  </a:lnTo>
                  <a:lnTo>
                    <a:pt x="137041" y="71435"/>
                  </a:lnTo>
                  <a:lnTo>
                    <a:pt x="133905" y="67095"/>
                  </a:lnTo>
                  <a:lnTo>
                    <a:pt x="130631" y="62858"/>
                  </a:lnTo>
                  <a:lnTo>
                    <a:pt x="127223" y="58727"/>
                  </a:lnTo>
                  <a:lnTo>
                    <a:pt x="123684" y="54708"/>
                  </a:lnTo>
                  <a:lnTo>
                    <a:pt x="120019" y="50804"/>
                  </a:lnTo>
                  <a:lnTo>
                    <a:pt x="116230" y="47020"/>
                  </a:lnTo>
                  <a:lnTo>
                    <a:pt x="112322" y="43359"/>
                  </a:lnTo>
                  <a:lnTo>
                    <a:pt x="108299" y="39824"/>
                  </a:lnTo>
                  <a:lnTo>
                    <a:pt x="104165" y="36421"/>
                  </a:lnTo>
                  <a:lnTo>
                    <a:pt x="99924" y="33152"/>
                  </a:lnTo>
                  <a:lnTo>
                    <a:pt x="95580" y="30020"/>
                  </a:lnTo>
                  <a:lnTo>
                    <a:pt x="91139" y="27029"/>
                  </a:lnTo>
                  <a:lnTo>
                    <a:pt x="86603" y="24182"/>
                  </a:lnTo>
                  <a:lnTo>
                    <a:pt x="81979" y="21481"/>
                  </a:lnTo>
                  <a:lnTo>
                    <a:pt x="77271" y="18930"/>
                  </a:lnTo>
                  <a:lnTo>
                    <a:pt x="72483" y="16531"/>
                  </a:lnTo>
                  <a:lnTo>
                    <a:pt x="67621" y="14287"/>
                  </a:lnTo>
                  <a:lnTo>
                    <a:pt x="62690" y="12200"/>
                  </a:lnTo>
                  <a:lnTo>
                    <a:pt x="57695" y="10271"/>
                  </a:lnTo>
                  <a:lnTo>
                    <a:pt x="52640" y="8504"/>
                  </a:lnTo>
                  <a:lnTo>
                    <a:pt x="47531" y="6899"/>
                  </a:lnTo>
                  <a:lnTo>
                    <a:pt x="42373" y="5459"/>
                  </a:lnTo>
                  <a:lnTo>
                    <a:pt x="37172" y="4185"/>
                  </a:lnTo>
                  <a:lnTo>
                    <a:pt x="31933" y="3078"/>
                  </a:lnTo>
                  <a:lnTo>
                    <a:pt x="26661" y="2139"/>
                  </a:lnTo>
                  <a:lnTo>
                    <a:pt x="21362" y="1370"/>
                  </a:lnTo>
                  <a:lnTo>
                    <a:pt x="16040" y="771"/>
                  </a:lnTo>
                  <a:lnTo>
                    <a:pt x="10702" y="342"/>
                  </a:lnTo>
                  <a:lnTo>
                    <a:pt x="535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16884" y="5269756"/>
              <a:ext cx="128373" cy="167167"/>
            </a:xfrm>
            <a:custGeom>
              <a:avLst/>
              <a:pathLst>
                <a:path w="128373" h="167167">
                  <a:moveTo>
                    <a:pt x="128373" y="0"/>
                  </a:moveTo>
                  <a:lnTo>
                    <a:pt x="122745" y="94"/>
                  </a:lnTo>
                  <a:lnTo>
                    <a:pt x="117122" y="379"/>
                  </a:lnTo>
                  <a:lnTo>
                    <a:pt x="111513" y="852"/>
                  </a:lnTo>
                  <a:lnTo>
                    <a:pt x="105922" y="1514"/>
                  </a:lnTo>
                  <a:lnTo>
                    <a:pt x="100357" y="2364"/>
                  </a:lnTo>
                  <a:lnTo>
                    <a:pt x="94824" y="3401"/>
                  </a:lnTo>
                  <a:lnTo>
                    <a:pt x="89329" y="4623"/>
                  </a:lnTo>
                  <a:lnTo>
                    <a:pt x="83878" y="6030"/>
                  </a:lnTo>
                  <a:lnTo>
                    <a:pt x="78478" y="7620"/>
                  </a:lnTo>
                  <a:lnTo>
                    <a:pt x="73134" y="9390"/>
                  </a:lnTo>
                  <a:lnTo>
                    <a:pt x="67853" y="11339"/>
                  </a:lnTo>
                  <a:lnTo>
                    <a:pt x="62640" y="13466"/>
                  </a:lnTo>
                  <a:lnTo>
                    <a:pt x="57502" y="15766"/>
                  </a:lnTo>
                  <a:lnTo>
                    <a:pt x="52445" y="18238"/>
                  </a:lnTo>
                  <a:lnTo>
                    <a:pt x="47473" y="20879"/>
                  </a:lnTo>
                  <a:lnTo>
                    <a:pt x="42593" y="23686"/>
                  </a:lnTo>
                  <a:lnTo>
                    <a:pt x="37811" y="26656"/>
                  </a:lnTo>
                  <a:lnTo>
                    <a:pt x="33131" y="29785"/>
                  </a:lnTo>
                  <a:lnTo>
                    <a:pt x="28559" y="33070"/>
                  </a:lnTo>
                  <a:lnTo>
                    <a:pt x="24101" y="36507"/>
                  </a:lnTo>
                  <a:lnTo>
                    <a:pt x="19760" y="40092"/>
                  </a:lnTo>
                  <a:lnTo>
                    <a:pt x="15543" y="43821"/>
                  </a:lnTo>
                  <a:lnTo>
                    <a:pt x="11454" y="47690"/>
                  </a:lnTo>
                  <a:lnTo>
                    <a:pt x="7497" y="51695"/>
                  </a:lnTo>
                  <a:lnTo>
                    <a:pt x="3678" y="55830"/>
                  </a:lnTo>
                  <a:lnTo>
                    <a:pt x="0" y="60092"/>
                  </a:lnTo>
                  <a:lnTo>
                    <a:pt x="12837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16884" y="5329848"/>
              <a:ext cx="128373" cy="107075"/>
            </a:xfrm>
            <a:custGeom>
              <a:avLst/>
              <a:pathLst>
                <a:path w="128373" h="107075">
                  <a:moveTo>
                    <a:pt x="0" y="0"/>
                  </a:moveTo>
                  <a:lnTo>
                    <a:pt x="128373" y="1070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16884" y="5329848"/>
              <a:ext cx="128373" cy="107075"/>
            </a:xfrm>
            <a:custGeom>
              <a:avLst/>
              <a:pathLst>
                <a:path w="128373" h="107075">
                  <a:moveTo>
                    <a:pt x="0" y="0"/>
                  </a:moveTo>
                  <a:lnTo>
                    <a:pt x="128373" y="1070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416884" y="5329848"/>
              <a:ext cx="128373" cy="107075"/>
            </a:xfrm>
            <a:custGeom>
              <a:avLst/>
              <a:pathLst>
                <a:path w="128373" h="107075">
                  <a:moveTo>
                    <a:pt x="0" y="0"/>
                  </a:moveTo>
                  <a:lnTo>
                    <a:pt x="128373" y="1070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416884" y="5329848"/>
              <a:ext cx="128373" cy="107075"/>
            </a:xfrm>
            <a:custGeom>
              <a:avLst/>
              <a:pathLst>
                <a:path w="128373" h="107075">
                  <a:moveTo>
                    <a:pt x="0" y="0"/>
                  </a:moveTo>
                  <a:lnTo>
                    <a:pt x="128373" y="1070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393670" y="5329848"/>
              <a:ext cx="151588" cy="107075"/>
            </a:xfrm>
            <a:custGeom>
              <a:avLst/>
              <a:pathLst>
                <a:path w="151588" h="107075">
                  <a:moveTo>
                    <a:pt x="23214" y="0"/>
                  </a:moveTo>
                  <a:lnTo>
                    <a:pt x="19326" y="4841"/>
                  </a:lnTo>
                  <a:lnTo>
                    <a:pt x="15620" y="9824"/>
                  </a:lnTo>
                  <a:lnTo>
                    <a:pt x="12102" y="14940"/>
                  </a:lnTo>
                  <a:lnTo>
                    <a:pt x="8777" y="20184"/>
                  </a:lnTo>
                  <a:lnTo>
                    <a:pt x="5648" y="25548"/>
                  </a:lnTo>
                  <a:lnTo>
                    <a:pt x="2721" y="31024"/>
                  </a:lnTo>
                  <a:lnTo>
                    <a:pt x="0" y="36605"/>
                  </a:lnTo>
                  <a:lnTo>
                    <a:pt x="151588" y="1070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378098" y="5269756"/>
              <a:ext cx="334311" cy="334333"/>
            </a:xfrm>
            <a:custGeom>
              <a:avLst/>
              <a:pathLst>
                <a:path w="334311" h="334333">
                  <a:moveTo>
                    <a:pt x="15571" y="96698"/>
                  </a:moveTo>
                  <a:lnTo>
                    <a:pt x="13408" y="101549"/>
                  </a:lnTo>
                  <a:lnTo>
                    <a:pt x="11401" y="106467"/>
                  </a:lnTo>
                  <a:lnTo>
                    <a:pt x="9552" y="111446"/>
                  </a:lnTo>
                  <a:lnTo>
                    <a:pt x="7861" y="116481"/>
                  </a:lnTo>
                  <a:lnTo>
                    <a:pt x="6331" y="121568"/>
                  </a:lnTo>
                  <a:lnTo>
                    <a:pt x="4964" y="126700"/>
                  </a:lnTo>
                  <a:lnTo>
                    <a:pt x="3760" y="131873"/>
                  </a:lnTo>
                  <a:lnTo>
                    <a:pt x="2721" y="137082"/>
                  </a:lnTo>
                  <a:lnTo>
                    <a:pt x="1848" y="142322"/>
                  </a:lnTo>
                  <a:lnTo>
                    <a:pt x="1142" y="147586"/>
                  </a:lnTo>
                  <a:lnTo>
                    <a:pt x="604" y="152870"/>
                  </a:lnTo>
                  <a:lnTo>
                    <a:pt x="234" y="158169"/>
                  </a:lnTo>
                  <a:lnTo>
                    <a:pt x="32" y="163476"/>
                  </a:lnTo>
                  <a:lnTo>
                    <a:pt x="0" y="168788"/>
                  </a:lnTo>
                  <a:lnTo>
                    <a:pt x="135" y="174098"/>
                  </a:lnTo>
                  <a:lnTo>
                    <a:pt x="440" y="179400"/>
                  </a:lnTo>
                  <a:lnTo>
                    <a:pt x="913" y="184691"/>
                  </a:lnTo>
                  <a:lnTo>
                    <a:pt x="1553" y="189964"/>
                  </a:lnTo>
                  <a:lnTo>
                    <a:pt x="2361" y="195213"/>
                  </a:lnTo>
                  <a:lnTo>
                    <a:pt x="3335" y="200435"/>
                  </a:lnTo>
                  <a:lnTo>
                    <a:pt x="4475" y="205622"/>
                  </a:lnTo>
                  <a:lnTo>
                    <a:pt x="5779" y="210771"/>
                  </a:lnTo>
                  <a:lnTo>
                    <a:pt x="7246" y="215876"/>
                  </a:lnTo>
                  <a:lnTo>
                    <a:pt x="8874" y="220932"/>
                  </a:lnTo>
                  <a:lnTo>
                    <a:pt x="10662" y="225934"/>
                  </a:lnTo>
                  <a:lnTo>
                    <a:pt x="12608" y="230876"/>
                  </a:lnTo>
                  <a:lnTo>
                    <a:pt x="14710" y="235754"/>
                  </a:lnTo>
                  <a:lnTo>
                    <a:pt x="16966" y="240562"/>
                  </a:lnTo>
                  <a:lnTo>
                    <a:pt x="19373" y="245297"/>
                  </a:lnTo>
                  <a:lnTo>
                    <a:pt x="21930" y="249953"/>
                  </a:lnTo>
                  <a:lnTo>
                    <a:pt x="24633" y="254525"/>
                  </a:lnTo>
                  <a:lnTo>
                    <a:pt x="27481" y="259009"/>
                  </a:lnTo>
                  <a:lnTo>
                    <a:pt x="30469" y="263400"/>
                  </a:lnTo>
                  <a:lnTo>
                    <a:pt x="33595" y="267694"/>
                  </a:lnTo>
                  <a:lnTo>
                    <a:pt x="36856" y="271886"/>
                  </a:lnTo>
                  <a:lnTo>
                    <a:pt x="40249" y="275973"/>
                  </a:lnTo>
                  <a:lnTo>
                    <a:pt x="43770" y="279950"/>
                  </a:lnTo>
                  <a:lnTo>
                    <a:pt x="47415" y="283813"/>
                  </a:lnTo>
                  <a:lnTo>
                    <a:pt x="51181" y="287559"/>
                  </a:lnTo>
                  <a:lnTo>
                    <a:pt x="55065" y="291182"/>
                  </a:lnTo>
                  <a:lnTo>
                    <a:pt x="59061" y="294681"/>
                  </a:lnTo>
                  <a:lnTo>
                    <a:pt x="63167" y="298051"/>
                  </a:lnTo>
                  <a:lnTo>
                    <a:pt x="67378" y="301289"/>
                  </a:lnTo>
                  <a:lnTo>
                    <a:pt x="71689" y="304391"/>
                  </a:lnTo>
                  <a:lnTo>
                    <a:pt x="76097" y="307355"/>
                  </a:lnTo>
                  <a:lnTo>
                    <a:pt x="80596" y="310177"/>
                  </a:lnTo>
                  <a:lnTo>
                    <a:pt x="85183" y="312855"/>
                  </a:lnTo>
                  <a:lnTo>
                    <a:pt x="89853" y="315386"/>
                  </a:lnTo>
                  <a:lnTo>
                    <a:pt x="94601" y="317767"/>
                  </a:lnTo>
                  <a:lnTo>
                    <a:pt x="99422" y="319996"/>
                  </a:lnTo>
                  <a:lnTo>
                    <a:pt x="104312" y="322071"/>
                  </a:lnTo>
                  <a:lnTo>
                    <a:pt x="109265" y="323989"/>
                  </a:lnTo>
                  <a:lnTo>
                    <a:pt x="114276" y="325749"/>
                  </a:lnTo>
                  <a:lnTo>
                    <a:pt x="119341" y="327349"/>
                  </a:lnTo>
                  <a:lnTo>
                    <a:pt x="124454" y="328788"/>
                  </a:lnTo>
                  <a:lnTo>
                    <a:pt x="129610" y="330063"/>
                  </a:lnTo>
                  <a:lnTo>
                    <a:pt x="134804" y="331173"/>
                  </a:lnTo>
                  <a:lnTo>
                    <a:pt x="140031" y="332119"/>
                  </a:lnTo>
                  <a:lnTo>
                    <a:pt x="145285" y="332897"/>
                  </a:lnTo>
                  <a:lnTo>
                    <a:pt x="150561" y="333508"/>
                  </a:lnTo>
                  <a:lnTo>
                    <a:pt x="155854" y="333952"/>
                  </a:lnTo>
                  <a:lnTo>
                    <a:pt x="161159" y="334227"/>
                  </a:lnTo>
                  <a:lnTo>
                    <a:pt x="166469" y="334333"/>
                  </a:lnTo>
                  <a:lnTo>
                    <a:pt x="171780" y="334270"/>
                  </a:lnTo>
                  <a:lnTo>
                    <a:pt x="177087" y="334039"/>
                  </a:lnTo>
                  <a:lnTo>
                    <a:pt x="182383" y="333640"/>
                  </a:lnTo>
                  <a:lnTo>
                    <a:pt x="187664" y="333072"/>
                  </a:lnTo>
                  <a:lnTo>
                    <a:pt x="192925" y="332337"/>
                  </a:lnTo>
                  <a:lnTo>
                    <a:pt x="198159" y="331435"/>
                  </a:lnTo>
                  <a:lnTo>
                    <a:pt x="203362" y="330367"/>
                  </a:lnTo>
                  <a:lnTo>
                    <a:pt x="208529" y="329135"/>
                  </a:lnTo>
                  <a:lnTo>
                    <a:pt x="213653" y="327739"/>
                  </a:lnTo>
                  <a:lnTo>
                    <a:pt x="218731" y="326180"/>
                  </a:lnTo>
                  <a:lnTo>
                    <a:pt x="223757" y="324462"/>
                  </a:lnTo>
                  <a:lnTo>
                    <a:pt x="228726" y="322584"/>
                  </a:lnTo>
                  <a:lnTo>
                    <a:pt x="233632" y="320550"/>
                  </a:lnTo>
                  <a:lnTo>
                    <a:pt x="238471" y="318361"/>
                  </a:lnTo>
                  <a:lnTo>
                    <a:pt x="243239" y="316019"/>
                  </a:lnTo>
                  <a:lnTo>
                    <a:pt x="247929" y="313526"/>
                  </a:lnTo>
                  <a:lnTo>
                    <a:pt x="252538" y="310887"/>
                  </a:lnTo>
                  <a:lnTo>
                    <a:pt x="257061" y="308102"/>
                  </a:lnTo>
                  <a:lnTo>
                    <a:pt x="261493" y="305174"/>
                  </a:lnTo>
                  <a:lnTo>
                    <a:pt x="265830" y="302108"/>
                  </a:lnTo>
                  <a:lnTo>
                    <a:pt x="270067" y="298905"/>
                  </a:lnTo>
                  <a:lnTo>
                    <a:pt x="274201" y="295569"/>
                  </a:lnTo>
                  <a:lnTo>
                    <a:pt x="278226" y="292103"/>
                  </a:lnTo>
                  <a:lnTo>
                    <a:pt x="282139" y="288512"/>
                  </a:lnTo>
                  <a:lnTo>
                    <a:pt x="285936" y="284798"/>
                  </a:lnTo>
                  <a:lnTo>
                    <a:pt x="289613" y="280965"/>
                  </a:lnTo>
                  <a:lnTo>
                    <a:pt x="293167" y="277017"/>
                  </a:lnTo>
                  <a:lnTo>
                    <a:pt x="296593" y="272958"/>
                  </a:lnTo>
                  <a:lnTo>
                    <a:pt x="299889" y="268793"/>
                  </a:lnTo>
                  <a:lnTo>
                    <a:pt x="303050" y="264525"/>
                  </a:lnTo>
                  <a:lnTo>
                    <a:pt x="306075" y="260159"/>
                  </a:lnTo>
                  <a:lnTo>
                    <a:pt x="308959" y="255698"/>
                  </a:lnTo>
                  <a:lnTo>
                    <a:pt x="311700" y="251149"/>
                  </a:lnTo>
                  <a:lnTo>
                    <a:pt x="314295" y="246514"/>
                  </a:lnTo>
                  <a:lnTo>
                    <a:pt x="316741" y="241800"/>
                  </a:lnTo>
                  <a:lnTo>
                    <a:pt x="319037" y="237010"/>
                  </a:lnTo>
                  <a:lnTo>
                    <a:pt x="321179" y="232150"/>
                  </a:lnTo>
                  <a:lnTo>
                    <a:pt x="323166" y="227224"/>
                  </a:lnTo>
                  <a:lnTo>
                    <a:pt x="324995" y="222237"/>
                  </a:lnTo>
                  <a:lnTo>
                    <a:pt x="326665" y="217195"/>
                  </a:lnTo>
                  <a:lnTo>
                    <a:pt x="328174" y="212102"/>
                  </a:lnTo>
                  <a:lnTo>
                    <a:pt x="329520" y="206964"/>
                  </a:lnTo>
                  <a:lnTo>
                    <a:pt x="330703" y="201786"/>
                  </a:lnTo>
                  <a:lnTo>
                    <a:pt x="331720" y="196573"/>
                  </a:lnTo>
                  <a:lnTo>
                    <a:pt x="332571" y="191330"/>
                  </a:lnTo>
                  <a:lnTo>
                    <a:pt x="333255" y="186063"/>
                  </a:lnTo>
                  <a:lnTo>
                    <a:pt x="333772" y="180776"/>
                  </a:lnTo>
                  <a:lnTo>
                    <a:pt x="334120" y="175476"/>
                  </a:lnTo>
                  <a:lnTo>
                    <a:pt x="334300" y="170168"/>
                  </a:lnTo>
                  <a:lnTo>
                    <a:pt x="334311" y="164856"/>
                  </a:lnTo>
                  <a:lnTo>
                    <a:pt x="334153" y="159547"/>
                  </a:lnTo>
                  <a:lnTo>
                    <a:pt x="333826" y="154245"/>
                  </a:lnTo>
                  <a:lnTo>
                    <a:pt x="333332" y="148957"/>
                  </a:lnTo>
                  <a:lnTo>
                    <a:pt x="332669" y="143687"/>
                  </a:lnTo>
                  <a:lnTo>
                    <a:pt x="331840" y="138441"/>
                  </a:lnTo>
                  <a:lnTo>
                    <a:pt x="330844" y="133223"/>
                  </a:lnTo>
                  <a:lnTo>
                    <a:pt x="329683" y="128040"/>
                  </a:lnTo>
                  <a:lnTo>
                    <a:pt x="328358" y="122897"/>
                  </a:lnTo>
                  <a:lnTo>
                    <a:pt x="326870" y="117798"/>
                  </a:lnTo>
                  <a:lnTo>
                    <a:pt x="325221" y="112749"/>
                  </a:lnTo>
                  <a:lnTo>
                    <a:pt x="323413" y="107755"/>
                  </a:lnTo>
                  <a:lnTo>
                    <a:pt x="321446" y="102821"/>
                  </a:lnTo>
                  <a:lnTo>
                    <a:pt x="319324" y="97951"/>
                  </a:lnTo>
                  <a:lnTo>
                    <a:pt x="317048" y="93152"/>
                  </a:lnTo>
                  <a:lnTo>
                    <a:pt x="314621" y="88428"/>
                  </a:lnTo>
                  <a:lnTo>
                    <a:pt x="312045" y="83782"/>
                  </a:lnTo>
                  <a:lnTo>
                    <a:pt x="309323" y="79222"/>
                  </a:lnTo>
                  <a:lnTo>
                    <a:pt x="306457" y="74749"/>
                  </a:lnTo>
                  <a:lnTo>
                    <a:pt x="303451" y="70371"/>
                  </a:lnTo>
                  <a:lnTo>
                    <a:pt x="300307" y="66090"/>
                  </a:lnTo>
                  <a:lnTo>
                    <a:pt x="297028" y="61911"/>
                  </a:lnTo>
                  <a:lnTo>
                    <a:pt x="293619" y="57838"/>
                  </a:lnTo>
                  <a:lnTo>
                    <a:pt x="290082" y="53875"/>
                  </a:lnTo>
                  <a:lnTo>
                    <a:pt x="286421" y="50027"/>
                  </a:lnTo>
                  <a:lnTo>
                    <a:pt x="282639" y="46298"/>
                  </a:lnTo>
                  <a:lnTo>
                    <a:pt x="278741" y="42690"/>
                  </a:lnTo>
                  <a:lnTo>
                    <a:pt x="274730" y="39208"/>
                  </a:lnTo>
                  <a:lnTo>
                    <a:pt x="270610" y="35855"/>
                  </a:lnTo>
                  <a:lnTo>
                    <a:pt x="266386" y="32635"/>
                  </a:lnTo>
                  <a:lnTo>
                    <a:pt x="262062" y="29550"/>
                  </a:lnTo>
                  <a:lnTo>
                    <a:pt x="257642" y="26605"/>
                  </a:lnTo>
                  <a:lnTo>
                    <a:pt x="253131" y="23801"/>
                  </a:lnTo>
                  <a:lnTo>
                    <a:pt x="248533" y="21142"/>
                  </a:lnTo>
                  <a:lnTo>
                    <a:pt x="243853" y="18631"/>
                  </a:lnTo>
                  <a:lnTo>
                    <a:pt x="239095" y="16269"/>
                  </a:lnTo>
                  <a:lnTo>
                    <a:pt x="234265" y="14060"/>
                  </a:lnTo>
                  <a:lnTo>
                    <a:pt x="229367" y="12005"/>
                  </a:lnTo>
                  <a:lnTo>
                    <a:pt x="224406" y="10107"/>
                  </a:lnTo>
                  <a:lnTo>
                    <a:pt x="219387" y="8368"/>
                  </a:lnTo>
                  <a:lnTo>
                    <a:pt x="214316" y="6789"/>
                  </a:lnTo>
                  <a:lnTo>
                    <a:pt x="209197" y="5371"/>
                  </a:lnTo>
                  <a:lnTo>
                    <a:pt x="204035" y="4118"/>
                  </a:lnTo>
                  <a:lnTo>
                    <a:pt x="198837" y="3028"/>
                  </a:lnTo>
                  <a:lnTo>
                    <a:pt x="193606" y="2105"/>
                  </a:lnTo>
                  <a:lnTo>
                    <a:pt x="188349" y="1348"/>
                  </a:lnTo>
                  <a:lnTo>
                    <a:pt x="183070" y="758"/>
                  </a:lnTo>
                  <a:lnTo>
                    <a:pt x="177775" y="337"/>
                  </a:lnTo>
                  <a:lnTo>
                    <a:pt x="172470" y="84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853877" y="5018213"/>
              <a:ext cx="167161" cy="200649"/>
            </a:xfrm>
            <a:custGeom>
              <a:avLst/>
              <a:pathLst>
                <a:path w="167161" h="200649">
                  <a:moveTo>
                    <a:pt x="167161" y="0"/>
                  </a:moveTo>
                  <a:lnTo>
                    <a:pt x="161775" y="86"/>
                  </a:lnTo>
                  <a:lnTo>
                    <a:pt x="156394" y="347"/>
                  </a:lnTo>
                  <a:lnTo>
                    <a:pt x="151025" y="780"/>
                  </a:lnTo>
                  <a:lnTo>
                    <a:pt x="145672" y="1386"/>
                  </a:lnTo>
                  <a:lnTo>
                    <a:pt x="140342" y="2165"/>
                  </a:lnTo>
                  <a:lnTo>
                    <a:pt x="135039" y="3115"/>
                  </a:lnTo>
                  <a:lnTo>
                    <a:pt x="129770" y="4235"/>
                  </a:lnTo>
                  <a:lnTo>
                    <a:pt x="124539" y="5524"/>
                  </a:lnTo>
                  <a:lnTo>
                    <a:pt x="119353" y="6982"/>
                  </a:lnTo>
                  <a:lnTo>
                    <a:pt x="114217" y="8605"/>
                  </a:lnTo>
                  <a:lnTo>
                    <a:pt x="109135" y="10393"/>
                  </a:lnTo>
                  <a:lnTo>
                    <a:pt x="104114" y="12344"/>
                  </a:lnTo>
                  <a:lnTo>
                    <a:pt x="99158" y="14456"/>
                  </a:lnTo>
                  <a:lnTo>
                    <a:pt x="94273" y="16727"/>
                  </a:lnTo>
                  <a:lnTo>
                    <a:pt x="89464" y="19153"/>
                  </a:lnTo>
                  <a:lnTo>
                    <a:pt x="84735" y="21734"/>
                  </a:lnTo>
                  <a:lnTo>
                    <a:pt x="80092" y="24465"/>
                  </a:lnTo>
                  <a:lnTo>
                    <a:pt x="75539" y="27345"/>
                  </a:lnTo>
                  <a:lnTo>
                    <a:pt x="71081" y="30369"/>
                  </a:lnTo>
                  <a:lnTo>
                    <a:pt x="66723" y="33536"/>
                  </a:lnTo>
                  <a:lnTo>
                    <a:pt x="62470" y="36842"/>
                  </a:lnTo>
                  <a:lnTo>
                    <a:pt x="58325" y="40283"/>
                  </a:lnTo>
                  <a:lnTo>
                    <a:pt x="54293" y="43855"/>
                  </a:lnTo>
                  <a:lnTo>
                    <a:pt x="50379" y="47556"/>
                  </a:lnTo>
                  <a:lnTo>
                    <a:pt x="46585" y="51381"/>
                  </a:lnTo>
                  <a:lnTo>
                    <a:pt x="42917" y="55326"/>
                  </a:lnTo>
                  <a:lnTo>
                    <a:pt x="39378" y="59387"/>
                  </a:lnTo>
                  <a:lnTo>
                    <a:pt x="35972" y="63561"/>
                  </a:lnTo>
                  <a:lnTo>
                    <a:pt x="32702" y="67841"/>
                  </a:lnTo>
                  <a:lnTo>
                    <a:pt x="29571" y="72225"/>
                  </a:lnTo>
                  <a:lnTo>
                    <a:pt x="26583" y="76708"/>
                  </a:lnTo>
                  <a:lnTo>
                    <a:pt x="23742" y="81285"/>
                  </a:lnTo>
                  <a:lnTo>
                    <a:pt x="21049" y="85950"/>
                  </a:lnTo>
                  <a:lnTo>
                    <a:pt x="18508" y="90700"/>
                  </a:lnTo>
                  <a:lnTo>
                    <a:pt x="16121" y="95530"/>
                  </a:lnTo>
                  <a:lnTo>
                    <a:pt x="13891" y="100433"/>
                  </a:lnTo>
                  <a:lnTo>
                    <a:pt x="11821" y="105407"/>
                  </a:lnTo>
                  <a:lnTo>
                    <a:pt x="9912" y="110444"/>
                  </a:lnTo>
                  <a:lnTo>
                    <a:pt x="8166" y="115540"/>
                  </a:lnTo>
                  <a:lnTo>
                    <a:pt x="6585" y="120690"/>
                  </a:lnTo>
                  <a:lnTo>
                    <a:pt x="5170" y="125888"/>
                  </a:lnTo>
                  <a:lnTo>
                    <a:pt x="3925" y="131129"/>
                  </a:lnTo>
                  <a:lnTo>
                    <a:pt x="2848" y="136407"/>
                  </a:lnTo>
                  <a:lnTo>
                    <a:pt x="1942" y="141717"/>
                  </a:lnTo>
                  <a:lnTo>
                    <a:pt x="1208" y="147054"/>
                  </a:lnTo>
                  <a:lnTo>
                    <a:pt x="646" y="152412"/>
                  </a:lnTo>
                  <a:lnTo>
                    <a:pt x="257" y="157785"/>
                  </a:lnTo>
                  <a:lnTo>
                    <a:pt x="42" y="163167"/>
                  </a:lnTo>
                  <a:lnTo>
                    <a:pt x="0" y="168554"/>
                  </a:lnTo>
                  <a:lnTo>
                    <a:pt x="131" y="173939"/>
                  </a:lnTo>
                  <a:lnTo>
                    <a:pt x="436" y="179318"/>
                  </a:lnTo>
                  <a:lnTo>
                    <a:pt x="914" y="184683"/>
                  </a:lnTo>
                  <a:lnTo>
                    <a:pt x="1565" y="190031"/>
                  </a:lnTo>
                  <a:lnTo>
                    <a:pt x="2387" y="195355"/>
                  </a:lnTo>
                  <a:lnTo>
                    <a:pt x="3381" y="200649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857259" y="5185380"/>
              <a:ext cx="163779" cy="33482"/>
            </a:xfrm>
            <a:custGeom>
              <a:avLst/>
              <a:pathLst>
                <a:path w="163779" h="33482">
                  <a:moveTo>
                    <a:pt x="0" y="33482"/>
                  </a:moveTo>
                  <a:lnTo>
                    <a:pt x="1637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857259" y="5185380"/>
              <a:ext cx="163779" cy="33482"/>
            </a:xfrm>
            <a:custGeom>
              <a:avLst/>
              <a:pathLst>
                <a:path w="163779" h="33482">
                  <a:moveTo>
                    <a:pt x="0" y="33482"/>
                  </a:moveTo>
                  <a:lnTo>
                    <a:pt x="16377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857259" y="5185380"/>
              <a:ext cx="163779" cy="33482"/>
            </a:xfrm>
            <a:custGeom>
              <a:avLst/>
              <a:pathLst>
                <a:path w="163779" h="33482">
                  <a:moveTo>
                    <a:pt x="0" y="33482"/>
                  </a:moveTo>
                  <a:lnTo>
                    <a:pt x="16377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857259" y="5185380"/>
              <a:ext cx="163779" cy="104326"/>
            </a:xfrm>
            <a:custGeom>
              <a:avLst/>
              <a:pathLst>
                <a:path w="163779" h="104326">
                  <a:moveTo>
                    <a:pt x="0" y="33482"/>
                  </a:moveTo>
                  <a:lnTo>
                    <a:pt x="1222" y="38987"/>
                  </a:lnTo>
                  <a:lnTo>
                    <a:pt x="2630" y="44448"/>
                  </a:lnTo>
                  <a:lnTo>
                    <a:pt x="4220" y="49858"/>
                  </a:lnTo>
                  <a:lnTo>
                    <a:pt x="5993" y="55211"/>
                  </a:lnTo>
                  <a:lnTo>
                    <a:pt x="7945" y="60502"/>
                  </a:lnTo>
                  <a:lnTo>
                    <a:pt x="10074" y="65724"/>
                  </a:lnTo>
                  <a:lnTo>
                    <a:pt x="12379" y="70871"/>
                  </a:lnTo>
                  <a:lnTo>
                    <a:pt x="14855" y="75937"/>
                  </a:lnTo>
                  <a:lnTo>
                    <a:pt x="17501" y="80917"/>
                  </a:lnTo>
                  <a:lnTo>
                    <a:pt x="20314" y="85805"/>
                  </a:lnTo>
                  <a:lnTo>
                    <a:pt x="23290" y="90595"/>
                  </a:lnTo>
                  <a:lnTo>
                    <a:pt x="26425" y="95282"/>
                  </a:lnTo>
                  <a:lnTo>
                    <a:pt x="29717" y="99861"/>
                  </a:lnTo>
                  <a:lnTo>
                    <a:pt x="33162" y="104326"/>
                  </a:lnTo>
                  <a:lnTo>
                    <a:pt x="16377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890421" y="5018213"/>
              <a:ext cx="297771" cy="334331"/>
            </a:xfrm>
            <a:custGeom>
              <a:avLst/>
              <a:pathLst>
                <a:path w="297771" h="334331">
                  <a:moveTo>
                    <a:pt x="0" y="271493"/>
                  </a:moveTo>
                  <a:lnTo>
                    <a:pt x="3382" y="275593"/>
                  </a:lnTo>
                  <a:lnTo>
                    <a:pt x="6894" y="279584"/>
                  </a:lnTo>
                  <a:lnTo>
                    <a:pt x="10531" y="283460"/>
                  </a:lnTo>
                  <a:lnTo>
                    <a:pt x="14289" y="287220"/>
                  </a:lnTo>
                  <a:lnTo>
                    <a:pt x="18164" y="290857"/>
                  </a:lnTo>
                  <a:lnTo>
                    <a:pt x="22154" y="294370"/>
                  </a:lnTo>
                  <a:lnTo>
                    <a:pt x="26253" y="297754"/>
                  </a:lnTo>
                  <a:lnTo>
                    <a:pt x="30457" y="301006"/>
                  </a:lnTo>
                  <a:lnTo>
                    <a:pt x="34763" y="304123"/>
                  </a:lnTo>
                  <a:lnTo>
                    <a:pt x="39166" y="307101"/>
                  </a:lnTo>
                  <a:lnTo>
                    <a:pt x="43661" y="309938"/>
                  </a:lnTo>
                  <a:lnTo>
                    <a:pt x="48244" y="312630"/>
                  </a:lnTo>
                  <a:lnTo>
                    <a:pt x="52911" y="315176"/>
                  </a:lnTo>
                  <a:lnTo>
                    <a:pt x="57656" y="317572"/>
                  </a:lnTo>
                  <a:lnTo>
                    <a:pt x="62474" y="319815"/>
                  </a:lnTo>
                  <a:lnTo>
                    <a:pt x="67362" y="321905"/>
                  </a:lnTo>
                  <a:lnTo>
                    <a:pt x="72314" y="323837"/>
                  </a:lnTo>
                  <a:lnTo>
                    <a:pt x="77324" y="325612"/>
                  </a:lnTo>
                  <a:lnTo>
                    <a:pt x="82389" y="327226"/>
                  </a:lnTo>
                  <a:lnTo>
                    <a:pt x="87502" y="328679"/>
                  </a:lnTo>
                  <a:lnTo>
                    <a:pt x="92659" y="329968"/>
                  </a:lnTo>
                  <a:lnTo>
                    <a:pt x="97854" y="331092"/>
                  </a:lnTo>
                  <a:lnTo>
                    <a:pt x="103082" y="332051"/>
                  </a:lnTo>
                  <a:lnTo>
                    <a:pt x="108338" y="332843"/>
                  </a:lnTo>
                  <a:lnTo>
                    <a:pt x="113617" y="333468"/>
                  </a:lnTo>
                  <a:lnTo>
                    <a:pt x="118913" y="333924"/>
                  </a:lnTo>
                  <a:lnTo>
                    <a:pt x="124220" y="334212"/>
                  </a:lnTo>
                  <a:lnTo>
                    <a:pt x="129535" y="334331"/>
                  </a:lnTo>
                  <a:lnTo>
                    <a:pt x="134850" y="334281"/>
                  </a:lnTo>
                  <a:lnTo>
                    <a:pt x="140161" y="334062"/>
                  </a:lnTo>
                  <a:lnTo>
                    <a:pt x="145462" y="333674"/>
                  </a:lnTo>
                  <a:lnTo>
                    <a:pt x="150748" y="333118"/>
                  </a:lnTo>
                  <a:lnTo>
                    <a:pt x="156014" y="332394"/>
                  </a:lnTo>
                  <a:lnTo>
                    <a:pt x="161255" y="331503"/>
                  </a:lnTo>
                  <a:lnTo>
                    <a:pt x="166464" y="330446"/>
                  </a:lnTo>
                  <a:lnTo>
                    <a:pt x="171637" y="329224"/>
                  </a:lnTo>
                  <a:lnTo>
                    <a:pt x="176769" y="327837"/>
                  </a:lnTo>
                  <a:lnTo>
                    <a:pt x="181853" y="326289"/>
                  </a:lnTo>
                  <a:lnTo>
                    <a:pt x="186887" y="324580"/>
                  </a:lnTo>
                  <a:lnTo>
                    <a:pt x="191863" y="322711"/>
                  </a:lnTo>
                  <a:lnTo>
                    <a:pt x="196777" y="320685"/>
                  </a:lnTo>
                  <a:lnTo>
                    <a:pt x="201624" y="318504"/>
                  </a:lnTo>
                  <a:lnTo>
                    <a:pt x="206400" y="316170"/>
                  </a:lnTo>
                  <a:lnTo>
                    <a:pt x="211099" y="313685"/>
                  </a:lnTo>
                  <a:lnTo>
                    <a:pt x="215717" y="311052"/>
                  </a:lnTo>
                  <a:lnTo>
                    <a:pt x="220248" y="308274"/>
                  </a:lnTo>
                  <a:lnTo>
                    <a:pt x="224689" y="305353"/>
                  </a:lnTo>
                  <a:lnTo>
                    <a:pt x="229035" y="302292"/>
                  </a:lnTo>
                  <a:lnTo>
                    <a:pt x="233281" y="299095"/>
                  </a:lnTo>
                  <a:lnTo>
                    <a:pt x="237424" y="295764"/>
                  </a:lnTo>
                  <a:lnTo>
                    <a:pt x="241458" y="292304"/>
                  </a:lnTo>
                  <a:lnTo>
                    <a:pt x="245381" y="288716"/>
                  </a:lnTo>
                  <a:lnTo>
                    <a:pt x="249187" y="285006"/>
                  </a:lnTo>
                  <a:lnTo>
                    <a:pt x="252874" y="281177"/>
                  </a:lnTo>
                  <a:lnTo>
                    <a:pt x="256437" y="277232"/>
                  </a:lnTo>
                  <a:lnTo>
                    <a:pt x="259873" y="273176"/>
                  </a:lnTo>
                  <a:lnTo>
                    <a:pt x="263178" y="269013"/>
                  </a:lnTo>
                  <a:lnTo>
                    <a:pt x="266349" y="264747"/>
                  </a:lnTo>
                  <a:lnTo>
                    <a:pt x="269382" y="260383"/>
                  </a:lnTo>
                  <a:lnTo>
                    <a:pt x="272276" y="255924"/>
                  </a:lnTo>
                  <a:lnTo>
                    <a:pt x="275026" y="251375"/>
                  </a:lnTo>
                  <a:lnTo>
                    <a:pt x="277630" y="246741"/>
                  </a:lnTo>
                  <a:lnTo>
                    <a:pt x="280086" y="242027"/>
                  </a:lnTo>
                  <a:lnTo>
                    <a:pt x="282391" y="237237"/>
                  </a:lnTo>
                  <a:lnTo>
                    <a:pt x="284542" y="232376"/>
                  </a:lnTo>
                  <a:lnTo>
                    <a:pt x="286537" y="227449"/>
                  </a:lnTo>
                  <a:lnTo>
                    <a:pt x="288375" y="222462"/>
                  </a:lnTo>
                  <a:lnTo>
                    <a:pt x="290053" y="217418"/>
                  </a:lnTo>
                  <a:lnTo>
                    <a:pt x="291570" y="212324"/>
                  </a:lnTo>
                  <a:lnTo>
                    <a:pt x="292924" y="207184"/>
                  </a:lnTo>
                  <a:lnTo>
                    <a:pt x="294115" y="202003"/>
                  </a:lnTo>
                  <a:lnTo>
                    <a:pt x="295139" y="196787"/>
                  </a:lnTo>
                  <a:lnTo>
                    <a:pt x="295998" y="191542"/>
                  </a:lnTo>
                  <a:lnTo>
                    <a:pt x="296689" y="186271"/>
                  </a:lnTo>
                  <a:lnTo>
                    <a:pt x="297213" y="180982"/>
                  </a:lnTo>
                  <a:lnTo>
                    <a:pt x="297568" y="175678"/>
                  </a:lnTo>
                  <a:lnTo>
                    <a:pt x="297754" y="170366"/>
                  </a:lnTo>
                  <a:lnTo>
                    <a:pt x="297771" y="165050"/>
                  </a:lnTo>
                  <a:lnTo>
                    <a:pt x="297619" y="159737"/>
                  </a:lnTo>
                  <a:lnTo>
                    <a:pt x="297299" y="154431"/>
                  </a:lnTo>
                  <a:lnTo>
                    <a:pt x="296810" y="149138"/>
                  </a:lnTo>
                  <a:lnTo>
                    <a:pt x="296152" y="143864"/>
                  </a:lnTo>
                  <a:lnTo>
                    <a:pt x="295328" y="138613"/>
                  </a:lnTo>
                  <a:lnTo>
                    <a:pt x="294337" y="133390"/>
                  </a:lnTo>
                  <a:lnTo>
                    <a:pt x="293180" y="128202"/>
                  </a:lnTo>
                  <a:lnTo>
                    <a:pt x="291859" y="123054"/>
                  </a:lnTo>
                  <a:lnTo>
                    <a:pt x="290375" y="117949"/>
                  </a:lnTo>
                  <a:lnTo>
                    <a:pt x="288730" y="112895"/>
                  </a:lnTo>
                  <a:lnTo>
                    <a:pt x="286924" y="107896"/>
                  </a:lnTo>
                  <a:lnTo>
                    <a:pt x="284961" y="102956"/>
                  </a:lnTo>
                  <a:lnTo>
                    <a:pt x="282841" y="98081"/>
                  </a:lnTo>
                  <a:lnTo>
                    <a:pt x="280568" y="93277"/>
                  </a:lnTo>
                  <a:lnTo>
                    <a:pt x="278143" y="88547"/>
                  </a:lnTo>
                  <a:lnTo>
                    <a:pt x="275569" y="83896"/>
                  </a:lnTo>
                  <a:lnTo>
                    <a:pt x="272848" y="79330"/>
                  </a:lnTo>
                  <a:lnTo>
                    <a:pt x="269983" y="74852"/>
                  </a:lnTo>
                  <a:lnTo>
                    <a:pt x="266978" y="70468"/>
                  </a:lnTo>
                  <a:lnTo>
                    <a:pt x="263835" y="66181"/>
                  </a:lnTo>
                  <a:lnTo>
                    <a:pt x="260557" y="61997"/>
                  </a:lnTo>
                  <a:lnTo>
                    <a:pt x="257147" y="57919"/>
                  </a:lnTo>
                  <a:lnTo>
                    <a:pt x="253610" y="53951"/>
                  </a:lnTo>
                  <a:lnTo>
                    <a:pt x="249948" y="50098"/>
                  </a:lnTo>
                  <a:lnTo>
                    <a:pt x="246166" y="46363"/>
                  </a:lnTo>
                  <a:lnTo>
                    <a:pt x="242267" y="42751"/>
                  </a:lnTo>
                  <a:lnTo>
                    <a:pt x="238255" y="39264"/>
                  </a:lnTo>
                  <a:lnTo>
                    <a:pt x="234134" y="35907"/>
                  </a:lnTo>
                  <a:lnTo>
                    <a:pt x="229908" y="32682"/>
                  </a:lnTo>
                  <a:lnTo>
                    <a:pt x="225582" y="29593"/>
                  </a:lnTo>
                  <a:lnTo>
                    <a:pt x="221160" y="26643"/>
                  </a:lnTo>
                  <a:lnTo>
                    <a:pt x="216647" y="23836"/>
                  </a:lnTo>
                  <a:lnTo>
                    <a:pt x="212046" y="21173"/>
                  </a:lnTo>
                  <a:lnTo>
                    <a:pt x="207364" y="18658"/>
                  </a:lnTo>
                  <a:lnTo>
                    <a:pt x="202603" y="16293"/>
                  </a:lnTo>
                  <a:lnTo>
                    <a:pt x="197770" y="14080"/>
                  </a:lnTo>
                  <a:lnTo>
                    <a:pt x="192869" y="12023"/>
                  </a:lnTo>
                  <a:lnTo>
                    <a:pt x="187905" y="10122"/>
                  </a:lnTo>
                  <a:lnTo>
                    <a:pt x="182883" y="8380"/>
                  </a:lnTo>
                  <a:lnTo>
                    <a:pt x="177808" y="6799"/>
                  </a:lnTo>
                  <a:lnTo>
                    <a:pt x="172686" y="5379"/>
                  </a:lnTo>
                  <a:lnTo>
                    <a:pt x="167521" y="4124"/>
                  </a:lnTo>
                  <a:lnTo>
                    <a:pt x="162318" y="3033"/>
                  </a:lnTo>
                  <a:lnTo>
                    <a:pt x="157084" y="2108"/>
                  </a:lnTo>
                  <a:lnTo>
                    <a:pt x="151823" y="1350"/>
                  </a:lnTo>
                  <a:lnTo>
                    <a:pt x="146540" y="760"/>
                  </a:lnTo>
                  <a:lnTo>
                    <a:pt x="141241" y="337"/>
                  </a:lnTo>
                  <a:lnTo>
                    <a:pt x="135932" y="84"/>
                  </a:lnTo>
                  <a:lnTo>
                    <a:pt x="130617" y="0"/>
                  </a:lnTo>
                  <a:lnTo>
                    <a:pt x="13061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256067" y="4659281"/>
              <a:ext cx="167167" cy="325932"/>
            </a:xfrm>
            <a:custGeom>
              <a:avLst/>
              <a:pathLst>
                <a:path w="167167" h="325932">
                  <a:moveTo>
                    <a:pt x="167167" y="0"/>
                  </a:moveTo>
                  <a:lnTo>
                    <a:pt x="161805" y="86"/>
                  </a:lnTo>
                  <a:lnTo>
                    <a:pt x="156448" y="343"/>
                  </a:lnTo>
                  <a:lnTo>
                    <a:pt x="151103" y="773"/>
                  </a:lnTo>
                  <a:lnTo>
                    <a:pt x="145774" y="1374"/>
                  </a:lnTo>
                  <a:lnTo>
                    <a:pt x="140467" y="2146"/>
                  </a:lnTo>
                  <a:lnTo>
                    <a:pt x="135187" y="3087"/>
                  </a:lnTo>
                  <a:lnTo>
                    <a:pt x="129940" y="4197"/>
                  </a:lnTo>
                  <a:lnTo>
                    <a:pt x="124732" y="5475"/>
                  </a:lnTo>
                  <a:lnTo>
                    <a:pt x="119568" y="6919"/>
                  </a:lnTo>
                  <a:lnTo>
                    <a:pt x="114452" y="8529"/>
                  </a:lnTo>
                  <a:lnTo>
                    <a:pt x="109391" y="10301"/>
                  </a:lnTo>
                  <a:lnTo>
                    <a:pt x="104389" y="12235"/>
                  </a:lnTo>
                  <a:lnTo>
                    <a:pt x="99451" y="14329"/>
                  </a:lnTo>
                  <a:lnTo>
                    <a:pt x="94584" y="16579"/>
                  </a:lnTo>
                  <a:lnTo>
                    <a:pt x="89791" y="18985"/>
                  </a:lnTo>
                  <a:lnTo>
                    <a:pt x="85077" y="21543"/>
                  </a:lnTo>
                  <a:lnTo>
                    <a:pt x="80449" y="24251"/>
                  </a:lnTo>
                  <a:lnTo>
                    <a:pt x="75909" y="27106"/>
                  </a:lnTo>
                  <a:lnTo>
                    <a:pt x="71463" y="30106"/>
                  </a:lnTo>
                  <a:lnTo>
                    <a:pt x="67116" y="33246"/>
                  </a:lnTo>
                  <a:lnTo>
                    <a:pt x="62872" y="36524"/>
                  </a:lnTo>
                  <a:lnTo>
                    <a:pt x="58735" y="39937"/>
                  </a:lnTo>
                  <a:lnTo>
                    <a:pt x="54710" y="43480"/>
                  </a:lnTo>
                  <a:lnTo>
                    <a:pt x="50800" y="47151"/>
                  </a:lnTo>
                  <a:lnTo>
                    <a:pt x="47011" y="50945"/>
                  </a:lnTo>
                  <a:lnTo>
                    <a:pt x="43345" y="54859"/>
                  </a:lnTo>
                  <a:lnTo>
                    <a:pt x="39806" y="58889"/>
                  </a:lnTo>
                  <a:lnTo>
                    <a:pt x="36398" y="63030"/>
                  </a:lnTo>
                  <a:lnTo>
                    <a:pt x="33125" y="67278"/>
                  </a:lnTo>
                  <a:lnTo>
                    <a:pt x="29990" y="71629"/>
                  </a:lnTo>
                  <a:lnTo>
                    <a:pt x="26996" y="76078"/>
                  </a:lnTo>
                  <a:lnTo>
                    <a:pt x="24147" y="80621"/>
                  </a:lnTo>
                  <a:lnTo>
                    <a:pt x="21444" y="85253"/>
                  </a:lnTo>
                  <a:lnTo>
                    <a:pt x="18892" y="89970"/>
                  </a:lnTo>
                  <a:lnTo>
                    <a:pt x="16492" y="94765"/>
                  </a:lnTo>
                  <a:lnTo>
                    <a:pt x="14247" y="99636"/>
                  </a:lnTo>
                  <a:lnTo>
                    <a:pt x="12159" y="104576"/>
                  </a:lnTo>
                  <a:lnTo>
                    <a:pt x="10232" y="109580"/>
                  </a:lnTo>
                  <a:lnTo>
                    <a:pt x="8465" y="114643"/>
                  </a:lnTo>
                  <a:lnTo>
                    <a:pt x="6862" y="119761"/>
                  </a:lnTo>
                  <a:lnTo>
                    <a:pt x="5424" y="124927"/>
                  </a:lnTo>
                  <a:lnTo>
                    <a:pt x="4152" y="130137"/>
                  </a:lnTo>
                  <a:lnTo>
                    <a:pt x="3048" y="135385"/>
                  </a:lnTo>
                  <a:lnTo>
                    <a:pt x="2113" y="140666"/>
                  </a:lnTo>
                  <a:lnTo>
                    <a:pt x="1348" y="145974"/>
                  </a:lnTo>
                  <a:lnTo>
                    <a:pt x="754" y="151303"/>
                  </a:lnTo>
                  <a:lnTo>
                    <a:pt x="331" y="156649"/>
                  </a:lnTo>
                  <a:lnTo>
                    <a:pt x="79" y="162006"/>
                  </a:lnTo>
                  <a:lnTo>
                    <a:pt x="0" y="167369"/>
                  </a:lnTo>
                  <a:lnTo>
                    <a:pt x="92" y="172731"/>
                  </a:lnTo>
                  <a:lnTo>
                    <a:pt x="356" y="178087"/>
                  </a:lnTo>
                  <a:lnTo>
                    <a:pt x="793" y="183432"/>
                  </a:lnTo>
                  <a:lnTo>
                    <a:pt x="1400" y="188760"/>
                  </a:lnTo>
                  <a:lnTo>
                    <a:pt x="2178" y="194066"/>
                  </a:lnTo>
                  <a:lnTo>
                    <a:pt x="3125" y="199345"/>
                  </a:lnTo>
                  <a:lnTo>
                    <a:pt x="4242" y="204590"/>
                  </a:lnTo>
                  <a:lnTo>
                    <a:pt x="5526" y="209797"/>
                  </a:lnTo>
                  <a:lnTo>
                    <a:pt x="6977" y="214959"/>
                  </a:lnTo>
                  <a:lnTo>
                    <a:pt x="8592" y="220073"/>
                  </a:lnTo>
                  <a:lnTo>
                    <a:pt x="10371" y="225132"/>
                  </a:lnTo>
                  <a:lnTo>
                    <a:pt x="12311" y="230132"/>
                  </a:lnTo>
                  <a:lnTo>
                    <a:pt x="14410" y="235067"/>
                  </a:lnTo>
                  <a:lnTo>
                    <a:pt x="16667" y="239932"/>
                  </a:lnTo>
                  <a:lnTo>
                    <a:pt x="19078" y="244722"/>
                  </a:lnTo>
                  <a:lnTo>
                    <a:pt x="21642" y="249432"/>
                  </a:lnTo>
                  <a:lnTo>
                    <a:pt x="24356" y="254057"/>
                  </a:lnTo>
                  <a:lnTo>
                    <a:pt x="27216" y="258594"/>
                  </a:lnTo>
                  <a:lnTo>
                    <a:pt x="30221" y="263036"/>
                  </a:lnTo>
                  <a:lnTo>
                    <a:pt x="33367" y="267379"/>
                  </a:lnTo>
                  <a:lnTo>
                    <a:pt x="36650" y="271619"/>
                  </a:lnTo>
                  <a:lnTo>
                    <a:pt x="40067" y="275752"/>
                  </a:lnTo>
                  <a:lnTo>
                    <a:pt x="43616" y="279773"/>
                  </a:lnTo>
                  <a:lnTo>
                    <a:pt x="47291" y="283678"/>
                  </a:lnTo>
                  <a:lnTo>
                    <a:pt x="51090" y="287463"/>
                  </a:lnTo>
                  <a:lnTo>
                    <a:pt x="55009" y="291125"/>
                  </a:lnTo>
                  <a:lnTo>
                    <a:pt x="59042" y="294658"/>
                  </a:lnTo>
                  <a:lnTo>
                    <a:pt x="63188" y="298061"/>
                  </a:lnTo>
                  <a:lnTo>
                    <a:pt x="67440" y="301329"/>
                  </a:lnTo>
                  <a:lnTo>
                    <a:pt x="71794" y="304459"/>
                  </a:lnTo>
                  <a:lnTo>
                    <a:pt x="76247" y="307447"/>
                  </a:lnTo>
                  <a:lnTo>
                    <a:pt x="80794" y="310291"/>
                  </a:lnTo>
                  <a:lnTo>
                    <a:pt x="85429" y="312988"/>
                  </a:lnTo>
                  <a:lnTo>
                    <a:pt x="90148" y="315535"/>
                  </a:lnTo>
                  <a:lnTo>
                    <a:pt x="94947" y="317929"/>
                  </a:lnTo>
                  <a:lnTo>
                    <a:pt x="99820" y="320168"/>
                  </a:lnTo>
                  <a:lnTo>
                    <a:pt x="104763" y="322250"/>
                  </a:lnTo>
                  <a:lnTo>
                    <a:pt x="109769" y="324172"/>
                  </a:lnTo>
                  <a:lnTo>
                    <a:pt x="114835" y="32593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370902" y="4826449"/>
              <a:ext cx="52332" cy="158764"/>
            </a:xfrm>
            <a:custGeom>
              <a:avLst/>
              <a:pathLst>
                <a:path w="52332" h="158764">
                  <a:moveTo>
                    <a:pt x="0" y="158764"/>
                  </a:moveTo>
                  <a:lnTo>
                    <a:pt x="5233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370902" y="4826449"/>
              <a:ext cx="52332" cy="158764"/>
            </a:xfrm>
            <a:custGeom>
              <a:avLst/>
              <a:pathLst>
                <a:path w="52332" h="158764">
                  <a:moveTo>
                    <a:pt x="0" y="158764"/>
                  </a:moveTo>
                  <a:lnTo>
                    <a:pt x="5233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370902" y="4826449"/>
              <a:ext cx="104664" cy="167143"/>
            </a:xfrm>
            <a:custGeom>
              <a:avLst/>
              <a:pathLst>
                <a:path w="104664" h="167143">
                  <a:moveTo>
                    <a:pt x="0" y="158764"/>
                  </a:moveTo>
                  <a:lnTo>
                    <a:pt x="5349" y="160429"/>
                  </a:lnTo>
                  <a:lnTo>
                    <a:pt x="10751" y="161913"/>
                  </a:lnTo>
                  <a:lnTo>
                    <a:pt x="16201" y="163216"/>
                  </a:lnTo>
                  <a:lnTo>
                    <a:pt x="21690" y="164335"/>
                  </a:lnTo>
                  <a:lnTo>
                    <a:pt x="27214" y="165269"/>
                  </a:lnTo>
                  <a:lnTo>
                    <a:pt x="32767" y="166018"/>
                  </a:lnTo>
                  <a:lnTo>
                    <a:pt x="38341" y="166580"/>
                  </a:lnTo>
                  <a:lnTo>
                    <a:pt x="43931" y="166956"/>
                  </a:lnTo>
                  <a:lnTo>
                    <a:pt x="49530" y="167143"/>
                  </a:lnTo>
                  <a:lnTo>
                    <a:pt x="55133" y="167143"/>
                  </a:lnTo>
                  <a:lnTo>
                    <a:pt x="60732" y="166956"/>
                  </a:lnTo>
                  <a:lnTo>
                    <a:pt x="66322" y="166580"/>
                  </a:lnTo>
                  <a:lnTo>
                    <a:pt x="71897" y="166018"/>
                  </a:lnTo>
                  <a:lnTo>
                    <a:pt x="77449" y="165269"/>
                  </a:lnTo>
                  <a:lnTo>
                    <a:pt x="82973" y="164335"/>
                  </a:lnTo>
                  <a:lnTo>
                    <a:pt x="88463" y="163216"/>
                  </a:lnTo>
                  <a:lnTo>
                    <a:pt x="93912" y="161913"/>
                  </a:lnTo>
                  <a:lnTo>
                    <a:pt x="99314" y="160429"/>
                  </a:lnTo>
                  <a:lnTo>
                    <a:pt x="104664" y="158764"/>
                  </a:lnTo>
                  <a:lnTo>
                    <a:pt x="5233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423235" y="4659281"/>
              <a:ext cx="167167" cy="325932"/>
            </a:xfrm>
            <a:custGeom>
              <a:avLst/>
              <a:pathLst>
                <a:path w="167167" h="325932">
                  <a:moveTo>
                    <a:pt x="52332" y="325932"/>
                  </a:moveTo>
                  <a:lnTo>
                    <a:pt x="57397" y="324172"/>
                  </a:lnTo>
                  <a:lnTo>
                    <a:pt x="62404" y="322250"/>
                  </a:lnTo>
                  <a:lnTo>
                    <a:pt x="67346" y="320168"/>
                  </a:lnTo>
                  <a:lnTo>
                    <a:pt x="72219" y="317929"/>
                  </a:lnTo>
                  <a:lnTo>
                    <a:pt x="77018" y="315535"/>
                  </a:lnTo>
                  <a:lnTo>
                    <a:pt x="81737" y="312988"/>
                  </a:lnTo>
                  <a:lnTo>
                    <a:pt x="86373" y="310291"/>
                  </a:lnTo>
                  <a:lnTo>
                    <a:pt x="90919" y="307447"/>
                  </a:lnTo>
                  <a:lnTo>
                    <a:pt x="95372" y="304459"/>
                  </a:lnTo>
                  <a:lnTo>
                    <a:pt x="99727" y="301329"/>
                  </a:lnTo>
                  <a:lnTo>
                    <a:pt x="103979" y="298061"/>
                  </a:lnTo>
                  <a:lnTo>
                    <a:pt x="108124" y="294658"/>
                  </a:lnTo>
                  <a:lnTo>
                    <a:pt x="112158" y="291125"/>
                  </a:lnTo>
                  <a:lnTo>
                    <a:pt x="116076" y="287463"/>
                  </a:lnTo>
                  <a:lnTo>
                    <a:pt x="119875" y="283678"/>
                  </a:lnTo>
                  <a:lnTo>
                    <a:pt x="123551" y="279773"/>
                  </a:lnTo>
                  <a:lnTo>
                    <a:pt x="127099" y="275752"/>
                  </a:lnTo>
                  <a:lnTo>
                    <a:pt x="130516" y="271619"/>
                  </a:lnTo>
                  <a:lnTo>
                    <a:pt x="133800" y="267379"/>
                  </a:lnTo>
                  <a:lnTo>
                    <a:pt x="136945" y="263036"/>
                  </a:lnTo>
                  <a:lnTo>
                    <a:pt x="139950" y="258594"/>
                  </a:lnTo>
                  <a:lnTo>
                    <a:pt x="142811" y="254057"/>
                  </a:lnTo>
                  <a:lnTo>
                    <a:pt x="145524" y="249432"/>
                  </a:lnTo>
                  <a:lnTo>
                    <a:pt x="148088" y="244722"/>
                  </a:lnTo>
                  <a:lnTo>
                    <a:pt x="150500" y="239932"/>
                  </a:lnTo>
                  <a:lnTo>
                    <a:pt x="152756" y="235067"/>
                  </a:lnTo>
                  <a:lnTo>
                    <a:pt x="154855" y="230132"/>
                  </a:lnTo>
                  <a:lnTo>
                    <a:pt x="156795" y="225132"/>
                  </a:lnTo>
                  <a:lnTo>
                    <a:pt x="158574" y="220073"/>
                  </a:lnTo>
                  <a:lnTo>
                    <a:pt x="160189" y="214959"/>
                  </a:lnTo>
                  <a:lnTo>
                    <a:pt x="161640" y="209797"/>
                  </a:lnTo>
                  <a:lnTo>
                    <a:pt x="162924" y="204590"/>
                  </a:lnTo>
                  <a:lnTo>
                    <a:pt x="164041" y="199345"/>
                  </a:lnTo>
                  <a:lnTo>
                    <a:pt x="164989" y="194066"/>
                  </a:lnTo>
                  <a:lnTo>
                    <a:pt x="165766" y="188760"/>
                  </a:lnTo>
                  <a:lnTo>
                    <a:pt x="166374" y="183432"/>
                  </a:lnTo>
                  <a:lnTo>
                    <a:pt x="166810" y="178087"/>
                  </a:lnTo>
                  <a:lnTo>
                    <a:pt x="167074" y="172731"/>
                  </a:lnTo>
                  <a:lnTo>
                    <a:pt x="167167" y="167369"/>
                  </a:lnTo>
                  <a:lnTo>
                    <a:pt x="167087" y="162006"/>
                  </a:lnTo>
                  <a:lnTo>
                    <a:pt x="166836" y="156649"/>
                  </a:lnTo>
                  <a:lnTo>
                    <a:pt x="166413" y="151303"/>
                  </a:lnTo>
                  <a:lnTo>
                    <a:pt x="165818" y="145974"/>
                  </a:lnTo>
                  <a:lnTo>
                    <a:pt x="165053" y="140666"/>
                  </a:lnTo>
                  <a:lnTo>
                    <a:pt x="164118" y="135385"/>
                  </a:lnTo>
                  <a:lnTo>
                    <a:pt x="163014" y="130137"/>
                  </a:lnTo>
                  <a:lnTo>
                    <a:pt x="161742" y="124927"/>
                  </a:lnTo>
                  <a:lnTo>
                    <a:pt x="160304" y="119761"/>
                  </a:lnTo>
                  <a:lnTo>
                    <a:pt x="158701" y="114643"/>
                  </a:lnTo>
                  <a:lnTo>
                    <a:pt x="156935" y="109580"/>
                  </a:lnTo>
                  <a:lnTo>
                    <a:pt x="155007" y="104576"/>
                  </a:lnTo>
                  <a:lnTo>
                    <a:pt x="152919" y="99636"/>
                  </a:lnTo>
                  <a:lnTo>
                    <a:pt x="150675" y="94765"/>
                  </a:lnTo>
                  <a:lnTo>
                    <a:pt x="148275" y="89970"/>
                  </a:lnTo>
                  <a:lnTo>
                    <a:pt x="145722" y="85253"/>
                  </a:lnTo>
                  <a:lnTo>
                    <a:pt x="143020" y="80621"/>
                  </a:lnTo>
                  <a:lnTo>
                    <a:pt x="140170" y="76078"/>
                  </a:lnTo>
                  <a:lnTo>
                    <a:pt x="137176" y="71629"/>
                  </a:lnTo>
                  <a:lnTo>
                    <a:pt x="134041" y="67278"/>
                  </a:lnTo>
                  <a:lnTo>
                    <a:pt x="130768" y="63030"/>
                  </a:lnTo>
                  <a:lnTo>
                    <a:pt x="127360" y="58889"/>
                  </a:lnTo>
                  <a:lnTo>
                    <a:pt x="123822" y="54859"/>
                  </a:lnTo>
                  <a:lnTo>
                    <a:pt x="120156" y="50945"/>
                  </a:lnTo>
                  <a:lnTo>
                    <a:pt x="116366" y="47151"/>
                  </a:lnTo>
                  <a:lnTo>
                    <a:pt x="112456" y="43480"/>
                  </a:lnTo>
                  <a:lnTo>
                    <a:pt x="108431" y="39937"/>
                  </a:lnTo>
                  <a:lnTo>
                    <a:pt x="104294" y="36524"/>
                  </a:lnTo>
                  <a:lnTo>
                    <a:pt x="100050" y="33246"/>
                  </a:lnTo>
                  <a:lnTo>
                    <a:pt x="95703" y="30106"/>
                  </a:lnTo>
                  <a:lnTo>
                    <a:pt x="91257" y="27106"/>
                  </a:lnTo>
                  <a:lnTo>
                    <a:pt x="86718" y="24251"/>
                  </a:lnTo>
                  <a:lnTo>
                    <a:pt x="82089" y="21543"/>
                  </a:lnTo>
                  <a:lnTo>
                    <a:pt x="77376" y="18985"/>
                  </a:lnTo>
                  <a:lnTo>
                    <a:pt x="72583" y="16579"/>
                  </a:lnTo>
                  <a:lnTo>
                    <a:pt x="67715" y="14329"/>
                  </a:lnTo>
                  <a:lnTo>
                    <a:pt x="62778" y="12235"/>
                  </a:lnTo>
                  <a:lnTo>
                    <a:pt x="57776" y="10301"/>
                  </a:lnTo>
                  <a:lnTo>
                    <a:pt x="52714" y="8529"/>
                  </a:lnTo>
                  <a:lnTo>
                    <a:pt x="47599" y="6919"/>
                  </a:lnTo>
                  <a:lnTo>
                    <a:pt x="42434" y="5475"/>
                  </a:lnTo>
                  <a:lnTo>
                    <a:pt x="37226" y="4197"/>
                  </a:lnTo>
                  <a:lnTo>
                    <a:pt x="31979" y="3087"/>
                  </a:lnTo>
                  <a:lnTo>
                    <a:pt x="26700" y="2146"/>
                  </a:lnTo>
                  <a:lnTo>
                    <a:pt x="21393" y="1374"/>
                  </a:lnTo>
                  <a:lnTo>
                    <a:pt x="16064" y="773"/>
                  </a:lnTo>
                  <a:lnTo>
                    <a:pt x="10718" y="343"/>
                  </a:lnTo>
                  <a:lnTo>
                    <a:pt x="536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561307" y="4213821"/>
              <a:ext cx="251770" cy="334322"/>
            </a:xfrm>
            <a:custGeom>
              <a:avLst/>
              <a:pathLst>
                <a:path w="251770" h="334322">
                  <a:moveTo>
                    <a:pt x="167164" y="0"/>
                  </a:moveTo>
                  <a:lnTo>
                    <a:pt x="161827" y="85"/>
                  </a:lnTo>
                  <a:lnTo>
                    <a:pt x="156495" y="340"/>
                  </a:lnTo>
                  <a:lnTo>
                    <a:pt x="151174" y="766"/>
                  </a:lnTo>
                  <a:lnTo>
                    <a:pt x="145869" y="1361"/>
                  </a:lnTo>
                  <a:lnTo>
                    <a:pt x="140587" y="2126"/>
                  </a:lnTo>
                  <a:lnTo>
                    <a:pt x="135331" y="3058"/>
                  </a:lnTo>
                  <a:lnTo>
                    <a:pt x="130107" y="4158"/>
                  </a:lnTo>
                  <a:lnTo>
                    <a:pt x="124922" y="5425"/>
                  </a:lnTo>
                  <a:lnTo>
                    <a:pt x="119779" y="6856"/>
                  </a:lnTo>
                  <a:lnTo>
                    <a:pt x="114685" y="8450"/>
                  </a:lnTo>
                  <a:lnTo>
                    <a:pt x="109645" y="10207"/>
                  </a:lnTo>
                  <a:lnTo>
                    <a:pt x="104663" y="12123"/>
                  </a:lnTo>
                  <a:lnTo>
                    <a:pt x="99744" y="14198"/>
                  </a:lnTo>
                  <a:lnTo>
                    <a:pt x="94895" y="16428"/>
                  </a:lnTo>
                  <a:lnTo>
                    <a:pt x="90119" y="18812"/>
                  </a:lnTo>
                  <a:lnTo>
                    <a:pt x="85422" y="21348"/>
                  </a:lnTo>
                  <a:lnTo>
                    <a:pt x="80808" y="24032"/>
                  </a:lnTo>
                  <a:lnTo>
                    <a:pt x="76282" y="26862"/>
                  </a:lnTo>
                  <a:lnTo>
                    <a:pt x="71849" y="29835"/>
                  </a:lnTo>
                  <a:lnTo>
                    <a:pt x="67513" y="32949"/>
                  </a:lnTo>
                  <a:lnTo>
                    <a:pt x="63278" y="36199"/>
                  </a:lnTo>
                  <a:lnTo>
                    <a:pt x="59150" y="39582"/>
                  </a:lnTo>
                  <a:lnTo>
                    <a:pt x="55131" y="43096"/>
                  </a:lnTo>
                  <a:lnTo>
                    <a:pt x="51227" y="46736"/>
                  </a:lnTo>
                  <a:lnTo>
                    <a:pt x="47441" y="50499"/>
                  </a:lnTo>
                  <a:lnTo>
                    <a:pt x="43777" y="54381"/>
                  </a:lnTo>
                  <a:lnTo>
                    <a:pt x="40239" y="58378"/>
                  </a:lnTo>
                  <a:lnTo>
                    <a:pt x="36831" y="62485"/>
                  </a:lnTo>
                  <a:lnTo>
                    <a:pt x="33555" y="66700"/>
                  </a:lnTo>
                  <a:lnTo>
                    <a:pt x="30415" y="71017"/>
                  </a:lnTo>
                  <a:lnTo>
                    <a:pt x="27415" y="75432"/>
                  </a:lnTo>
                  <a:lnTo>
                    <a:pt x="24558" y="79941"/>
                  </a:lnTo>
                  <a:lnTo>
                    <a:pt x="21845" y="84538"/>
                  </a:lnTo>
                  <a:lnTo>
                    <a:pt x="19281" y="89220"/>
                  </a:lnTo>
                  <a:lnTo>
                    <a:pt x="16868" y="93981"/>
                  </a:lnTo>
                  <a:lnTo>
                    <a:pt x="14608" y="98817"/>
                  </a:lnTo>
                  <a:lnTo>
                    <a:pt x="12504" y="103722"/>
                  </a:lnTo>
                  <a:lnTo>
                    <a:pt x="10557" y="108693"/>
                  </a:lnTo>
                  <a:lnTo>
                    <a:pt x="8770" y="113723"/>
                  </a:lnTo>
                  <a:lnTo>
                    <a:pt x="7144" y="118807"/>
                  </a:lnTo>
                  <a:lnTo>
                    <a:pt x="5682" y="123941"/>
                  </a:lnTo>
                  <a:lnTo>
                    <a:pt x="4384" y="129118"/>
                  </a:lnTo>
                  <a:lnTo>
                    <a:pt x="3252" y="134335"/>
                  </a:lnTo>
                  <a:lnTo>
                    <a:pt x="2288" y="139585"/>
                  </a:lnTo>
                  <a:lnTo>
                    <a:pt x="1491" y="144863"/>
                  </a:lnTo>
                  <a:lnTo>
                    <a:pt x="863" y="150164"/>
                  </a:lnTo>
                  <a:lnTo>
                    <a:pt x="405" y="155482"/>
                  </a:lnTo>
                  <a:lnTo>
                    <a:pt x="117" y="160812"/>
                  </a:lnTo>
                  <a:lnTo>
                    <a:pt x="0" y="166149"/>
                  </a:lnTo>
                  <a:lnTo>
                    <a:pt x="52" y="171486"/>
                  </a:lnTo>
                  <a:lnTo>
                    <a:pt x="275" y="176820"/>
                  </a:lnTo>
                  <a:lnTo>
                    <a:pt x="669" y="182143"/>
                  </a:lnTo>
                  <a:lnTo>
                    <a:pt x="1232" y="187451"/>
                  </a:lnTo>
                  <a:lnTo>
                    <a:pt x="1964" y="192738"/>
                  </a:lnTo>
                  <a:lnTo>
                    <a:pt x="2864" y="198000"/>
                  </a:lnTo>
                  <a:lnTo>
                    <a:pt x="3933" y="203230"/>
                  </a:lnTo>
                  <a:lnTo>
                    <a:pt x="5167" y="208423"/>
                  </a:lnTo>
                  <a:lnTo>
                    <a:pt x="6567" y="213574"/>
                  </a:lnTo>
                  <a:lnTo>
                    <a:pt x="8131" y="218678"/>
                  </a:lnTo>
                  <a:lnTo>
                    <a:pt x="9856" y="223729"/>
                  </a:lnTo>
                  <a:lnTo>
                    <a:pt x="11742" y="228723"/>
                  </a:lnTo>
                  <a:lnTo>
                    <a:pt x="13787" y="233653"/>
                  </a:lnTo>
                  <a:lnTo>
                    <a:pt x="15988" y="238516"/>
                  </a:lnTo>
                  <a:lnTo>
                    <a:pt x="18343" y="243307"/>
                  </a:lnTo>
                  <a:lnTo>
                    <a:pt x="20850" y="248019"/>
                  </a:lnTo>
                  <a:lnTo>
                    <a:pt x="23506" y="252650"/>
                  </a:lnTo>
                  <a:lnTo>
                    <a:pt x="26308" y="257193"/>
                  </a:lnTo>
                  <a:lnTo>
                    <a:pt x="29254" y="261644"/>
                  </a:lnTo>
                  <a:lnTo>
                    <a:pt x="32341" y="265999"/>
                  </a:lnTo>
                  <a:lnTo>
                    <a:pt x="35565" y="270253"/>
                  </a:lnTo>
                  <a:lnTo>
                    <a:pt x="38923" y="274402"/>
                  </a:lnTo>
                  <a:lnTo>
                    <a:pt x="42413" y="278442"/>
                  </a:lnTo>
                  <a:lnTo>
                    <a:pt x="46029" y="282368"/>
                  </a:lnTo>
                  <a:lnTo>
                    <a:pt x="49769" y="286177"/>
                  </a:lnTo>
                  <a:lnTo>
                    <a:pt x="53628" y="289864"/>
                  </a:lnTo>
                  <a:lnTo>
                    <a:pt x="57603" y="293426"/>
                  </a:lnTo>
                  <a:lnTo>
                    <a:pt x="61690" y="296860"/>
                  </a:lnTo>
                  <a:lnTo>
                    <a:pt x="65885" y="300161"/>
                  </a:lnTo>
                  <a:lnTo>
                    <a:pt x="70183" y="303327"/>
                  </a:lnTo>
                  <a:lnTo>
                    <a:pt x="74579" y="306354"/>
                  </a:lnTo>
                  <a:lnTo>
                    <a:pt x="79070" y="309239"/>
                  </a:lnTo>
                  <a:lnTo>
                    <a:pt x="83651" y="311979"/>
                  </a:lnTo>
                  <a:lnTo>
                    <a:pt x="88317" y="314572"/>
                  </a:lnTo>
                  <a:lnTo>
                    <a:pt x="93064" y="317014"/>
                  </a:lnTo>
                  <a:lnTo>
                    <a:pt x="97886" y="319303"/>
                  </a:lnTo>
                  <a:lnTo>
                    <a:pt x="102779" y="321438"/>
                  </a:lnTo>
                  <a:lnTo>
                    <a:pt x="107737" y="323415"/>
                  </a:lnTo>
                  <a:lnTo>
                    <a:pt x="112756" y="325232"/>
                  </a:lnTo>
                  <a:lnTo>
                    <a:pt x="117830" y="326889"/>
                  </a:lnTo>
                  <a:lnTo>
                    <a:pt x="122955" y="328383"/>
                  </a:lnTo>
                  <a:lnTo>
                    <a:pt x="128124" y="329712"/>
                  </a:lnTo>
                  <a:lnTo>
                    <a:pt x="133334" y="330875"/>
                  </a:lnTo>
                  <a:lnTo>
                    <a:pt x="138578" y="331872"/>
                  </a:lnTo>
                  <a:lnTo>
                    <a:pt x="143851" y="332701"/>
                  </a:lnTo>
                  <a:lnTo>
                    <a:pt x="149148" y="333361"/>
                  </a:lnTo>
                  <a:lnTo>
                    <a:pt x="154463" y="333851"/>
                  </a:lnTo>
                  <a:lnTo>
                    <a:pt x="159792" y="334172"/>
                  </a:lnTo>
                  <a:lnTo>
                    <a:pt x="165127" y="334322"/>
                  </a:lnTo>
                  <a:lnTo>
                    <a:pt x="170465" y="334302"/>
                  </a:lnTo>
                  <a:lnTo>
                    <a:pt x="175800" y="334111"/>
                  </a:lnTo>
                  <a:lnTo>
                    <a:pt x="181125" y="333750"/>
                  </a:lnTo>
                  <a:lnTo>
                    <a:pt x="186437" y="333220"/>
                  </a:lnTo>
                  <a:lnTo>
                    <a:pt x="191729" y="332520"/>
                  </a:lnTo>
                  <a:lnTo>
                    <a:pt x="196995" y="331651"/>
                  </a:lnTo>
                  <a:lnTo>
                    <a:pt x="202232" y="330615"/>
                  </a:lnTo>
                  <a:lnTo>
                    <a:pt x="207432" y="329412"/>
                  </a:lnTo>
                  <a:lnTo>
                    <a:pt x="212592" y="328043"/>
                  </a:lnTo>
                  <a:lnTo>
                    <a:pt x="217705" y="326511"/>
                  </a:lnTo>
                  <a:lnTo>
                    <a:pt x="222767" y="324816"/>
                  </a:lnTo>
                  <a:lnTo>
                    <a:pt x="227772" y="322961"/>
                  </a:lnTo>
                  <a:lnTo>
                    <a:pt x="232715" y="320946"/>
                  </a:lnTo>
                  <a:lnTo>
                    <a:pt x="237591" y="318775"/>
                  </a:lnTo>
                  <a:lnTo>
                    <a:pt x="242396" y="316449"/>
                  </a:lnTo>
                  <a:lnTo>
                    <a:pt x="247124" y="313971"/>
                  </a:lnTo>
                  <a:lnTo>
                    <a:pt x="251770" y="31134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28472" y="4380988"/>
              <a:ext cx="84605" cy="144176"/>
            </a:xfrm>
            <a:custGeom>
              <a:avLst/>
              <a:pathLst>
                <a:path w="84605" h="144176">
                  <a:moveTo>
                    <a:pt x="84605" y="14417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728472" y="4380988"/>
              <a:ext cx="161773" cy="144176"/>
            </a:xfrm>
            <a:custGeom>
              <a:avLst/>
              <a:pathLst>
                <a:path w="161773" h="144176">
                  <a:moveTo>
                    <a:pt x="84605" y="144176"/>
                  </a:moveTo>
                  <a:lnTo>
                    <a:pt x="89277" y="141330"/>
                  </a:lnTo>
                  <a:lnTo>
                    <a:pt x="93854" y="138334"/>
                  </a:lnTo>
                  <a:lnTo>
                    <a:pt x="98330" y="135189"/>
                  </a:lnTo>
                  <a:lnTo>
                    <a:pt x="102700" y="131899"/>
                  </a:lnTo>
                  <a:lnTo>
                    <a:pt x="106961" y="128468"/>
                  </a:lnTo>
                  <a:lnTo>
                    <a:pt x="111107" y="124900"/>
                  </a:lnTo>
                  <a:lnTo>
                    <a:pt x="115134" y="121197"/>
                  </a:lnTo>
                  <a:lnTo>
                    <a:pt x="119038" y="117365"/>
                  </a:lnTo>
                  <a:lnTo>
                    <a:pt x="122815" y="113408"/>
                  </a:lnTo>
                  <a:lnTo>
                    <a:pt x="126459" y="109329"/>
                  </a:lnTo>
                  <a:lnTo>
                    <a:pt x="129969" y="105132"/>
                  </a:lnTo>
                  <a:lnTo>
                    <a:pt x="133339" y="100824"/>
                  </a:lnTo>
                  <a:lnTo>
                    <a:pt x="136567" y="96407"/>
                  </a:lnTo>
                  <a:lnTo>
                    <a:pt x="139648" y="91887"/>
                  </a:lnTo>
                  <a:lnTo>
                    <a:pt x="142580" y="87269"/>
                  </a:lnTo>
                  <a:lnTo>
                    <a:pt x="145359" y="82557"/>
                  </a:lnTo>
                  <a:lnTo>
                    <a:pt x="147982" y="77757"/>
                  </a:lnTo>
                  <a:lnTo>
                    <a:pt x="150447" y="72873"/>
                  </a:lnTo>
                  <a:lnTo>
                    <a:pt x="152751" y="67912"/>
                  </a:lnTo>
                  <a:lnTo>
                    <a:pt x="154891" y="62877"/>
                  </a:lnTo>
                  <a:lnTo>
                    <a:pt x="156865" y="57776"/>
                  </a:lnTo>
                  <a:lnTo>
                    <a:pt x="158672" y="52612"/>
                  </a:lnTo>
                  <a:lnTo>
                    <a:pt x="160308" y="47393"/>
                  </a:lnTo>
                  <a:lnTo>
                    <a:pt x="161773" y="421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728472" y="4213821"/>
              <a:ext cx="167167" cy="209289"/>
            </a:xfrm>
            <a:custGeom>
              <a:avLst/>
              <a:pathLst>
                <a:path w="167167" h="209289">
                  <a:moveTo>
                    <a:pt x="161773" y="209289"/>
                  </a:moveTo>
                  <a:lnTo>
                    <a:pt x="163039" y="204088"/>
                  </a:lnTo>
                  <a:lnTo>
                    <a:pt x="164137" y="198848"/>
                  </a:lnTo>
                  <a:lnTo>
                    <a:pt x="165068" y="193576"/>
                  </a:lnTo>
                  <a:lnTo>
                    <a:pt x="165829" y="188277"/>
                  </a:lnTo>
                  <a:lnTo>
                    <a:pt x="166420" y="182956"/>
                  </a:lnTo>
                  <a:lnTo>
                    <a:pt x="166840" y="177619"/>
                  </a:lnTo>
                  <a:lnTo>
                    <a:pt x="167089" y="172271"/>
                  </a:lnTo>
                  <a:lnTo>
                    <a:pt x="167167" y="166918"/>
                  </a:lnTo>
                  <a:lnTo>
                    <a:pt x="167073" y="161565"/>
                  </a:lnTo>
                  <a:lnTo>
                    <a:pt x="166808" y="156218"/>
                  </a:lnTo>
                  <a:lnTo>
                    <a:pt x="166372" y="150882"/>
                  </a:lnTo>
                  <a:lnTo>
                    <a:pt x="165765" y="145563"/>
                  </a:lnTo>
                  <a:lnTo>
                    <a:pt x="164988" y="140266"/>
                  </a:lnTo>
                  <a:lnTo>
                    <a:pt x="164042" y="134997"/>
                  </a:lnTo>
                  <a:lnTo>
                    <a:pt x="162928" y="129761"/>
                  </a:lnTo>
                  <a:lnTo>
                    <a:pt x="161647" y="124563"/>
                  </a:lnTo>
                  <a:lnTo>
                    <a:pt x="160200" y="119408"/>
                  </a:lnTo>
                  <a:lnTo>
                    <a:pt x="158588" y="114303"/>
                  </a:lnTo>
                  <a:lnTo>
                    <a:pt x="156814" y="109252"/>
                  </a:lnTo>
                  <a:lnTo>
                    <a:pt x="154879" y="104260"/>
                  </a:lnTo>
                  <a:lnTo>
                    <a:pt x="152785" y="99333"/>
                  </a:lnTo>
                  <a:lnTo>
                    <a:pt x="150535" y="94475"/>
                  </a:lnTo>
                  <a:lnTo>
                    <a:pt x="148130" y="89692"/>
                  </a:lnTo>
                  <a:lnTo>
                    <a:pt x="145573" y="84989"/>
                  </a:lnTo>
                  <a:lnTo>
                    <a:pt x="142867" y="80370"/>
                  </a:lnTo>
                  <a:lnTo>
                    <a:pt x="140015" y="75839"/>
                  </a:lnTo>
                  <a:lnTo>
                    <a:pt x="137018" y="71403"/>
                  </a:lnTo>
                  <a:lnTo>
                    <a:pt x="133882" y="67064"/>
                  </a:lnTo>
                  <a:lnTo>
                    <a:pt x="130608" y="62829"/>
                  </a:lnTo>
                  <a:lnTo>
                    <a:pt x="127199" y="58700"/>
                  </a:lnTo>
                  <a:lnTo>
                    <a:pt x="123661" y="54682"/>
                  </a:lnTo>
                  <a:lnTo>
                    <a:pt x="119996" y="50780"/>
                  </a:lnTo>
                  <a:lnTo>
                    <a:pt x="116207" y="46998"/>
                  </a:lnTo>
                  <a:lnTo>
                    <a:pt x="112300" y="43338"/>
                  </a:lnTo>
                  <a:lnTo>
                    <a:pt x="108277" y="39806"/>
                  </a:lnTo>
                  <a:lnTo>
                    <a:pt x="104143" y="36404"/>
                  </a:lnTo>
                  <a:lnTo>
                    <a:pt x="99903" y="33136"/>
                  </a:lnTo>
                  <a:lnTo>
                    <a:pt x="95560" y="30006"/>
                  </a:lnTo>
                  <a:lnTo>
                    <a:pt x="91118" y="27016"/>
                  </a:lnTo>
                  <a:lnTo>
                    <a:pt x="86584" y="24170"/>
                  </a:lnTo>
                  <a:lnTo>
                    <a:pt x="81961" y="21471"/>
                  </a:lnTo>
                  <a:lnTo>
                    <a:pt x="77253" y="18921"/>
                  </a:lnTo>
                  <a:lnTo>
                    <a:pt x="72467" y="16523"/>
                  </a:lnTo>
                  <a:lnTo>
                    <a:pt x="67606" y="14280"/>
                  </a:lnTo>
                  <a:lnTo>
                    <a:pt x="62675" y="12194"/>
                  </a:lnTo>
                  <a:lnTo>
                    <a:pt x="57681" y="10266"/>
                  </a:lnTo>
                  <a:lnTo>
                    <a:pt x="52627" y="8500"/>
                  </a:lnTo>
                  <a:lnTo>
                    <a:pt x="47519" y="6896"/>
                  </a:lnTo>
                  <a:lnTo>
                    <a:pt x="42363" y="5456"/>
                  </a:lnTo>
                  <a:lnTo>
                    <a:pt x="37163" y="4183"/>
                  </a:lnTo>
                  <a:lnTo>
                    <a:pt x="31925" y="3076"/>
                  </a:lnTo>
                  <a:lnTo>
                    <a:pt x="26654" y="2138"/>
                  </a:lnTo>
                  <a:lnTo>
                    <a:pt x="21356" y="1369"/>
                  </a:lnTo>
                  <a:lnTo>
                    <a:pt x="16036" y="770"/>
                  </a:lnTo>
                  <a:lnTo>
                    <a:pt x="10700" y="342"/>
                  </a:lnTo>
                  <a:lnTo>
                    <a:pt x="535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51853" y="3707720"/>
              <a:ext cx="254805" cy="334325"/>
            </a:xfrm>
            <a:custGeom>
              <a:avLst/>
              <a:pathLst>
                <a:path w="254805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31939" y="330582"/>
                  </a:lnTo>
                  <a:lnTo>
                    <a:pt x="137159" y="331621"/>
                  </a:lnTo>
                  <a:lnTo>
                    <a:pt x="142410" y="332492"/>
                  </a:lnTo>
                  <a:lnTo>
                    <a:pt x="147685" y="333196"/>
                  </a:lnTo>
                  <a:lnTo>
                    <a:pt x="152981" y="333732"/>
                  </a:lnTo>
                  <a:lnTo>
                    <a:pt x="158291" y="334099"/>
                  </a:lnTo>
                  <a:lnTo>
                    <a:pt x="163609" y="334297"/>
                  </a:lnTo>
                  <a:lnTo>
                    <a:pt x="168932" y="334325"/>
                  </a:lnTo>
                  <a:lnTo>
                    <a:pt x="174252" y="334184"/>
                  </a:lnTo>
                  <a:lnTo>
                    <a:pt x="179566" y="333873"/>
                  </a:lnTo>
                  <a:lnTo>
                    <a:pt x="184867" y="333394"/>
                  </a:lnTo>
                  <a:lnTo>
                    <a:pt x="190149" y="332746"/>
                  </a:lnTo>
                  <a:lnTo>
                    <a:pt x="195409" y="331930"/>
                  </a:lnTo>
                  <a:lnTo>
                    <a:pt x="200640" y="330947"/>
                  </a:lnTo>
                  <a:lnTo>
                    <a:pt x="205837" y="329798"/>
                  </a:lnTo>
                  <a:lnTo>
                    <a:pt x="210995" y="328484"/>
                  </a:lnTo>
                  <a:lnTo>
                    <a:pt x="216108" y="327007"/>
                  </a:lnTo>
                  <a:lnTo>
                    <a:pt x="221172" y="325368"/>
                  </a:lnTo>
                  <a:lnTo>
                    <a:pt x="226181" y="323568"/>
                  </a:lnTo>
                  <a:lnTo>
                    <a:pt x="231130" y="321610"/>
                  </a:lnTo>
                  <a:lnTo>
                    <a:pt x="236014" y="319495"/>
                  </a:lnTo>
                  <a:lnTo>
                    <a:pt x="240828" y="317225"/>
                  </a:lnTo>
                  <a:lnTo>
                    <a:pt x="245568" y="314804"/>
                  </a:lnTo>
                  <a:lnTo>
                    <a:pt x="250229" y="312233"/>
                  </a:lnTo>
                  <a:lnTo>
                    <a:pt x="254805" y="309515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919011" y="3707741"/>
              <a:ext cx="167158" cy="309494"/>
            </a:xfrm>
            <a:custGeom>
              <a:avLst/>
              <a:pathLst>
                <a:path w="167158" h="309494">
                  <a:moveTo>
                    <a:pt x="87647" y="309494"/>
                  </a:moveTo>
                  <a:lnTo>
                    <a:pt x="92180" y="306601"/>
                  </a:lnTo>
                  <a:lnTo>
                    <a:pt x="96618" y="303563"/>
                  </a:lnTo>
                  <a:lnTo>
                    <a:pt x="100956" y="300385"/>
                  </a:lnTo>
                  <a:lnTo>
                    <a:pt x="105190" y="297069"/>
                  </a:lnTo>
                  <a:lnTo>
                    <a:pt x="109315" y="293618"/>
                  </a:lnTo>
                  <a:lnTo>
                    <a:pt x="113326" y="290036"/>
                  </a:lnTo>
                  <a:lnTo>
                    <a:pt x="117221" y="286327"/>
                  </a:lnTo>
                  <a:lnTo>
                    <a:pt x="120994" y="282495"/>
                  </a:lnTo>
                  <a:lnTo>
                    <a:pt x="124641" y="278543"/>
                  </a:lnTo>
                  <a:lnTo>
                    <a:pt x="128160" y="274476"/>
                  </a:lnTo>
                  <a:lnTo>
                    <a:pt x="131546" y="270298"/>
                  </a:lnTo>
                  <a:lnTo>
                    <a:pt x="134796" y="266013"/>
                  </a:lnTo>
                  <a:lnTo>
                    <a:pt x="137907" y="261626"/>
                  </a:lnTo>
                  <a:lnTo>
                    <a:pt x="140874" y="257141"/>
                  </a:lnTo>
                  <a:lnTo>
                    <a:pt x="143696" y="252563"/>
                  </a:lnTo>
                  <a:lnTo>
                    <a:pt x="146370" y="247897"/>
                  </a:lnTo>
                  <a:lnTo>
                    <a:pt x="148891" y="243147"/>
                  </a:lnTo>
                  <a:lnTo>
                    <a:pt x="151259" y="238318"/>
                  </a:lnTo>
                  <a:lnTo>
                    <a:pt x="153470" y="233416"/>
                  </a:lnTo>
                  <a:lnTo>
                    <a:pt x="155522" y="228445"/>
                  </a:lnTo>
                  <a:lnTo>
                    <a:pt x="157414" y="223411"/>
                  </a:lnTo>
                  <a:lnTo>
                    <a:pt x="159142" y="218318"/>
                  </a:lnTo>
                  <a:lnTo>
                    <a:pt x="160706" y="213172"/>
                  </a:lnTo>
                  <a:lnTo>
                    <a:pt x="162103" y="207979"/>
                  </a:lnTo>
                  <a:lnTo>
                    <a:pt x="163333" y="202744"/>
                  </a:lnTo>
                  <a:lnTo>
                    <a:pt x="164393" y="197471"/>
                  </a:lnTo>
                  <a:lnTo>
                    <a:pt x="165284" y="192168"/>
                  </a:lnTo>
                  <a:lnTo>
                    <a:pt x="166003" y="186838"/>
                  </a:lnTo>
                  <a:lnTo>
                    <a:pt x="166551" y="181488"/>
                  </a:lnTo>
                  <a:lnTo>
                    <a:pt x="166926" y="176123"/>
                  </a:lnTo>
                  <a:lnTo>
                    <a:pt x="167128" y="170749"/>
                  </a:lnTo>
                  <a:lnTo>
                    <a:pt x="167158" y="165372"/>
                  </a:lnTo>
                  <a:lnTo>
                    <a:pt x="167014" y="159996"/>
                  </a:lnTo>
                  <a:lnTo>
                    <a:pt x="166698" y="154627"/>
                  </a:lnTo>
                  <a:lnTo>
                    <a:pt x="166209" y="149271"/>
                  </a:lnTo>
                  <a:lnTo>
                    <a:pt x="165548" y="143934"/>
                  </a:lnTo>
                  <a:lnTo>
                    <a:pt x="164715" y="138621"/>
                  </a:lnTo>
                  <a:lnTo>
                    <a:pt x="163713" y="133338"/>
                  </a:lnTo>
                  <a:lnTo>
                    <a:pt x="162540" y="128089"/>
                  </a:lnTo>
                  <a:lnTo>
                    <a:pt x="161200" y="122881"/>
                  </a:lnTo>
                  <a:lnTo>
                    <a:pt x="159693" y="117718"/>
                  </a:lnTo>
                  <a:lnTo>
                    <a:pt x="158020" y="112607"/>
                  </a:lnTo>
                  <a:lnTo>
                    <a:pt x="156184" y="107552"/>
                  </a:lnTo>
                  <a:lnTo>
                    <a:pt x="154186" y="102559"/>
                  </a:lnTo>
                  <a:lnTo>
                    <a:pt x="152029" y="97633"/>
                  </a:lnTo>
                  <a:lnTo>
                    <a:pt x="149714" y="92779"/>
                  </a:lnTo>
                  <a:lnTo>
                    <a:pt x="147245" y="88001"/>
                  </a:lnTo>
                  <a:lnTo>
                    <a:pt x="144623" y="83306"/>
                  </a:lnTo>
                  <a:lnTo>
                    <a:pt x="141851" y="78697"/>
                  </a:lnTo>
                  <a:lnTo>
                    <a:pt x="138933" y="74180"/>
                  </a:lnTo>
                  <a:lnTo>
                    <a:pt x="135870" y="69759"/>
                  </a:lnTo>
                  <a:lnTo>
                    <a:pt x="132667" y="65439"/>
                  </a:lnTo>
                  <a:lnTo>
                    <a:pt x="129327" y="61224"/>
                  </a:lnTo>
                  <a:lnTo>
                    <a:pt x="125853" y="57119"/>
                  </a:lnTo>
                  <a:lnTo>
                    <a:pt x="122249" y="53128"/>
                  </a:lnTo>
                  <a:lnTo>
                    <a:pt x="118518" y="49255"/>
                  </a:lnTo>
                  <a:lnTo>
                    <a:pt x="114664" y="45503"/>
                  </a:lnTo>
                  <a:lnTo>
                    <a:pt x="110692" y="41878"/>
                  </a:lnTo>
                  <a:lnTo>
                    <a:pt x="106606" y="38382"/>
                  </a:lnTo>
                  <a:lnTo>
                    <a:pt x="102409" y="35020"/>
                  </a:lnTo>
                  <a:lnTo>
                    <a:pt x="98105" y="31794"/>
                  </a:lnTo>
                  <a:lnTo>
                    <a:pt x="93701" y="28708"/>
                  </a:lnTo>
                  <a:lnTo>
                    <a:pt x="89199" y="25766"/>
                  </a:lnTo>
                  <a:lnTo>
                    <a:pt x="84605" y="22970"/>
                  </a:lnTo>
                  <a:lnTo>
                    <a:pt x="79924" y="20323"/>
                  </a:lnTo>
                  <a:lnTo>
                    <a:pt x="75160" y="17828"/>
                  </a:lnTo>
                  <a:lnTo>
                    <a:pt x="70318" y="15487"/>
                  </a:lnTo>
                  <a:lnTo>
                    <a:pt x="65403" y="13304"/>
                  </a:lnTo>
                  <a:lnTo>
                    <a:pt x="60421" y="11280"/>
                  </a:lnTo>
                  <a:lnTo>
                    <a:pt x="55376" y="9417"/>
                  </a:lnTo>
                  <a:lnTo>
                    <a:pt x="50274" y="7717"/>
                  </a:lnTo>
                  <a:lnTo>
                    <a:pt x="45119" y="6183"/>
                  </a:lnTo>
                  <a:lnTo>
                    <a:pt x="39918" y="4814"/>
                  </a:lnTo>
                  <a:lnTo>
                    <a:pt x="34676" y="3614"/>
                  </a:lnTo>
                  <a:lnTo>
                    <a:pt x="29398" y="2584"/>
                  </a:lnTo>
                  <a:lnTo>
                    <a:pt x="24089" y="1723"/>
                  </a:lnTo>
                  <a:lnTo>
                    <a:pt x="18756" y="1034"/>
                  </a:lnTo>
                  <a:lnTo>
                    <a:pt x="13403" y="517"/>
                  </a:lnTo>
                  <a:lnTo>
                    <a:pt x="8036" y="172"/>
                  </a:lnTo>
                  <a:lnTo>
                    <a:pt x="2661" y="0"/>
                  </a:lnTo>
                  <a:lnTo>
                    <a:pt x="0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919011" y="3707720"/>
              <a:ext cx="2661" cy="167167"/>
            </a:xfrm>
            <a:custGeom>
              <a:avLst/>
              <a:pathLst>
                <a:path w="2661" h="167167">
                  <a:moveTo>
                    <a:pt x="2661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tx82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2025-06-06T06:15:54Z</dcterms:modified>
  <cp:category/>
</cp:coreProperties>
</file>