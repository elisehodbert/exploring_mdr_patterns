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57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284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7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77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8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8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8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88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30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8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0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8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8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8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0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7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54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68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7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7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3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6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84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94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7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2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69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06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22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57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6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54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57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57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8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30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60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84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56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12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6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45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70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45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54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5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3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05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8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66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60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94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05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17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08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70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60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8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70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66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41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8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22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50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7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89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8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0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7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8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1580" y="3170392"/>
              <a:ext cx="62198" cy="167167"/>
            </a:xfrm>
            <a:custGeom>
              <a:avLst/>
              <a:pathLst>
                <a:path w="62198" h="167167">
                  <a:moveTo>
                    <a:pt x="62198" y="0"/>
                  </a:moveTo>
                  <a:lnTo>
                    <a:pt x="56406" y="100"/>
                  </a:lnTo>
                  <a:lnTo>
                    <a:pt x="50620" y="401"/>
                  </a:lnTo>
                  <a:lnTo>
                    <a:pt x="44848" y="902"/>
                  </a:lnTo>
                  <a:lnTo>
                    <a:pt x="39097" y="1603"/>
                  </a:lnTo>
                  <a:lnTo>
                    <a:pt x="33374" y="2503"/>
                  </a:lnTo>
                  <a:lnTo>
                    <a:pt x="27686" y="3601"/>
                  </a:lnTo>
                  <a:lnTo>
                    <a:pt x="22039" y="4895"/>
                  </a:lnTo>
                  <a:lnTo>
                    <a:pt x="16440" y="6384"/>
                  </a:lnTo>
                  <a:lnTo>
                    <a:pt x="10896" y="8066"/>
                  </a:lnTo>
                  <a:lnTo>
                    <a:pt x="5414" y="9940"/>
                  </a:lnTo>
                  <a:lnTo>
                    <a:pt x="0" y="12002"/>
                  </a:lnTo>
                  <a:lnTo>
                    <a:pt x="6219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1580" y="3182394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24" y="3170612"/>
              <a:ext cx="334322" cy="334108"/>
            </a:xfrm>
            <a:custGeom>
              <a:avLst/>
              <a:pathLst>
                <a:path w="334322" h="334108">
                  <a:moveTo>
                    <a:pt x="104956" y="11782"/>
                  </a:moveTo>
                  <a:lnTo>
                    <a:pt x="100081" y="13826"/>
                  </a:lnTo>
                  <a:lnTo>
                    <a:pt x="95272" y="16023"/>
                  </a:lnTo>
                  <a:lnTo>
                    <a:pt x="90536" y="18372"/>
                  </a:lnTo>
                  <a:lnTo>
                    <a:pt x="85877" y="20869"/>
                  </a:lnTo>
                  <a:lnTo>
                    <a:pt x="81298" y="23512"/>
                  </a:lnTo>
                  <a:lnTo>
                    <a:pt x="76806" y="26298"/>
                  </a:lnTo>
                  <a:lnTo>
                    <a:pt x="72404" y="29225"/>
                  </a:lnTo>
                  <a:lnTo>
                    <a:pt x="68096" y="32290"/>
                  </a:lnTo>
                  <a:lnTo>
                    <a:pt x="63888" y="35490"/>
                  </a:lnTo>
                  <a:lnTo>
                    <a:pt x="59783" y="38821"/>
                  </a:lnTo>
                  <a:lnTo>
                    <a:pt x="55786" y="42280"/>
                  </a:lnTo>
                  <a:lnTo>
                    <a:pt x="51899" y="45863"/>
                  </a:lnTo>
                  <a:lnTo>
                    <a:pt x="48128" y="49568"/>
                  </a:lnTo>
                  <a:lnTo>
                    <a:pt x="44476" y="53391"/>
                  </a:lnTo>
                  <a:lnTo>
                    <a:pt x="40947" y="57326"/>
                  </a:lnTo>
                  <a:lnTo>
                    <a:pt x="37544" y="61372"/>
                  </a:lnTo>
                  <a:lnTo>
                    <a:pt x="34271" y="65523"/>
                  </a:lnTo>
                  <a:lnTo>
                    <a:pt x="31130" y="69775"/>
                  </a:lnTo>
                  <a:lnTo>
                    <a:pt x="28125" y="74125"/>
                  </a:lnTo>
                  <a:lnTo>
                    <a:pt x="25260" y="78568"/>
                  </a:lnTo>
                  <a:lnTo>
                    <a:pt x="22536" y="83098"/>
                  </a:lnTo>
                  <a:lnTo>
                    <a:pt x="19957" y="87713"/>
                  </a:lnTo>
                  <a:lnTo>
                    <a:pt x="17526" y="92407"/>
                  </a:lnTo>
                  <a:lnTo>
                    <a:pt x="15244" y="97176"/>
                  </a:lnTo>
                  <a:lnTo>
                    <a:pt x="13113" y="102014"/>
                  </a:lnTo>
                  <a:lnTo>
                    <a:pt x="11137" y="106917"/>
                  </a:lnTo>
                  <a:lnTo>
                    <a:pt x="9317" y="111880"/>
                  </a:lnTo>
                  <a:lnTo>
                    <a:pt x="7655" y="116899"/>
                  </a:lnTo>
                  <a:lnTo>
                    <a:pt x="6152" y="121967"/>
                  </a:lnTo>
                  <a:lnTo>
                    <a:pt x="4810" y="127080"/>
                  </a:lnTo>
                  <a:lnTo>
                    <a:pt x="3631" y="132233"/>
                  </a:lnTo>
                  <a:lnTo>
                    <a:pt x="2615" y="137421"/>
                  </a:lnTo>
                  <a:lnTo>
                    <a:pt x="1764" y="142639"/>
                  </a:lnTo>
                  <a:lnTo>
                    <a:pt x="1078" y="147881"/>
                  </a:lnTo>
                  <a:lnTo>
                    <a:pt x="558" y="153141"/>
                  </a:lnTo>
                  <a:lnTo>
                    <a:pt x="205" y="158416"/>
                  </a:lnTo>
                  <a:lnTo>
                    <a:pt x="19" y="163699"/>
                  </a:lnTo>
                  <a:lnTo>
                    <a:pt x="0" y="168986"/>
                  </a:lnTo>
                  <a:lnTo>
                    <a:pt x="148" y="174270"/>
                  </a:lnTo>
                  <a:lnTo>
                    <a:pt x="463" y="179547"/>
                  </a:lnTo>
                  <a:lnTo>
                    <a:pt x="944" y="184811"/>
                  </a:lnTo>
                  <a:lnTo>
                    <a:pt x="1592" y="190058"/>
                  </a:lnTo>
                  <a:lnTo>
                    <a:pt x="2406" y="195282"/>
                  </a:lnTo>
                  <a:lnTo>
                    <a:pt x="3384" y="200477"/>
                  </a:lnTo>
                  <a:lnTo>
                    <a:pt x="4526" y="205638"/>
                  </a:lnTo>
                  <a:lnTo>
                    <a:pt x="5831" y="210761"/>
                  </a:lnTo>
                  <a:lnTo>
                    <a:pt x="7297" y="215840"/>
                  </a:lnTo>
                  <a:lnTo>
                    <a:pt x="8923" y="220870"/>
                  </a:lnTo>
                  <a:lnTo>
                    <a:pt x="10707" y="225847"/>
                  </a:lnTo>
                  <a:lnTo>
                    <a:pt x="12648" y="230764"/>
                  </a:lnTo>
                  <a:lnTo>
                    <a:pt x="14743" y="235618"/>
                  </a:lnTo>
                  <a:lnTo>
                    <a:pt x="16991" y="240403"/>
                  </a:lnTo>
                  <a:lnTo>
                    <a:pt x="19388" y="245114"/>
                  </a:lnTo>
                  <a:lnTo>
                    <a:pt x="21934" y="249747"/>
                  </a:lnTo>
                  <a:lnTo>
                    <a:pt x="24625" y="254298"/>
                  </a:lnTo>
                  <a:lnTo>
                    <a:pt x="27458" y="258761"/>
                  </a:lnTo>
                  <a:lnTo>
                    <a:pt x="30431" y="263132"/>
                  </a:lnTo>
                  <a:lnTo>
                    <a:pt x="33540" y="267407"/>
                  </a:lnTo>
                  <a:lnTo>
                    <a:pt x="36784" y="271582"/>
                  </a:lnTo>
                  <a:lnTo>
                    <a:pt x="40158" y="275652"/>
                  </a:lnTo>
                  <a:lnTo>
                    <a:pt x="43658" y="279613"/>
                  </a:lnTo>
                  <a:lnTo>
                    <a:pt x="47282" y="283461"/>
                  </a:lnTo>
                  <a:lnTo>
                    <a:pt x="51027" y="287193"/>
                  </a:lnTo>
                  <a:lnTo>
                    <a:pt x="54887" y="290805"/>
                  </a:lnTo>
                  <a:lnTo>
                    <a:pt x="58859" y="294293"/>
                  </a:lnTo>
                  <a:lnTo>
                    <a:pt x="62940" y="297654"/>
                  </a:lnTo>
                  <a:lnTo>
                    <a:pt x="67125" y="300884"/>
                  </a:lnTo>
                  <a:lnTo>
                    <a:pt x="71410" y="303980"/>
                  </a:lnTo>
                  <a:lnTo>
                    <a:pt x="75791" y="306938"/>
                  </a:lnTo>
                  <a:lnTo>
                    <a:pt x="80263" y="309757"/>
                  </a:lnTo>
                  <a:lnTo>
                    <a:pt x="84822" y="312433"/>
                  </a:lnTo>
                  <a:lnTo>
                    <a:pt x="89464" y="314964"/>
                  </a:lnTo>
                  <a:lnTo>
                    <a:pt x="94183" y="317347"/>
                  </a:lnTo>
                  <a:lnTo>
                    <a:pt x="98975" y="319579"/>
                  </a:lnTo>
                  <a:lnTo>
                    <a:pt x="103835" y="321658"/>
                  </a:lnTo>
                  <a:lnTo>
                    <a:pt x="108759" y="323583"/>
                  </a:lnTo>
                  <a:lnTo>
                    <a:pt x="113741" y="325351"/>
                  </a:lnTo>
                  <a:lnTo>
                    <a:pt x="118776" y="326961"/>
                  </a:lnTo>
                  <a:lnTo>
                    <a:pt x="123860" y="328411"/>
                  </a:lnTo>
                  <a:lnTo>
                    <a:pt x="128987" y="329699"/>
                  </a:lnTo>
                  <a:lnTo>
                    <a:pt x="134152" y="330824"/>
                  </a:lnTo>
                  <a:lnTo>
                    <a:pt x="139350" y="331786"/>
                  </a:lnTo>
                  <a:lnTo>
                    <a:pt x="144577" y="332583"/>
                  </a:lnTo>
                  <a:lnTo>
                    <a:pt x="149825" y="333214"/>
                  </a:lnTo>
                  <a:lnTo>
                    <a:pt x="155091" y="333678"/>
                  </a:lnTo>
                  <a:lnTo>
                    <a:pt x="160369" y="333977"/>
                  </a:lnTo>
                  <a:lnTo>
                    <a:pt x="165654" y="334108"/>
                  </a:lnTo>
                  <a:lnTo>
                    <a:pt x="170940" y="334071"/>
                  </a:lnTo>
                  <a:lnTo>
                    <a:pt x="176223" y="333868"/>
                  </a:lnTo>
                  <a:lnTo>
                    <a:pt x="181496" y="333498"/>
                  </a:lnTo>
                  <a:lnTo>
                    <a:pt x="186755" y="332961"/>
                  </a:lnTo>
                  <a:lnTo>
                    <a:pt x="191995" y="332258"/>
                  </a:lnTo>
                  <a:lnTo>
                    <a:pt x="197210" y="331390"/>
                  </a:lnTo>
                  <a:lnTo>
                    <a:pt x="202394" y="330358"/>
                  </a:lnTo>
                  <a:lnTo>
                    <a:pt x="207544" y="329162"/>
                  </a:lnTo>
                  <a:lnTo>
                    <a:pt x="212653" y="327804"/>
                  </a:lnTo>
                  <a:lnTo>
                    <a:pt x="217716" y="326284"/>
                  </a:lnTo>
                  <a:lnTo>
                    <a:pt x="222729" y="324606"/>
                  </a:lnTo>
                  <a:lnTo>
                    <a:pt x="227686" y="322770"/>
                  </a:lnTo>
                  <a:lnTo>
                    <a:pt x="232583" y="320778"/>
                  </a:lnTo>
                  <a:lnTo>
                    <a:pt x="237415" y="318632"/>
                  </a:lnTo>
                  <a:lnTo>
                    <a:pt x="242176" y="316335"/>
                  </a:lnTo>
                  <a:lnTo>
                    <a:pt x="246862" y="313888"/>
                  </a:lnTo>
                  <a:lnTo>
                    <a:pt x="251468" y="311294"/>
                  </a:lnTo>
                  <a:lnTo>
                    <a:pt x="255990" y="308556"/>
                  </a:lnTo>
                  <a:lnTo>
                    <a:pt x="260423" y="305676"/>
                  </a:lnTo>
                  <a:lnTo>
                    <a:pt x="264763" y="302658"/>
                  </a:lnTo>
                  <a:lnTo>
                    <a:pt x="269006" y="299504"/>
                  </a:lnTo>
                  <a:lnTo>
                    <a:pt x="273146" y="296217"/>
                  </a:lnTo>
                  <a:lnTo>
                    <a:pt x="277181" y="292801"/>
                  </a:lnTo>
                  <a:lnTo>
                    <a:pt x="281105" y="289259"/>
                  </a:lnTo>
                  <a:lnTo>
                    <a:pt x="284916" y="285595"/>
                  </a:lnTo>
                  <a:lnTo>
                    <a:pt x="288608" y="281812"/>
                  </a:lnTo>
                  <a:lnTo>
                    <a:pt x="292180" y="277914"/>
                  </a:lnTo>
                  <a:lnTo>
                    <a:pt x="295626" y="273905"/>
                  </a:lnTo>
                  <a:lnTo>
                    <a:pt x="298944" y="269789"/>
                  </a:lnTo>
                  <a:lnTo>
                    <a:pt x="302130" y="265571"/>
                  </a:lnTo>
                  <a:lnTo>
                    <a:pt x="305181" y="261254"/>
                  </a:lnTo>
                  <a:lnTo>
                    <a:pt x="308093" y="256842"/>
                  </a:lnTo>
                  <a:lnTo>
                    <a:pt x="310865" y="252341"/>
                  </a:lnTo>
                  <a:lnTo>
                    <a:pt x="313494" y="247754"/>
                  </a:lnTo>
                  <a:lnTo>
                    <a:pt x="315976" y="243086"/>
                  </a:lnTo>
                  <a:lnTo>
                    <a:pt x="318309" y="238343"/>
                  </a:lnTo>
                  <a:lnTo>
                    <a:pt x="320491" y="233527"/>
                  </a:lnTo>
                  <a:lnTo>
                    <a:pt x="322519" y="228646"/>
                  </a:lnTo>
                  <a:lnTo>
                    <a:pt x="324392" y="223702"/>
                  </a:lnTo>
                  <a:lnTo>
                    <a:pt x="326108" y="218702"/>
                  </a:lnTo>
                  <a:lnTo>
                    <a:pt x="327665" y="213650"/>
                  </a:lnTo>
                  <a:lnTo>
                    <a:pt x="329062" y="208551"/>
                  </a:lnTo>
                  <a:lnTo>
                    <a:pt x="330296" y="203411"/>
                  </a:lnTo>
                  <a:lnTo>
                    <a:pt x="331368" y="198234"/>
                  </a:lnTo>
                  <a:lnTo>
                    <a:pt x="332275" y="193026"/>
                  </a:lnTo>
                  <a:lnTo>
                    <a:pt x="333017" y="187792"/>
                  </a:lnTo>
                  <a:lnTo>
                    <a:pt x="333593" y="182537"/>
                  </a:lnTo>
                  <a:lnTo>
                    <a:pt x="334003" y="177267"/>
                  </a:lnTo>
                  <a:lnTo>
                    <a:pt x="334246" y="171986"/>
                  </a:lnTo>
                  <a:lnTo>
                    <a:pt x="334322" y="166700"/>
                  </a:lnTo>
                  <a:lnTo>
                    <a:pt x="334230" y="161414"/>
                  </a:lnTo>
                  <a:lnTo>
                    <a:pt x="333972" y="156134"/>
                  </a:lnTo>
                  <a:lnTo>
                    <a:pt x="333547" y="150865"/>
                  </a:lnTo>
                  <a:lnTo>
                    <a:pt x="332955" y="145612"/>
                  </a:lnTo>
                  <a:lnTo>
                    <a:pt x="332197" y="140380"/>
                  </a:lnTo>
                  <a:lnTo>
                    <a:pt x="331275" y="135175"/>
                  </a:lnTo>
                  <a:lnTo>
                    <a:pt x="330188" y="130001"/>
                  </a:lnTo>
                  <a:lnTo>
                    <a:pt x="328938" y="124864"/>
                  </a:lnTo>
                  <a:lnTo>
                    <a:pt x="327527" y="119770"/>
                  </a:lnTo>
                  <a:lnTo>
                    <a:pt x="325955" y="114723"/>
                  </a:lnTo>
                  <a:lnTo>
                    <a:pt x="324224" y="109727"/>
                  </a:lnTo>
                  <a:lnTo>
                    <a:pt x="322336" y="104790"/>
                  </a:lnTo>
                  <a:lnTo>
                    <a:pt x="320293" y="99914"/>
                  </a:lnTo>
                  <a:lnTo>
                    <a:pt x="318097" y="95105"/>
                  </a:lnTo>
                  <a:lnTo>
                    <a:pt x="315750" y="90368"/>
                  </a:lnTo>
                  <a:lnTo>
                    <a:pt x="313255" y="85708"/>
                  </a:lnTo>
                  <a:lnTo>
                    <a:pt x="310613" y="81129"/>
                  </a:lnTo>
                  <a:lnTo>
                    <a:pt x="307827" y="76636"/>
                  </a:lnTo>
                  <a:lnTo>
                    <a:pt x="304901" y="72233"/>
                  </a:lnTo>
                  <a:lnTo>
                    <a:pt x="301838" y="67925"/>
                  </a:lnTo>
                  <a:lnTo>
                    <a:pt x="298639" y="63716"/>
                  </a:lnTo>
                  <a:lnTo>
                    <a:pt x="295309" y="59610"/>
                  </a:lnTo>
                  <a:lnTo>
                    <a:pt x="291851" y="55611"/>
                  </a:lnTo>
                  <a:lnTo>
                    <a:pt x="288269" y="51724"/>
                  </a:lnTo>
                  <a:lnTo>
                    <a:pt x="284565" y="47952"/>
                  </a:lnTo>
                  <a:lnTo>
                    <a:pt x="280744" y="44299"/>
                  </a:lnTo>
                  <a:lnTo>
                    <a:pt x="276809" y="40769"/>
                  </a:lnTo>
                  <a:lnTo>
                    <a:pt x="272764" y="37365"/>
                  </a:lnTo>
                  <a:lnTo>
                    <a:pt x="268614" y="34090"/>
                  </a:lnTo>
                  <a:lnTo>
                    <a:pt x="264362" y="30948"/>
                  </a:lnTo>
                  <a:lnTo>
                    <a:pt x="260013" y="27943"/>
                  </a:lnTo>
                  <a:lnTo>
                    <a:pt x="255572" y="25076"/>
                  </a:lnTo>
                  <a:lnTo>
                    <a:pt x="251042" y="22351"/>
                  </a:lnTo>
                  <a:lnTo>
                    <a:pt x="246428" y="19771"/>
                  </a:lnTo>
                  <a:lnTo>
                    <a:pt x="241734" y="17338"/>
                  </a:lnTo>
                  <a:lnTo>
                    <a:pt x="236966" y="15055"/>
                  </a:lnTo>
                  <a:lnTo>
                    <a:pt x="232129" y="12923"/>
                  </a:lnTo>
                  <a:lnTo>
                    <a:pt x="227226" y="10946"/>
                  </a:lnTo>
                  <a:lnTo>
                    <a:pt x="222263" y="9124"/>
                  </a:lnTo>
                  <a:lnTo>
                    <a:pt x="217245" y="7461"/>
                  </a:lnTo>
                  <a:lnTo>
                    <a:pt x="212178" y="5957"/>
                  </a:lnTo>
                  <a:lnTo>
                    <a:pt x="207065" y="4613"/>
                  </a:lnTo>
                  <a:lnTo>
                    <a:pt x="201912" y="3433"/>
                  </a:lnTo>
                  <a:lnTo>
                    <a:pt x="196724" y="2415"/>
                  </a:lnTo>
                  <a:lnTo>
                    <a:pt x="191507" y="1563"/>
                  </a:lnTo>
                  <a:lnTo>
                    <a:pt x="186265" y="875"/>
                  </a:lnTo>
                  <a:lnTo>
                    <a:pt x="181005" y="354"/>
                  </a:lnTo>
                  <a:lnTo>
                    <a:pt x="175730" y="0"/>
                  </a:lnTo>
                  <a:lnTo>
                    <a:pt x="167155" y="166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8575" cy="167167"/>
            </a:xfrm>
            <a:custGeom>
              <a:avLst/>
              <a:pathLst>
                <a:path w="8575" h="167167">
                  <a:moveTo>
                    <a:pt x="8575" y="2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44" y="2633064"/>
              <a:ext cx="167167" cy="244666"/>
            </a:xfrm>
            <a:custGeom>
              <a:avLst/>
              <a:pathLst>
                <a:path w="167167" h="244666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6" y="773"/>
                  </a:lnTo>
                  <a:lnTo>
                    <a:pt x="145778" y="1374"/>
                  </a:lnTo>
                  <a:lnTo>
                    <a:pt x="140472" y="2145"/>
                  </a:lnTo>
                  <a:lnTo>
                    <a:pt x="135193" y="3086"/>
                  </a:lnTo>
                  <a:lnTo>
                    <a:pt x="129947" y="4196"/>
                  </a:lnTo>
                  <a:lnTo>
                    <a:pt x="124740" y="5473"/>
                  </a:lnTo>
                  <a:lnTo>
                    <a:pt x="119576" y="6917"/>
                  </a:lnTo>
                  <a:lnTo>
                    <a:pt x="114461" y="8526"/>
                  </a:lnTo>
                  <a:lnTo>
                    <a:pt x="109401" y="10297"/>
                  </a:lnTo>
                  <a:lnTo>
                    <a:pt x="104400" y="12231"/>
                  </a:lnTo>
                  <a:lnTo>
                    <a:pt x="99463" y="14323"/>
                  </a:lnTo>
                  <a:lnTo>
                    <a:pt x="94596" y="16573"/>
                  </a:lnTo>
                  <a:lnTo>
                    <a:pt x="89804" y="18978"/>
                  </a:lnTo>
                  <a:lnTo>
                    <a:pt x="85091" y="21535"/>
                  </a:lnTo>
                  <a:lnTo>
                    <a:pt x="80463" y="24242"/>
                  </a:lnTo>
                  <a:lnTo>
                    <a:pt x="75924" y="27097"/>
                  </a:lnTo>
                  <a:lnTo>
                    <a:pt x="71479" y="30095"/>
                  </a:lnTo>
                  <a:lnTo>
                    <a:pt x="67132" y="33234"/>
                  </a:lnTo>
                  <a:lnTo>
                    <a:pt x="62888" y="36511"/>
                  </a:lnTo>
                  <a:lnTo>
                    <a:pt x="58752" y="39923"/>
                  </a:lnTo>
                  <a:lnTo>
                    <a:pt x="54727" y="43465"/>
                  </a:lnTo>
                  <a:lnTo>
                    <a:pt x="50818" y="47135"/>
                  </a:lnTo>
                  <a:lnTo>
                    <a:pt x="47028" y="50928"/>
                  </a:lnTo>
                  <a:lnTo>
                    <a:pt x="43362" y="54840"/>
                  </a:lnTo>
                  <a:lnTo>
                    <a:pt x="39823" y="58869"/>
                  </a:lnTo>
                  <a:lnTo>
                    <a:pt x="36416" y="63008"/>
                  </a:lnTo>
                  <a:lnTo>
                    <a:pt x="33142" y="67255"/>
                  </a:lnTo>
                  <a:lnTo>
                    <a:pt x="30007" y="71605"/>
                  </a:lnTo>
                  <a:lnTo>
                    <a:pt x="27013" y="76053"/>
                  </a:lnTo>
                  <a:lnTo>
                    <a:pt x="24163" y="80594"/>
                  </a:lnTo>
                  <a:lnTo>
                    <a:pt x="21460" y="85225"/>
                  </a:lnTo>
                  <a:lnTo>
                    <a:pt x="18907" y="89940"/>
                  </a:lnTo>
                  <a:lnTo>
                    <a:pt x="16507" y="94734"/>
                  </a:lnTo>
                  <a:lnTo>
                    <a:pt x="14261" y="99603"/>
                  </a:lnTo>
                  <a:lnTo>
                    <a:pt x="12173" y="104542"/>
                  </a:lnTo>
                  <a:lnTo>
                    <a:pt x="10245" y="109545"/>
                  </a:lnTo>
                  <a:lnTo>
                    <a:pt x="8477" y="114607"/>
                  </a:lnTo>
                  <a:lnTo>
                    <a:pt x="6873" y="119723"/>
                  </a:lnTo>
                  <a:lnTo>
                    <a:pt x="5434" y="124888"/>
                  </a:lnTo>
                  <a:lnTo>
                    <a:pt x="4161" y="130097"/>
                  </a:lnTo>
                  <a:lnTo>
                    <a:pt x="3056" y="135343"/>
                  </a:lnTo>
                  <a:lnTo>
                    <a:pt x="2120" y="140623"/>
                  </a:lnTo>
                  <a:lnTo>
                    <a:pt x="1354" y="145930"/>
                  </a:lnTo>
                  <a:lnTo>
                    <a:pt x="758" y="151258"/>
                  </a:lnTo>
                  <a:lnTo>
                    <a:pt x="334" y="156603"/>
                  </a:lnTo>
                  <a:lnTo>
                    <a:pt x="81" y="161959"/>
                  </a:lnTo>
                  <a:lnTo>
                    <a:pt x="0" y="167320"/>
                  </a:lnTo>
                  <a:lnTo>
                    <a:pt x="90" y="172681"/>
                  </a:lnTo>
                  <a:lnTo>
                    <a:pt x="353" y="178037"/>
                  </a:lnTo>
                  <a:lnTo>
                    <a:pt x="788" y="183381"/>
                  </a:lnTo>
                  <a:lnTo>
                    <a:pt x="1393" y="188708"/>
                  </a:lnTo>
                  <a:lnTo>
                    <a:pt x="2169" y="194014"/>
                  </a:lnTo>
                  <a:lnTo>
                    <a:pt x="3115" y="199291"/>
                  </a:lnTo>
                  <a:lnTo>
                    <a:pt x="4230" y="204536"/>
                  </a:lnTo>
                  <a:lnTo>
                    <a:pt x="5512" y="209742"/>
                  </a:lnTo>
                  <a:lnTo>
                    <a:pt x="6961" y="214905"/>
                  </a:lnTo>
                  <a:lnTo>
                    <a:pt x="8574" y="220018"/>
                  </a:lnTo>
                  <a:lnTo>
                    <a:pt x="10350" y="225077"/>
                  </a:lnTo>
                  <a:lnTo>
                    <a:pt x="12288" y="230076"/>
                  </a:lnTo>
                  <a:lnTo>
                    <a:pt x="14385" y="235011"/>
                  </a:lnTo>
                  <a:lnTo>
                    <a:pt x="16640" y="239876"/>
                  </a:lnTo>
                  <a:lnTo>
                    <a:pt x="19049" y="24466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70893" y="2800231"/>
              <a:ext cx="148117" cy="77498"/>
            </a:xfrm>
            <a:custGeom>
              <a:avLst/>
              <a:pathLst>
                <a:path w="148117" h="77498">
                  <a:moveTo>
                    <a:pt x="0" y="77498"/>
                  </a:moveTo>
                  <a:lnTo>
                    <a:pt x="14811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70893" y="2642891"/>
              <a:ext cx="315264" cy="324505"/>
            </a:xfrm>
            <a:custGeom>
              <a:avLst/>
              <a:pathLst>
                <a:path w="315264" h="324505">
                  <a:moveTo>
                    <a:pt x="0" y="234839"/>
                  </a:moveTo>
                  <a:lnTo>
                    <a:pt x="2543" y="239516"/>
                  </a:lnTo>
                  <a:lnTo>
                    <a:pt x="5233" y="244110"/>
                  </a:lnTo>
                  <a:lnTo>
                    <a:pt x="8069" y="248617"/>
                  </a:lnTo>
                  <a:lnTo>
                    <a:pt x="11047" y="253030"/>
                  </a:lnTo>
                  <a:lnTo>
                    <a:pt x="14163" y="257347"/>
                  </a:lnTo>
                  <a:lnTo>
                    <a:pt x="17416" y="261562"/>
                  </a:lnTo>
                  <a:lnTo>
                    <a:pt x="20801" y="265671"/>
                  </a:lnTo>
                  <a:lnTo>
                    <a:pt x="24316" y="269670"/>
                  </a:lnTo>
                  <a:lnTo>
                    <a:pt x="27956" y="273556"/>
                  </a:lnTo>
                  <a:lnTo>
                    <a:pt x="31718" y="277324"/>
                  </a:lnTo>
                  <a:lnTo>
                    <a:pt x="35597" y="280969"/>
                  </a:lnTo>
                  <a:lnTo>
                    <a:pt x="39591" y="284490"/>
                  </a:lnTo>
                  <a:lnTo>
                    <a:pt x="43696" y="287881"/>
                  </a:lnTo>
                  <a:lnTo>
                    <a:pt x="47906" y="291141"/>
                  </a:lnTo>
                  <a:lnTo>
                    <a:pt x="52217" y="294264"/>
                  </a:lnTo>
                  <a:lnTo>
                    <a:pt x="56626" y="297248"/>
                  </a:lnTo>
                  <a:lnTo>
                    <a:pt x="61128" y="300091"/>
                  </a:lnTo>
                  <a:lnTo>
                    <a:pt x="65718" y="302789"/>
                  </a:lnTo>
                  <a:lnTo>
                    <a:pt x="70392" y="305339"/>
                  </a:lnTo>
                  <a:lnTo>
                    <a:pt x="75144" y="307739"/>
                  </a:lnTo>
                  <a:lnTo>
                    <a:pt x="79971" y="309987"/>
                  </a:lnTo>
                  <a:lnTo>
                    <a:pt x="84866" y="312079"/>
                  </a:lnTo>
                  <a:lnTo>
                    <a:pt x="89826" y="314015"/>
                  </a:lnTo>
                  <a:lnTo>
                    <a:pt x="94845" y="315792"/>
                  </a:lnTo>
                  <a:lnTo>
                    <a:pt x="99918" y="317408"/>
                  </a:lnTo>
                  <a:lnTo>
                    <a:pt x="105040" y="318862"/>
                  </a:lnTo>
                  <a:lnTo>
                    <a:pt x="110205" y="320152"/>
                  </a:lnTo>
                  <a:lnTo>
                    <a:pt x="115409" y="321276"/>
                  </a:lnTo>
                  <a:lnTo>
                    <a:pt x="120646" y="322235"/>
                  </a:lnTo>
                  <a:lnTo>
                    <a:pt x="125911" y="323026"/>
                  </a:lnTo>
                  <a:lnTo>
                    <a:pt x="131199" y="323649"/>
                  </a:lnTo>
                  <a:lnTo>
                    <a:pt x="136504" y="324104"/>
                  </a:lnTo>
                  <a:lnTo>
                    <a:pt x="141820" y="324389"/>
                  </a:lnTo>
                  <a:lnTo>
                    <a:pt x="147143" y="324505"/>
                  </a:lnTo>
                  <a:lnTo>
                    <a:pt x="152467" y="324451"/>
                  </a:lnTo>
                  <a:lnTo>
                    <a:pt x="157786" y="324228"/>
                  </a:lnTo>
                  <a:lnTo>
                    <a:pt x="163096" y="323835"/>
                  </a:lnTo>
                  <a:lnTo>
                    <a:pt x="168390" y="323274"/>
                  </a:lnTo>
                  <a:lnTo>
                    <a:pt x="173664" y="322544"/>
                  </a:lnTo>
                  <a:lnTo>
                    <a:pt x="178912" y="321647"/>
                  </a:lnTo>
                  <a:lnTo>
                    <a:pt x="184129" y="320583"/>
                  </a:lnTo>
                  <a:lnTo>
                    <a:pt x="189309" y="319353"/>
                  </a:lnTo>
                  <a:lnTo>
                    <a:pt x="194447" y="317959"/>
                  </a:lnTo>
                  <a:lnTo>
                    <a:pt x="199539" y="316402"/>
                  </a:lnTo>
                  <a:lnTo>
                    <a:pt x="204578" y="314684"/>
                  </a:lnTo>
                  <a:lnTo>
                    <a:pt x="209560" y="312806"/>
                  </a:lnTo>
                  <a:lnTo>
                    <a:pt x="214480" y="310771"/>
                  </a:lnTo>
                  <a:lnTo>
                    <a:pt x="219332" y="308580"/>
                  </a:lnTo>
                  <a:lnTo>
                    <a:pt x="224112" y="306235"/>
                  </a:lnTo>
                  <a:lnTo>
                    <a:pt x="228815" y="303740"/>
                  </a:lnTo>
                  <a:lnTo>
                    <a:pt x="233436" y="301095"/>
                  </a:lnTo>
                  <a:lnTo>
                    <a:pt x="237971" y="298306"/>
                  </a:lnTo>
                  <a:lnTo>
                    <a:pt x="242415" y="295373"/>
                  </a:lnTo>
                  <a:lnTo>
                    <a:pt x="246762" y="292300"/>
                  </a:lnTo>
                  <a:lnTo>
                    <a:pt x="251010" y="289090"/>
                  </a:lnTo>
                  <a:lnTo>
                    <a:pt x="255154" y="285747"/>
                  </a:lnTo>
                  <a:lnTo>
                    <a:pt x="259188" y="282273"/>
                  </a:lnTo>
                  <a:lnTo>
                    <a:pt x="263111" y="278672"/>
                  </a:lnTo>
                  <a:lnTo>
                    <a:pt x="266916" y="274949"/>
                  </a:lnTo>
                  <a:lnTo>
                    <a:pt x="270601" y="271106"/>
                  </a:lnTo>
                  <a:lnTo>
                    <a:pt x="274162" y="267148"/>
                  </a:lnTo>
                  <a:lnTo>
                    <a:pt x="277595" y="263078"/>
                  </a:lnTo>
                  <a:lnTo>
                    <a:pt x="280896" y="258902"/>
                  </a:lnTo>
                  <a:lnTo>
                    <a:pt x="284063" y="254622"/>
                  </a:lnTo>
                  <a:lnTo>
                    <a:pt x="287092" y="250243"/>
                  </a:lnTo>
                  <a:lnTo>
                    <a:pt x="289980" y="245770"/>
                  </a:lnTo>
                  <a:lnTo>
                    <a:pt x="292724" y="241208"/>
                  </a:lnTo>
                  <a:lnTo>
                    <a:pt x="295322" y="236560"/>
                  </a:lnTo>
                  <a:lnTo>
                    <a:pt x="297770" y="231832"/>
                  </a:lnTo>
                  <a:lnTo>
                    <a:pt x="300066" y="227029"/>
                  </a:lnTo>
                  <a:lnTo>
                    <a:pt x="302208" y="222155"/>
                  </a:lnTo>
                  <a:lnTo>
                    <a:pt x="304194" y="217215"/>
                  </a:lnTo>
                  <a:lnTo>
                    <a:pt x="306022" y="212214"/>
                  </a:lnTo>
                  <a:lnTo>
                    <a:pt x="307689" y="207158"/>
                  </a:lnTo>
                  <a:lnTo>
                    <a:pt x="309195" y="202051"/>
                  </a:lnTo>
                  <a:lnTo>
                    <a:pt x="310537" y="196899"/>
                  </a:lnTo>
                  <a:lnTo>
                    <a:pt x="311714" y="191707"/>
                  </a:lnTo>
                  <a:lnTo>
                    <a:pt x="312726" y="186479"/>
                  </a:lnTo>
                  <a:lnTo>
                    <a:pt x="313570" y="181223"/>
                  </a:lnTo>
                  <a:lnTo>
                    <a:pt x="314247" y="175942"/>
                  </a:lnTo>
                  <a:lnTo>
                    <a:pt x="314755" y="170642"/>
                  </a:lnTo>
                  <a:lnTo>
                    <a:pt x="315094" y="165329"/>
                  </a:lnTo>
                  <a:lnTo>
                    <a:pt x="315264" y="160007"/>
                  </a:lnTo>
                  <a:lnTo>
                    <a:pt x="315264" y="154683"/>
                  </a:lnTo>
                  <a:lnTo>
                    <a:pt x="315094" y="149362"/>
                  </a:lnTo>
                  <a:lnTo>
                    <a:pt x="314756" y="144048"/>
                  </a:lnTo>
                  <a:lnTo>
                    <a:pt x="314248" y="138748"/>
                  </a:lnTo>
                  <a:lnTo>
                    <a:pt x="313571" y="133467"/>
                  </a:lnTo>
                  <a:lnTo>
                    <a:pt x="312727" y="128211"/>
                  </a:lnTo>
                  <a:lnTo>
                    <a:pt x="311716" y="122983"/>
                  </a:lnTo>
                  <a:lnTo>
                    <a:pt x="310539" y="117791"/>
                  </a:lnTo>
                  <a:lnTo>
                    <a:pt x="309197" y="112639"/>
                  </a:lnTo>
                  <a:lnTo>
                    <a:pt x="307692" y="107532"/>
                  </a:lnTo>
                  <a:lnTo>
                    <a:pt x="306025" y="102475"/>
                  </a:lnTo>
                  <a:lnTo>
                    <a:pt x="304198" y="97475"/>
                  </a:lnTo>
                  <a:lnTo>
                    <a:pt x="302212" y="92535"/>
                  </a:lnTo>
                  <a:lnTo>
                    <a:pt x="300070" y="87660"/>
                  </a:lnTo>
                  <a:lnTo>
                    <a:pt x="297774" y="82857"/>
                  </a:lnTo>
                  <a:lnTo>
                    <a:pt x="295326" y="78129"/>
                  </a:lnTo>
                  <a:lnTo>
                    <a:pt x="292729" y="73481"/>
                  </a:lnTo>
                  <a:lnTo>
                    <a:pt x="289985" y="68918"/>
                  </a:lnTo>
                  <a:lnTo>
                    <a:pt x="287098" y="64445"/>
                  </a:lnTo>
                  <a:lnTo>
                    <a:pt x="284069" y="60067"/>
                  </a:lnTo>
                  <a:lnTo>
                    <a:pt x="280902" y="55787"/>
                  </a:lnTo>
                  <a:lnTo>
                    <a:pt x="277601" y="51610"/>
                  </a:lnTo>
                  <a:lnTo>
                    <a:pt x="274168" y="47540"/>
                  </a:lnTo>
                  <a:lnTo>
                    <a:pt x="270608" y="43581"/>
                  </a:lnTo>
                  <a:lnTo>
                    <a:pt x="266923" y="39738"/>
                  </a:lnTo>
                  <a:lnTo>
                    <a:pt x="263118" y="36015"/>
                  </a:lnTo>
                  <a:lnTo>
                    <a:pt x="259196" y="32414"/>
                  </a:lnTo>
                  <a:lnTo>
                    <a:pt x="255161" y="28940"/>
                  </a:lnTo>
                  <a:lnTo>
                    <a:pt x="251018" y="25596"/>
                  </a:lnTo>
                  <a:lnTo>
                    <a:pt x="246771" y="22386"/>
                  </a:lnTo>
                  <a:lnTo>
                    <a:pt x="242423" y="19313"/>
                  </a:lnTo>
                  <a:lnTo>
                    <a:pt x="237980" y="16380"/>
                  </a:lnTo>
                  <a:lnTo>
                    <a:pt x="233445" y="13590"/>
                  </a:lnTo>
                  <a:lnTo>
                    <a:pt x="228824" y="10946"/>
                  </a:lnTo>
                  <a:lnTo>
                    <a:pt x="224121" y="8450"/>
                  </a:lnTo>
                  <a:lnTo>
                    <a:pt x="219341" y="6105"/>
                  </a:lnTo>
                  <a:lnTo>
                    <a:pt x="214489" y="3913"/>
                  </a:lnTo>
                  <a:lnTo>
                    <a:pt x="209570" y="1878"/>
                  </a:lnTo>
                  <a:lnTo>
                    <a:pt x="204588" y="0"/>
                  </a:lnTo>
                  <a:lnTo>
                    <a:pt x="148117" y="157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56470" cy="167167"/>
            </a:xfrm>
            <a:custGeom>
              <a:avLst/>
              <a:pathLst>
                <a:path w="56470" h="167167">
                  <a:moveTo>
                    <a:pt x="56470" y="9826"/>
                  </a:moveTo>
                  <a:lnTo>
                    <a:pt x="50406" y="7780"/>
                  </a:lnTo>
                  <a:lnTo>
                    <a:pt x="44268" y="5967"/>
                  </a:lnTo>
                  <a:lnTo>
                    <a:pt x="38065" y="4391"/>
                  </a:lnTo>
                  <a:lnTo>
                    <a:pt x="31806" y="3053"/>
                  </a:lnTo>
                  <a:lnTo>
                    <a:pt x="25501" y="1956"/>
                  </a:lnTo>
                  <a:lnTo>
                    <a:pt x="19158" y="1101"/>
                  </a:lnTo>
                  <a:lnTo>
                    <a:pt x="12788" y="489"/>
                  </a:lnTo>
                  <a:lnTo>
                    <a:pt x="6398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9510" y="2126963"/>
              <a:ext cx="68962" cy="167167"/>
            </a:xfrm>
            <a:custGeom>
              <a:avLst/>
              <a:pathLst>
                <a:path w="68962" h="167167">
                  <a:moveTo>
                    <a:pt x="68962" y="0"/>
                  </a:moveTo>
                  <a:lnTo>
                    <a:pt x="63039" y="104"/>
                  </a:lnTo>
                  <a:lnTo>
                    <a:pt x="57124" y="419"/>
                  </a:lnTo>
                  <a:lnTo>
                    <a:pt x="51224" y="943"/>
                  </a:lnTo>
                  <a:lnTo>
                    <a:pt x="45346" y="1676"/>
                  </a:lnTo>
                  <a:lnTo>
                    <a:pt x="39498" y="2617"/>
                  </a:lnTo>
                  <a:lnTo>
                    <a:pt x="33686" y="3764"/>
                  </a:lnTo>
                  <a:lnTo>
                    <a:pt x="27919" y="5116"/>
                  </a:lnTo>
                  <a:lnTo>
                    <a:pt x="22204" y="6672"/>
                  </a:lnTo>
                  <a:lnTo>
                    <a:pt x="16547" y="8429"/>
                  </a:lnTo>
                  <a:lnTo>
                    <a:pt x="10956" y="10386"/>
                  </a:lnTo>
                  <a:lnTo>
                    <a:pt x="5438" y="12539"/>
                  </a:lnTo>
                  <a:lnTo>
                    <a:pt x="0" y="14887"/>
                  </a:lnTo>
                  <a:lnTo>
                    <a:pt x="6896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59510" y="2141851"/>
              <a:ext cx="68962" cy="152279"/>
            </a:xfrm>
            <a:custGeom>
              <a:avLst/>
              <a:pathLst>
                <a:path w="68962" h="152279">
                  <a:moveTo>
                    <a:pt x="0" y="0"/>
                  </a:moveTo>
                  <a:lnTo>
                    <a:pt x="68962" y="152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07" y="2141851"/>
              <a:ext cx="253999" cy="319446"/>
            </a:xfrm>
            <a:custGeom>
              <a:avLst/>
              <a:pathLst>
                <a:path w="253999" h="319446">
                  <a:moveTo>
                    <a:pt x="98202" y="0"/>
                  </a:moveTo>
                  <a:lnTo>
                    <a:pt x="93367" y="2283"/>
                  </a:lnTo>
                  <a:lnTo>
                    <a:pt x="88608" y="4720"/>
                  </a:lnTo>
                  <a:lnTo>
                    <a:pt x="83929" y="7307"/>
                  </a:lnTo>
                  <a:lnTo>
                    <a:pt x="79335" y="10043"/>
                  </a:lnTo>
                  <a:lnTo>
                    <a:pt x="74832" y="12925"/>
                  </a:lnTo>
                  <a:lnTo>
                    <a:pt x="70422" y="15949"/>
                  </a:lnTo>
                  <a:lnTo>
                    <a:pt x="66112" y="19113"/>
                  </a:lnTo>
                  <a:lnTo>
                    <a:pt x="61905" y="22412"/>
                  </a:lnTo>
                  <a:lnTo>
                    <a:pt x="57805" y="25845"/>
                  </a:lnTo>
                  <a:lnTo>
                    <a:pt x="53818" y="29407"/>
                  </a:lnTo>
                  <a:lnTo>
                    <a:pt x="49946" y="33095"/>
                  </a:lnTo>
                  <a:lnTo>
                    <a:pt x="46195" y="36904"/>
                  </a:lnTo>
                  <a:lnTo>
                    <a:pt x="42567" y="40832"/>
                  </a:lnTo>
                  <a:lnTo>
                    <a:pt x="39066" y="44874"/>
                  </a:lnTo>
                  <a:lnTo>
                    <a:pt x="35697" y="49025"/>
                  </a:lnTo>
                  <a:lnTo>
                    <a:pt x="32462" y="53283"/>
                  </a:lnTo>
                  <a:lnTo>
                    <a:pt x="29365" y="57641"/>
                  </a:lnTo>
                  <a:lnTo>
                    <a:pt x="26409" y="62096"/>
                  </a:lnTo>
                  <a:lnTo>
                    <a:pt x="23597" y="66644"/>
                  </a:lnTo>
                  <a:lnTo>
                    <a:pt x="20932" y="71279"/>
                  </a:lnTo>
                  <a:lnTo>
                    <a:pt x="18416" y="75997"/>
                  </a:lnTo>
                  <a:lnTo>
                    <a:pt x="16053" y="80793"/>
                  </a:lnTo>
                  <a:lnTo>
                    <a:pt x="13844" y="85662"/>
                  </a:lnTo>
                  <a:lnTo>
                    <a:pt x="11792" y="90600"/>
                  </a:lnTo>
                  <a:lnTo>
                    <a:pt x="9899" y="95600"/>
                  </a:lnTo>
                  <a:lnTo>
                    <a:pt x="8166" y="100658"/>
                  </a:lnTo>
                  <a:lnTo>
                    <a:pt x="6597" y="105770"/>
                  </a:lnTo>
                  <a:lnTo>
                    <a:pt x="5192" y="110928"/>
                  </a:lnTo>
                  <a:lnTo>
                    <a:pt x="3952" y="116130"/>
                  </a:lnTo>
                  <a:lnTo>
                    <a:pt x="2879" y="121368"/>
                  </a:lnTo>
                  <a:lnTo>
                    <a:pt x="1975" y="126637"/>
                  </a:lnTo>
                  <a:lnTo>
                    <a:pt x="1239" y="131933"/>
                  </a:lnTo>
                  <a:lnTo>
                    <a:pt x="674" y="137250"/>
                  </a:lnTo>
                  <a:lnTo>
                    <a:pt x="278" y="142582"/>
                  </a:lnTo>
                  <a:lnTo>
                    <a:pt x="53" y="147924"/>
                  </a:lnTo>
                  <a:lnTo>
                    <a:pt x="0" y="153271"/>
                  </a:lnTo>
                  <a:lnTo>
                    <a:pt x="117" y="158616"/>
                  </a:lnTo>
                  <a:lnTo>
                    <a:pt x="405" y="163955"/>
                  </a:lnTo>
                  <a:lnTo>
                    <a:pt x="864" y="169282"/>
                  </a:lnTo>
                  <a:lnTo>
                    <a:pt x="1492" y="174592"/>
                  </a:lnTo>
                  <a:lnTo>
                    <a:pt x="2291" y="179879"/>
                  </a:lnTo>
                  <a:lnTo>
                    <a:pt x="3258" y="185137"/>
                  </a:lnTo>
                  <a:lnTo>
                    <a:pt x="4392" y="190362"/>
                  </a:lnTo>
                  <a:lnTo>
                    <a:pt x="5693" y="195548"/>
                  </a:lnTo>
                  <a:lnTo>
                    <a:pt x="7160" y="200690"/>
                  </a:lnTo>
                  <a:lnTo>
                    <a:pt x="8790" y="205782"/>
                  </a:lnTo>
                  <a:lnTo>
                    <a:pt x="10582" y="210820"/>
                  </a:lnTo>
                  <a:lnTo>
                    <a:pt x="12534" y="215798"/>
                  </a:lnTo>
                  <a:lnTo>
                    <a:pt x="14645" y="220710"/>
                  </a:lnTo>
                  <a:lnTo>
                    <a:pt x="16911" y="225553"/>
                  </a:lnTo>
                  <a:lnTo>
                    <a:pt x="19331" y="230321"/>
                  </a:lnTo>
                  <a:lnTo>
                    <a:pt x="21903" y="235008"/>
                  </a:lnTo>
                  <a:lnTo>
                    <a:pt x="24623" y="239612"/>
                  </a:lnTo>
                  <a:lnTo>
                    <a:pt x="27488" y="244126"/>
                  </a:lnTo>
                  <a:lnTo>
                    <a:pt x="30497" y="248545"/>
                  </a:lnTo>
                  <a:lnTo>
                    <a:pt x="33646" y="252867"/>
                  </a:lnTo>
                  <a:lnTo>
                    <a:pt x="36931" y="257085"/>
                  </a:lnTo>
                  <a:lnTo>
                    <a:pt x="40349" y="261197"/>
                  </a:lnTo>
                  <a:lnTo>
                    <a:pt x="43897" y="265197"/>
                  </a:lnTo>
                  <a:lnTo>
                    <a:pt x="47572" y="269081"/>
                  </a:lnTo>
                  <a:lnTo>
                    <a:pt x="51368" y="272846"/>
                  </a:lnTo>
                  <a:lnTo>
                    <a:pt x="55283" y="276487"/>
                  </a:lnTo>
                  <a:lnTo>
                    <a:pt x="59312" y="280002"/>
                  </a:lnTo>
                  <a:lnTo>
                    <a:pt x="63452" y="283386"/>
                  </a:lnTo>
                  <a:lnTo>
                    <a:pt x="67698" y="286635"/>
                  </a:lnTo>
                  <a:lnTo>
                    <a:pt x="72046" y="289748"/>
                  </a:lnTo>
                  <a:lnTo>
                    <a:pt x="76491" y="292719"/>
                  </a:lnTo>
                  <a:lnTo>
                    <a:pt x="81028" y="295547"/>
                  </a:lnTo>
                  <a:lnTo>
                    <a:pt x="85654" y="298228"/>
                  </a:lnTo>
                  <a:lnTo>
                    <a:pt x="90364" y="300761"/>
                  </a:lnTo>
                  <a:lnTo>
                    <a:pt x="95151" y="303141"/>
                  </a:lnTo>
                  <a:lnTo>
                    <a:pt x="100013" y="305367"/>
                  </a:lnTo>
                  <a:lnTo>
                    <a:pt x="104943" y="307436"/>
                  </a:lnTo>
                  <a:lnTo>
                    <a:pt x="109937" y="309346"/>
                  </a:lnTo>
                  <a:lnTo>
                    <a:pt x="114989" y="311096"/>
                  </a:lnTo>
                  <a:lnTo>
                    <a:pt x="120095" y="312683"/>
                  </a:lnTo>
                  <a:lnTo>
                    <a:pt x="125249" y="314107"/>
                  </a:lnTo>
                  <a:lnTo>
                    <a:pt x="130445" y="315364"/>
                  </a:lnTo>
                  <a:lnTo>
                    <a:pt x="135680" y="316455"/>
                  </a:lnTo>
                  <a:lnTo>
                    <a:pt x="140946" y="317378"/>
                  </a:lnTo>
                  <a:lnTo>
                    <a:pt x="146240" y="318132"/>
                  </a:lnTo>
                  <a:lnTo>
                    <a:pt x="151554" y="318716"/>
                  </a:lnTo>
                  <a:lnTo>
                    <a:pt x="156885" y="319131"/>
                  </a:lnTo>
                  <a:lnTo>
                    <a:pt x="162226" y="319374"/>
                  </a:lnTo>
                  <a:lnTo>
                    <a:pt x="167573" y="319446"/>
                  </a:lnTo>
                  <a:lnTo>
                    <a:pt x="172918" y="319348"/>
                  </a:lnTo>
                  <a:lnTo>
                    <a:pt x="178258" y="319078"/>
                  </a:lnTo>
                  <a:lnTo>
                    <a:pt x="183587" y="318638"/>
                  </a:lnTo>
                  <a:lnTo>
                    <a:pt x="188899" y="318028"/>
                  </a:lnTo>
                  <a:lnTo>
                    <a:pt x="194188" y="317248"/>
                  </a:lnTo>
                  <a:lnTo>
                    <a:pt x="199450" y="316299"/>
                  </a:lnTo>
                  <a:lnTo>
                    <a:pt x="204679" y="315183"/>
                  </a:lnTo>
                  <a:lnTo>
                    <a:pt x="209870" y="313900"/>
                  </a:lnTo>
                  <a:lnTo>
                    <a:pt x="215017" y="312451"/>
                  </a:lnTo>
                  <a:lnTo>
                    <a:pt x="220115" y="310839"/>
                  </a:lnTo>
                  <a:lnTo>
                    <a:pt x="225158" y="309065"/>
                  </a:lnTo>
                  <a:lnTo>
                    <a:pt x="230143" y="307130"/>
                  </a:lnTo>
                  <a:lnTo>
                    <a:pt x="235063" y="305037"/>
                  </a:lnTo>
                  <a:lnTo>
                    <a:pt x="239913" y="302787"/>
                  </a:lnTo>
                  <a:lnTo>
                    <a:pt x="244689" y="300383"/>
                  </a:lnTo>
                  <a:lnTo>
                    <a:pt x="249386" y="297828"/>
                  </a:lnTo>
                  <a:lnTo>
                    <a:pt x="253999" y="295124"/>
                  </a:lnTo>
                  <a:lnTo>
                    <a:pt x="167164" y="152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67" cy="310012"/>
            </a:xfrm>
            <a:custGeom>
              <a:avLst/>
              <a:pathLst>
                <a:path w="167167" h="310012">
                  <a:moveTo>
                    <a:pt x="86834" y="310012"/>
                  </a:moveTo>
                  <a:lnTo>
                    <a:pt x="91366" y="307157"/>
                  </a:lnTo>
                  <a:lnTo>
                    <a:pt x="95804" y="304158"/>
                  </a:lnTo>
                  <a:lnTo>
                    <a:pt x="100143" y="301018"/>
                  </a:lnTo>
                  <a:lnTo>
                    <a:pt x="104380" y="297741"/>
                  </a:lnTo>
                  <a:lnTo>
                    <a:pt x="108510" y="294330"/>
                  </a:lnTo>
                  <a:lnTo>
                    <a:pt x="112528" y="290789"/>
                  </a:lnTo>
                  <a:lnTo>
                    <a:pt x="116430" y="287120"/>
                  </a:lnTo>
                  <a:lnTo>
                    <a:pt x="120213" y="283329"/>
                  </a:lnTo>
                  <a:lnTo>
                    <a:pt x="123873" y="279418"/>
                  </a:lnTo>
                  <a:lnTo>
                    <a:pt x="127406" y="275392"/>
                  </a:lnTo>
                  <a:lnTo>
                    <a:pt x="130807" y="271255"/>
                  </a:lnTo>
                  <a:lnTo>
                    <a:pt x="134075" y="267011"/>
                  </a:lnTo>
                  <a:lnTo>
                    <a:pt x="137205" y="262664"/>
                  </a:lnTo>
                  <a:lnTo>
                    <a:pt x="140194" y="258220"/>
                  </a:lnTo>
                  <a:lnTo>
                    <a:pt x="143039" y="253681"/>
                  </a:lnTo>
                  <a:lnTo>
                    <a:pt x="145737" y="249055"/>
                  </a:lnTo>
                  <a:lnTo>
                    <a:pt x="148285" y="244344"/>
                  </a:lnTo>
                  <a:lnTo>
                    <a:pt x="150682" y="239554"/>
                  </a:lnTo>
                  <a:lnTo>
                    <a:pt x="152923" y="234689"/>
                  </a:lnTo>
                  <a:lnTo>
                    <a:pt x="155008" y="229755"/>
                  </a:lnTo>
                  <a:lnTo>
                    <a:pt x="156934" y="224757"/>
                  </a:lnTo>
                  <a:lnTo>
                    <a:pt x="158698" y="219700"/>
                  </a:lnTo>
                  <a:lnTo>
                    <a:pt x="160300" y="214589"/>
                  </a:lnTo>
                  <a:lnTo>
                    <a:pt x="161736" y="209429"/>
                  </a:lnTo>
                  <a:lnTo>
                    <a:pt x="163007" y="204226"/>
                  </a:lnTo>
                  <a:lnTo>
                    <a:pt x="164111" y="198985"/>
                  </a:lnTo>
                  <a:lnTo>
                    <a:pt x="165046" y="193711"/>
                  </a:lnTo>
                  <a:lnTo>
                    <a:pt x="165812" y="188410"/>
                  </a:lnTo>
                  <a:lnTo>
                    <a:pt x="166407" y="183087"/>
                  </a:lnTo>
                  <a:lnTo>
                    <a:pt x="166832" y="177748"/>
                  </a:lnTo>
                  <a:lnTo>
                    <a:pt x="167085" y="172398"/>
                  </a:lnTo>
                  <a:lnTo>
                    <a:pt x="167167" y="167042"/>
                  </a:lnTo>
                  <a:lnTo>
                    <a:pt x="167077" y="161687"/>
                  </a:lnTo>
                  <a:lnTo>
                    <a:pt x="166816" y="156337"/>
                  </a:lnTo>
                  <a:lnTo>
                    <a:pt x="166383" y="150998"/>
                  </a:lnTo>
                  <a:lnTo>
                    <a:pt x="165780" y="145676"/>
                  </a:lnTo>
                  <a:lnTo>
                    <a:pt x="165006" y="140376"/>
                  </a:lnTo>
                  <a:lnTo>
                    <a:pt x="164063" y="135104"/>
                  </a:lnTo>
                  <a:lnTo>
                    <a:pt x="162952" y="129864"/>
                  </a:lnTo>
                  <a:lnTo>
                    <a:pt x="161673" y="124663"/>
                  </a:lnTo>
                  <a:lnTo>
                    <a:pt x="160229" y="119506"/>
                  </a:lnTo>
                  <a:lnTo>
                    <a:pt x="158619" y="114397"/>
                  </a:lnTo>
                  <a:lnTo>
                    <a:pt x="156847" y="109342"/>
                  </a:lnTo>
                  <a:lnTo>
                    <a:pt x="154914" y="104347"/>
                  </a:lnTo>
                  <a:lnTo>
                    <a:pt x="152822" y="99416"/>
                  </a:lnTo>
                  <a:lnTo>
                    <a:pt x="150573" y="94555"/>
                  </a:lnTo>
                  <a:lnTo>
                    <a:pt x="148170" y="89769"/>
                  </a:lnTo>
                  <a:lnTo>
                    <a:pt x="145614" y="85062"/>
                  </a:lnTo>
                  <a:lnTo>
                    <a:pt x="142909" y="80439"/>
                  </a:lnTo>
                  <a:lnTo>
                    <a:pt x="140057" y="75905"/>
                  </a:lnTo>
                  <a:lnTo>
                    <a:pt x="137062" y="71465"/>
                  </a:lnTo>
                  <a:lnTo>
                    <a:pt x="133926" y="67123"/>
                  </a:lnTo>
                  <a:lnTo>
                    <a:pt x="130652" y="62884"/>
                  </a:lnTo>
                  <a:lnTo>
                    <a:pt x="127244" y="58752"/>
                  </a:lnTo>
                  <a:lnTo>
                    <a:pt x="123705" y="54731"/>
                  </a:lnTo>
                  <a:lnTo>
                    <a:pt x="120040" y="50826"/>
                  </a:lnTo>
                  <a:lnTo>
                    <a:pt x="116251" y="47040"/>
                  </a:lnTo>
                  <a:lnTo>
                    <a:pt x="112343" y="43377"/>
                  </a:lnTo>
                  <a:lnTo>
                    <a:pt x="108320" y="39842"/>
                  </a:lnTo>
                  <a:lnTo>
                    <a:pt x="104185" y="36437"/>
                  </a:lnTo>
                  <a:lnTo>
                    <a:pt x="99943" y="33166"/>
                  </a:lnTo>
                  <a:lnTo>
                    <a:pt x="95599" y="30033"/>
                  </a:lnTo>
                  <a:lnTo>
                    <a:pt x="91157" y="27041"/>
                  </a:lnTo>
                  <a:lnTo>
                    <a:pt x="86621" y="24192"/>
                  </a:lnTo>
                  <a:lnTo>
                    <a:pt x="81996" y="21491"/>
                  </a:lnTo>
                  <a:lnTo>
                    <a:pt x="77287" y="18939"/>
                  </a:lnTo>
                  <a:lnTo>
                    <a:pt x="72499" y="16539"/>
                  </a:lnTo>
                  <a:lnTo>
                    <a:pt x="67636" y="14294"/>
                  </a:lnTo>
                  <a:lnTo>
                    <a:pt x="62704" y="12205"/>
                  </a:lnTo>
                  <a:lnTo>
                    <a:pt x="57707" y="10276"/>
                  </a:lnTo>
                  <a:lnTo>
                    <a:pt x="52651" y="8508"/>
                  </a:lnTo>
                  <a:lnTo>
                    <a:pt x="47541" y="6902"/>
                  </a:lnTo>
                  <a:lnTo>
                    <a:pt x="42383" y="5462"/>
                  </a:lnTo>
                  <a:lnTo>
                    <a:pt x="37180" y="4187"/>
                  </a:lnTo>
                  <a:lnTo>
                    <a:pt x="31940" y="3079"/>
                  </a:lnTo>
                  <a:lnTo>
                    <a:pt x="26667" y="2140"/>
                  </a:lnTo>
                  <a:lnTo>
                    <a:pt x="21366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5567" y="1681503"/>
              <a:ext cx="37667" cy="167167"/>
            </a:xfrm>
            <a:custGeom>
              <a:avLst/>
              <a:pathLst>
                <a:path w="37667" h="167167">
                  <a:moveTo>
                    <a:pt x="37667" y="0"/>
                  </a:moveTo>
                  <a:lnTo>
                    <a:pt x="31336" y="119"/>
                  </a:lnTo>
                  <a:lnTo>
                    <a:pt x="25015" y="479"/>
                  </a:lnTo>
                  <a:lnTo>
                    <a:pt x="18711" y="1078"/>
                  </a:lnTo>
                  <a:lnTo>
                    <a:pt x="12435" y="1915"/>
                  </a:lnTo>
                  <a:lnTo>
                    <a:pt x="6194" y="2989"/>
                  </a:lnTo>
                  <a:lnTo>
                    <a:pt x="0" y="4299"/>
                  </a:lnTo>
                  <a:lnTo>
                    <a:pt x="3766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87" y="1685802"/>
              <a:ext cx="334312" cy="330033"/>
            </a:xfrm>
            <a:custGeom>
              <a:avLst/>
              <a:pathLst>
                <a:path w="334312" h="330033">
                  <a:moveTo>
                    <a:pt x="129479" y="0"/>
                  </a:moveTo>
                  <a:lnTo>
                    <a:pt x="124349" y="1272"/>
                  </a:lnTo>
                  <a:lnTo>
                    <a:pt x="119262" y="2706"/>
                  </a:lnTo>
                  <a:lnTo>
                    <a:pt x="114222" y="4300"/>
                  </a:lnTo>
                  <a:lnTo>
                    <a:pt x="109236" y="6052"/>
                  </a:lnTo>
                  <a:lnTo>
                    <a:pt x="104307" y="7961"/>
                  </a:lnTo>
                  <a:lnTo>
                    <a:pt x="99441" y="10025"/>
                  </a:lnTo>
                  <a:lnTo>
                    <a:pt x="94643" y="12242"/>
                  </a:lnTo>
                  <a:lnTo>
                    <a:pt x="89917" y="14610"/>
                  </a:lnTo>
                  <a:lnTo>
                    <a:pt x="85268" y="17126"/>
                  </a:lnTo>
                  <a:lnTo>
                    <a:pt x="80702" y="19787"/>
                  </a:lnTo>
                  <a:lnTo>
                    <a:pt x="76221" y="22591"/>
                  </a:lnTo>
                  <a:lnTo>
                    <a:pt x="71832" y="25536"/>
                  </a:lnTo>
                  <a:lnTo>
                    <a:pt x="67538" y="28618"/>
                  </a:lnTo>
                  <a:lnTo>
                    <a:pt x="63343" y="31834"/>
                  </a:lnTo>
                  <a:lnTo>
                    <a:pt x="59253" y="35182"/>
                  </a:lnTo>
                  <a:lnTo>
                    <a:pt x="55270" y="38657"/>
                  </a:lnTo>
                  <a:lnTo>
                    <a:pt x="51399" y="42256"/>
                  </a:lnTo>
                  <a:lnTo>
                    <a:pt x="47644" y="45975"/>
                  </a:lnTo>
                  <a:lnTo>
                    <a:pt x="44008" y="49812"/>
                  </a:lnTo>
                  <a:lnTo>
                    <a:pt x="40495" y="53761"/>
                  </a:lnTo>
                  <a:lnTo>
                    <a:pt x="37109" y="57820"/>
                  </a:lnTo>
                  <a:lnTo>
                    <a:pt x="33853" y="61984"/>
                  </a:lnTo>
                  <a:lnTo>
                    <a:pt x="30730" y="66248"/>
                  </a:lnTo>
                  <a:lnTo>
                    <a:pt x="27744" y="70609"/>
                  </a:lnTo>
                  <a:lnTo>
                    <a:pt x="24897" y="75062"/>
                  </a:lnTo>
                  <a:lnTo>
                    <a:pt x="22192" y="79604"/>
                  </a:lnTo>
                  <a:lnTo>
                    <a:pt x="19632" y="84228"/>
                  </a:lnTo>
                  <a:lnTo>
                    <a:pt x="17219" y="88931"/>
                  </a:lnTo>
                  <a:lnTo>
                    <a:pt x="14957" y="93708"/>
                  </a:lnTo>
                  <a:lnTo>
                    <a:pt x="12846" y="98554"/>
                  </a:lnTo>
                  <a:lnTo>
                    <a:pt x="10890" y="103464"/>
                  </a:lnTo>
                  <a:lnTo>
                    <a:pt x="9090" y="108434"/>
                  </a:lnTo>
                  <a:lnTo>
                    <a:pt x="7448" y="113458"/>
                  </a:lnTo>
                  <a:lnTo>
                    <a:pt x="5966" y="118532"/>
                  </a:lnTo>
                  <a:lnTo>
                    <a:pt x="4645" y="123649"/>
                  </a:lnTo>
                  <a:lnTo>
                    <a:pt x="3486" y="128807"/>
                  </a:lnTo>
                  <a:lnTo>
                    <a:pt x="2491" y="133998"/>
                  </a:lnTo>
                  <a:lnTo>
                    <a:pt x="1661" y="139218"/>
                  </a:lnTo>
                  <a:lnTo>
                    <a:pt x="996" y="144461"/>
                  </a:lnTo>
                  <a:lnTo>
                    <a:pt x="497" y="149723"/>
                  </a:lnTo>
                  <a:lnTo>
                    <a:pt x="165" y="154999"/>
                  </a:lnTo>
                  <a:lnTo>
                    <a:pt x="0" y="160282"/>
                  </a:lnTo>
                  <a:lnTo>
                    <a:pt x="1" y="165567"/>
                  </a:lnTo>
                  <a:lnTo>
                    <a:pt x="170" y="170850"/>
                  </a:lnTo>
                  <a:lnTo>
                    <a:pt x="506" y="176125"/>
                  </a:lnTo>
                  <a:lnTo>
                    <a:pt x="1008" y="181387"/>
                  </a:lnTo>
                  <a:lnTo>
                    <a:pt x="1677" y="186630"/>
                  </a:lnTo>
                  <a:lnTo>
                    <a:pt x="2511" y="191849"/>
                  </a:lnTo>
                  <a:lnTo>
                    <a:pt x="3509" y="197040"/>
                  </a:lnTo>
                  <a:lnTo>
                    <a:pt x="4672" y="202196"/>
                  </a:lnTo>
                  <a:lnTo>
                    <a:pt x="5996" y="207313"/>
                  </a:lnTo>
                  <a:lnTo>
                    <a:pt x="7482" y="212386"/>
                  </a:lnTo>
                  <a:lnTo>
                    <a:pt x="9127" y="217409"/>
                  </a:lnTo>
                  <a:lnTo>
                    <a:pt x="10930" y="222377"/>
                  </a:lnTo>
                  <a:lnTo>
                    <a:pt x="12890" y="227286"/>
                  </a:lnTo>
                  <a:lnTo>
                    <a:pt x="15004" y="232131"/>
                  </a:lnTo>
                  <a:lnTo>
                    <a:pt x="17269" y="236906"/>
                  </a:lnTo>
                  <a:lnTo>
                    <a:pt x="19685" y="241608"/>
                  </a:lnTo>
                  <a:lnTo>
                    <a:pt x="22248" y="246230"/>
                  </a:lnTo>
                  <a:lnTo>
                    <a:pt x="24956" y="250769"/>
                  </a:lnTo>
                  <a:lnTo>
                    <a:pt x="27806" y="255221"/>
                  </a:lnTo>
                  <a:lnTo>
                    <a:pt x="30795" y="259580"/>
                  </a:lnTo>
                  <a:lnTo>
                    <a:pt x="33921" y="263842"/>
                  </a:lnTo>
                  <a:lnTo>
                    <a:pt x="37180" y="268004"/>
                  </a:lnTo>
                  <a:lnTo>
                    <a:pt x="40569" y="272060"/>
                  </a:lnTo>
                  <a:lnTo>
                    <a:pt x="44084" y="276007"/>
                  </a:lnTo>
                  <a:lnTo>
                    <a:pt x="47723" y="279841"/>
                  </a:lnTo>
                  <a:lnTo>
                    <a:pt x="51480" y="283558"/>
                  </a:lnTo>
                  <a:lnTo>
                    <a:pt x="55354" y="287155"/>
                  </a:lnTo>
                  <a:lnTo>
                    <a:pt x="59339" y="290627"/>
                  </a:lnTo>
                  <a:lnTo>
                    <a:pt x="63432" y="293971"/>
                  </a:lnTo>
                  <a:lnTo>
                    <a:pt x="67629" y="297185"/>
                  </a:lnTo>
                  <a:lnTo>
                    <a:pt x="71925" y="300264"/>
                  </a:lnTo>
                  <a:lnTo>
                    <a:pt x="76316" y="303206"/>
                  </a:lnTo>
                  <a:lnTo>
                    <a:pt x="80798" y="306007"/>
                  </a:lnTo>
                  <a:lnTo>
                    <a:pt x="85367" y="308666"/>
                  </a:lnTo>
                  <a:lnTo>
                    <a:pt x="90017" y="311178"/>
                  </a:lnTo>
                  <a:lnTo>
                    <a:pt x="94744" y="313542"/>
                  </a:lnTo>
                  <a:lnTo>
                    <a:pt x="99544" y="315756"/>
                  </a:lnTo>
                  <a:lnTo>
                    <a:pt x="104411" y="317817"/>
                  </a:lnTo>
                  <a:lnTo>
                    <a:pt x="109342" y="319723"/>
                  </a:lnTo>
                  <a:lnTo>
                    <a:pt x="114329" y="321472"/>
                  </a:lnTo>
                  <a:lnTo>
                    <a:pt x="119370" y="323063"/>
                  </a:lnTo>
                  <a:lnTo>
                    <a:pt x="124458" y="324493"/>
                  </a:lnTo>
                  <a:lnTo>
                    <a:pt x="129589" y="325762"/>
                  </a:lnTo>
                  <a:lnTo>
                    <a:pt x="134758" y="326868"/>
                  </a:lnTo>
                  <a:lnTo>
                    <a:pt x="139959" y="327810"/>
                  </a:lnTo>
                  <a:lnTo>
                    <a:pt x="145187" y="328587"/>
                  </a:lnTo>
                  <a:lnTo>
                    <a:pt x="150437" y="329198"/>
                  </a:lnTo>
                  <a:lnTo>
                    <a:pt x="155704" y="329643"/>
                  </a:lnTo>
                  <a:lnTo>
                    <a:pt x="160983" y="329922"/>
                  </a:lnTo>
                  <a:lnTo>
                    <a:pt x="166267" y="330033"/>
                  </a:lnTo>
                  <a:lnTo>
                    <a:pt x="171552" y="329977"/>
                  </a:lnTo>
                  <a:lnTo>
                    <a:pt x="176833" y="329754"/>
                  </a:lnTo>
                  <a:lnTo>
                    <a:pt x="182105" y="329365"/>
                  </a:lnTo>
                  <a:lnTo>
                    <a:pt x="187361" y="328809"/>
                  </a:lnTo>
                  <a:lnTo>
                    <a:pt x="192597" y="328087"/>
                  </a:lnTo>
                  <a:lnTo>
                    <a:pt x="197808" y="327199"/>
                  </a:lnTo>
                  <a:lnTo>
                    <a:pt x="202988" y="326148"/>
                  </a:lnTo>
                  <a:lnTo>
                    <a:pt x="208132" y="324933"/>
                  </a:lnTo>
                  <a:lnTo>
                    <a:pt x="213235" y="323557"/>
                  </a:lnTo>
                  <a:lnTo>
                    <a:pt x="218292" y="322019"/>
                  </a:lnTo>
                  <a:lnTo>
                    <a:pt x="223298" y="320323"/>
                  </a:lnTo>
                  <a:lnTo>
                    <a:pt x="228248" y="318469"/>
                  </a:lnTo>
                  <a:lnTo>
                    <a:pt x="233137" y="316459"/>
                  </a:lnTo>
                  <a:lnTo>
                    <a:pt x="237959" y="314296"/>
                  </a:lnTo>
                  <a:lnTo>
                    <a:pt x="242711" y="311982"/>
                  </a:lnTo>
                  <a:lnTo>
                    <a:pt x="247388" y="309518"/>
                  </a:lnTo>
                  <a:lnTo>
                    <a:pt x="251984" y="306908"/>
                  </a:lnTo>
                  <a:lnTo>
                    <a:pt x="256495" y="304154"/>
                  </a:lnTo>
                  <a:lnTo>
                    <a:pt x="260918" y="301259"/>
                  </a:lnTo>
                  <a:lnTo>
                    <a:pt x="265246" y="298225"/>
                  </a:lnTo>
                  <a:lnTo>
                    <a:pt x="269476" y="295056"/>
                  </a:lnTo>
                  <a:lnTo>
                    <a:pt x="273604" y="291755"/>
                  </a:lnTo>
                  <a:lnTo>
                    <a:pt x="277626" y="288325"/>
                  </a:lnTo>
                  <a:lnTo>
                    <a:pt x="281537" y="284769"/>
                  </a:lnTo>
                  <a:lnTo>
                    <a:pt x="285333" y="281092"/>
                  </a:lnTo>
                  <a:lnTo>
                    <a:pt x="289012" y="277296"/>
                  </a:lnTo>
                  <a:lnTo>
                    <a:pt x="292569" y="273386"/>
                  </a:lnTo>
                  <a:lnTo>
                    <a:pt x="296000" y="269366"/>
                  </a:lnTo>
                  <a:lnTo>
                    <a:pt x="299303" y="265239"/>
                  </a:lnTo>
                  <a:lnTo>
                    <a:pt x="302473" y="261010"/>
                  </a:lnTo>
                  <a:lnTo>
                    <a:pt x="305508" y="256682"/>
                  </a:lnTo>
                  <a:lnTo>
                    <a:pt x="308405" y="252261"/>
                  </a:lnTo>
                  <a:lnTo>
                    <a:pt x="311160" y="247751"/>
                  </a:lnTo>
                  <a:lnTo>
                    <a:pt x="313772" y="243155"/>
                  </a:lnTo>
                  <a:lnTo>
                    <a:pt x="316237" y="238480"/>
                  </a:lnTo>
                  <a:lnTo>
                    <a:pt x="318553" y="233728"/>
                  </a:lnTo>
                  <a:lnTo>
                    <a:pt x="320717" y="228906"/>
                  </a:lnTo>
                  <a:lnTo>
                    <a:pt x="322728" y="224018"/>
                  </a:lnTo>
                  <a:lnTo>
                    <a:pt x="324584" y="219069"/>
                  </a:lnTo>
                  <a:lnTo>
                    <a:pt x="326282" y="214064"/>
                  </a:lnTo>
                  <a:lnTo>
                    <a:pt x="327821" y="209007"/>
                  </a:lnTo>
                  <a:lnTo>
                    <a:pt x="329199" y="203904"/>
                  </a:lnTo>
                  <a:lnTo>
                    <a:pt x="330416" y="198760"/>
                  </a:lnTo>
                  <a:lnTo>
                    <a:pt x="331469" y="193581"/>
                  </a:lnTo>
                  <a:lnTo>
                    <a:pt x="332358" y="188370"/>
                  </a:lnTo>
                  <a:lnTo>
                    <a:pt x="333081" y="183135"/>
                  </a:lnTo>
                  <a:lnTo>
                    <a:pt x="333639" y="177878"/>
                  </a:lnTo>
                  <a:lnTo>
                    <a:pt x="334030" y="172607"/>
                  </a:lnTo>
                  <a:lnTo>
                    <a:pt x="334255" y="167326"/>
                  </a:lnTo>
                  <a:lnTo>
                    <a:pt x="334312" y="162041"/>
                  </a:lnTo>
                  <a:lnTo>
                    <a:pt x="334203" y="156757"/>
                  </a:lnTo>
                  <a:lnTo>
                    <a:pt x="333926" y="151478"/>
                  </a:lnTo>
                  <a:lnTo>
                    <a:pt x="333482" y="146211"/>
                  </a:lnTo>
                  <a:lnTo>
                    <a:pt x="332873" y="140961"/>
                  </a:lnTo>
                  <a:lnTo>
                    <a:pt x="332097" y="135732"/>
                  </a:lnTo>
                  <a:lnTo>
                    <a:pt x="331157" y="130531"/>
                  </a:lnTo>
                  <a:lnTo>
                    <a:pt x="330053" y="125362"/>
                  </a:lnTo>
                  <a:lnTo>
                    <a:pt x="328785" y="120231"/>
                  </a:lnTo>
                  <a:lnTo>
                    <a:pt x="327357" y="115142"/>
                  </a:lnTo>
                  <a:lnTo>
                    <a:pt x="325768" y="110101"/>
                  </a:lnTo>
                  <a:lnTo>
                    <a:pt x="324020" y="105112"/>
                  </a:lnTo>
                  <a:lnTo>
                    <a:pt x="322116" y="100182"/>
                  </a:lnTo>
                  <a:lnTo>
                    <a:pt x="320057" y="95314"/>
                  </a:lnTo>
                  <a:lnTo>
                    <a:pt x="317844" y="90513"/>
                  </a:lnTo>
                  <a:lnTo>
                    <a:pt x="315482" y="85785"/>
                  </a:lnTo>
                  <a:lnTo>
                    <a:pt x="312971" y="81134"/>
                  </a:lnTo>
                  <a:lnTo>
                    <a:pt x="310314" y="76565"/>
                  </a:lnTo>
                  <a:lnTo>
                    <a:pt x="307514" y="72082"/>
                  </a:lnTo>
                  <a:lnTo>
                    <a:pt x="304573" y="67689"/>
                  </a:lnTo>
                  <a:lnTo>
                    <a:pt x="301496" y="63392"/>
                  </a:lnTo>
                  <a:lnTo>
                    <a:pt x="298283" y="59195"/>
                  </a:lnTo>
                  <a:lnTo>
                    <a:pt x="294940" y="55100"/>
                  </a:lnTo>
                  <a:lnTo>
                    <a:pt x="291469" y="51114"/>
                  </a:lnTo>
                  <a:lnTo>
                    <a:pt x="287874" y="47240"/>
                  </a:lnTo>
                  <a:lnTo>
                    <a:pt x="284158" y="43481"/>
                  </a:lnTo>
                  <a:lnTo>
                    <a:pt x="280325" y="39841"/>
                  </a:lnTo>
                  <a:lnTo>
                    <a:pt x="276379" y="36324"/>
                  </a:lnTo>
                  <a:lnTo>
                    <a:pt x="272324" y="32934"/>
                  </a:lnTo>
                  <a:lnTo>
                    <a:pt x="268164" y="29674"/>
                  </a:lnTo>
                  <a:lnTo>
                    <a:pt x="263902" y="26547"/>
                  </a:lnTo>
                  <a:lnTo>
                    <a:pt x="259544" y="23556"/>
                  </a:lnTo>
                  <a:lnTo>
                    <a:pt x="255094" y="20705"/>
                  </a:lnTo>
                  <a:lnTo>
                    <a:pt x="250555" y="17995"/>
                  </a:lnTo>
                  <a:lnTo>
                    <a:pt x="245933" y="15431"/>
                  </a:lnTo>
                  <a:lnTo>
                    <a:pt x="241233" y="13014"/>
                  </a:lnTo>
                  <a:lnTo>
                    <a:pt x="236458" y="10747"/>
                  </a:lnTo>
                  <a:lnTo>
                    <a:pt x="231614" y="8631"/>
                  </a:lnTo>
                  <a:lnTo>
                    <a:pt x="167147" y="162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0" y="1071028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7" y="1335"/>
                  </a:lnTo>
                  <a:lnTo>
                    <a:pt x="140834" y="2085"/>
                  </a:lnTo>
                  <a:lnTo>
                    <a:pt x="135627" y="3000"/>
                  </a:lnTo>
                  <a:lnTo>
                    <a:pt x="130452" y="4079"/>
                  </a:lnTo>
                  <a:lnTo>
                    <a:pt x="125313" y="5321"/>
                  </a:lnTo>
                  <a:lnTo>
                    <a:pt x="120217" y="6725"/>
                  </a:lnTo>
                  <a:lnTo>
                    <a:pt x="115167" y="8290"/>
                  </a:lnTo>
                  <a:lnTo>
                    <a:pt x="110169" y="10013"/>
                  </a:lnTo>
                  <a:lnTo>
                    <a:pt x="105228" y="11894"/>
                  </a:lnTo>
                  <a:lnTo>
                    <a:pt x="100349" y="13930"/>
                  </a:lnTo>
                  <a:lnTo>
                    <a:pt x="95537" y="16119"/>
                  </a:lnTo>
                  <a:lnTo>
                    <a:pt x="90797" y="18459"/>
                  </a:lnTo>
                  <a:lnTo>
                    <a:pt x="86133" y="20948"/>
                  </a:lnTo>
                  <a:lnTo>
                    <a:pt x="81550" y="23583"/>
                  </a:lnTo>
                  <a:lnTo>
                    <a:pt x="77053" y="26362"/>
                  </a:lnTo>
                  <a:lnTo>
                    <a:pt x="72645" y="29282"/>
                  </a:lnTo>
                  <a:lnTo>
                    <a:pt x="68333" y="32339"/>
                  </a:lnTo>
                  <a:lnTo>
                    <a:pt x="64119" y="35531"/>
                  </a:lnTo>
                  <a:lnTo>
                    <a:pt x="60008" y="38855"/>
                  </a:lnTo>
                  <a:lnTo>
                    <a:pt x="56004" y="42308"/>
                  </a:lnTo>
                  <a:lnTo>
                    <a:pt x="52112" y="45885"/>
                  </a:lnTo>
                  <a:lnTo>
                    <a:pt x="48334" y="49583"/>
                  </a:lnTo>
                  <a:lnTo>
                    <a:pt x="44676" y="53399"/>
                  </a:lnTo>
                  <a:lnTo>
                    <a:pt x="41140" y="57329"/>
                  </a:lnTo>
                  <a:lnTo>
                    <a:pt x="37729" y="61369"/>
                  </a:lnTo>
                  <a:lnTo>
                    <a:pt x="34449" y="65514"/>
                  </a:lnTo>
                  <a:lnTo>
                    <a:pt x="31301" y="69761"/>
                  </a:lnTo>
                  <a:lnTo>
                    <a:pt x="28289" y="74106"/>
                  </a:lnTo>
                  <a:lnTo>
                    <a:pt x="25416" y="78544"/>
                  </a:lnTo>
                  <a:lnTo>
                    <a:pt x="22684" y="83070"/>
                  </a:lnTo>
                  <a:lnTo>
                    <a:pt x="20097" y="87680"/>
                  </a:lnTo>
                  <a:lnTo>
                    <a:pt x="17657" y="92370"/>
                  </a:lnTo>
                  <a:lnTo>
                    <a:pt x="15367" y="97135"/>
                  </a:lnTo>
                  <a:lnTo>
                    <a:pt x="13228" y="101969"/>
                  </a:lnTo>
                  <a:lnTo>
                    <a:pt x="11244" y="106869"/>
                  </a:lnTo>
                  <a:lnTo>
                    <a:pt x="9415" y="111830"/>
                  </a:lnTo>
                  <a:lnTo>
                    <a:pt x="7744" y="116845"/>
                  </a:lnTo>
                  <a:lnTo>
                    <a:pt x="6233" y="121911"/>
                  </a:lnTo>
                  <a:lnTo>
                    <a:pt x="4882" y="127022"/>
                  </a:lnTo>
                  <a:lnTo>
                    <a:pt x="3694" y="132173"/>
                  </a:lnTo>
                  <a:lnTo>
                    <a:pt x="2669" y="137360"/>
                  </a:lnTo>
                  <a:lnTo>
                    <a:pt x="1809" y="142576"/>
                  </a:lnTo>
                  <a:lnTo>
                    <a:pt x="1114" y="147816"/>
                  </a:lnTo>
                  <a:lnTo>
                    <a:pt x="585" y="153077"/>
                  </a:lnTo>
                  <a:lnTo>
                    <a:pt x="223" y="158351"/>
                  </a:lnTo>
                  <a:lnTo>
                    <a:pt x="28" y="163634"/>
                  </a:lnTo>
                  <a:lnTo>
                    <a:pt x="0" y="168920"/>
                  </a:lnTo>
                  <a:lnTo>
                    <a:pt x="139" y="174205"/>
                  </a:lnTo>
                  <a:lnTo>
                    <a:pt x="445" y="179483"/>
                  </a:lnTo>
                  <a:lnTo>
                    <a:pt x="917" y="184748"/>
                  </a:lnTo>
                  <a:lnTo>
                    <a:pt x="1556" y="189996"/>
                  </a:lnTo>
                  <a:lnTo>
                    <a:pt x="2361" y="195221"/>
                  </a:lnTo>
                  <a:lnTo>
                    <a:pt x="3331" y="200418"/>
                  </a:lnTo>
                  <a:lnTo>
                    <a:pt x="4464" y="205581"/>
                  </a:lnTo>
                  <a:lnTo>
                    <a:pt x="5760" y="210706"/>
                  </a:lnTo>
                  <a:lnTo>
                    <a:pt x="7217" y="215788"/>
                  </a:lnTo>
                  <a:lnTo>
                    <a:pt x="8835" y="220821"/>
                  </a:lnTo>
                  <a:lnTo>
                    <a:pt x="10610" y="225801"/>
                  </a:lnTo>
                  <a:lnTo>
                    <a:pt x="12543" y="230721"/>
                  </a:lnTo>
                  <a:lnTo>
                    <a:pt x="14630" y="235579"/>
                  </a:lnTo>
                  <a:lnTo>
                    <a:pt x="16869" y="240367"/>
                  </a:lnTo>
                  <a:lnTo>
                    <a:pt x="19259" y="245083"/>
                  </a:lnTo>
                  <a:lnTo>
                    <a:pt x="21797" y="249721"/>
                  </a:lnTo>
                  <a:lnTo>
                    <a:pt x="24480" y="254276"/>
                  </a:lnTo>
                  <a:lnTo>
                    <a:pt x="27306" y="258744"/>
                  </a:lnTo>
                  <a:lnTo>
                    <a:pt x="30271" y="263120"/>
                  </a:lnTo>
                  <a:lnTo>
                    <a:pt x="33374" y="267401"/>
                  </a:lnTo>
                  <a:lnTo>
                    <a:pt x="36610" y="271581"/>
                  </a:lnTo>
                  <a:lnTo>
                    <a:pt x="39977" y="275656"/>
                  </a:lnTo>
                  <a:lnTo>
                    <a:pt x="43471" y="279624"/>
                  </a:lnTo>
                  <a:lnTo>
                    <a:pt x="47089" y="283479"/>
                  </a:lnTo>
                  <a:lnTo>
                    <a:pt x="50827" y="287217"/>
                  </a:lnTo>
                  <a:lnTo>
                    <a:pt x="54681" y="290835"/>
                  </a:lnTo>
                  <a:lnTo>
                    <a:pt x="58648" y="294330"/>
                  </a:lnTo>
                  <a:lnTo>
                    <a:pt x="62723" y="297698"/>
                  </a:lnTo>
                  <a:lnTo>
                    <a:pt x="66902" y="300935"/>
                  </a:lnTo>
                  <a:lnTo>
                    <a:pt x="71182" y="304038"/>
                  </a:lnTo>
                  <a:lnTo>
                    <a:pt x="75558" y="307004"/>
                  </a:lnTo>
                  <a:lnTo>
                    <a:pt x="80026" y="309831"/>
                  </a:lnTo>
                  <a:lnTo>
                    <a:pt x="84580" y="312515"/>
                  </a:lnTo>
                  <a:lnTo>
                    <a:pt x="89218" y="315053"/>
                  </a:lnTo>
                  <a:lnTo>
                    <a:pt x="93933" y="317444"/>
                  </a:lnTo>
                  <a:lnTo>
                    <a:pt x="98721" y="319684"/>
                  </a:lnTo>
                  <a:lnTo>
                    <a:pt x="103578" y="321772"/>
                  </a:lnTo>
                  <a:lnTo>
                    <a:pt x="108499" y="323705"/>
                  </a:lnTo>
                  <a:lnTo>
                    <a:pt x="113478" y="325481"/>
                  </a:lnTo>
                  <a:lnTo>
                    <a:pt x="118510" y="327099"/>
                  </a:lnTo>
                  <a:lnTo>
                    <a:pt x="123592" y="328558"/>
                  </a:lnTo>
                  <a:lnTo>
                    <a:pt x="128717" y="329855"/>
                  </a:lnTo>
                  <a:lnTo>
                    <a:pt x="133880" y="330989"/>
                  </a:lnTo>
                  <a:lnTo>
                    <a:pt x="139077" y="331959"/>
                  </a:lnTo>
                  <a:lnTo>
                    <a:pt x="144302" y="332765"/>
                  </a:lnTo>
                  <a:lnTo>
                    <a:pt x="149550" y="333404"/>
                  </a:lnTo>
                  <a:lnTo>
                    <a:pt x="154815" y="333878"/>
                  </a:lnTo>
                  <a:lnTo>
                    <a:pt x="160093" y="334185"/>
                  </a:lnTo>
                  <a:lnTo>
                    <a:pt x="165377" y="334325"/>
                  </a:lnTo>
                  <a:lnTo>
                    <a:pt x="170664" y="334298"/>
                  </a:lnTo>
                  <a:lnTo>
                    <a:pt x="175947" y="334103"/>
                  </a:lnTo>
                  <a:lnTo>
                    <a:pt x="181221" y="333742"/>
                  </a:lnTo>
                  <a:lnTo>
                    <a:pt x="186481" y="333214"/>
                  </a:lnTo>
                  <a:lnTo>
                    <a:pt x="191722" y="332520"/>
                  </a:lnTo>
                  <a:lnTo>
                    <a:pt x="196938" y="331660"/>
                  </a:lnTo>
                  <a:lnTo>
                    <a:pt x="202125" y="330636"/>
                  </a:lnTo>
                  <a:lnTo>
                    <a:pt x="207276" y="329449"/>
                  </a:lnTo>
                  <a:lnTo>
                    <a:pt x="212388" y="328099"/>
                  </a:lnTo>
                  <a:lnTo>
                    <a:pt x="217454" y="326589"/>
                  </a:lnTo>
                  <a:lnTo>
                    <a:pt x="222470" y="324919"/>
                  </a:lnTo>
                  <a:lnTo>
                    <a:pt x="227430" y="323091"/>
                  </a:lnTo>
                  <a:lnTo>
                    <a:pt x="232330" y="321107"/>
                  </a:lnTo>
                  <a:lnTo>
                    <a:pt x="237165" y="318969"/>
                  </a:lnTo>
                  <a:lnTo>
                    <a:pt x="241930" y="316680"/>
                  </a:lnTo>
                  <a:lnTo>
                    <a:pt x="246621" y="314240"/>
                  </a:lnTo>
                  <a:lnTo>
                    <a:pt x="251231" y="311654"/>
                  </a:lnTo>
                  <a:lnTo>
                    <a:pt x="255758" y="308924"/>
                  </a:lnTo>
                  <a:lnTo>
                    <a:pt x="260196" y="306051"/>
                  </a:lnTo>
                  <a:lnTo>
                    <a:pt x="264541" y="303040"/>
                  </a:lnTo>
                  <a:lnTo>
                    <a:pt x="268789" y="299892"/>
                  </a:lnTo>
                  <a:lnTo>
                    <a:pt x="272935" y="296612"/>
                  </a:lnTo>
                  <a:lnTo>
                    <a:pt x="276975" y="293203"/>
                  </a:lnTo>
                  <a:lnTo>
                    <a:pt x="280906" y="289668"/>
                  </a:lnTo>
                  <a:lnTo>
                    <a:pt x="284722" y="286010"/>
                  </a:lnTo>
                  <a:lnTo>
                    <a:pt x="288421" y="282233"/>
                  </a:lnTo>
                  <a:lnTo>
                    <a:pt x="291999" y="278341"/>
                  </a:lnTo>
                  <a:lnTo>
                    <a:pt x="295452" y="274338"/>
                  </a:lnTo>
                  <a:lnTo>
                    <a:pt x="298777" y="270227"/>
                  </a:lnTo>
                  <a:lnTo>
                    <a:pt x="301970" y="266014"/>
                  </a:lnTo>
                  <a:lnTo>
                    <a:pt x="305028" y="261702"/>
                  </a:lnTo>
                  <a:lnTo>
                    <a:pt x="307948" y="257295"/>
                  </a:lnTo>
                  <a:lnTo>
                    <a:pt x="310728" y="252798"/>
                  </a:lnTo>
                  <a:lnTo>
                    <a:pt x="313363" y="248215"/>
                  </a:lnTo>
                  <a:lnTo>
                    <a:pt x="315853" y="243552"/>
                  </a:lnTo>
                  <a:lnTo>
                    <a:pt x="318194" y="238812"/>
                  </a:lnTo>
                  <a:lnTo>
                    <a:pt x="320384" y="234000"/>
                  </a:lnTo>
                  <a:lnTo>
                    <a:pt x="322421" y="229122"/>
                  </a:lnTo>
                  <a:lnTo>
                    <a:pt x="324302" y="224181"/>
                  </a:lnTo>
                  <a:lnTo>
                    <a:pt x="326026" y="219184"/>
                  </a:lnTo>
                  <a:lnTo>
                    <a:pt x="327592" y="214134"/>
                  </a:lnTo>
                  <a:lnTo>
                    <a:pt x="328997" y="209038"/>
                  </a:lnTo>
                  <a:lnTo>
                    <a:pt x="330240" y="203899"/>
                  </a:lnTo>
                  <a:lnTo>
                    <a:pt x="331320" y="198724"/>
                  </a:lnTo>
                  <a:lnTo>
                    <a:pt x="332235" y="193518"/>
                  </a:lnTo>
                  <a:lnTo>
                    <a:pt x="332986" y="188285"/>
                  </a:lnTo>
                  <a:lnTo>
                    <a:pt x="333571" y="183031"/>
                  </a:lnTo>
                  <a:lnTo>
                    <a:pt x="333989" y="177761"/>
                  </a:lnTo>
                  <a:lnTo>
                    <a:pt x="334241" y="172480"/>
                  </a:lnTo>
                  <a:lnTo>
                    <a:pt x="334325" y="167194"/>
                  </a:lnTo>
                  <a:lnTo>
                    <a:pt x="334242" y="161908"/>
                  </a:lnTo>
                  <a:lnTo>
                    <a:pt x="333993" y="156628"/>
                  </a:lnTo>
                  <a:lnTo>
                    <a:pt x="333576" y="151357"/>
                  </a:lnTo>
                  <a:lnTo>
                    <a:pt x="332993" y="146103"/>
                  </a:lnTo>
                  <a:lnTo>
                    <a:pt x="332244" y="140870"/>
                  </a:lnTo>
                  <a:lnTo>
                    <a:pt x="331330" y="135663"/>
                  </a:lnTo>
                  <a:lnTo>
                    <a:pt x="330252" y="130488"/>
                  </a:lnTo>
                  <a:lnTo>
                    <a:pt x="329010" y="125349"/>
                  </a:lnTo>
                  <a:lnTo>
                    <a:pt x="327607" y="120252"/>
                  </a:lnTo>
                  <a:lnTo>
                    <a:pt x="326043" y="115202"/>
                  </a:lnTo>
                  <a:lnTo>
                    <a:pt x="324321" y="110204"/>
                  </a:lnTo>
                  <a:lnTo>
                    <a:pt x="322441" y="105263"/>
                  </a:lnTo>
                  <a:lnTo>
                    <a:pt x="320406" y="100384"/>
                  </a:lnTo>
                  <a:lnTo>
                    <a:pt x="318217" y="95571"/>
                  </a:lnTo>
                  <a:lnTo>
                    <a:pt x="315878" y="90830"/>
                  </a:lnTo>
                  <a:lnTo>
                    <a:pt x="313390" y="86166"/>
                  </a:lnTo>
                  <a:lnTo>
                    <a:pt x="310755" y="81583"/>
                  </a:lnTo>
                  <a:lnTo>
                    <a:pt x="307977" y="77085"/>
                  </a:lnTo>
                  <a:lnTo>
                    <a:pt x="305059" y="72677"/>
                  </a:lnTo>
                  <a:lnTo>
                    <a:pt x="302002" y="6836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39393"/>
              <a:ext cx="134843" cy="98803"/>
            </a:xfrm>
            <a:custGeom>
              <a:avLst/>
              <a:pathLst>
                <a:path w="134843" h="98803">
                  <a:moveTo>
                    <a:pt x="134843" y="0"/>
                  </a:moveTo>
                  <a:lnTo>
                    <a:pt x="0" y="98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34843" cy="167167"/>
            </a:xfrm>
            <a:custGeom>
              <a:avLst/>
              <a:pathLst>
                <a:path w="134843" h="167167">
                  <a:moveTo>
                    <a:pt x="134843" y="68364"/>
                  </a:moveTo>
                  <a:lnTo>
                    <a:pt x="131457" y="63901"/>
                  </a:lnTo>
                  <a:lnTo>
                    <a:pt x="127923" y="59554"/>
                  </a:lnTo>
                  <a:lnTo>
                    <a:pt x="124245" y="55327"/>
                  </a:lnTo>
                  <a:lnTo>
                    <a:pt x="120427" y="51227"/>
                  </a:lnTo>
                  <a:lnTo>
                    <a:pt x="116475" y="47256"/>
                  </a:lnTo>
                  <a:lnTo>
                    <a:pt x="112391" y="43421"/>
                  </a:lnTo>
                  <a:lnTo>
                    <a:pt x="108181" y="39724"/>
                  </a:lnTo>
                  <a:lnTo>
                    <a:pt x="103850" y="36171"/>
                  </a:lnTo>
                  <a:lnTo>
                    <a:pt x="99402" y="32764"/>
                  </a:lnTo>
                  <a:lnTo>
                    <a:pt x="94842" y="29509"/>
                  </a:lnTo>
                  <a:lnTo>
                    <a:pt x="90176" y="26408"/>
                  </a:lnTo>
                  <a:lnTo>
                    <a:pt x="85409" y="23465"/>
                  </a:lnTo>
                  <a:lnTo>
                    <a:pt x="80545" y="20684"/>
                  </a:lnTo>
                  <a:lnTo>
                    <a:pt x="75591" y="18067"/>
                  </a:lnTo>
                  <a:lnTo>
                    <a:pt x="70553" y="15618"/>
                  </a:lnTo>
                  <a:lnTo>
                    <a:pt x="65435" y="13339"/>
                  </a:lnTo>
                  <a:lnTo>
                    <a:pt x="60243" y="11232"/>
                  </a:lnTo>
                  <a:lnTo>
                    <a:pt x="54984" y="9301"/>
                  </a:lnTo>
                  <a:lnTo>
                    <a:pt x="49663" y="7547"/>
                  </a:lnTo>
                  <a:lnTo>
                    <a:pt x="44287" y="5973"/>
                  </a:lnTo>
                  <a:lnTo>
                    <a:pt x="38860" y="4579"/>
                  </a:lnTo>
                  <a:lnTo>
                    <a:pt x="33390" y="3368"/>
                  </a:lnTo>
                  <a:lnTo>
                    <a:pt x="27882" y="2341"/>
                  </a:lnTo>
                  <a:lnTo>
                    <a:pt x="22344" y="1500"/>
                  </a:lnTo>
                  <a:lnTo>
                    <a:pt x="16779" y="844"/>
                  </a:lnTo>
                  <a:lnTo>
                    <a:pt x="11197" y="375"/>
                  </a:lnTo>
                  <a:lnTo>
                    <a:pt x="560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4723" y="941493"/>
              <a:ext cx="128820" cy="167167"/>
            </a:xfrm>
            <a:custGeom>
              <a:avLst/>
              <a:pathLst>
                <a:path w="128820" h="167167">
                  <a:moveTo>
                    <a:pt x="128820" y="0"/>
                  </a:moveTo>
                  <a:lnTo>
                    <a:pt x="123374" y="88"/>
                  </a:lnTo>
                  <a:lnTo>
                    <a:pt x="117933" y="354"/>
                  </a:lnTo>
                  <a:lnTo>
                    <a:pt x="112504" y="798"/>
                  </a:lnTo>
                  <a:lnTo>
                    <a:pt x="107093" y="1417"/>
                  </a:lnTo>
                  <a:lnTo>
                    <a:pt x="101705" y="2213"/>
                  </a:lnTo>
                  <a:lnTo>
                    <a:pt x="96345" y="3184"/>
                  </a:lnTo>
                  <a:lnTo>
                    <a:pt x="91020" y="4329"/>
                  </a:lnTo>
                  <a:lnTo>
                    <a:pt x="85735" y="5647"/>
                  </a:lnTo>
                  <a:lnTo>
                    <a:pt x="80495" y="7137"/>
                  </a:lnTo>
                  <a:lnTo>
                    <a:pt x="75307" y="8796"/>
                  </a:lnTo>
                  <a:lnTo>
                    <a:pt x="70176" y="10623"/>
                  </a:lnTo>
                  <a:lnTo>
                    <a:pt x="65107" y="12617"/>
                  </a:lnTo>
                  <a:lnTo>
                    <a:pt x="60106" y="14775"/>
                  </a:lnTo>
                  <a:lnTo>
                    <a:pt x="55178" y="17094"/>
                  </a:lnTo>
                  <a:lnTo>
                    <a:pt x="50327" y="19573"/>
                  </a:lnTo>
                  <a:lnTo>
                    <a:pt x="45561" y="22209"/>
                  </a:lnTo>
                  <a:lnTo>
                    <a:pt x="40882" y="24998"/>
                  </a:lnTo>
                  <a:lnTo>
                    <a:pt x="36297" y="27939"/>
                  </a:lnTo>
                  <a:lnTo>
                    <a:pt x="31810" y="31027"/>
                  </a:lnTo>
                  <a:lnTo>
                    <a:pt x="27427" y="34260"/>
                  </a:lnTo>
                  <a:lnTo>
                    <a:pt x="23150" y="37634"/>
                  </a:lnTo>
                  <a:lnTo>
                    <a:pt x="18986" y="41145"/>
                  </a:lnTo>
                  <a:lnTo>
                    <a:pt x="14939" y="44790"/>
                  </a:lnTo>
                  <a:lnTo>
                    <a:pt x="11012" y="48565"/>
                  </a:lnTo>
                  <a:lnTo>
                    <a:pt x="7211" y="52466"/>
                  </a:lnTo>
                  <a:lnTo>
                    <a:pt x="3539" y="56489"/>
                  </a:lnTo>
                  <a:lnTo>
                    <a:pt x="0" y="60629"/>
                  </a:lnTo>
                  <a:lnTo>
                    <a:pt x="12882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94723" y="1002123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78" y="949356"/>
              <a:ext cx="334331" cy="326453"/>
            </a:xfrm>
            <a:custGeom>
              <a:avLst/>
              <a:pathLst>
                <a:path w="334331" h="326453">
                  <a:moveTo>
                    <a:pt x="38344" y="52766"/>
                  </a:moveTo>
                  <a:lnTo>
                    <a:pt x="35038" y="56896"/>
                  </a:lnTo>
                  <a:lnTo>
                    <a:pt x="31863" y="61128"/>
                  </a:lnTo>
                  <a:lnTo>
                    <a:pt x="28824" y="65459"/>
                  </a:lnTo>
                  <a:lnTo>
                    <a:pt x="25924" y="69883"/>
                  </a:lnTo>
                  <a:lnTo>
                    <a:pt x="23165" y="74398"/>
                  </a:lnTo>
                  <a:lnTo>
                    <a:pt x="20550" y="78997"/>
                  </a:lnTo>
                  <a:lnTo>
                    <a:pt x="18083" y="83676"/>
                  </a:lnTo>
                  <a:lnTo>
                    <a:pt x="15764" y="88432"/>
                  </a:lnTo>
                  <a:lnTo>
                    <a:pt x="13597" y="93258"/>
                  </a:lnTo>
                  <a:lnTo>
                    <a:pt x="11584" y="98151"/>
                  </a:lnTo>
                  <a:lnTo>
                    <a:pt x="9727" y="103104"/>
                  </a:lnTo>
                  <a:lnTo>
                    <a:pt x="8028" y="108114"/>
                  </a:lnTo>
                  <a:lnTo>
                    <a:pt x="6488" y="113176"/>
                  </a:lnTo>
                  <a:lnTo>
                    <a:pt x="5108" y="118283"/>
                  </a:lnTo>
                  <a:lnTo>
                    <a:pt x="3891" y="123432"/>
                  </a:lnTo>
                  <a:lnTo>
                    <a:pt x="2838" y="128616"/>
                  </a:lnTo>
                  <a:lnTo>
                    <a:pt x="1949" y="133831"/>
                  </a:lnTo>
                  <a:lnTo>
                    <a:pt x="1226" y="139072"/>
                  </a:lnTo>
                  <a:lnTo>
                    <a:pt x="669" y="144333"/>
                  </a:lnTo>
                  <a:lnTo>
                    <a:pt x="279" y="149609"/>
                  </a:lnTo>
                  <a:lnTo>
                    <a:pt x="55" y="154895"/>
                  </a:lnTo>
                  <a:lnTo>
                    <a:pt x="0" y="160185"/>
                  </a:lnTo>
                  <a:lnTo>
                    <a:pt x="111" y="165474"/>
                  </a:lnTo>
                  <a:lnTo>
                    <a:pt x="390" y="170757"/>
                  </a:lnTo>
                  <a:lnTo>
                    <a:pt x="836" y="176029"/>
                  </a:lnTo>
                  <a:lnTo>
                    <a:pt x="1448" y="181284"/>
                  </a:lnTo>
                  <a:lnTo>
                    <a:pt x="2227" y="186517"/>
                  </a:lnTo>
                  <a:lnTo>
                    <a:pt x="3171" y="191722"/>
                  </a:lnTo>
                  <a:lnTo>
                    <a:pt x="4279" y="196896"/>
                  </a:lnTo>
                  <a:lnTo>
                    <a:pt x="5550" y="202031"/>
                  </a:lnTo>
                  <a:lnTo>
                    <a:pt x="6983" y="207124"/>
                  </a:lnTo>
                  <a:lnTo>
                    <a:pt x="8576" y="212168"/>
                  </a:lnTo>
                  <a:lnTo>
                    <a:pt x="10328" y="217160"/>
                  </a:lnTo>
                  <a:lnTo>
                    <a:pt x="12238" y="222094"/>
                  </a:lnTo>
                  <a:lnTo>
                    <a:pt x="14302" y="226965"/>
                  </a:lnTo>
                  <a:lnTo>
                    <a:pt x="16520" y="231768"/>
                  </a:lnTo>
                  <a:lnTo>
                    <a:pt x="18888" y="236499"/>
                  </a:lnTo>
                  <a:lnTo>
                    <a:pt x="21405" y="241152"/>
                  </a:lnTo>
                  <a:lnTo>
                    <a:pt x="24068" y="245724"/>
                  </a:lnTo>
                  <a:lnTo>
                    <a:pt x="26874" y="250209"/>
                  </a:lnTo>
                  <a:lnTo>
                    <a:pt x="29821" y="254602"/>
                  </a:lnTo>
                  <a:lnTo>
                    <a:pt x="32906" y="258901"/>
                  </a:lnTo>
                  <a:lnTo>
                    <a:pt x="36124" y="263099"/>
                  </a:lnTo>
                  <a:lnTo>
                    <a:pt x="39475" y="267194"/>
                  </a:lnTo>
                  <a:lnTo>
                    <a:pt x="42952" y="271180"/>
                  </a:lnTo>
                  <a:lnTo>
                    <a:pt x="46555" y="275055"/>
                  </a:lnTo>
                  <a:lnTo>
                    <a:pt x="50278" y="278813"/>
                  </a:lnTo>
                  <a:lnTo>
                    <a:pt x="54118" y="282452"/>
                  </a:lnTo>
                  <a:lnTo>
                    <a:pt x="58072" y="285968"/>
                  </a:lnTo>
                  <a:lnTo>
                    <a:pt x="62134" y="289356"/>
                  </a:lnTo>
                  <a:lnTo>
                    <a:pt x="66302" y="292615"/>
                  </a:lnTo>
                  <a:lnTo>
                    <a:pt x="70571" y="295740"/>
                  </a:lnTo>
                  <a:lnTo>
                    <a:pt x="74937" y="298728"/>
                  </a:lnTo>
                  <a:lnTo>
                    <a:pt x="79395" y="301576"/>
                  </a:lnTo>
                  <a:lnTo>
                    <a:pt x="83941" y="304283"/>
                  </a:lnTo>
                  <a:lnTo>
                    <a:pt x="88570" y="306843"/>
                  </a:lnTo>
                  <a:lnTo>
                    <a:pt x="93278" y="309257"/>
                  </a:lnTo>
                  <a:lnTo>
                    <a:pt x="98060" y="311520"/>
                  </a:lnTo>
                  <a:lnTo>
                    <a:pt x="102912" y="313630"/>
                  </a:lnTo>
                  <a:lnTo>
                    <a:pt x="107827" y="315586"/>
                  </a:lnTo>
                  <a:lnTo>
                    <a:pt x="112802" y="317385"/>
                  </a:lnTo>
                  <a:lnTo>
                    <a:pt x="117832" y="319026"/>
                  </a:lnTo>
                  <a:lnTo>
                    <a:pt x="122911" y="320507"/>
                  </a:lnTo>
                  <a:lnTo>
                    <a:pt x="128034" y="321827"/>
                  </a:lnTo>
                  <a:lnTo>
                    <a:pt x="133196" y="322984"/>
                  </a:lnTo>
                  <a:lnTo>
                    <a:pt x="138393" y="323977"/>
                  </a:lnTo>
                  <a:lnTo>
                    <a:pt x="143618" y="324805"/>
                  </a:lnTo>
                  <a:lnTo>
                    <a:pt x="148867" y="325467"/>
                  </a:lnTo>
                  <a:lnTo>
                    <a:pt x="154134" y="325963"/>
                  </a:lnTo>
                  <a:lnTo>
                    <a:pt x="159414" y="326292"/>
                  </a:lnTo>
                  <a:lnTo>
                    <a:pt x="164702" y="326453"/>
                  </a:lnTo>
                  <a:lnTo>
                    <a:pt x="169993" y="326448"/>
                  </a:lnTo>
                  <a:lnTo>
                    <a:pt x="175280" y="326274"/>
                  </a:lnTo>
                  <a:lnTo>
                    <a:pt x="180560" y="325934"/>
                  </a:lnTo>
                  <a:lnTo>
                    <a:pt x="185826" y="325427"/>
                  </a:lnTo>
                  <a:lnTo>
                    <a:pt x="191073" y="324753"/>
                  </a:lnTo>
                  <a:lnTo>
                    <a:pt x="196296" y="323914"/>
                  </a:lnTo>
                  <a:lnTo>
                    <a:pt x="201491" y="322909"/>
                  </a:lnTo>
                  <a:lnTo>
                    <a:pt x="206651" y="321741"/>
                  </a:lnTo>
                  <a:lnTo>
                    <a:pt x="211771" y="320410"/>
                  </a:lnTo>
                  <a:lnTo>
                    <a:pt x="216846" y="318918"/>
                  </a:lnTo>
                  <a:lnTo>
                    <a:pt x="221872" y="317266"/>
                  </a:lnTo>
                  <a:lnTo>
                    <a:pt x="226843" y="315456"/>
                  </a:lnTo>
                  <a:lnTo>
                    <a:pt x="231755" y="313489"/>
                  </a:lnTo>
                  <a:lnTo>
                    <a:pt x="236601" y="311368"/>
                  </a:lnTo>
                  <a:lnTo>
                    <a:pt x="241378" y="309095"/>
                  </a:lnTo>
                  <a:lnTo>
                    <a:pt x="246081" y="306671"/>
                  </a:lnTo>
                  <a:lnTo>
                    <a:pt x="250705" y="304100"/>
                  </a:lnTo>
                  <a:lnTo>
                    <a:pt x="255245" y="301384"/>
                  </a:lnTo>
                  <a:lnTo>
                    <a:pt x="259697" y="298526"/>
                  </a:lnTo>
                  <a:lnTo>
                    <a:pt x="264056" y="295528"/>
                  </a:lnTo>
                  <a:lnTo>
                    <a:pt x="268318" y="292394"/>
                  </a:lnTo>
                  <a:lnTo>
                    <a:pt x="272479" y="289126"/>
                  </a:lnTo>
                  <a:lnTo>
                    <a:pt x="276534" y="285729"/>
                  </a:lnTo>
                  <a:lnTo>
                    <a:pt x="280480" y="282205"/>
                  </a:lnTo>
                  <a:lnTo>
                    <a:pt x="284312" y="278558"/>
                  </a:lnTo>
                  <a:lnTo>
                    <a:pt x="288027" y="274791"/>
                  </a:lnTo>
                  <a:lnTo>
                    <a:pt x="291621" y="270909"/>
                  </a:lnTo>
                  <a:lnTo>
                    <a:pt x="295090" y="266914"/>
                  </a:lnTo>
                  <a:lnTo>
                    <a:pt x="298431" y="262812"/>
                  </a:lnTo>
                  <a:lnTo>
                    <a:pt x="301641" y="258607"/>
                  </a:lnTo>
                  <a:lnTo>
                    <a:pt x="304716" y="254302"/>
                  </a:lnTo>
                  <a:lnTo>
                    <a:pt x="307653" y="249902"/>
                  </a:lnTo>
                  <a:lnTo>
                    <a:pt x="310450" y="245411"/>
                  </a:lnTo>
                  <a:lnTo>
                    <a:pt x="313103" y="240834"/>
                  </a:lnTo>
                  <a:lnTo>
                    <a:pt x="315609" y="236175"/>
                  </a:lnTo>
                  <a:lnTo>
                    <a:pt x="317968" y="231439"/>
                  </a:lnTo>
                  <a:lnTo>
                    <a:pt x="320175" y="226631"/>
                  </a:lnTo>
                  <a:lnTo>
                    <a:pt x="322228" y="221755"/>
                  </a:lnTo>
                  <a:lnTo>
                    <a:pt x="324127" y="216817"/>
                  </a:lnTo>
                  <a:lnTo>
                    <a:pt x="325868" y="211822"/>
                  </a:lnTo>
                  <a:lnTo>
                    <a:pt x="327451" y="206773"/>
                  </a:lnTo>
                  <a:lnTo>
                    <a:pt x="328872" y="201678"/>
                  </a:lnTo>
                  <a:lnTo>
                    <a:pt x="330132" y="196539"/>
                  </a:lnTo>
                  <a:lnTo>
                    <a:pt x="331229" y="191364"/>
                  </a:lnTo>
                  <a:lnTo>
                    <a:pt x="332161" y="186156"/>
                  </a:lnTo>
                  <a:lnTo>
                    <a:pt x="332928" y="180922"/>
                  </a:lnTo>
                  <a:lnTo>
                    <a:pt x="333529" y="175666"/>
                  </a:lnTo>
                  <a:lnTo>
                    <a:pt x="333964" y="170393"/>
                  </a:lnTo>
                  <a:lnTo>
                    <a:pt x="334231" y="165109"/>
                  </a:lnTo>
                  <a:lnTo>
                    <a:pt x="334331" y="159820"/>
                  </a:lnTo>
                  <a:lnTo>
                    <a:pt x="334264" y="154530"/>
                  </a:lnTo>
                  <a:lnTo>
                    <a:pt x="334029" y="149245"/>
                  </a:lnTo>
                  <a:lnTo>
                    <a:pt x="333627" y="143969"/>
                  </a:lnTo>
                  <a:lnTo>
                    <a:pt x="333059" y="138710"/>
                  </a:lnTo>
                  <a:lnTo>
                    <a:pt x="332324" y="133470"/>
                  </a:lnTo>
                  <a:lnTo>
                    <a:pt x="331424" y="128257"/>
                  </a:lnTo>
                  <a:lnTo>
                    <a:pt x="330359" y="123075"/>
                  </a:lnTo>
                  <a:lnTo>
                    <a:pt x="329131" y="117929"/>
                  </a:lnTo>
                  <a:lnTo>
                    <a:pt x="327740" y="112825"/>
                  </a:lnTo>
                  <a:lnTo>
                    <a:pt x="326189" y="107767"/>
                  </a:lnTo>
                  <a:lnTo>
                    <a:pt x="324479" y="102760"/>
                  </a:lnTo>
                  <a:lnTo>
                    <a:pt x="322611" y="97811"/>
                  </a:lnTo>
                  <a:lnTo>
                    <a:pt x="320587" y="92923"/>
                  </a:lnTo>
                  <a:lnTo>
                    <a:pt x="318410" y="88101"/>
                  </a:lnTo>
                  <a:lnTo>
                    <a:pt x="316081" y="83351"/>
                  </a:lnTo>
                  <a:lnTo>
                    <a:pt x="313603" y="78677"/>
                  </a:lnTo>
                  <a:lnTo>
                    <a:pt x="310978" y="74083"/>
                  </a:lnTo>
                  <a:lnTo>
                    <a:pt x="308209" y="69575"/>
                  </a:lnTo>
                  <a:lnTo>
                    <a:pt x="305299" y="65157"/>
                  </a:lnTo>
                  <a:lnTo>
                    <a:pt x="302251" y="60833"/>
                  </a:lnTo>
                  <a:lnTo>
                    <a:pt x="299068" y="56607"/>
                  </a:lnTo>
                  <a:lnTo>
                    <a:pt x="295752" y="52485"/>
                  </a:lnTo>
                  <a:lnTo>
                    <a:pt x="292307" y="48470"/>
                  </a:lnTo>
                  <a:lnTo>
                    <a:pt x="288737" y="44565"/>
                  </a:lnTo>
                  <a:lnTo>
                    <a:pt x="285046" y="40776"/>
                  </a:lnTo>
                  <a:lnTo>
                    <a:pt x="281236" y="37105"/>
                  </a:lnTo>
                  <a:lnTo>
                    <a:pt x="277312" y="33556"/>
                  </a:lnTo>
                  <a:lnTo>
                    <a:pt x="273278" y="30134"/>
                  </a:lnTo>
                  <a:lnTo>
                    <a:pt x="269137" y="26841"/>
                  </a:lnTo>
                  <a:lnTo>
                    <a:pt x="264895" y="23680"/>
                  </a:lnTo>
                  <a:lnTo>
                    <a:pt x="260554" y="20656"/>
                  </a:lnTo>
                  <a:lnTo>
                    <a:pt x="256120" y="17770"/>
                  </a:lnTo>
                  <a:lnTo>
                    <a:pt x="251597" y="15026"/>
                  </a:lnTo>
                  <a:lnTo>
                    <a:pt x="246989" y="12426"/>
                  </a:lnTo>
                  <a:lnTo>
                    <a:pt x="242301" y="9974"/>
                  </a:lnTo>
                  <a:lnTo>
                    <a:pt x="237538" y="7671"/>
                  </a:lnTo>
                  <a:lnTo>
                    <a:pt x="232705" y="5520"/>
                  </a:lnTo>
                  <a:lnTo>
                    <a:pt x="227806" y="3523"/>
                  </a:lnTo>
                  <a:lnTo>
                    <a:pt x="222846" y="1683"/>
                  </a:lnTo>
                  <a:lnTo>
                    <a:pt x="217830" y="0"/>
                  </a:lnTo>
                  <a:lnTo>
                    <a:pt x="167165" y="159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50665" cy="167167"/>
            </a:xfrm>
            <a:custGeom>
              <a:avLst/>
              <a:pathLst>
                <a:path w="50665" h="167167">
                  <a:moveTo>
                    <a:pt x="50665" y="7862"/>
                  </a:moveTo>
                  <a:lnTo>
                    <a:pt x="44498" y="6031"/>
                  </a:lnTo>
                  <a:lnTo>
                    <a:pt x="38264" y="4438"/>
                  </a:lnTo>
                  <a:lnTo>
                    <a:pt x="31973" y="3086"/>
                  </a:lnTo>
                  <a:lnTo>
                    <a:pt x="25636" y="1977"/>
                  </a:lnTo>
                  <a:lnTo>
                    <a:pt x="19260" y="1113"/>
                  </a:lnTo>
                  <a:lnTo>
                    <a:pt x="12856" y="495"/>
                  </a:lnTo>
                  <a:lnTo>
                    <a:pt x="643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7660" y="941493"/>
              <a:ext cx="98555" cy="167167"/>
            </a:xfrm>
            <a:custGeom>
              <a:avLst/>
              <a:pathLst>
                <a:path w="98555" h="167167">
                  <a:moveTo>
                    <a:pt x="98555" y="0"/>
                  </a:moveTo>
                  <a:lnTo>
                    <a:pt x="93009" y="92"/>
                  </a:lnTo>
                  <a:lnTo>
                    <a:pt x="87468" y="368"/>
                  </a:lnTo>
                  <a:lnTo>
                    <a:pt x="81940" y="827"/>
                  </a:lnTo>
                  <a:lnTo>
                    <a:pt x="76430" y="1470"/>
                  </a:lnTo>
                  <a:lnTo>
                    <a:pt x="70945" y="2295"/>
                  </a:lnTo>
                  <a:lnTo>
                    <a:pt x="65490" y="3302"/>
                  </a:lnTo>
                  <a:lnTo>
                    <a:pt x="60071" y="4490"/>
                  </a:lnTo>
                  <a:lnTo>
                    <a:pt x="54695" y="5856"/>
                  </a:lnTo>
                  <a:lnTo>
                    <a:pt x="49367" y="7400"/>
                  </a:lnTo>
                  <a:lnTo>
                    <a:pt x="44093" y="9120"/>
                  </a:lnTo>
                  <a:lnTo>
                    <a:pt x="38879" y="11014"/>
                  </a:lnTo>
                  <a:lnTo>
                    <a:pt x="33731" y="13080"/>
                  </a:lnTo>
                  <a:lnTo>
                    <a:pt x="28654" y="15316"/>
                  </a:lnTo>
                  <a:lnTo>
                    <a:pt x="23655" y="17719"/>
                  </a:lnTo>
                  <a:lnTo>
                    <a:pt x="18737" y="20286"/>
                  </a:lnTo>
                  <a:lnTo>
                    <a:pt x="13908" y="23015"/>
                  </a:lnTo>
                  <a:lnTo>
                    <a:pt x="9172" y="25903"/>
                  </a:lnTo>
                  <a:lnTo>
                    <a:pt x="4534" y="28946"/>
                  </a:lnTo>
                  <a:lnTo>
                    <a:pt x="0" y="32142"/>
                  </a:lnTo>
                  <a:lnTo>
                    <a:pt x="985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56" y="973635"/>
              <a:ext cx="167158" cy="298806"/>
            </a:xfrm>
            <a:custGeom>
              <a:avLst/>
              <a:pathLst>
                <a:path w="167158" h="298806">
                  <a:moveTo>
                    <a:pt x="68603" y="0"/>
                  </a:moveTo>
                  <a:lnTo>
                    <a:pt x="64323" y="3230"/>
                  </a:lnTo>
                  <a:lnTo>
                    <a:pt x="60149" y="6595"/>
                  </a:lnTo>
                  <a:lnTo>
                    <a:pt x="56086" y="10093"/>
                  </a:lnTo>
                  <a:lnTo>
                    <a:pt x="52136" y="13720"/>
                  </a:lnTo>
                  <a:lnTo>
                    <a:pt x="48305" y="17471"/>
                  </a:lnTo>
                  <a:lnTo>
                    <a:pt x="44596" y="21343"/>
                  </a:lnTo>
                  <a:lnTo>
                    <a:pt x="41013" y="25332"/>
                  </a:lnTo>
                  <a:lnTo>
                    <a:pt x="37560" y="29434"/>
                  </a:lnTo>
                  <a:lnTo>
                    <a:pt x="34241" y="33645"/>
                  </a:lnTo>
                  <a:lnTo>
                    <a:pt x="31058" y="37959"/>
                  </a:lnTo>
                  <a:lnTo>
                    <a:pt x="28015" y="42374"/>
                  </a:lnTo>
                  <a:lnTo>
                    <a:pt x="25115" y="46884"/>
                  </a:lnTo>
                  <a:lnTo>
                    <a:pt x="22362" y="51485"/>
                  </a:lnTo>
                  <a:lnTo>
                    <a:pt x="19757" y="56172"/>
                  </a:lnTo>
                  <a:lnTo>
                    <a:pt x="17304" y="60939"/>
                  </a:lnTo>
                  <a:lnTo>
                    <a:pt x="15005" y="65783"/>
                  </a:lnTo>
                  <a:lnTo>
                    <a:pt x="12863" y="70698"/>
                  </a:lnTo>
                  <a:lnTo>
                    <a:pt x="10879" y="75680"/>
                  </a:lnTo>
                  <a:lnTo>
                    <a:pt x="9056" y="80722"/>
                  </a:lnTo>
                  <a:lnTo>
                    <a:pt x="7396" y="85821"/>
                  </a:lnTo>
                  <a:lnTo>
                    <a:pt x="5900" y="90970"/>
                  </a:lnTo>
                  <a:lnTo>
                    <a:pt x="4571" y="96164"/>
                  </a:lnTo>
                  <a:lnTo>
                    <a:pt x="3408" y="101398"/>
                  </a:lnTo>
                  <a:lnTo>
                    <a:pt x="2414" y="106667"/>
                  </a:lnTo>
                  <a:lnTo>
                    <a:pt x="1589" y="111965"/>
                  </a:lnTo>
                  <a:lnTo>
                    <a:pt x="935" y="117287"/>
                  </a:lnTo>
                  <a:lnTo>
                    <a:pt x="451" y="122626"/>
                  </a:lnTo>
                  <a:lnTo>
                    <a:pt x="140" y="127979"/>
                  </a:lnTo>
                  <a:lnTo>
                    <a:pt x="0" y="133339"/>
                  </a:lnTo>
                  <a:lnTo>
                    <a:pt x="31" y="138701"/>
                  </a:lnTo>
                  <a:lnTo>
                    <a:pt x="235" y="144059"/>
                  </a:lnTo>
                  <a:lnTo>
                    <a:pt x="611" y="149407"/>
                  </a:lnTo>
                  <a:lnTo>
                    <a:pt x="1158" y="154741"/>
                  </a:lnTo>
                  <a:lnTo>
                    <a:pt x="1876" y="160055"/>
                  </a:lnTo>
                  <a:lnTo>
                    <a:pt x="2763" y="165343"/>
                  </a:lnTo>
                  <a:lnTo>
                    <a:pt x="3820" y="170599"/>
                  </a:lnTo>
                  <a:lnTo>
                    <a:pt x="5045" y="175819"/>
                  </a:lnTo>
                  <a:lnTo>
                    <a:pt x="6437" y="180997"/>
                  </a:lnTo>
                  <a:lnTo>
                    <a:pt x="7994" y="186128"/>
                  </a:lnTo>
                  <a:lnTo>
                    <a:pt x="9715" y="191206"/>
                  </a:lnTo>
                  <a:lnTo>
                    <a:pt x="11597" y="196226"/>
                  </a:lnTo>
                  <a:lnTo>
                    <a:pt x="13640" y="201184"/>
                  </a:lnTo>
                  <a:lnTo>
                    <a:pt x="15841" y="206073"/>
                  </a:lnTo>
                  <a:lnTo>
                    <a:pt x="18197" y="210889"/>
                  </a:lnTo>
                  <a:lnTo>
                    <a:pt x="20707" y="215628"/>
                  </a:lnTo>
                  <a:lnTo>
                    <a:pt x="23367" y="220283"/>
                  </a:lnTo>
                  <a:lnTo>
                    <a:pt x="26175" y="224851"/>
                  </a:lnTo>
                  <a:lnTo>
                    <a:pt x="29129" y="229326"/>
                  </a:lnTo>
                  <a:lnTo>
                    <a:pt x="32224" y="233704"/>
                  </a:lnTo>
                  <a:lnTo>
                    <a:pt x="35458" y="237980"/>
                  </a:lnTo>
                  <a:lnTo>
                    <a:pt x="38828" y="242151"/>
                  </a:lnTo>
                  <a:lnTo>
                    <a:pt x="42329" y="246212"/>
                  </a:lnTo>
                  <a:lnTo>
                    <a:pt x="45959" y="250158"/>
                  </a:lnTo>
                  <a:lnTo>
                    <a:pt x="49714" y="253985"/>
                  </a:lnTo>
                  <a:lnTo>
                    <a:pt x="53589" y="257691"/>
                  </a:lnTo>
                  <a:lnTo>
                    <a:pt x="57582" y="261270"/>
                  </a:lnTo>
                  <a:lnTo>
                    <a:pt x="61687" y="264719"/>
                  </a:lnTo>
                  <a:lnTo>
                    <a:pt x="65901" y="268035"/>
                  </a:lnTo>
                  <a:lnTo>
                    <a:pt x="70218" y="271214"/>
                  </a:lnTo>
                  <a:lnTo>
                    <a:pt x="74636" y="274253"/>
                  </a:lnTo>
                  <a:lnTo>
                    <a:pt x="79148" y="277148"/>
                  </a:lnTo>
                  <a:lnTo>
                    <a:pt x="83752" y="279898"/>
                  </a:lnTo>
                  <a:lnTo>
                    <a:pt x="88441" y="282498"/>
                  </a:lnTo>
                  <a:lnTo>
                    <a:pt x="93211" y="284947"/>
                  </a:lnTo>
                  <a:lnTo>
                    <a:pt x="98057" y="287241"/>
                  </a:lnTo>
                  <a:lnTo>
                    <a:pt x="102974" y="289379"/>
                  </a:lnTo>
                  <a:lnTo>
                    <a:pt x="107957" y="291358"/>
                  </a:lnTo>
                  <a:lnTo>
                    <a:pt x="113001" y="293176"/>
                  </a:lnTo>
                  <a:lnTo>
                    <a:pt x="118101" y="294832"/>
                  </a:lnTo>
                  <a:lnTo>
                    <a:pt x="123251" y="296323"/>
                  </a:lnTo>
                  <a:lnTo>
                    <a:pt x="128447" y="297648"/>
                  </a:lnTo>
                  <a:lnTo>
                    <a:pt x="133682" y="298806"/>
                  </a:lnTo>
                  <a:lnTo>
                    <a:pt x="167158" y="135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52739" y="941493"/>
              <a:ext cx="200634" cy="334325"/>
            </a:xfrm>
            <a:custGeom>
              <a:avLst/>
              <a:pathLst>
                <a:path w="200634" h="334325">
                  <a:moveTo>
                    <a:pt x="0" y="330948"/>
                  </a:moveTo>
                  <a:lnTo>
                    <a:pt x="5230" y="331931"/>
                  </a:lnTo>
                  <a:lnTo>
                    <a:pt x="10490" y="332747"/>
                  </a:lnTo>
                  <a:lnTo>
                    <a:pt x="15773" y="333394"/>
                  </a:lnTo>
                  <a:lnTo>
                    <a:pt x="21074" y="333874"/>
                  </a:lnTo>
                  <a:lnTo>
                    <a:pt x="26387" y="334184"/>
                  </a:lnTo>
                  <a:lnTo>
                    <a:pt x="31707" y="334325"/>
                  </a:lnTo>
                  <a:lnTo>
                    <a:pt x="37030" y="334297"/>
                  </a:lnTo>
                  <a:lnTo>
                    <a:pt x="42348" y="334099"/>
                  </a:lnTo>
                  <a:lnTo>
                    <a:pt x="47658" y="333732"/>
                  </a:lnTo>
                  <a:lnTo>
                    <a:pt x="52954" y="333196"/>
                  </a:lnTo>
                  <a:lnTo>
                    <a:pt x="58229" y="332492"/>
                  </a:lnTo>
                  <a:lnTo>
                    <a:pt x="63480" y="331620"/>
                  </a:lnTo>
                  <a:lnTo>
                    <a:pt x="68700" y="330581"/>
                  </a:lnTo>
                  <a:lnTo>
                    <a:pt x="73884" y="329377"/>
                  </a:lnTo>
                  <a:lnTo>
                    <a:pt x="79028" y="328008"/>
                  </a:lnTo>
                  <a:lnTo>
                    <a:pt x="84125" y="326477"/>
                  </a:lnTo>
                  <a:lnTo>
                    <a:pt x="89171" y="324784"/>
                  </a:lnTo>
                  <a:lnTo>
                    <a:pt x="94160" y="322931"/>
                  </a:lnTo>
                  <a:lnTo>
                    <a:pt x="99088" y="320920"/>
                  </a:lnTo>
                  <a:lnTo>
                    <a:pt x="103950" y="318753"/>
                  </a:lnTo>
                  <a:lnTo>
                    <a:pt x="108740" y="316433"/>
                  </a:lnTo>
                  <a:lnTo>
                    <a:pt x="113453" y="313961"/>
                  </a:lnTo>
                  <a:lnTo>
                    <a:pt x="118086" y="311341"/>
                  </a:lnTo>
                  <a:lnTo>
                    <a:pt x="122633" y="308574"/>
                  </a:lnTo>
                  <a:lnTo>
                    <a:pt x="127089" y="305664"/>
                  </a:lnTo>
                  <a:lnTo>
                    <a:pt x="131451" y="302614"/>
                  </a:lnTo>
                  <a:lnTo>
                    <a:pt x="135713" y="299426"/>
                  </a:lnTo>
                  <a:lnTo>
                    <a:pt x="139872" y="296104"/>
                  </a:lnTo>
                  <a:lnTo>
                    <a:pt x="143922" y="292652"/>
                  </a:lnTo>
                  <a:lnTo>
                    <a:pt x="147861" y="289072"/>
                  </a:lnTo>
                  <a:lnTo>
                    <a:pt x="151684" y="285369"/>
                  </a:lnTo>
                  <a:lnTo>
                    <a:pt x="155387" y="281546"/>
                  </a:lnTo>
                  <a:lnTo>
                    <a:pt x="158967" y="277607"/>
                  </a:lnTo>
                  <a:lnTo>
                    <a:pt x="162419" y="273556"/>
                  </a:lnTo>
                  <a:lnTo>
                    <a:pt x="165740" y="269397"/>
                  </a:lnTo>
                  <a:lnTo>
                    <a:pt x="168928" y="265135"/>
                  </a:lnTo>
                  <a:lnTo>
                    <a:pt x="171978" y="260773"/>
                  </a:lnTo>
                  <a:lnTo>
                    <a:pt x="174888" y="256317"/>
                  </a:lnTo>
                  <a:lnTo>
                    <a:pt x="177654" y="251770"/>
                  </a:lnTo>
                  <a:lnTo>
                    <a:pt x="180274" y="247137"/>
                  </a:lnTo>
                  <a:lnTo>
                    <a:pt x="182746" y="242423"/>
                  </a:lnTo>
                  <a:lnTo>
                    <a:pt x="185066" y="237633"/>
                  </a:lnTo>
                  <a:lnTo>
                    <a:pt x="187232" y="232771"/>
                  </a:lnTo>
                  <a:lnTo>
                    <a:pt x="189243" y="227843"/>
                  </a:lnTo>
                  <a:lnTo>
                    <a:pt x="191095" y="222854"/>
                  </a:lnTo>
                  <a:lnTo>
                    <a:pt x="192788" y="217808"/>
                  </a:lnTo>
                  <a:lnTo>
                    <a:pt x="194320" y="212710"/>
                  </a:lnTo>
                  <a:lnTo>
                    <a:pt x="195688" y="207567"/>
                  </a:lnTo>
                  <a:lnTo>
                    <a:pt x="196892" y="202382"/>
                  </a:lnTo>
                  <a:lnTo>
                    <a:pt x="197930" y="197162"/>
                  </a:lnTo>
                  <a:lnTo>
                    <a:pt x="198802" y="191912"/>
                  </a:lnTo>
                  <a:lnTo>
                    <a:pt x="199506" y="186636"/>
                  </a:lnTo>
                  <a:lnTo>
                    <a:pt x="200041" y="181341"/>
                  </a:lnTo>
                  <a:lnTo>
                    <a:pt x="200408" y="176031"/>
                  </a:lnTo>
                  <a:lnTo>
                    <a:pt x="200606" y="170712"/>
                  </a:lnTo>
                  <a:lnTo>
                    <a:pt x="200634" y="165390"/>
                  </a:lnTo>
                  <a:lnTo>
                    <a:pt x="200492" y="160069"/>
                  </a:lnTo>
                  <a:lnTo>
                    <a:pt x="200182" y="154756"/>
                  </a:lnTo>
                  <a:lnTo>
                    <a:pt x="199702" y="149455"/>
                  </a:lnTo>
                  <a:lnTo>
                    <a:pt x="199054" y="144172"/>
                  </a:lnTo>
                  <a:lnTo>
                    <a:pt x="198238" y="138913"/>
                  </a:lnTo>
                  <a:lnTo>
                    <a:pt x="197255" y="133682"/>
                  </a:lnTo>
                  <a:lnTo>
                    <a:pt x="196106" y="128485"/>
                  </a:lnTo>
                  <a:lnTo>
                    <a:pt x="194792" y="123327"/>
                  </a:lnTo>
                  <a:lnTo>
                    <a:pt x="193315" y="118214"/>
                  </a:lnTo>
                  <a:lnTo>
                    <a:pt x="191676" y="113151"/>
                  </a:lnTo>
                  <a:lnTo>
                    <a:pt x="189876" y="108142"/>
                  </a:lnTo>
                  <a:lnTo>
                    <a:pt x="187918" y="103193"/>
                  </a:lnTo>
                  <a:lnTo>
                    <a:pt x="185803" y="98309"/>
                  </a:lnTo>
                  <a:lnTo>
                    <a:pt x="183533" y="93494"/>
                  </a:lnTo>
                  <a:lnTo>
                    <a:pt x="181112" y="88754"/>
                  </a:lnTo>
                  <a:lnTo>
                    <a:pt x="178541" y="84094"/>
                  </a:lnTo>
                  <a:lnTo>
                    <a:pt x="175823" y="79518"/>
                  </a:lnTo>
                  <a:lnTo>
                    <a:pt x="172960" y="75031"/>
                  </a:lnTo>
                  <a:lnTo>
                    <a:pt x="169956" y="70637"/>
                  </a:lnTo>
                  <a:lnTo>
                    <a:pt x="166814" y="66341"/>
                  </a:lnTo>
                  <a:lnTo>
                    <a:pt x="163537" y="62148"/>
                  </a:lnTo>
                  <a:lnTo>
                    <a:pt x="160128" y="58060"/>
                  </a:lnTo>
                  <a:lnTo>
                    <a:pt x="156590" y="54084"/>
                  </a:lnTo>
                  <a:lnTo>
                    <a:pt x="152928" y="50222"/>
                  </a:lnTo>
                  <a:lnTo>
                    <a:pt x="149144" y="46478"/>
                  </a:lnTo>
                  <a:lnTo>
                    <a:pt x="145244" y="42857"/>
                  </a:lnTo>
                  <a:lnTo>
                    <a:pt x="141230" y="39362"/>
                  </a:lnTo>
                  <a:lnTo>
                    <a:pt x="137106" y="35997"/>
                  </a:lnTo>
                  <a:lnTo>
                    <a:pt x="132878" y="32764"/>
                  </a:lnTo>
                  <a:lnTo>
                    <a:pt x="128549" y="29668"/>
                  </a:lnTo>
                  <a:lnTo>
                    <a:pt x="124124" y="26711"/>
                  </a:lnTo>
                  <a:lnTo>
                    <a:pt x="119606" y="23896"/>
                  </a:lnTo>
                  <a:lnTo>
                    <a:pt x="115002" y="21227"/>
                  </a:lnTo>
                  <a:lnTo>
                    <a:pt x="110314" y="18706"/>
                  </a:lnTo>
                  <a:lnTo>
                    <a:pt x="105549" y="16335"/>
                  </a:lnTo>
                  <a:lnTo>
                    <a:pt x="100711" y="14117"/>
                  </a:lnTo>
                  <a:lnTo>
                    <a:pt x="95805" y="12054"/>
                  </a:lnTo>
                  <a:lnTo>
                    <a:pt x="90835" y="10148"/>
                  </a:lnTo>
                  <a:lnTo>
                    <a:pt x="85807" y="8402"/>
                  </a:lnTo>
                  <a:lnTo>
                    <a:pt x="80727" y="6816"/>
                  </a:lnTo>
                  <a:lnTo>
                    <a:pt x="75598" y="5393"/>
                  </a:lnTo>
                  <a:lnTo>
                    <a:pt x="70426" y="4134"/>
                  </a:lnTo>
                  <a:lnTo>
                    <a:pt x="65218" y="3041"/>
                  </a:lnTo>
                  <a:lnTo>
                    <a:pt x="59977" y="2113"/>
                  </a:lnTo>
                  <a:lnTo>
                    <a:pt x="54709" y="1353"/>
                  </a:lnTo>
                  <a:lnTo>
                    <a:pt x="49419" y="762"/>
                  </a:lnTo>
                  <a:lnTo>
                    <a:pt x="44114" y="338"/>
                  </a:lnTo>
                  <a:lnTo>
                    <a:pt x="38798" y="84"/>
                  </a:lnTo>
                  <a:lnTo>
                    <a:pt x="33476" y="0"/>
                  </a:lnTo>
                  <a:lnTo>
                    <a:pt x="334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40" y="1071028"/>
              <a:ext cx="305191" cy="334316"/>
            </a:xfrm>
            <a:custGeom>
              <a:avLst/>
              <a:pathLst>
                <a:path w="305191" h="334316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5" y="764"/>
                  </a:lnTo>
                  <a:lnTo>
                    <a:pt x="145899" y="1357"/>
                  </a:lnTo>
                  <a:lnTo>
                    <a:pt x="140624" y="2119"/>
                  </a:lnTo>
                  <a:lnTo>
                    <a:pt x="135376" y="3049"/>
                  </a:lnTo>
                  <a:lnTo>
                    <a:pt x="130160" y="4146"/>
                  </a:lnTo>
                  <a:lnTo>
                    <a:pt x="124982" y="5408"/>
                  </a:lnTo>
                  <a:lnTo>
                    <a:pt x="119847" y="6835"/>
                  </a:lnTo>
                  <a:lnTo>
                    <a:pt x="114760" y="8425"/>
                  </a:lnTo>
                  <a:lnTo>
                    <a:pt x="109726" y="10176"/>
                  </a:lnTo>
                  <a:lnTo>
                    <a:pt x="104751" y="12087"/>
                  </a:lnTo>
                  <a:lnTo>
                    <a:pt x="99839" y="14155"/>
                  </a:lnTo>
                  <a:lnTo>
                    <a:pt x="94995" y="16379"/>
                  </a:lnTo>
                  <a:lnTo>
                    <a:pt x="90225" y="18756"/>
                  </a:lnTo>
                  <a:lnTo>
                    <a:pt x="85533" y="21284"/>
                  </a:lnTo>
                  <a:lnTo>
                    <a:pt x="80924" y="23961"/>
                  </a:lnTo>
                  <a:lnTo>
                    <a:pt x="76402" y="26782"/>
                  </a:lnTo>
                  <a:lnTo>
                    <a:pt x="71973" y="29747"/>
                  </a:lnTo>
                  <a:lnTo>
                    <a:pt x="67641" y="32851"/>
                  </a:lnTo>
                  <a:lnTo>
                    <a:pt x="63410" y="36092"/>
                  </a:lnTo>
                  <a:lnTo>
                    <a:pt x="59284" y="39466"/>
                  </a:lnTo>
                  <a:lnTo>
                    <a:pt x="55268" y="42970"/>
                  </a:lnTo>
                  <a:lnTo>
                    <a:pt x="51365" y="46600"/>
                  </a:lnTo>
                  <a:lnTo>
                    <a:pt x="47581" y="50353"/>
                  </a:lnTo>
                  <a:lnTo>
                    <a:pt x="43918" y="54224"/>
                  </a:lnTo>
                  <a:lnTo>
                    <a:pt x="40380" y="58210"/>
                  </a:lnTo>
                  <a:lnTo>
                    <a:pt x="36971" y="62307"/>
                  </a:lnTo>
                  <a:lnTo>
                    <a:pt x="33694" y="66511"/>
                  </a:lnTo>
                  <a:lnTo>
                    <a:pt x="30553" y="70817"/>
                  </a:lnTo>
                  <a:lnTo>
                    <a:pt x="27551" y="75221"/>
                  </a:lnTo>
                  <a:lnTo>
                    <a:pt x="24691" y="79718"/>
                  </a:lnTo>
                  <a:lnTo>
                    <a:pt x="21976" y="84304"/>
                  </a:lnTo>
                  <a:lnTo>
                    <a:pt x="19408" y="88975"/>
                  </a:lnTo>
                  <a:lnTo>
                    <a:pt x="16990" y="93724"/>
                  </a:lnTo>
                  <a:lnTo>
                    <a:pt x="14726" y="98549"/>
                  </a:lnTo>
                  <a:lnTo>
                    <a:pt x="12616" y="103443"/>
                  </a:lnTo>
                  <a:lnTo>
                    <a:pt x="10663" y="108402"/>
                  </a:lnTo>
                  <a:lnTo>
                    <a:pt x="8869" y="113421"/>
                  </a:lnTo>
                  <a:lnTo>
                    <a:pt x="7236" y="118495"/>
                  </a:lnTo>
                  <a:lnTo>
                    <a:pt x="5766" y="123618"/>
                  </a:lnTo>
                  <a:lnTo>
                    <a:pt x="4459" y="128785"/>
                  </a:lnTo>
                  <a:lnTo>
                    <a:pt x="3319" y="133991"/>
                  </a:lnTo>
                  <a:lnTo>
                    <a:pt x="2344" y="139231"/>
                  </a:lnTo>
                  <a:lnTo>
                    <a:pt x="1537" y="144499"/>
                  </a:lnTo>
                  <a:lnTo>
                    <a:pt x="899" y="149791"/>
                  </a:lnTo>
                  <a:lnTo>
                    <a:pt x="430" y="155100"/>
                  </a:lnTo>
                  <a:lnTo>
                    <a:pt x="130" y="160421"/>
                  </a:lnTo>
                  <a:lnTo>
                    <a:pt x="0" y="165749"/>
                  </a:lnTo>
                  <a:lnTo>
                    <a:pt x="39" y="171079"/>
                  </a:lnTo>
                  <a:lnTo>
                    <a:pt x="249" y="176404"/>
                  </a:lnTo>
                  <a:lnTo>
                    <a:pt x="628" y="181720"/>
                  </a:lnTo>
                  <a:lnTo>
                    <a:pt x="1177" y="187022"/>
                  </a:lnTo>
                  <a:lnTo>
                    <a:pt x="1894" y="192303"/>
                  </a:lnTo>
                  <a:lnTo>
                    <a:pt x="2779" y="197559"/>
                  </a:lnTo>
                  <a:lnTo>
                    <a:pt x="3832" y="202784"/>
                  </a:lnTo>
                  <a:lnTo>
                    <a:pt x="5050" y="207972"/>
                  </a:lnTo>
                  <a:lnTo>
                    <a:pt x="6433" y="213119"/>
                  </a:lnTo>
                  <a:lnTo>
                    <a:pt x="7980" y="218220"/>
                  </a:lnTo>
                  <a:lnTo>
                    <a:pt x="9688" y="223268"/>
                  </a:lnTo>
                  <a:lnTo>
                    <a:pt x="11557" y="228260"/>
                  </a:lnTo>
                  <a:lnTo>
                    <a:pt x="13583" y="233189"/>
                  </a:lnTo>
                  <a:lnTo>
                    <a:pt x="15766" y="238051"/>
                  </a:lnTo>
                  <a:lnTo>
                    <a:pt x="18103" y="242842"/>
                  </a:lnTo>
                  <a:lnTo>
                    <a:pt x="20591" y="247555"/>
                  </a:lnTo>
                  <a:lnTo>
                    <a:pt x="23228" y="252186"/>
                  </a:lnTo>
                  <a:lnTo>
                    <a:pt x="26012" y="256732"/>
                  </a:lnTo>
                  <a:lnTo>
                    <a:pt x="28939" y="261186"/>
                  </a:lnTo>
                  <a:lnTo>
                    <a:pt x="32006" y="265544"/>
                  </a:lnTo>
                  <a:lnTo>
                    <a:pt x="35211" y="269803"/>
                  </a:lnTo>
                  <a:lnTo>
                    <a:pt x="38550" y="273957"/>
                  </a:lnTo>
                  <a:lnTo>
                    <a:pt x="42019" y="278003"/>
                  </a:lnTo>
                  <a:lnTo>
                    <a:pt x="45616" y="281936"/>
                  </a:lnTo>
                  <a:lnTo>
                    <a:pt x="49337" y="285752"/>
                  </a:lnTo>
                  <a:lnTo>
                    <a:pt x="53177" y="289448"/>
                  </a:lnTo>
                  <a:lnTo>
                    <a:pt x="57133" y="293019"/>
                  </a:lnTo>
                  <a:lnTo>
                    <a:pt x="61201" y="296463"/>
                  </a:lnTo>
                  <a:lnTo>
                    <a:pt x="65377" y="299775"/>
                  </a:lnTo>
                  <a:lnTo>
                    <a:pt x="69656" y="302952"/>
                  </a:lnTo>
                  <a:lnTo>
                    <a:pt x="74034" y="305992"/>
                  </a:lnTo>
                  <a:lnTo>
                    <a:pt x="78507" y="308890"/>
                  </a:lnTo>
                  <a:lnTo>
                    <a:pt x="83070" y="311644"/>
                  </a:lnTo>
                  <a:lnTo>
                    <a:pt x="87718" y="314251"/>
                  </a:lnTo>
                  <a:lnTo>
                    <a:pt x="92447" y="316709"/>
                  </a:lnTo>
                  <a:lnTo>
                    <a:pt x="97252" y="319015"/>
                  </a:lnTo>
                  <a:lnTo>
                    <a:pt x="102129" y="321166"/>
                  </a:lnTo>
                  <a:lnTo>
                    <a:pt x="107071" y="323161"/>
                  </a:lnTo>
                  <a:lnTo>
                    <a:pt x="112074" y="324997"/>
                  </a:lnTo>
                  <a:lnTo>
                    <a:pt x="117134" y="326673"/>
                  </a:lnTo>
                  <a:lnTo>
                    <a:pt x="122244" y="328187"/>
                  </a:lnTo>
                  <a:lnTo>
                    <a:pt x="127400" y="329537"/>
                  </a:lnTo>
                  <a:lnTo>
                    <a:pt x="132596" y="330722"/>
                  </a:lnTo>
                  <a:lnTo>
                    <a:pt x="137828" y="331741"/>
                  </a:lnTo>
                  <a:lnTo>
                    <a:pt x="143089" y="332592"/>
                  </a:lnTo>
                  <a:lnTo>
                    <a:pt x="148375" y="333275"/>
                  </a:lnTo>
                  <a:lnTo>
                    <a:pt x="153680" y="333790"/>
                  </a:lnTo>
                  <a:lnTo>
                    <a:pt x="158998" y="334135"/>
                  </a:lnTo>
                  <a:lnTo>
                    <a:pt x="164325" y="334310"/>
                  </a:lnTo>
                  <a:lnTo>
                    <a:pt x="169655" y="334316"/>
                  </a:lnTo>
                  <a:lnTo>
                    <a:pt x="174982" y="334151"/>
                  </a:lnTo>
                  <a:lnTo>
                    <a:pt x="180301" y="333817"/>
                  </a:lnTo>
                  <a:lnTo>
                    <a:pt x="185607" y="333314"/>
                  </a:lnTo>
                  <a:lnTo>
                    <a:pt x="190894" y="332641"/>
                  </a:lnTo>
                  <a:lnTo>
                    <a:pt x="196157" y="331800"/>
                  </a:lnTo>
                  <a:lnTo>
                    <a:pt x="201391" y="330792"/>
                  </a:lnTo>
                  <a:lnTo>
                    <a:pt x="206590" y="329618"/>
                  </a:lnTo>
                  <a:lnTo>
                    <a:pt x="211748" y="328278"/>
                  </a:lnTo>
                  <a:lnTo>
                    <a:pt x="216862" y="326775"/>
                  </a:lnTo>
                  <a:lnTo>
                    <a:pt x="221924" y="325110"/>
                  </a:lnTo>
                  <a:lnTo>
                    <a:pt x="226932" y="323284"/>
                  </a:lnTo>
                  <a:lnTo>
                    <a:pt x="231878" y="321299"/>
                  </a:lnTo>
                  <a:lnTo>
                    <a:pt x="236759" y="319157"/>
                  </a:lnTo>
                  <a:lnTo>
                    <a:pt x="241568" y="316862"/>
                  </a:lnTo>
                  <a:lnTo>
                    <a:pt x="246303" y="314413"/>
                  </a:lnTo>
                  <a:lnTo>
                    <a:pt x="250956" y="311816"/>
                  </a:lnTo>
                  <a:lnTo>
                    <a:pt x="255525" y="309071"/>
                  </a:lnTo>
                  <a:lnTo>
                    <a:pt x="260004" y="306182"/>
                  </a:lnTo>
                  <a:lnTo>
                    <a:pt x="264388" y="303152"/>
                  </a:lnTo>
                  <a:lnTo>
                    <a:pt x="268674" y="299983"/>
                  </a:lnTo>
                  <a:lnTo>
                    <a:pt x="272856" y="296679"/>
                  </a:lnTo>
                  <a:lnTo>
                    <a:pt x="276931" y="293244"/>
                  </a:lnTo>
                  <a:lnTo>
                    <a:pt x="280895" y="289681"/>
                  </a:lnTo>
                  <a:lnTo>
                    <a:pt x="284742" y="285993"/>
                  </a:lnTo>
                  <a:lnTo>
                    <a:pt x="288470" y="282184"/>
                  </a:lnTo>
                  <a:lnTo>
                    <a:pt x="292075" y="278258"/>
                  </a:lnTo>
                  <a:lnTo>
                    <a:pt x="295553" y="274220"/>
                  </a:lnTo>
                  <a:lnTo>
                    <a:pt x="298901" y="270073"/>
                  </a:lnTo>
                  <a:lnTo>
                    <a:pt x="302114" y="265821"/>
                  </a:lnTo>
                  <a:lnTo>
                    <a:pt x="305191" y="261468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38029" cy="94301"/>
            </a:xfrm>
            <a:custGeom>
              <a:avLst/>
              <a:pathLst>
                <a:path w="138029" h="94301">
                  <a:moveTo>
                    <a:pt x="138029" y="943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80044"/>
              <a:ext cx="167150" cy="252453"/>
            </a:xfrm>
            <a:custGeom>
              <a:avLst/>
              <a:pathLst>
                <a:path w="167150" h="252453">
                  <a:moveTo>
                    <a:pt x="138029" y="252453"/>
                  </a:moveTo>
                  <a:lnTo>
                    <a:pt x="141001" y="247948"/>
                  </a:lnTo>
                  <a:lnTo>
                    <a:pt x="143826" y="243350"/>
                  </a:lnTo>
                  <a:lnTo>
                    <a:pt x="146502" y="238663"/>
                  </a:lnTo>
                  <a:lnTo>
                    <a:pt x="149024" y="233892"/>
                  </a:lnTo>
                  <a:lnTo>
                    <a:pt x="151391" y="229042"/>
                  </a:lnTo>
                  <a:lnTo>
                    <a:pt x="153601" y="224118"/>
                  </a:lnTo>
                  <a:lnTo>
                    <a:pt x="155650" y="219126"/>
                  </a:lnTo>
                  <a:lnTo>
                    <a:pt x="157537" y="214070"/>
                  </a:lnTo>
                  <a:lnTo>
                    <a:pt x="159260" y="208955"/>
                  </a:lnTo>
                  <a:lnTo>
                    <a:pt x="160817" y="203788"/>
                  </a:lnTo>
                  <a:lnTo>
                    <a:pt x="162206" y="198573"/>
                  </a:lnTo>
                  <a:lnTo>
                    <a:pt x="163426" y="193316"/>
                  </a:lnTo>
                  <a:lnTo>
                    <a:pt x="164476" y="188023"/>
                  </a:lnTo>
                  <a:lnTo>
                    <a:pt x="165355" y="182698"/>
                  </a:lnTo>
                  <a:lnTo>
                    <a:pt x="166061" y="177348"/>
                  </a:lnTo>
                  <a:lnTo>
                    <a:pt x="166594" y="171977"/>
                  </a:lnTo>
                  <a:lnTo>
                    <a:pt x="166954" y="166592"/>
                  </a:lnTo>
                  <a:lnTo>
                    <a:pt x="167139" y="161199"/>
                  </a:lnTo>
                  <a:lnTo>
                    <a:pt x="167150" y="155802"/>
                  </a:lnTo>
                  <a:lnTo>
                    <a:pt x="166988" y="150408"/>
                  </a:lnTo>
                  <a:lnTo>
                    <a:pt x="166651" y="145022"/>
                  </a:lnTo>
                  <a:lnTo>
                    <a:pt x="166140" y="139649"/>
                  </a:lnTo>
                  <a:lnTo>
                    <a:pt x="165456" y="134296"/>
                  </a:lnTo>
                  <a:lnTo>
                    <a:pt x="164600" y="128968"/>
                  </a:lnTo>
                  <a:lnTo>
                    <a:pt x="163572" y="123670"/>
                  </a:lnTo>
                  <a:lnTo>
                    <a:pt x="162374" y="118408"/>
                  </a:lnTo>
                  <a:lnTo>
                    <a:pt x="161006" y="113187"/>
                  </a:lnTo>
                  <a:lnTo>
                    <a:pt x="159471" y="108013"/>
                  </a:lnTo>
                  <a:lnTo>
                    <a:pt x="157769" y="102892"/>
                  </a:lnTo>
                  <a:lnTo>
                    <a:pt x="155903" y="97828"/>
                  </a:lnTo>
                  <a:lnTo>
                    <a:pt x="153875" y="92827"/>
                  </a:lnTo>
                  <a:lnTo>
                    <a:pt x="151686" y="87894"/>
                  </a:lnTo>
                  <a:lnTo>
                    <a:pt x="149339" y="83034"/>
                  </a:lnTo>
                  <a:lnTo>
                    <a:pt x="146837" y="78253"/>
                  </a:lnTo>
                  <a:lnTo>
                    <a:pt x="144181" y="73555"/>
                  </a:lnTo>
                  <a:lnTo>
                    <a:pt x="141375" y="68945"/>
                  </a:lnTo>
                  <a:lnTo>
                    <a:pt x="138422" y="64428"/>
                  </a:lnTo>
                  <a:lnTo>
                    <a:pt x="135325" y="60008"/>
                  </a:lnTo>
                  <a:lnTo>
                    <a:pt x="132086" y="55691"/>
                  </a:lnTo>
                  <a:lnTo>
                    <a:pt x="128710" y="51481"/>
                  </a:lnTo>
                  <a:lnTo>
                    <a:pt x="125200" y="47382"/>
                  </a:lnTo>
                  <a:lnTo>
                    <a:pt x="121559" y="43398"/>
                  </a:lnTo>
                  <a:lnTo>
                    <a:pt x="117792" y="39534"/>
                  </a:lnTo>
                  <a:lnTo>
                    <a:pt x="113901" y="35794"/>
                  </a:lnTo>
                  <a:lnTo>
                    <a:pt x="109892" y="32181"/>
                  </a:lnTo>
                  <a:lnTo>
                    <a:pt x="105769" y="28699"/>
                  </a:lnTo>
                  <a:lnTo>
                    <a:pt x="101535" y="25353"/>
                  </a:lnTo>
                  <a:lnTo>
                    <a:pt x="97196" y="22144"/>
                  </a:lnTo>
                  <a:lnTo>
                    <a:pt x="92755" y="19078"/>
                  </a:lnTo>
                  <a:lnTo>
                    <a:pt x="88217" y="16156"/>
                  </a:lnTo>
                  <a:lnTo>
                    <a:pt x="83588" y="13383"/>
                  </a:lnTo>
                  <a:lnTo>
                    <a:pt x="78871" y="10760"/>
                  </a:lnTo>
                  <a:lnTo>
                    <a:pt x="74073" y="8291"/>
                  </a:lnTo>
                  <a:lnTo>
                    <a:pt x="69197" y="5978"/>
                  </a:lnTo>
                  <a:lnTo>
                    <a:pt x="64248" y="3824"/>
                  </a:lnTo>
                  <a:lnTo>
                    <a:pt x="59233" y="1830"/>
                  </a:lnTo>
                  <a:lnTo>
                    <a:pt x="54157" y="0"/>
                  </a:lnTo>
                  <a:lnTo>
                    <a:pt x="0" y="158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54157" cy="167167"/>
            </a:xfrm>
            <a:custGeom>
              <a:avLst/>
              <a:pathLst>
                <a:path w="54157" h="167167">
                  <a:moveTo>
                    <a:pt x="54157" y="9015"/>
                  </a:move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6198" y="1322571"/>
              <a:ext cx="92522" cy="167167"/>
            </a:xfrm>
            <a:custGeom>
              <a:avLst/>
              <a:pathLst>
                <a:path w="92522" h="167167">
                  <a:moveTo>
                    <a:pt x="92522" y="0"/>
                  </a:moveTo>
                  <a:lnTo>
                    <a:pt x="86756" y="99"/>
                  </a:lnTo>
                  <a:lnTo>
                    <a:pt x="80996" y="397"/>
                  </a:lnTo>
                  <a:lnTo>
                    <a:pt x="75250" y="894"/>
                  </a:lnTo>
                  <a:lnTo>
                    <a:pt x="69525" y="1589"/>
                  </a:lnTo>
                  <a:lnTo>
                    <a:pt x="63827" y="2481"/>
                  </a:lnTo>
                  <a:lnTo>
                    <a:pt x="58163" y="3569"/>
                  </a:lnTo>
                  <a:lnTo>
                    <a:pt x="52541" y="4851"/>
                  </a:lnTo>
                  <a:lnTo>
                    <a:pt x="46965" y="6327"/>
                  </a:lnTo>
                  <a:lnTo>
                    <a:pt x="41444" y="7994"/>
                  </a:lnTo>
                  <a:lnTo>
                    <a:pt x="35984" y="9851"/>
                  </a:lnTo>
                  <a:lnTo>
                    <a:pt x="30591" y="11895"/>
                  </a:lnTo>
                  <a:lnTo>
                    <a:pt x="25272" y="14123"/>
                  </a:lnTo>
                  <a:lnTo>
                    <a:pt x="20033" y="16534"/>
                  </a:lnTo>
                  <a:lnTo>
                    <a:pt x="14880" y="19124"/>
                  </a:lnTo>
                  <a:lnTo>
                    <a:pt x="9819" y="21891"/>
                  </a:lnTo>
                  <a:lnTo>
                    <a:pt x="4857" y="24830"/>
                  </a:lnTo>
                  <a:lnTo>
                    <a:pt x="0" y="27939"/>
                  </a:lnTo>
                  <a:lnTo>
                    <a:pt x="9252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96198" y="1350510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53" y="1350510"/>
              <a:ext cx="334331" cy="306383"/>
            </a:xfrm>
            <a:custGeom>
              <a:avLst/>
              <a:pathLst>
                <a:path w="334331" h="306383">
                  <a:moveTo>
                    <a:pt x="74644" y="0"/>
                  </a:moveTo>
                  <a:lnTo>
                    <a:pt x="70266" y="3010"/>
                  </a:lnTo>
                  <a:lnTo>
                    <a:pt x="65986" y="6159"/>
                  </a:lnTo>
                  <a:lnTo>
                    <a:pt x="61808" y="9442"/>
                  </a:lnTo>
                  <a:lnTo>
                    <a:pt x="57736" y="12856"/>
                  </a:lnTo>
                  <a:lnTo>
                    <a:pt x="53775" y="16397"/>
                  </a:lnTo>
                  <a:lnTo>
                    <a:pt x="49929" y="20063"/>
                  </a:lnTo>
                  <a:lnTo>
                    <a:pt x="46201" y="23849"/>
                  </a:lnTo>
                  <a:lnTo>
                    <a:pt x="42595" y="27752"/>
                  </a:lnTo>
                  <a:lnTo>
                    <a:pt x="39115" y="31767"/>
                  </a:lnTo>
                  <a:lnTo>
                    <a:pt x="35765" y="35891"/>
                  </a:lnTo>
                  <a:lnTo>
                    <a:pt x="32547" y="40120"/>
                  </a:lnTo>
                  <a:lnTo>
                    <a:pt x="29465" y="44448"/>
                  </a:lnTo>
                  <a:lnTo>
                    <a:pt x="26522" y="48872"/>
                  </a:lnTo>
                  <a:lnTo>
                    <a:pt x="23722" y="53388"/>
                  </a:lnTo>
                  <a:lnTo>
                    <a:pt x="21066" y="57990"/>
                  </a:lnTo>
                  <a:lnTo>
                    <a:pt x="18558" y="62674"/>
                  </a:lnTo>
                  <a:lnTo>
                    <a:pt x="16200" y="67436"/>
                  </a:lnTo>
                  <a:lnTo>
                    <a:pt x="13995" y="72270"/>
                  </a:lnTo>
                  <a:lnTo>
                    <a:pt x="11944" y="77172"/>
                  </a:lnTo>
                  <a:lnTo>
                    <a:pt x="10050" y="82137"/>
                  </a:lnTo>
                  <a:lnTo>
                    <a:pt x="8315" y="87159"/>
                  </a:lnTo>
                  <a:lnTo>
                    <a:pt x="6741" y="92234"/>
                  </a:lnTo>
                  <a:lnTo>
                    <a:pt x="5328" y="97356"/>
                  </a:lnTo>
                  <a:lnTo>
                    <a:pt x="4079" y="102521"/>
                  </a:lnTo>
                  <a:lnTo>
                    <a:pt x="2995" y="107722"/>
                  </a:lnTo>
                  <a:lnTo>
                    <a:pt x="2077" y="112956"/>
                  </a:lnTo>
                  <a:lnTo>
                    <a:pt x="1325" y="118216"/>
                  </a:lnTo>
                  <a:lnTo>
                    <a:pt x="741" y="123497"/>
                  </a:lnTo>
                  <a:lnTo>
                    <a:pt x="325" y="128794"/>
                  </a:lnTo>
                  <a:lnTo>
                    <a:pt x="78" y="134102"/>
                  </a:lnTo>
                  <a:lnTo>
                    <a:pt x="0" y="139415"/>
                  </a:lnTo>
                  <a:lnTo>
                    <a:pt x="90" y="144728"/>
                  </a:lnTo>
                  <a:lnTo>
                    <a:pt x="349" y="150035"/>
                  </a:lnTo>
                  <a:lnTo>
                    <a:pt x="777" y="155331"/>
                  </a:lnTo>
                  <a:lnTo>
                    <a:pt x="1373" y="160611"/>
                  </a:lnTo>
                  <a:lnTo>
                    <a:pt x="2136" y="165869"/>
                  </a:lnTo>
                  <a:lnTo>
                    <a:pt x="3066" y="171101"/>
                  </a:lnTo>
                  <a:lnTo>
                    <a:pt x="4162" y="176300"/>
                  </a:lnTo>
                  <a:lnTo>
                    <a:pt x="5422" y="181462"/>
                  </a:lnTo>
                  <a:lnTo>
                    <a:pt x="6846" y="186581"/>
                  </a:lnTo>
                  <a:lnTo>
                    <a:pt x="8432" y="191652"/>
                  </a:lnTo>
                  <a:lnTo>
                    <a:pt x="10179" y="196670"/>
                  </a:lnTo>
                  <a:lnTo>
                    <a:pt x="12084" y="201631"/>
                  </a:lnTo>
                  <a:lnTo>
                    <a:pt x="14145" y="206528"/>
                  </a:lnTo>
                  <a:lnTo>
                    <a:pt x="16361" y="211357"/>
                  </a:lnTo>
                  <a:lnTo>
                    <a:pt x="18730" y="216114"/>
                  </a:lnTo>
                  <a:lnTo>
                    <a:pt x="21248" y="220792"/>
                  </a:lnTo>
                  <a:lnTo>
                    <a:pt x="23914" y="225389"/>
                  </a:lnTo>
                  <a:lnTo>
                    <a:pt x="26725" y="229898"/>
                  </a:lnTo>
                  <a:lnTo>
                    <a:pt x="29678" y="234315"/>
                  </a:lnTo>
                  <a:lnTo>
                    <a:pt x="32769" y="238637"/>
                  </a:lnTo>
                  <a:lnTo>
                    <a:pt x="35996" y="242858"/>
                  </a:lnTo>
                  <a:lnTo>
                    <a:pt x="39356" y="246975"/>
                  </a:lnTo>
                  <a:lnTo>
                    <a:pt x="42845" y="250982"/>
                  </a:lnTo>
                  <a:lnTo>
                    <a:pt x="46459" y="254877"/>
                  </a:lnTo>
                  <a:lnTo>
                    <a:pt x="50196" y="258655"/>
                  </a:lnTo>
                  <a:lnTo>
                    <a:pt x="54051" y="262312"/>
                  </a:lnTo>
                  <a:lnTo>
                    <a:pt x="58019" y="265845"/>
                  </a:lnTo>
                  <a:lnTo>
                    <a:pt x="62099" y="269249"/>
                  </a:lnTo>
                  <a:lnTo>
                    <a:pt x="66284" y="272523"/>
                  </a:lnTo>
                  <a:lnTo>
                    <a:pt x="70571" y="275662"/>
                  </a:lnTo>
                  <a:lnTo>
                    <a:pt x="74956" y="278663"/>
                  </a:lnTo>
                  <a:lnTo>
                    <a:pt x="79434" y="281523"/>
                  </a:lnTo>
                  <a:lnTo>
                    <a:pt x="84001" y="284239"/>
                  </a:lnTo>
                  <a:lnTo>
                    <a:pt x="88651" y="286809"/>
                  </a:lnTo>
                  <a:lnTo>
                    <a:pt x="93381" y="289230"/>
                  </a:lnTo>
                  <a:lnTo>
                    <a:pt x="98186" y="291499"/>
                  </a:lnTo>
                  <a:lnTo>
                    <a:pt x="103060" y="293615"/>
                  </a:lnTo>
                  <a:lnTo>
                    <a:pt x="107999" y="295574"/>
                  </a:lnTo>
                  <a:lnTo>
                    <a:pt x="112998" y="297375"/>
                  </a:lnTo>
                  <a:lnTo>
                    <a:pt x="118052" y="299017"/>
                  </a:lnTo>
                  <a:lnTo>
                    <a:pt x="123155" y="300497"/>
                  </a:lnTo>
                  <a:lnTo>
                    <a:pt x="128302" y="301815"/>
                  </a:lnTo>
                  <a:lnTo>
                    <a:pt x="133489" y="302968"/>
                  </a:lnTo>
                  <a:lnTo>
                    <a:pt x="138710" y="303955"/>
                  </a:lnTo>
                  <a:lnTo>
                    <a:pt x="143960" y="304776"/>
                  </a:lnTo>
                  <a:lnTo>
                    <a:pt x="149233" y="305430"/>
                  </a:lnTo>
                  <a:lnTo>
                    <a:pt x="154524" y="305916"/>
                  </a:lnTo>
                  <a:lnTo>
                    <a:pt x="159828" y="306234"/>
                  </a:lnTo>
                  <a:lnTo>
                    <a:pt x="165139" y="306383"/>
                  </a:lnTo>
                  <a:lnTo>
                    <a:pt x="170453" y="306363"/>
                  </a:lnTo>
                  <a:lnTo>
                    <a:pt x="175763" y="306174"/>
                  </a:lnTo>
                  <a:lnTo>
                    <a:pt x="181064" y="305817"/>
                  </a:lnTo>
                  <a:lnTo>
                    <a:pt x="186352" y="305291"/>
                  </a:lnTo>
                  <a:lnTo>
                    <a:pt x="191620" y="304597"/>
                  </a:lnTo>
                  <a:lnTo>
                    <a:pt x="196863" y="303736"/>
                  </a:lnTo>
                  <a:lnTo>
                    <a:pt x="202076" y="302710"/>
                  </a:lnTo>
                  <a:lnTo>
                    <a:pt x="207254" y="301517"/>
                  </a:lnTo>
                  <a:lnTo>
                    <a:pt x="212392" y="300161"/>
                  </a:lnTo>
                  <a:lnTo>
                    <a:pt x="217484" y="298643"/>
                  </a:lnTo>
                  <a:lnTo>
                    <a:pt x="222525" y="296963"/>
                  </a:lnTo>
                  <a:lnTo>
                    <a:pt x="227510" y="295124"/>
                  </a:lnTo>
                  <a:lnTo>
                    <a:pt x="232434" y="293128"/>
                  </a:lnTo>
                  <a:lnTo>
                    <a:pt x="237292" y="290976"/>
                  </a:lnTo>
                  <a:lnTo>
                    <a:pt x="242079" y="288670"/>
                  </a:lnTo>
                  <a:lnTo>
                    <a:pt x="246791" y="286214"/>
                  </a:lnTo>
                  <a:lnTo>
                    <a:pt x="251422" y="283609"/>
                  </a:lnTo>
                  <a:lnTo>
                    <a:pt x="255968" y="280858"/>
                  </a:lnTo>
                  <a:lnTo>
                    <a:pt x="260425" y="277965"/>
                  </a:lnTo>
                  <a:lnTo>
                    <a:pt x="264787" y="274931"/>
                  </a:lnTo>
                  <a:lnTo>
                    <a:pt x="269050" y="271760"/>
                  </a:lnTo>
                  <a:lnTo>
                    <a:pt x="273211" y="268455"/>
                  </a:lnTo>
                  <a:lnTo>
                    <a:pt x="277264" y="265019"/>
                  </a:lnTo>
                  <a:lnTo>
                    <a:pt x="281207" y="261457"/>
                  </a:lnTo>
                  <a:lnTo>
                    <a:pt x="285034" y="257771"/>
                  </a:lnTo>
                  <a:lnTo>
                    <a:pt x="288741" y="253965"/>
                  </a:lnTo>
                  <a:lnTo>
                    <a:pt x="292327" y="250043"/>
                  </a:lnTo>
                  <a:lnTo>
                    <a:pt x="295785" y="246009"/>
                  </a:lnTo>
                  <a:lnTo>
                    <a:pt x="299114" y="241868"/>
                  </a:lnTo>
                  <a:lnTo>
                    <a:pt x="302309" y="237622"/>
                  </a:lnTo>
                  <a:lnTo>
                    <a:pt x="305368" y="233278"/>
                  </a:lnTo>
                  <a:lnTo>
                    <a:pt x="308287" y="228838"/>
                  </a:lnTo>
                  <a:lnTo>
                    <a:pt x="311064" y="224308"/>
                  </a:lnTo>
                  <a:lnTo>
                    <a:pt x="313695" y="219691"/>
                  </a:lnTo>
                  <a:lnTo>
                    <a:pt x="316178" y="214994"/>
                  </a:lnTo>
                  <a:lnTo>
                    <a:pt x="318511" y="210220"/>
                  </a:lnTo>
                  <a:lnTo>
                    <a:pt x="320691" y="205374"/>
                  </a:lnTo>
                  <a:lnTo>
                    <a:pt x="322716" y="200461"/>
                  </a:lnTo>
                  <a:lnTo>
                    <a:pt x="324583" y="195487"/>
                  </a:lnTo>
                  <a:lnTo>
                    <a:pt x="326291" y="190456"/>
                  </a:lnTo>
                  <a:lnTo>
                    <a:pt x="327839" y="185373"/>
                  </a:lnTo>
                  <a:lnTo>
                    <a:pt x="329225" y="180243"/>
                  </a:lnTo>
                  <a:lnTo>
                    <a:pt x="330446" y="175072"/>
                  </a:lnTo>
                  <a:lnTo>
                    <a:pt x="331503" y="169864"/>
                  </a:lnTo>
                  <a:lnTo>
                    <a:pt x="332394" y="164626"/>
                  </a:lnTo>
                  <a:lnTo>
                    <a:pt x="333117" y="159362"/>
                  </a:lnTo>
                  <a:lnTo>
                    <a:pt x="333673" y="154078"/>
                  </a:lnTo>
                  <a:lnTo>
                    <a:pt x="334061" y="148779"/>
                  </a:lnTo>
                  <a:lnTo>
                    <a:pt x="334280" y="143470"/>
                  </a:lnTo>
                  <a:lnTo>
                    <a:pt x="334331" y="138156"/>
                  </a:lnTo>
                  <a:lnTo>
                    <a:pt x="334212" y="132844"/>
                  </a:lnTo>
                  <a:lnTo>
                    <a:pt x="333925" y="127539"/>
                  </a:lnTo>
                  <a:lnTo>
                    <a:pt x="333469" y="122245"/>
                  </a:lnTo>
                  <a:lnTo>
                    <a:pt x="332846" y="116968"/>
                  </a:lnTo>
                  <a:lnTo>
                    <a:pt x="332054" y="111714"/>
                  </a:lnTo>
                  <a:lnTo>
                    <a:pt x="331097" y="106487"/>
                  </a:lnTo>
                  <a:lnTo>
                    <a:pt x="329973" y="101294"/>
                  </a:lnTo>
                  <a:lnTo>
                    <a:pt x="328686" y="96139"/>
                  </a:lnTo>
                  <a:lnTo>
                    <a:pt x="327235" y="91027"/>
                  </a:lnTo>
                  <a:lnTo>
                    <a:pt x="325622" y="85964"/>
                  </a:lnTo>
                  <a:lnTo>
                    <a:pt x="323849" y="80955"/>
                  </a:lnTo>
                  <a:lnTo>
                    <a:pt x="321918" y="76005"/>
                  </a:lnTo>
                  <a:lnTo>
                    <a:pt x="319830" y="71119"/>
                  </a:lnTo>
                  <a:lnTo>
                    <a:pt x="317589" y="66302"/>
                  </a:lnTo>
                  <a:lnTo>
                    <a:pt x="315195" y="61558"/>
                  </a:lnTo>
                  <a:lnTo>
                    <a:pt x="312652" y="56893"/>
                  </a:lnTo>
                  <a:lnTo>
                    <a:pt x="309962" y="52310"/>
                  </a:lnTo>
                  <a:lnTo>
                    <a:pt x="307127" y="47816"/>
                  </a:lnTo>
                  <a:lnTo>
                    <a:pt x="304151" y="43414"/>
                  </a:lnTo>
                  <a:lnTo>
                    <a:pt x="167167" y="1392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36984" cy="167167"/>
            </a:xfrm>
            <a:custGeom>
              <a:avLst/>
              <a:pathLst>
                <a:path w="136984" h="167167">
                  <a:moveTo>
                    <a:pt x="136984" y="71353"/>
                  </a:moveTo>
                  <a:lnTo>
                    <a:pt x="133736" y="66870"/>
                  </a:lnTo>
                  <a:lnTo>
                    <a:pt x="130342" y="62497"/>
                  </a:lnTo>
                  <a:lnTo>
                    <a:pt x="126804" y="58238"/>
                  </a:lnTo>
                  <a:lnTo>
                    <a:pt x="123128" y="54099"/>
                  </a:lnTo>
                  <a:lnTo>
                    <a:pt x="119316" y="50084"/>
                  </a:lnTo>
                  <a:lnTo>
                    <a:pt x="115374" y="46197"/>
                  </a:lnTo>
                  <a:lnTo>
                    <a:pt x="111305" y="42443"/>
                  </a:lnTo>
                  <a:lnTo>
                    <a:pt x="107114" y="38826"/>
                  </a:lnTo>
                  <a:lnTo>
                    <a:pt x="102806" y="35350"/>
                  </a:lnTo>
                  <a:lnTo>
                    <a:pt x="98385" y="32018"/>
                  </a:lnTo>
                  <a:lnTo>
                    <a:pt x="93855" y="28834"/>
                  </a:lnTo>
                  <a:lnTo>
                    <a:pt x="89223" y="25802"/>
                  </a:lnTo>
                  <a:lnTo>
                    <a:pt x="84494" y="22925"/>
                  </a:lnTo>
                  <a:lnTo>
                    <a:pt x="79671" y="20206"/>
                  </a:lnTo>
                  <a:lnTo>
                    <a:pt x="74761" y="17649"/>
                  </a:lnTo>
                  <a:lnTo>
                    <a:pt x="69769" y="15255"/>
                  </a:lnTo>
                  <a:lnTo>
                    <a:pt x="64701" y="13028"/>
                  </a:lnTo>
                  <a:lnTo>
                    <a:pt x="59561" y="10970"/>
                  </a:lnTo>
                  <a:lnTo>
                    <a:pt x="54357" y="9084"/>
                  </a:lnTo>
                  <a:lnTo>
                    <a:pt x="49092" y="7371"/>
                  </a:lnTo>
                  <a:lnTo>
                    <a:pt x="43774" y="5833"/>
                  </a:lnTo>
                  <a:lnTo>
                    <a:pt x="38408" y="4472"/>
                  </a:lnTo>
                  <a:lnTo>
                    <a:pt x="32999" y="3289"/>
                  </a:lnTo>
                  <a:lnTo>
                    <a:pt x="27555" y="2286"/>
                  </a:lnTo>
                  <a:lnTo>
                    <a:pt x="22080" y="1464"/>
                  </a:lnTo>
                  <a:lnTo>
                    <a:pt x="16581" y="824"/>
                  </a:lnTo>
                  <a:lnTo>
                    <a:pt x="11064" y="366"/>
                  </a:lnTo>
                  <a:lnTo>
                    <a:pt x="553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79280" y="1681503"/>
              <a:ext cx="107244" cy="167167"/>
            </a:xfrm>
            <a:custGeom>
              <a:avLst/>
              <a:pathLst>
                <a:path w="107244" h="167167">
                  <a:moveTo>
                    <a:pt x="107244" y="0"/>
                  </a:moveTo>
                  <a:lnTo>
                    <a:pt x="101700" y="91"/>
                  </a:lnTo>
                  <a:lnTo>
                    <a:pt x="96163" y="367"/>
                  </a:lnTo>
                  <a:lnTo>
                    <a:pt x="90638" y="826"/>
                  </a:lnTo>
                  <a:lnTo>
                    <a:pt x="85131" y="1468"/>
                  </a:lnTo>
                  <a:lnTo>
                    <a:pt x="79649" y="2293"/>
                  </a:lnTo>
                  <a:lnTo>
                    <a:pt x="74197" y="3299"/>
                  </a:lnTo>
                  <a:lnTo>
                    <a:pt x="68781" y="4485"/>
                  </a:lnTo>
                  <a:lnTo>
                    <a:pt x="63407" y="5850"/>
                  </a:lnTo>
                  <a:lnTo>
                    <a:pt x="58082" y="7392"/>
                  </a:lnTo>
                  <a:lnTo>
                    <a:pt x="52811" y="9110"/>
                  </a:lnTo>
                  <a:lnTo>
                    <a:pt x="47599" y="11002"/>
                  </a:lnTo>
                  <a:lnTo>
                    <a:pt x="42454" y="13066"/>
                  </a:lnTo>
                  <a:lnTo>
                    <a:pt x="37379" y="15299"/>
                  </a:lnTo>
                  <a:lnTo>
                    <a:pt x="32382" y="17699"/>
                  </a:lnTo>
                  <a:lnTo>
                    <a:pt x="27466" y="20264"/>
                  </a:lnTo>
                  <a:lnTo>
                    <a:pt x="22639" y="22990"/>
                  </a:lnTo>
                  <a:lnTo>
                    <a:pt x="17904" y="25875"/>
                  </a:lnTo>
                  <a:lnTo>
                    <a:pt x="13268" y="28915"/>
                  </a:lnTo>
                  <a:lnTo>
                    <a:pt x="8735" y="32108"/>
                  </a:lnTo>
                  <a:lnTo>
                    <a:pt x="4311" y="35449"/>
                  </a:lnTo>
                  <a:lnTo>
                    <a:pt x="0" y="38934"/>
                  </a:lnTo>
                  <a:lnTo>
                    <a:pt x="10724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79280" y="172043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75" y="1681503"/>
              <a:ext cx="334297" cy="334334"/>
            </a:xfrm>
            <a:custGeom>
              <a:avLst/>
              <a:pathLst>
                <a:path w="334297" h="334334">
                  <a:moveTo>
                    <a:pt x="59905" y="38934"/>
                  </a:moveTo>
                  <a:lnTo>
                    <a:pt x="55889" y="42403"/>
                  </a:lnTo>
                  <a:lnTo>
                    <a:pt x="51986" y="45997"/>
                  </a:lnTo>
                  <a:lnTo>
                    <a:pt x="48198" y="49713"/>
                  </a:lnTo>
                  <a:lnTo>
                    <a:pt x="44530" y="53547"/>
                  </a:lnTo>
                  <a:lnTo>
                    <a:pt x="40986" y="57496"/>
                  </a:lnTo>
                  <a:lnTo>
                    <a:pt x="37569" y="61555"/>
                  </a:lnTo>
                  <a:lnTo>
                    <a:pt x="34282" y="65721"/>
                  </a:lnTo>
                  <a:lnTo>
                    <a:pt x="31130" y="69989"/>
                  </a:lnTo>
                  <a:lnTo>
                    <a:pt x="28114" y="74354"/>
                  </a:lnTo>
                  <a:lnTo>
                    <a:pt x="25239" y="78814"/>
                  </a:lnTo>
                  <a:lnTo>
                    <a:pt x="22506" y="83362"/>
                  </a:lnTo>
                  <a:lnTo>
                    <a:pt x="19919" y="87995"/>
                  </a:lnTo>
                  <a:lnTo>
                    <a:pt x="17481" y="92708"/>
                  </a:lnTo>
                  <a:lnTo>
                    <a:pt x="15193" y="97495"/>
                  </a:lnTo>
                  <a:lnTo>
                    <a:pt x="13058" y="102353"/>
                  </a:lnTo>
                  <a:lnTo>
                    <a:pt x="11079" y="107276"/>
                  </a:lnTo>
                  <a:lnTo>
                    <a:pt x="9257" y="112259"/>
                  </a:lnTo>
                  <a:lnTo>
                    <a:pt x="7594" y="117298"/>
                  </a:lnTo>
                  <a:lnTo>
                    <a:pt x="6091" y="122387"/>
                  </a:lnTo>
                  <a:lnTo>
                    <a:pt x="4751" y="127521"/>
                  </a:lnTo>
                  <a:lnTo>
                    <a:pt x="3575" y="132695"/>
                  </a:lnTo>
                  <a:lnTo>
                    <a:pt x="2563" y="137904"/>
                  </a:lnTo>
                  <a:lnTo>
                    <a:pt x="1717" y="143142"/>
                  </a:lnTo>
                  <a:lnTo>
                    <a:pt x="1038" y="148405"/>
                  </a:lnTo>
                  <a:lnTo>
                    <a:pt x="526" y="153686"/>
                  </a:lnTo>
                  <a:lnTo>
                    <a:pt x="182" y="158981"/>
                  </a:lnTo>
                  <a:lnTo>
                    <a:pt x="7" y="164284"/>
                  </a:lnTo>
                  <a:lnTo>
                    <a:pt x="0" y="169590"/>
                  </a:lnTo>
                  <a:lnTo>
                    <a:pt x="161" y="174894"/>
                  </a:lnTo>
                  <a:lnTo>
                    <a:pt x="490" y="180190"/>
                  </a:lnTo>
                  <a:lnTo>
                    <a:pt x="987" y="185472"/>
                  </a:lnTo>
                  <a:lnTo>
                    <a:pt x="1652" y="190737"/>
                  </a:lnTo>
                  <a:lnTo>
                    <a:pt x="2483" y="195977"/>
                  </a:lnTo>
                  <a:lnTo>
                    <a:pt x="3481" y="201189"/>
                  </a:lnTo>
                  <a:lnTo>
                    <a:pt x="4643" y="206366"/>
                  </a:lnTo>
                  <a:lnTo>
                    <a:pt x="5969" y="211504"/>
                  </a:lnTo>
                  <a:lnTo>
                    <a:pt x="7457" y="216597"/>
                  </a:lnTo>
                  <a:lnTo>
                    <a:pt x="9106" y="221640"/>
                  </a:lnTo>
                  <a:lnTo>
                    <a:pt x="10915" y="226629"/>
                  </a:lnTo>
                  <a:lnTo>
                    <a:pt x="12881" y="231557"/>
                  </a:lnTo>
                  <a:lnTo>
                    <a:pt x="15002" y="236421"/>
                  </a:lnTo>
                  <a:lnTo>
                    <a:pt x="17276" y="241215"/>
                  </a:lnTo>
                  <a:lnTo>
                    <a:pt x="19702" y="245934"/>
                  </a:lnTo>
                  <a:lnTo>
                    <a:pt x="22276" y="250574"/>
                  </a:lnTo>
                  <a:lnTo>
                    <a:pt x="24996" y="255130"/>
                  </a:lnTo>
                  <a:lnTo>
                    <a:pt x="27859" y="259597"/>
                  </a:lnTo>
                  <a:lnTo>
                    <a:pt x="30863" y="263971"/>
                  </a:lnTo>
                  <a:lnTo>
                    <a:pt x="34004" y="268247"/>
                  </a:lnTo>
                  <a:lnTo>
                    <a:pt x="37279" y="272422"/>
                  </a:lnTo>
                  <a:lnTo>
                    <a:pt x="40685" y="276491"/>
                  </a:lnTo>
                  <a:lnTo>
                    <a:pt x="44218" y="280449"/>
                  </a:lnTo>
                  <a:lnTo>
                    <a:pt x="47876" y="284294"/>
                  </a:lnTo>
                  <a:lnTo>
                    <a:pt x="51653" y="288020"/>
                  </a:lnTo>
                  <a:lnTo>
                    <a:pt x="55547" y="291625"/>
                  </a:lnTo>
                  <a:lnTo>
                    <a:pt x="59553" y="295104"/>
                  </a:lnTo>
                  <a:lnTo>
                    <a:pt x="63667" y="298455"/>
                  </a:lnTo>
                  <a:lnTo>
                    <a:pt x="67886" y="301673"/>
                  </a:lnTo>
                  <a:lnTo>
                    <a:pt x="72205" y="304755"/>
                  </a:lnTo>
                  <a:lnTo>
                    <a:pt x="76620" y="307699"/>
                  </a:lnTo>
                  <a:lnTo>
                    <a:pt x="81125" y="310502"/>
                  </a:lnTo>
                  <a:lnTo>
                    <a:pt x="85718" y="313160"/>
                  </a:lnTo>
                  <a:lnTo>
                    <a:pt x="90392" y="315670"/>
                  </a:lnTo>
                  <a:lnTo>
                    <a:pt x="95144" y="318032"/>
                  </a:lnTo>
                  <a:lnTo>
                    <a:pt x="99968" y="320241"/>
                  </a:lnTo>
                  <a:lnTo>
                    <a:pt x="104860" y="322296"/>
                  </a:lnTo>
                  <a:lnTo>
                    <a:pt x="109815" y="324195"/>
                  </a:lnTo>
                  <a:lnTo>
                    <a:pt x="114827" y="325935"/>
                  </a:lnTo>
                  <a:lnTo>
                    <a:pt x="119893" y="327516"/>
                  </a:lnTo>
                  <a:lnTo>
                    <a:pt x="125005" y="328935"/>
                  </a:lnTo>
                  <a:lnTo>
                    <a:pt x="130161" y="330191"/>
                  </a:lnTo>
                  <a:lnTo>
                    <a:pt x="135353" y="331283"/>
                  </a:lnTo>
                  <a:lnTo>
                    <a:pt x="140578" y="332209"/>
                  </a:lnTo>
                  <a:lnTo>
                    <a:pt x="145829" y="332969"/>
                  </a:lnTo>
                  <a:lnTo>
                    <a:pt x="151102" y="333562"/>
                  </a:lnTo>
                  <a:lnTo>
                    <a:pt x="156391" y="333988"/>
                  </a:lnTo>
                  <a:lnTo>
                    <a:pt x="161691" y="334245"/>
                  </a:lnTo>
                  <a:lnTo>
                    <a:pt x="166996" y="334334"/>
                  </a:lnTo>
                  <a:lnTo>
                    <a:pt x="172302" y="334255"/>
                  </a:lnTo>
                  <a:lnTo>
                    <a:pt x="177602" y="334007"/>
                  </a:lnTo>
                  <a:lnTo>
                    <a:pt x="182892" y="333591"/>
                  </a:lnTo>
                  <a:lnTo>
                    <a:pt x="188166" y="333008"/>
                  </a:lnTo>
                  <a:lnTo>
                    <a:pt x="193418" y="332257"/>
                  </a:lnTo>
                  <a:lnTo>
                    <a:pt x="198645" y="331341"/>
                  </a:lnTo>
                  <a:lnTo>
                    <a:pt x="203839" y="330258"/>
                  </a:lnTo>
                  <a:lnTo>
                    <a:pt x="208997" y="329012"/>
                  </a:lnTo>
                  <a:lnTo>
                    <a:pt x="214112" y="327602"/>
                  </a:lnTo>
                  <a:lnTo>
                    <a:pt x="219180" y="326031"/>
                  </a:lnTo>
                  <a:lnTo>
                    <a:pt x="224196" y="324299"/>
                  </a:lnTo>
                  <a:lnTo>
                    <a:pt x="229154" y="322410"/>
                  </a:lnTo>
                  <a:lnTo>
                    <a:pt x="234050" y="320364"/>
                  </a:lnTo>
                  <a:lnTo>
                    <a:pt x="238878" y="318163"/>
                  </a:lnTo>
                  <a:lnTo>
                    <a:pt x="243634" y="315811"/>
                  </a:lnTo>
                  <a:lnTo>
                    <a:pt x="248313" y="313309"/>
                  </a:lnTo>
                  <a:lnTo>
                    <a:pt x="252911" y="310659"/>
                  </a:lnTo>
                  <a:lnTo>
                    <a:pt x="257421" y="307865"/>
                  </a:lnTo>
                  <a:lnTo>
                    <a:pt x="261841" y="304929"/>
                  </a:lnTo>
                  <a:lnTo>
                    <a:pt x="266166" y="301854"/>
                  </a:lnTo>
                  <a:lnTo>
                    <a:pt x="270391" y="298644"/>
                  </a:lnTo>
                  <a:lnTo>
                    <a:pt x="274511" y="295301"/>
                  </a:lnTo>
                  <a:lnTo>
                    <a:pt x="278524" y="291829"/>
                  </a:lnTo>
                  <a:lnTo>
                    <a:pt x="282424" y="288232"/>
                  </a:lnTo>
                  <a:lnTo>
                    <a:pt x="286208" y="284512"/>
                  </a:lnTo>
                  <a:lnTo>
                    <a:pt x="289873" y="280675"/>
                  </a:lnTo>
                  <a:lnTo>
                    <a:pt x="293413" y="276723"/>
                  </a:lnTo>
                  <a:lnTo>
                    <a:pt x="296826" y="272660"/>
                  </a:lnTo>
                  <a:lnTo>
                    <a:pt x="300109" y="268491"/>
                  </a:lnTo>
                  <a:lnTo>
                    <a:pt x="303258" y="264221"/>
                  </a:lnTo>
                  <a:lnTo>
                    <a:pt x="306270" y="259852"/>
                  </a:lnTo>
                  <a:lnTo>
                    <a:pt x="309141" y="255390"/>
                  </a:lnTo>
                  <a:lnTo>
                    <a:pt x="311870" y="250839"/>
                  </a:lnTo>
                  <a:lnTo>
                    <a:pt x="314452" y="246204"/>
                  </a:lnTo>
                  <a:lnTo>
                    <a:pt x="316886" y="241489"/>
                  </a:lnTo>
                  <a:lnTo>
                    <a:pt x="319170" y="236699"/>
                  </a:lnTo>
                  <a:lnTo>
                    <a:pt x="321300" y="231840"/>
                  </a:lnTo>
                  <a:lnTo>
                    <a:pt x="323275" y="226915"/>
                  </a:lnTo>
                  <a:lnTo>
                    <a:pt x="325092" y="221930"/>
                  </a:lnTo>
                  <a:lnTo>
                    <a:pt x="326751" y="216890"/>
                  </a:lnTo>
                  <a:lnTo>
                    <a:pt x="328248" y="211799"/>
                  </a:lnTo>
                  <a:lnTo>
                    <a:pt x="329584" y="206664"/>
                  </a:lnTo>
                  <a:lnTo>
                    <a:pt x="330756" y="201489"/>
                  </a:lnTo>
                  <a:lnTo>
                    <a:pt x="331762" y="196279"/>
                  </a:lnTo>
                  <a:lnTo>
                    <a:pt x="332603" y="191040"/>
                  </a:lnTo>
                  <a:lnTo>
                    <a:pt x="333278" y="185777"/>
                  </a:lnTo>
                  <a:lnTo>
                    <a:pt x="333785" y="180495"/>
                  </a:lnTo>
                  <a:lnTo>
                    <a:pt x="334124" y="175200"/>
                  </a:lnTo>
                  <a:lnTo>
                    <a:pt x="334295" y="169897"/>
                  </a:lnTo>
                  <a:lnTo>
                    <a:pt x="334297" y="164590"/>
                  </a:lnTo>
                  <a:lnTo>
                    <a:pt x="334131" y="159287"/>
                  </a:lnTo>
                  <a:lnTo>
                    <a:pt x="333797" y="153991"/>
                  </a:lnTo>
                  <a:lnTo>
                    <a:pt x="333295" y="148709"/>
                  </a:lnTo>
                  <a:lnTo>
                    <a:pt x="332625" y="143445"/>
                  </a:lnTo>
                  <a:lnTo>
                    <a:pt x="331789" y="138206"/>
                  </a:lnTo>
                  <a:lnTo>
                    <a:pt x="330787" y="132995"/>
                  </a:lnTo>
                  <a:lnTo>
                    <a:pt x="329620" y="127819"/>
                  </a:lnTo>
                  <a:lnTo>
                    <a:pt x="328289" y="122682"/>
                  </a:lnTo>
                  <a:lnTo>
                    <a:pt x="326796" y="117591"/>
                  </a:lnTo>
                  <a:lnTo>
                    <a:pt x="325142" y="112549"/>
                  </a:lnTo>
                  <a:lnTo>
                    <a:pt x="323329" y="107562"/>
                  </a:lnTo>
                  <a:lnTo>
                    <a:pt x="321359" y="102635"/>
                  </a:lnTo>
                  <a:lnTo>
                    <a:pt x="319233" y="97774"/>
                  </a:lnTo>
                  <a:lnTo>
                    <a:pt x="316954" y="92982"/>
                  </a:lnTo>
                  <a:lnTo>
                    <a:pt x="314525" y="88265"/>
                  </a:lnTo>
                  <a:lnTo>
                    <a:pt x="311946" y="83627"/>
                  </a:lnTo>
                  <a:lnTo>
                    <a:pt x="309222" y="79074"/>
                  </a:lnTo>
                  <a:lnTo>
                    <a:pt x="306355" y="74609"/>
                  </a:lnTo>
                  <a:lnTo>
                    <a:pt x="303347" y="70238"/>
                  </a:lnTo>
                  <a:lnTo>
                    <a:pt x="300202" y="65964"/>
                  </a:lnTo>
                  <a:lnTo>
                    <a:pt x="296923" y="61793"/>
                  </a:lnTo>
                  <a:lnTo>
                    <a:pt x="293513" y="57727"/>
                  </a:lnTo>
                  <a:lnTo>
                    <a:pt x="289976" y="53772"/>
                  </a:lnTo>
                  <a:lnTo>
                    <a:pt x="286316" y="49931"/>
                  </a:lnTo>
                  <a:lnTo>
                    <a:pt x="282535" y="46208"/>
                  </a:lnTo>
                  <a:lnTo>
                    <a:pt x="278638" y="42607"/>
                  </a:lnTo>
                  <a:lnTo>
                    <a:pt x="274629" y="39131"/>
                  </a:lnTo>
                  <a:lnTo>
                    <a:pt x="270511" y="35785"/>
                  </a:lnTo>
                  <a:lnTo>
                    <a:pt x="266289" y="32570"/>
                  </a:lnTo>
                  <a:lnTo>
                    <a:pt x="261968" y="29492"/>
                  </a:lnTo>
                  <a:lnTo>
                    <a:pt x="257550" y="26552"/>
                  </a:lnTo>
                  <a:lnTo>
                    <a:pt x="253042" y="23754"/>
                  </a:lnTo>
                  <a:lnTo>
                    <a:pt x="248447" y="21100"/>
                  </a:lnTo>
                  <a:lnTo>
                    <a:pt x="243771" y="18593"/>
                  </a:lnTo>
                  <a:lnTo>
                    <a:pt x="239017" y="16236"/>
                  </a:lnTo>
                  <a:lnTo>
                    <a:pt x="234190" y="14032"/>
                  </a:lnTo>
                  <a:lnTo>
                    <a:pt x="229296" y="11981"/>
                  </a:lnTo>
                  <a:lnTo>
                    <a:pt x="224340" y="10087"/>
                  </a:lnTo>
                  <a:lnTo>
                    <a:pt x="219326" y="8351"/>
                  </a:lnTo>
                  <a:lnTo>
                    <a:pt x="214259" y="6775"/>
                  </a:lnTo>
                  <a:lnTo>
                    <a:pt x="209145" y="5361"/>
                  </a:lnTo>
                  <a:lnTo>
                    <a:pt x="203989" y="4109"/>
                  </a:lnTo>
                  <a:lnTo>
                    <a:pt x="198795" y="3022"/>
                  </a:lnTo>
                  <a:lnTo>
                    <a:pt x="193570" y="2101"/>
                  </a:lnTo>
                  <a:lnTo>
                    <a:pt x="188318" y="1345"/>
                  </a:lnTo>
                  <a:lnTo>
                    <a:pt x="183044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9614" y="2126963"/>
              <a:ext cx="31673" cy="167167"/>
            </a:xfrm>
            <a:custGeom>
              <a:avLst/>
              <a:pathLst>
                <a:path w="31673" h="167167">
                  <a:moveTo>
                    <a:pt x="31673" y="0"/>
                  </a:moveTo>
                  <a:lnTo>
                    <a:pt x="25301" y="121"/>
                  </a:lnTo>
                  <a:lnTo>
                    <a:pt x="18939" y="485"/>
                  </a:lnTo>
                  <a:lnTo>
                    <a:pt x="12595" y="1092"/>
                  </a:lnTo>
                  <a:lnTo>
                    <a:pt x="6279" y="1940"/>
                  </a:lnTo>
                  <a:lnTo>
                    <a:pt x="0" y="3027"/>
                  </a:lnTo>
                  <a:lnTo>
                    <a:pt x="3167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49614" y="2129991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31" y="2127183"/>
              <a:ext cx="334323" cy="334107"/>
            </a:xfrm>
            <a:custGeom>
              <a:avLst/>
              <a:pathLst>
                <a:path w="334323" h="334107">
                  <a:moveTo>
                    <a:pt x="135483" y="2807"/>
                  </a:moveTo>
                  <a:lnTo>
                    <a:pt x="130308" y="3891"/>
                  </a:lnTo>
                  <a:lnTo>
                    <a:pt x="125170" y="5138"/>
                  </a:lnTo>
                  <a:lnTo>
                    <a:pt x="120074" y="6547"/>
                  </a:lnTo>
                  <a:lnTo>
                    <a:pt x="115025" y="8116"/>
                  </a:lnTo>
                  <a:lnTo>
                    <a:pt x="110028" y="9844"/>
                  </a:lnTo>
                  <a:lnTo>
                    <a:pt x="105088" y="11729"/>
                  </a:lnTo>
                  <a:lnTo>
                    <a:pt x="100210" y="13770"/>
                  </a:lnTo>
                  <a:lnTo>
                    <a:pt x="95400" y="15963"/>
                  </a:lnTo>
                  <a:lnTo>
                    <a:pt x="90661" y="18308"/>
                  </a:lnTo>
                  <a:lnTo>
                    <a:pt x="85999" y="20801"/>
                  </a:lnTo>
                  <a:lnTo>
                    <a:pt x="81418" y="23441"/>
                  </a:lnTo>
                  <a:lnTo>
                    <a:pt x="76922" y="26224"/>
                  </a:lnTo>
                  <a:lnTo>
                    <a:pt x="72517" y="29148"/>
                  </a:lnTo>
                  <a:lnTo>
                    <a:pt x="68207" y="32210"/>
                  </a:lnTo>
                  <a:lnTo>
                    <a:pt x="63995" y="35407"/>
                  </a:lnTo>
                  <a:lnTo>
                    <a:pt x="59887" y="38735"/>
                  </a:lnTo>
                  <a:lnTo>
                    <a:pt x="55886" y="42191"/>
                  </a:lnTo>
                  <a:lnTo>
                    <a:pt x="51996" y="45773"/>
                  </a:lnTo>
                  <a:lnTo>
                    <a:pt x="48222" y="49475"/>
                  </a:lnTo>
                  <a:lnTo>
                    <a:pt x="44566" y="53295"/>
                  </a:lnTo>
                  <a:lnTo>
                    <a:pt x="41033" y="57229"/>
                  </a:lnTo>
                  <a:lnTo>
                    <a:pt x="37627" y="61272"/>
                  </a:lnTo>
                  <a:lnTo>
                    <a:pt x="34350" y="65421"/>
                  </a:lnTo>
                  <a:lnTo>
                    <a:pt x="31205" y="69672"/>
                  </a:lnTo>
                  <a:lnTo>
                    <a:pt x="28197" y="74020"/>
                  </a:lnTo>
                  <a:lnTo>
                    <a:pt x="25328" y="78461"/>
                  </a:lnTo>
                  <a:lnTo>
                    <a:pt x="22601" y="82990"/>
                  </a:lnTo>
                  <a:lnTo>
                    <a:pt x="20018" y="87604"/>
                  </a:lnTo>
                  <a:lnTo>
                    <a:pt x="17582" y="92296"/>
                  </a:lnTo>
                  <a:lnTo>
                    <a:pt x="15296" y="97064"/>
                  </a:lnTo>
                  <a:lnTo>
                    <a:pt x="13162" y="101901"/>
                  </a:lnTo>
                  <a:lnTo>
                    <a:pt x="11182" y="106804"/>
                  </a:lnTo>
                  <a:lnTo>
                    <a:pt x="9358" y="111766"/>
                  </a:lnTo>
                  <a:lnTo>
                    <a:pt x="7692" y="116784"/>
                  </a:lnTo>
                  <a:lnTo>
                    <a:pt x="6186" y="121852"/>
                  </a:lnTo>
                  <a:lnTo>
                    <a:pt x="4840" y="126965"/>
                  </a:lnTo>
                  <a:lnTo>
                    <a:pt x="3657" y="132118"/>
                  </a:lnTo>
                  <a:lnTo>
                    <a:pt x="2637" y="137306"/>
                  </a:lnTo>
                  <a:lnTo>
                    <a:pt x="1782" y="142524"/>
                  </a:lnTo>
                  <a:lnTo>
                    <a:pt x="1092" y="147766"/>
                  </a:lnTo>
                  <a:lnTo>
                    <a:pt x="569" y="153027"/>
                  </a:lnTo>
                  <a:lnTo>
                    <a:pt x="212" y="158302"/>
                  </a:lnTo>
                  <a:lnTo>
                    <a:pt x="22" y="163586"/>
                  </a:lnTo>
                  <a:lnTo>
                    <a:pt x="0" y="168873"/>
                  </a:lnTo>
                  <a:lnTo>
                    <a:pt x="144" y="174159"/>
                  </a:lnTo>
                  <a:lnTo>
                    <a:pt x="456" y="179437"/>
                  </a:lnTo>
                  <a:lnTo>
                    <a:pt x="934" y="184702"/>
                  </a:lnTo>
                  <a:lnTo>
                    <a:pt x="1579" y="189950"/>
                  </a:lnTo>
                  <a:lnTo>
                    <a:pt x="2389" y="195175"/>
                  </a:lnTo>
                  <a:lnTo>
                    <a:pt x="3364" y="200371"/>
                  </a:lnTo>
                  <a:lnTo>
                    <a:pt x="4503" y="205534"/>
                  </a:lnTo>
                  <a:lnTo>
                    <a:pt x="5805" y="210659"/>
                  </a:lnTo>
                  <a:lnTo>
                    <a:pt x="7268" y="215740"/>
                  </a:lnTo>
                  <a:lnTo>
                    <a:pt x="8891" y="220771"/>
                  </a:lnTo>
                  <a:lnTo>
                    <a:pt x="10672" y="225750"/>
                  </a:lnTo>
                  <a:lnTo>
                    <a:pt x="12610" y="230669"/>
                  </a:lnTo>
                  <a:lnTo>
                    <a:pt x="14702" y="235524"/>
                  </a:lnTo>
                  <a:lnTo>
                    <a:pt x="16947" y="240311"/>
                  </a:lnTo>
                  <a:lnTo>
                    <a:pt x="19343" y="245025"/>
                  </a:lnTo>
                  <a:lnTo>
                    <a:pt x="21886" y="249660"/>
                  </a:lnTo>
                  <a:lnTo>
                    <a:pt x="24574" y="254213"/>
                  </a:lnTo>
                  <a:lnTo>
                    <a:pt x="27405" y="258678"/>
                  </a:lnTo>
                  <a:lnTo>
                    <a:pt x="30376" y="263052"/>
                  </a:lnTo>
                  <a:lnTo>
                    <a:pt x="33484" y="267330"/>
                  </a:lnTo>
                  <a:lnTo>
                    <a:pt x="36725" y="271507"/>
                  </a:lnTo>
                  <a:lnTo>
                    <a:pt x="40097" y="275579"/>
                  </a:lnTo>
                  <a:lnTo>
                    <a:pt x="43596" y="279543"/>
                  </a:lnTo>
                  <a:lnTo>
                    <a:pt x="47218" y="283394"/>
                  </a:lnTo>
                  <a:lnTo>
                    <a:pt x="50961" y="287129"/>
                  </a:lnTo>
                  <a:lnTo>
                    <a:pt x="54820" y="290743"/>
                  </a:lnTo>
                  <a:lnTo>
                    <a:pt x="58791" y="294234"/>
                  </a:lnTo>
                  <a:lnTo>
                    <a:pt x="62870" y="297597"/>
                  </a:lnTo>
                  <a:lnTo>
                    <a:pt x="67054" y="300830"/>
                  </a:lnTo>
                  <a:lnTo>
                    <a:pt x="71338" y="303928"/>
                  </a:lnTo>
                  <a:lnTo>
                    <a:pt x="75718" y="306890"/>
                  </a:lnTo>
                  <a:lnTo>
                    <a:pt x="80190" y="309712"/>
                  </a:lnTo>
                  <a:lnTo>
                    <a:pt x="84748" y="312391"/>
                  </a:lnTo>
                  <a:lnTo>
                    <a:pt x="89389" y="314924"/>
                  </a:lnTo>
                  <a:lnTo>
                    <a:pt x="94107" y="317309"/>
                  </a:lnTo>
                  <a:lnTo>
                    <a:pt x="98899" y="319544"/>
                  </a:lnTo>
                  <a:lnTo>
                    <a:pt x="103759" y="321626"/>
                  </a:lnTo>
                  <a:lnTo>
                    <a:pt x="108682" y="323554"/>
                  </a:lnTo>
                  <a:lnTo>
                    <a:pt x="113664" y="325325"/>
                  </a:lnTo>
                  <a:lnTo>
                    <a:pt x="118699" y="326937"/>
                  </a:lnTo>
                  <a:lnTo>
                    <a:pt x="123783" y="328390"/>
                  </a:lnTo>
                  <a:lnTo>
                    <a:pt x="128910" y="329680"/>
                  </a:lnTo>
                  <a:lnTo>
                    <a:pt x="134076" y="330809"/>
                  </a:lnTo>
                  <a:lnTo>
                    <a:pt x="139274" y="331773"/>
                  </a:lnTo>
                  <a:lnTo>
                    <a:pt x="144501" y="332572"/>
                  </a:lnTo>
                  <a:lnTo>
                    <a:pt x="149750" y="333206"/>
                  </a:lnTo>
                  <a:lnTo>
                    <a:pt x="155016" y="333673"/>
                  </a:lnTo>
                  <a:lnTo>
                    <a:pt x="160295" y="333973"/>
                  </a:lnTo>
                  <a:lnTo>
                    <a:pt x="165581" y="334107"/>
                  </a:lnTo>
                  <a:lnTo>
                    <a:pt x="170868" y="334073"/>
                  </a:lnTo>
                  <a:lnTo>
                    <a:pt x="176151" y="333872"/>
                  </a:lnTo>
                  <a:lnTo>
                    <a:pt x="181425" y="333504"/>
                  </a:lnTo>
                  <a:lnTo>
                    <a:pt x="186686" y="332970"/>
                  </a:lnTo>
                  <a:lnTo>
                    <a:pt x="191926" y="332269"/>
                  </a:lnTo>
                  <a:lnTo>
                    <a:pt x="197142" y="331403"/>
                  </a:lnTo>
                  <a:lnTo>
                    <a:pt x="202328" y="330372"/>
                  </a:lnTo>
                  <a:lnTo>
                    <a:pt x="207478" y="329178"/>
                  </a:lnTo>
                  <a:lnTo>
                    <a:pt x="212589" y="327822"/>
                  </a:lnTo>
                  <a:lnTo>
                    <a:pt x="217653" y="326305"/>
                  </a:lnTo>
                  <a:lnTo>
                    <a:pt x="222668" y="324628"/>
                  </a:lnTo>
                  <a:lnTo>
                    <a:pt x="227627" y="322794"/>
                  </a:lnTo>
                  <a:lnTo>
                    <a:pt x="232525" y="320803"/>
                  </a:lnTo>
                  <a:lnTo>
                    <a:pt x="237358" y="318659"/>
                  </a:lnTo>
                  <a:lnTo>
                    <a:pt x="242120" y="316363"/>
                  </a:lnTo>
                  <a:lnTo>
                    <a:pt x="246808" y="313918"/>
                  </a:lnTo>
                  <a:lnTo>
                    <a:pt x="251416" y="311325"/>
                  </a:lnTo>
                  <a:lnTo>
                    <a:pt x="255940" y="308588"/>
                  </a:lnTo>
                  <a:lnTo>
                    <a:pt x="260375" y="305710"/>
                  </a:lnTo>
                  <a:lnTo>
                    <a:pt x="264716" y="302693"/>
                  </a:lnTo>
                  <a:lnTo>
                    <a:pt x="268960" y="299539"/>
                  </a:lnTo>
                  <a:lnTo>
                    <a:pt x="273103" y="296254"/>
                  </a:lnTo>
                  <a:lnTo>
                    <a:pt x="277139" y="292838"/>
                  </a:lnTo>
                  <a:lnTo>
                    <a:pt x="281065" y="289297"/>
                  </a:lnTo>
                  <a:lnTo>
                    <a:pt x="284877" y="285634"/>
                  </a:lnTo>
                  <a:lnTo>
                    <a:pt x="288572" y="281852"/>
                  </a:lnTo>
                  <a:lnTo>
                    <a:pt x="292145" y="277954"/>
                  </a:lnTo>
                  <a:lnTo>
                    <a:pt x="295593" y="273946"/>
                  </a:lnTo>
                  <a:lnTo>
                    <a:pt x="298913" y="269831"/>
                  </a:lnTo>
                  <a:lnTo>
                    <a:pt x="302100" y="265613"/>
                  </a:lnTo>
                  <a:lnTo>
                    <a:pt x="305153" y="261296"/>
                  </a:lnTo>
                  <a:lnTo>
                    <a:pt x="308068" y="256885"/>
                  </a:lnTo>
                  <a:lnTo>
                    <a:pt x="310841" y="252383"/>
                  </a:lnTo>
                  <a:lnTo>
                    <a:pt x="313471" y="247797"/>
                  </a:lnTo>
                  <a:lnTo>
                    <a:pt x="315955" y="243129"/>
                  </a:lnTo>
                  <a:lnTo>
                    <a:pt x="318290" y="238385"/>
                  </a:lnTo>
                  <a:lnTo>
                    <a:pt x="320473" y="233570"/>
                  </a:lnTo>
                  <a:lnTo>
                    <a:pt x="322504" y="228688"/>
                  </a:lnTo>
                  <a:lnTo>
                    <a:pt x="324379" y="223745"/>
                  </a:lnTo>
                  <a:lnTo>
                    <a:pt x="326096" y="218744"/>
                  </a:lnTo>
                  <a:lnTo>
                    <a:pt x="327655" y="213692"/>
                  </a:lnTo>
                  <a:lnTo>
                    <a:pt x="329053" y="208593"/>
                  </a:lnTo>
                  <a:lnTo>
                    <a:pt x="330289" y="203452"/>
                  </a:lnTo>
                  <a:lnTo>
                    <a:pt x="331362" y="198275"/>
                  </a:lnTo>
                  <a:lnTo>
                    <a:pt x="332270" y="193066"/>
                  </a:lnTo>
                  <a:lnTo>
                    <a:pt x="333014" y="187832"/>
                  </a:lnTo>
                  <a:lnTo>
                    <a:pt x="333591" y="182576"/>
                  </a:lnTo>
                  <a:lnTo>
                    <a:pt x="334002" y="177305"/>
                  </a:lnTo>
                  <a:lnTo>
                    <a:pt x="334246" y="172023"/>
                  </a:lnTo>
                  <a:lnTo>
                    <a:pt x="334323" y="166737"/>
                  </a:lnTo>
                  <a:lnTo>
                    <a:pt x="334233" y="161450"/>
                  </a:lnTo>
                  <a:lnTo>
                    <a:pt x="333975" y="156169"/>
                  </a:lnTo>
                  <a:lnTo>
                    <a:pt x="333551" y="150899"/>
                  </a:lnTo>
                  <a:lnTo>
                    <a:pt x="332961" y="145645"/>
                  </a:lnTo>
                  <a:lnTo>
                    <a:pt x="332204" y="140412"/>
                  </a:lnTo>
                  <a:lnTo>
                    <a:pt x="331282" y="135206"/>
                  </a:lnTo>
                  <a:lnTo>
                    <a:pt x="330196" y="130031"/>
                  </a:lnTo>
                  <a:lnTo>
                    <a:pt x="328947" y="124894"/>
                  </a:lnTo>
                  <a:lnTo>
                    <a:pt x="327537" y="119798"/>
                  </a:lnTo>
                  <a:lnTo>
                    <a:pt x="325965" y="114750"/>
                  </a:lnTo>
                  <a:lnTo>
                    <a:pt x="324235" y="109754"/>
                  </a:lnTo>
                  <a:lnTo>
                    <a:pt x="322348" y="104815"/>
                  </a:lnTo>
                  <a:lnTo>
                    <a:pt x="320305" y="99938"/>
                  </a:lnTo>
                  <a:lnTo>
                    <a:pt x="318110" y="95129"/>
                  </a:lnTo>
                  <a:lnTo>
                    <a:pt x="315763" y="90391"/>
                  </a:lnTo>
                  <a:lnTo>
                    <a:pt x="313268" y="85729"/>
                  </a:lnTo>
                  <a:lnTo>
                    <a:pt x="310626" y="81149"/>
                  </a:lnTo>
                  <a:lnTo>
                    <a:pt x="307841" y="76655"/>
                  </a:lnTo>
                  <a:lnTo>
                    <a:pt x="304915" y="72251"/>
                  </a:lnTo>
                  <a:lnTo>
                    <a:pt x="301852" y="67942"/>
                  </a:lnTo>
                  <a:lnTo>
                    <a:pt x="298653" y="63732"/>
                  </a:lnTo>
                  <a:lnTo>
                    <a:pt x="295324" y="59625"/>
                  </a:lnTo>
                  <a:lnTo>
                    <a:pt x="291865" y="55625"/>
                  </a:lnTo>
                  <a:lnTo>
                    <a:pt x="288283" y="51737"/>
                  </a:lnTo>
                  <a:lnTo>
                    <a:pt x="284579" y="47964"/>
                  </a:lnTo>
                  <a:lnTo>
                    <a:pt x="280757" y="44310"/>
                  </a:lnTo>
                  <a:lnTo>
                    <a:pt x="276822" y="40779"/>
                  </a:lnTo>
                  <a:lnTo>
                    <a:pt x="272777" y="37374"/>
                  </a:lnTo>
                  <a:lnTo>
                    <a:pt x="268627" y="34099"/>
                  </a:lnTo>
                  <a:lnTo>
                    <a:pt x="264375" y="30956"/>
                  </a:lnTo>
                  <a:lnTo>
                    <a:pt x="260026" y="27950"/>
                  </a:lnTo>
                  <a:lnTo>
                    <a:pt x="255583" y="25082"/>
                  </a:lnTo>
                  <a:lnTo>
                    <a:pt x="251053" y="22357"/>
                  </a:lnTo>
                  <a:lnTo>
                    <a:pt x="246438" y="19776"/>
                  </a:lnTo>
                  <a:lnTo>
                    <a:pt x="241745" y="17342"/>
                  </a:lnTo>
                  <a:lnTo>
                    <a:pt x="236976" y="15058"/>
                  </a:lnTo>
                  <a:lnTo>
                    <a:pt x="232138" y="12926"/>
                  </a:lnTo>
                  <a:lnTo>
                    <a:pt x="227235" y="10948"/>
                  </a:lnTo>
                  <a:lnTo>
                    <a:pt x="222271" y="9127"/>
                  </a:lnTo>
                  <a:lnTo>
                    <a:pt x="217253" y="7462"/>
                  </a:lnTo>
                  <a:lnTo>
                    <a:pt x="212184" y="5958"/>
                  </a:lnTo>
                  <a:lnTo>
                    <a:pt x="207070" y="4615"/>
                  </a:lnTo>
                  <a:lnTo>
                    <a:pt x="201917" y="3433"/>
                  </a:lnTo>
                  <a:lnTo>
                    <a:pt x="196728" y="2416"/>
                  </a:lnTo>
                  <a:lnTo>
                    <a:pt x="191510" y="1563"/>
                  </a:lnTo>
                  <a:lnTo>
                    <a:pt x="186268" y="876"/>
                  </a:lnTo>
                  <a:lnTo>
                    <a:pt x="181007" y="354"/>
                  </a:lnTo>
                  <a:lnTo>
                    <a:pt x="175731" y="0"/>
                  </a:lnTo>
                  <a:lnTo>
                    <a:pt x="167156" y="166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8575" cy="167167"/>
            </a:xfrm>
            <a:custGeom>
              <a:avLst/>
              <a:pathLst>
                <a:path w="8575" h="167167">
                  <a:moveTo>
                    <a:pt x="8575" y="2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275176" y="294742"/>
                  </a:lnTo>
                  <a:lnTo>
                    <a:pt x="279174" y="291246"/>
                  </a:lnTo>
                  <a:lnTo>
                    <a:pt x="283059" y="287625"/>
                  </a:lnTo>
                  <a:lnTo>
                    <a:pt x="286827" y="283882"/>
                  </a:lnTo>
                  <a:lnTo>
                    <a:pt x="290474" y="280022"/>
                  </a:lnTo>
                  <a:lnTo>
                    <a:pt x="293997" y="276048"/>
                  </a:lnTo>
                  <a:lnTo>
                    <a:pt x="297391" y="271964"/>
                  </a:lnTo>
                  <a:lnTo>
                    <a:pt x="300654" y="267774"/>
                  </a:lnTo>
                  <a:lnTo>
                    <a:pt x="303783" y="263482"/>
                  </a:lnTo>
                  <a:lnTo>
                    <a:pt x="306773" y="259093"/>
                  </a:lnTo>
                  <a:lnTo>
                    <a:pt x="309623" y="254612"/>
                  </a:lnTo>
                  <a:lnTo>
                    <a:pt x="312328" y="250042"/>
                  </a:lnTo>
                  <a:lnTo>
                    <a:pt x="314888" y="245389"/>
                  </a:lnTo>
                  <a:lnTo>
                    <a:pt x="317298" y="240656"/>
                  </a:lnTo>
                  <a:lnTo>
                    <a:pt x="319557" y="235850"/>
                  </a:lnTo>
                  <a:lnTo>
                    <a:pt x="321661" y="230974"/>
                  </a:lnTo>
                  <a:lnTo>
                    <a:pt x="323610" y="226034"/>
                  </a:lnTo>
                  <a:lnTo>
                    <a:pt x="325401" y="221034"/>
                  </a:lnTo>
                  <a:lnTo>
                    <a:pt x="327032" y="215980"/>
                  </a:lnTo>
                  <a:lnTo>
                    <a:pt x="328502" y="210877"/>
                  </a:lnTo>
                  <a:lnTo>
                    <a:pt x="329809" y="205729"/>
                  </a:lnTo>
                  <a:lnTo>
                    <a:pt x="330952" y="200543"/>
                  </a:lnTo>
                  <a:lnTo>
                    <a:pt x="331930" y="195323"/>
                  </a:lnTo>
                  <a:lnTo>
                    <a:pt x="332741" y="190075"/>
                  </a:lnTo>
                  <a:lnTo>
                    <a:pt x="333385" y="184803"/>
                  </a:lnTo>
                  <a:lnTo>
                    <a:pt x="333861" y="179514"/>
                  </a:lnTo>
                  <a:lnTo>
                    <a:pt x="334169" y="174212"/>
                  </a:lnTo>
                  <a:lnTo>
                    <a:pt x="334309" y="168903"/>
                  </a:lnTo>
                  <a:lnTo>
                    <a:pt x="334280" y="163593"/>
                  </a:lnTo>
                  <a:lnTo>
                    <a:pt x="334082" y="158285"/>
                  </a:lnTo>
                  <a:lnTo>
                    <a:pt x="333715" y="152987"/>
                  </a:lnTo>
                  <a:lnTo>
                    <a:pt x="333181" y="147704"/>
                  </a:lnTo>
                  <a:lnTo>
                    <a:pt x="332479" y="14244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75504"/>
              <a:ext cx="165328" cy="24727"/>
            </a:xfrm>
            <a:custGeom>
              <a:avLst/>
              <a:pathLst>
                <a:path w="165328" h="24727">
                  <a:moveTo>
                    <a:pt x="165328" y="0"/>
                  </a:moveTo>
                  <a:lnTo>
                    <a:pt x="0" y="247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57706"/>
              <a:ext cx="165328" cy="142525"/>
            </a:xfrm>
            <a:custGeom>
              <a:avLst/>
              <a:pathLst>
                <a:path w="165328" h="142525">
                  <a:moveTo>
                    <a:pt x="165328" y="117798"/>
                  </a:moveTo>
                  <a:lnTo>
                    <a:pt x="164405" y="112265"/>
                  </a:lnTo>
                  <a:lnTo>
                    <a:pt x="163298" y="106766"/>
                  </a:lnTo>
                  <a:lnTo>
                    <a:pt x="162006" y="101308"/>
                  </a:lnTo>
                  <a:lnTo>
                    <a:pt x="160532" y="95896"/>
                  </a:lnTo>
                  <a:lnTo>
                    <a:pt x="158877" y="90536"/>
                  </a:lnTo>
                  <a:lnTo>
                    <a:pt x="157043" y="85235"/>
                  </a:lnTo>
                  <a:lnTo>
                    <a:pt x="155033" y="79998"/>
                  </a:lnTo>
                  <a:lnTo>
                    <a:pt x="152848" y="74832"/>
                  </a:lnTo>
                  <a:lnTo>
                    <a:pt x="150491" y="69742"/>
                  </a:lnTo>
                  <a:lnTo>
                    <a:pt x="147964" y="64734"/>
                  </a:lnTo>
                  <a:lnTo>
                    <a:pt x="145271" y="59814"/>
                  </a:lnTo>
                  <a:lnTo>
                    <a:pt x="142414" y="54987"/>
                  </a:lnTo>
                  <a:lnTo>
                    <a:pt x="139397" y="50258"/>
                  </a:lnTo>
                  <a:lnTo>
                    <a:pt x="136223" y="45633"/>
                  </a:lnTo>
                  <a:lnTo>
                    <a:pt x="132896" y="41117"/>
                  </a:lnTo>
                  <a:lnTo>
                    <a:pt x="129419" y="36716"/>
                  </a:lnTo>
                  <a:lnTo>
                    <a:pt x="125796" y="32433"/>
                  </a:lnTo>
                  <a:lnTo>
                    <a:pt x="122031" y="28275"/>
                  </a:lnTo>
                  <a:lnTo>
                    <a:pt x="118130" y="24245"/>
                  </a:lnTo>
                  <a:lnTo>
                    <a:pt x="114095" y="20348"/>
                  </a:lnTo>
                  <a:lnTo>
                    <a:pt x="109932" y="16589"/>
                  </a:lnTo>
                  <a:lnTo>
                    <a:pt x="105645" y="12972"/>
                  </a:lnTo>
                  <a:lnTo>
                    <a:pt x="101239" y="9500"/>
                  </a:lnTo>
                  <a:lnTo>
                    <a:pt x="96719" y="6179"/>
                  </a:lnTo>
                  <a:lnTo>
                    <a:pt x="92090" y="3011"/>
                  </a:lnTo>
                  <a:lnTo>
                    <a:pt x="87357" y="0"/>
                  </a:lnTo>
                  <a:lnTo>
                    <a:pt x="0" y="1425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87357" cy="167167"/>
            </a:xfrm>
            <a:custGeom>
              <a:avLst/>
              <a:pathLst>
                <a:path w="87357" h="167167">
                  <a:moveTo>
                    <a:pt x="87357" y="24641"/>
                  </a:moveTo>
                  <a:lnTo>
                    <a:pt x="82409" y="21724"/>
                  </a:lnTo>
                  <a:lnTo>
                    <a:pt x="77362" y="18978"/>
                  </a:lnTo>
                  <a:lnTo>
                    <a:pt x="72225" y="16407"/>
                  </a:lnTo>
                  <a:lnTo>
                    <a:pt x="67002" y="14015"/>
                  </a:lnTo>
                  <a:lnTo>
                    <a:pt x="61700" y="11803"/>
                  </a:lnTo>
                  <a:lnTo>
                    <a:pt x="56326" y="9775"/>
                  </a:lnTo>
                  <a:lnTo>
                    <a:pt x="50884" y="7932"/>
                  </a:lnTo>
                  <a:lnTo>
                    <a:pt x="45383" y="6278"/>
                  </a:lnTo>
                  <a:lnTo>
                    <a:pt x="39828" y="4813"/>
                  </a:lnTo>
                  <a:lnTo>
                    <a:pt x="34226" y="3541"/>
                  </a:lnTo>
                  <a:lnTo>
                    <a:pt x="28583" y="2461"/>
                  </a:lnTo>
                  <a:lnTo>
                    <a:pt x="22907" y="1577"/>
                  </a:lnTo>
                  <a:lnTo>
                    <a:pt x="17204" y="887"/>
                  </a:lnTo>
                  <a:lnTo>
                    <a:pt x="11481" y="394"/>
                  </a:lnTo>
                  <a:lnTo>
                    <a:pt x="5743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0" y="3170392"/>
              <a:ext cx="334326" cy="334321"/>
            </a:xfrm>
            <a:custGeom>
              <a:avLst/>
              <a:pathLst>
                <a:path w="334326" h="334321">
                  <a:moveTo>
                    <a:pt x="167160" y="0"/>
                  </a:moveTo>
                  <a:lnTo>
                    <a:pt x="161877" y="83"/>
                  </a:lnTo>
                  <a:lnTo>
                    <a:pt x="156600" y="333"/>
                  </a:lnTo>
                  <a:lnTo>
                    <a:pt x="151333" y="750"/>
                  </a:lnTo>
                  <a:lnTo>
                    <a:pt x="146083" y="1334"/>
                  </a:lnTo>
                  <a:lnTo>
                    <a:pt x="140853" y="2082"/>
                  </a:lnTo>
                  <a:lnTo>
                    <a:pt x="135650" y="2996"/>
                  </a:lnTo>
                  <a:lnTo>
                    <a:pt x="130478" y="4074"/>
                  </a:lnTo>
                  <a:lnTo>
                    <a:pt x="125342" y="5314"/>
                  </a:lnTo>
                  <a:lnTo>
                    <a:pt x="120249" y="6717"/>
                  </a:lnTo>
                  <a:lnTo>
                    <a:pt x="115202" y="8279"/>
                  </a:lnTo>
                  <a:lnTo>
                    <a:pt x="110207" y="10000"/>
                  </a:lnTo>
                  <a:lnTo>
                    <a:pt x="105269" y="11878"/>
                  </a:lnTo>
                  <a:lnTo>
                    <a:pt x="100393" y="13912"/>
                  </a:lnTo>
                  <a:lnTo>
                    <a:pt x="95584" y="16098"/>
                  </a:lnTo>
                  <a:lnTo>
                    <a:pt x="90846" y="18435"/>
                  </a:lnTo>
                  <a:lnTo>
                    <a:pt x="86184" y="20921"/>
                  </a:lnTo>
                  <a:lnTo>
                    <a:pt x="81603" y="23553"/>
                  </a:lnTo>
                  <a:lnTo>
                    <a:pt x="77108" y="26328"/>
                  </a:lnTo>
                  <a:lnTo>
                    <a:pt x="72702" y="29244"/>
                  </a:lnTo>
                  <a:lnTo>
                    <a:pt x="68391" y="32297"/>
                  </a:lnTo>
                  <a:lnTo>
                    <a:pt x="64179" y="35486"/>
                  </a:lnTo>
                  <a:lnTo>
                    <a:pt x="60069" y="38806"/>
                  </a:lnTo>
                  <a:lnTo>
                    <a:pt x="56067" y="42254"/>
                  </a:lnTo>
                  <a:lnTo>
                    <a:pt x="52175" y="45827"/>
                  </a:lnTo>
                  <a:lnTo>
                    <a:pt x="48398" y="49521"/>
                  </a:lnTo>
                  <a:lnTo>
                    <a:pt x="44740" y="53332"/>
                  </a:lnTo>
                  <a:lnTo>
                    <a:pt x="41204" y="57257"/>
                  </a:lnTo>
                  <a:lnTo>
                    <a:pt x="37794" y="61292"/>
                  </a:lnTo>
                  <a:lnTo>
                    <a:pt x="34513" y="65433"/>
                  </a:lnTo>
                  <a:lnTo>
                    <a:pt x="31364" y="69675"/>
                  </a:lnTo>
                  <a:lnTo>
                    <a:pt x="28351" y="74015"/>
                  </a:lnTo>
                  <a:lnTo>
                    <a:pt x="25477" y="78448"/>
                  </a:lnTo>
                  <a:lnTo>
                    <a:pt x="22744" y="82969"/>
                  </a:lnTo>
                  <a:lnTo>
                    <a:pt x="20156" y="87575"/>
                  </a:lnTo>
                  <a:lnTo>
                    <a:pt x="17714" y="92260"/>
                  </a:lnTo>
                  <a:lnTo>
                    <a:pt x="15422" y="97020"/>
                  </a:lnTo>
                  <a:lnTo>
                    <a:pt x="13281" y="101849"/>
                  </a:lnTo>
                  <a:lnTo>
                    <a:pt x="11294" y="106744"/>
                  </a:lnTo>
                  <a:lnTo>
                    <a:pt x="9462" y="111700"/>
                  </a:lnTo>
                  <a:lnTo>
                    <a:pt x="7788" y="116711"/>
                  </a:lnTo>
                  <a:lnTo>
                    <a:pt x="6274" y="121772"/>
                  </a:lnTo>
                  <a:lnTo>
                    <a:pt x="4920" y="126878"/>
                  </a:lnTo>
                  <a:lnTo>
                    <a:pt x="3728" y="132025"/>
                  </a:lnTo>
                  <a:lnTo>
                    <a:pt x="2699" y="137207"/>
                  </a:lnTo>
                  <a:lnTo>
                    <a:pt x="1834" y="142419"/>
                  </a:lnTo>
                  <a:lnTo>
                    <a:pt x="1135" y="147655"/>
                  </a:lnTo>
                  <a:lnTo>
                    <a:pt x="601" y="152912"/>
                  </a:lnTo>
                  <a:lnTo>
                    <a:pt x="234" y="158182"/>
                  </a:lnTo>
                  <a:lnTo>
                    <a:pt x="33" y="163461"/>
                  </a:lnTo>
                  <a:lnTo>
                    <a:pt x="0" y="168744"/>
                  </a:lnTo>
                  <a:lnTo>
                    <a:pt x="133" y="174025"/>
                  </a:lnTo>
                  <a:lnTo>
                    <a:pt x="433" y="179300"/>
                  </a:lnTo>
                  <a:lnTo>
                    <a:pt x="900" y="184562"/>
                  </a:lnTo>
                  <a:lnTo>
                    <a:pt x="1532" y="189807"/>
                  </a:lnTo>
                  <a:lnTo>
                    <a:pt x="2330" y="195030"/>
                  </a:lnTo>
                  <a:lnTo>
                    <a:pt x="3293" y="200224"/>
                  </a:lnTo>
                  <a:lnTo>
                    <a:pt x="4420" y="205386"/>
                  </a:lnTo>
                  <a:lnTo>
                    <a:pt x="5709" y="210509"/>
                  </a:lnTo>
                  <a:lnTo>
                    <a:pt x="7159" y="215589"/>
                  </a:lnTo>
                  <a:lnTo>
                    <a:pt x="8769" y="220621"/>
                  </a:lnTo>
                  <a:lnTo>
                    <a:pt x="10537" y="225599"/>
                  </a:lnTo>
                  <a:lnTo>
                    <a:pt x="12462" y="230519"/>
                  </a:lnTo>
                  <a:lnTo>
                    <a:pt x="14541" y="235376"/>
                  </a:lnTo>
                  <a:lnTo>
                    <a:pt x="16772" y="240165"/>
                  </a:lnTo>
                  <a:lnTo>
                    <a:pt x="19154" y="244880"/>
                  </a:lnTo>
                  <a:lnTo>
                    <a:pt x="21684" y="249518"/>
                  </a:lnTo>
                  <a:lnTo>
                    <a:pt x="24359" y="254074"/>
                  </a:lnTo>
                  <a:lnTo>
                    <a:pt x="27176" y="258543"/>
                  </a:lnTo>
                  <a:lnTo>
                    <a:pt x="30133" y="262921"/>
                  </a:lnTo>
                  <a:lnTo>
                    <a:pt x="33228" y="267203"/>
                  </a:lnTo>
                  <a:lnTo>
                    <a:pt x="36456" y="271385"/>
                  </a:lnTo>
                  <a:lnTo>
                    <a:pt x="39814" y="275463"/>
                  </a:lnTo>
                  <a:lnTo>
                    <a:pt x="43300" y="279433"/>
                  </a:lnTo>
                  <a:lnTo>
                    <a:pt x="46909" y="283291"/>
                  </a:lnTo>
                  <a:lnTo>
                    <a:pt x="50639" y="287033"/>
                  </a:lnTo>
                  <a:lnTo>
                    <a:pt x="54485" y="290655"/>
                  </a:lnTo>
                  <a:lnTo>
                    <a:pt x="58443" y="294154"/>
                  </a:lnTo>
                  <a:lnTo>
                    <a:pt x="62510" y="297526"/>
                  </a:lnTo>
                  <a:lnTo>
                    <a:pt x="66682" y="300768"/>
                  </a:lnTo>
                  <a:lnTo>
                    <a:pt x="70953" y="303876"/>
                  </a:lnTo>
                  <a:lnTo>
                    <a:pt x="75321" y="306848"/>
                  </a:lnTo>
                  <a:lnTo>
                    <a:pt x="79781" y="309680"/>
                  </a:lnTo>
                  <a:lnTo>
                    <a:pt x="84328" y="312370"/>
                  </a:lnTo>
                  <a:lnTo>
                    <a:pt x="88958" y="314915"/>
                  </a:lnTo>
                  <a:lnTo>
                    <a:pt x="93665" y="317312"/>
                  </a:lnTo>
                  <a:lnTo>
                    <a:pt x="98447" y="319560"/>
                  </a:lnTo>
                  <a:lnTo>
                    <a:pt x="103296" y="321655"/>
                  </a:lnTo>
                  <a:lnTo>
                    <a:pt x="108210" y="323596"/>
                  </a:lnTo>
                  <a:lnTo>
                    <a:pt x="113183" y="325380"/>
                  </a:lnTo>
                  <a:lnTo>
                    <a:pt x="118209" y="327007"/>
                  </a:lnTo>
                  <a:lnTo>
                    <a:pt x="123284" y="328474"/>
                  </a:lnTo>
                  <a:lnTo>
                    <a:pt x="128403" y="329780"/>
                  </a:lnTo>
                  <a:lnTo>
                    <a:pt x="133561" y="330923"/>
                  </a:lnTo>
                  <a:lnTo>
                    <a:pt x="138752" y="331903"/>
                  </a:lnTo>
                  <a:lnTo>
                    <a:pt x="143972" y="332718"/>
                  </a:lnTo>
                  <a:lnTo>
                    <a:pt x="149215" y="333368"/>
                  </a:lnTo>
                  <a:lnTo>
                    <a:pt x="154476" y="333853"/>
                  </a:lnTo>
                  <a:lnTo>
                    <a:pt x="159749" y="334170"/>
                  </a:lnTo>
                  <a:lnTo>
                    <a:pt x="165030" y="334321"/>
                  </a:lnTo>
                  <a:lnTo>
                    <a:pt x="170313" y="334305"/>
                  </a:lnTo>
                  <a:lnTo>
                    <a:pt x="175593" y="334122"/>
                  </a:lnTo>
                  <a:lnTo>
                    <a:pt x="180865" y="333772"/>
                  </a:lnTo>
                  <a:lnTo>
                    <a:pt x="186122" y="333255"/>
                  </a:lnTo>
                  <a:lnTo>
                    <a:pt x="191361" y="332573"/>
                  </a:lnTo>
                  <a:lnTo>
                    <a:pt x="196576" y="331726"/>
                  </a:lnTo>
                  <a:lnTo>
                    <a:pt x="201761" y="330714"/>
                  </a:lnTo>
                  <a:lnTo>
                    <a:pt x="206912" y="329539"/>
                  </a:lnTo>
                  <a:lnTo>
                    <a:pt x="212023" y="328202"/>
                  </a:lnTo>
                  <a:lnTo>
                    <a:pt x="217089" y="326704"/>
                  </a:lnTo>
                  <a:lnTo>
                    <a:pt x="222105" y="325046"/>
                  </a:lnTo>
                  <a:lnTo>
                    <a:pt x="227067" y="323231"/>
                  </a:lnTo>
                  <a:lnTo>
                    <a:pt x="231968" y="321260"/>
                  </a:lnTo>
                  <a:lnTo>
                    <a:pt x="236805" y="319135"/>
                  </a:lnTo>
                  <a:lnTo>
                    <a:pt x="241573" y="316859"/>
                  </a:lnTo>
                  <a:lnTo>
                    <a:pt x="246266" y="314433"/>
                  </a:lnTo>
                  <a:lnTo>
                    <a:pt x="250880" y="311859"/>
                  </a:lnTo>
                  <a:lnTo>
                    <a:pt x="255410" y="309142"/>
                  </a:lnTo>
                  <a:lnTo>
                    <a:pt x="259852" y="306282"/>
                  </a:lnTo>
                  <a:lnTo>
                    <a:pt x="264202" y="303284"/>
                  </a:lnTo>
                  <a:lnTo>
                    <a:pt x="268455" y="300149"/>
                  </a:lnTo>
                  <a:lnTo>
                    <a:pt x="272606" y="296882"/>
                  </a:lnTo>
                  <a:lnTo>
                    <a:pt x="276652" y="293485"/>
                  </a:lnTo>
                  <a:lnTo>
                    <a:pt x="280589" y="289962"/>
                  </a:lnTo>
                  <a:lnTo>
                    <a:pt x="284413" y="286316"/>
                  </a:lnTo>
                  <a:lnTo>
                    <a:pt x="288119" y="282552"/>
                  </a:lnTo>
                  <a:lnTo>
                    <a:pt x="291705" y="278672"/>
                  </a:lnTo>
                  <a:lnTo>
                    <a:pt x="295166" y="274681"/>
                  </a:lnTo>
                  <a:lnTo>
                    <a:pt x="298500" y="270582"/>
                  </a:lnTo>
                  <a:lnTo>
                    <a:pt x="301702" y="266380"/>
                  </a:lnTo>
                  <a:lnTo>
                    <a:pt x="304770" y="262079"/>
                  </a:lnTo>
                  <a:lnTo>
                    <a:pt x="307700" y="257683"/>
                  </a:lnTo>
                  <a:lnTo>
                    <a:pt x="310490" y="253197"/>
                  </a:lnTo>
                  <a:lnTo>
                    <a:pt x="313137" y="248625"/>
                  </a:lnTo>
                  <a:lnTo>
                    <a:pt x="315639" y="243972"/>
                  </a:lnTo>
                  <a:lnTo>
                    <a:pt x="317991" y="239241"/>
                  </a:lnTo>
                  <a:lnTo>
                    <a:pt x="320194" y="234439"/>
                  </a:lnTo>
                  <a:lnTo>
                    <a:pt x="322243" y="229570"/>
                  </a:lnTo>
                  <a:lnTo>
                    <a:pt x="324137" y="224638"/>
                  </a:lnTo>
                  <a:lnTo>
                    <a:pt x="325875" y="219649"/>
                  </a:lnTo>
                  <a:lnTo>
                    <a:pt x="327454" y="214607"/>
                  </a:lnTo>
                  <a:lnTo>
                    <a:pt x="328873" y="209519"/>
                  </a:lnTo>
                  <a:lnTo>
                    <a:pt x="330131" y="204387"/>
                  </a:lnTo>
                  <a:lnTo>
                    <a:pt x="331225" y="199219"/>
                  </a:lnTo>
                  <a:lnTo>
                    <a:pt x="332156" y="194019"/>
                  </a:lnTo>
                  <a:lnTo>
                    <a:pt x="332922" y="188791"/>
                  </a:lnTo>
                  <a:lnTo>
                    <a:pt x="333523" y="183543"/>
                  </a:lnTo>
                  <a:lnTo>
                    <a:pt x="333957" y="178277"/>
                  </a:lnTo>
                  <a:lnTo>
                    <a:pt x="334225" y="173001"/>
                  </a:lnTo>
                  <a:lnTo>
                    <a:pt x="334326" y="167719"/>
                  </a:lnTo>
                  <a:lnTo>
                    <a:pt x="334260" y="162437"/>
                  </a:lnTo>
                  <a:lnTo>
                    <a:pt x="334027" y="157159"/>
                  </a:lnTo>
                  <a:lnTo>
                    <a:pt x="333627" y="151891"/>
                  </a:lnTo>
                  <a:lnTo>
                    <a:pt x="333062" y="146638"/>
                  </a:lnTo>
                  <a:lnTo>
                    <a:pt x="332330" y="141406"/>
                  </a:lnTo>
                  <a:lnTo>
                    <a:pt x="331434" y="136200"/>
                  </a:lnTo>
                  <a:lnTo>
                    <a:pt x="330373" y="131024"/>
                  </a:lnTo>
                  <a:lnTo>
                    <a:pt x="329149" y="125885"/>
                  </a:lnTo>
                  <a:lnTo>
                    <a:pt x="327764" y="120786"/>
                  </a:lnTo>
                  <a:lnTo>
                    <a:pt x="326218" y="115735"/>
                  </a:lnTo>
                  <a:lnTo>
                    <a:pt x="324514" y="110734"/>
                  </a:lnTo>
                  <a:lnTo>
                    <a:pt x="322652" y="105790"/>
                  </a:lnTo>
                  <a:lnTo>
                    <a:pt x="320635" y="100907"/>
                  </a:lnTo>
                  <a:lnTo>
                    <a:pt x="318464" y="96091"/>
                  </a:lnTo>
                  <a:lnTo>
                    <a:pt x="316143" y="91345"/>
                  </a:lnTo>
                  <a:lnTo>
                    <a:pt x="313672" y="86675"/>
                  </a:lnTo>
                  <a:lnTo>
                    <a:pt x="311056" y="82086"/>
                  </a:lnTo>
                  <a:lnTo>
                    <a:pt x="308295" y="77581"/>
                  </a:lnTo>
                  <a:lnTo>
                    <a:pt x="305394" y="73166"/>
                  </a:lnTo>
                  <a:lnTo>
                    <a:pt x="302355" y="68845"/>
                  </a:lnTo>
                  <a:lnTo>
                    <a:pt x="299180" y="64622"/>
                  </a:lnTo>
                  <a:lnTo>
                    <a:pt x="295874" y="60501"/>
                  </a:lnTo>
                  <a:lnTo>
                    <a:pt x="292439" y="56487"/>
                  </a:lnTo>
                  <a:lnTo>
                    <a:pt x="288879" y="52584"/>
                  </a:lnTo>
                  <a:lnTo>
                    <a:pt x="285198" y="48795"/>
                  </a:lnTo>
                  <a:lnTo>
                    <a:pt x="281398" y="45124"/>
                  </a:lnTo>
                  <a:lnTo>
                    <a:pt x="277485" y="41575"/>
                  </a:lnTo>
                  <a:lnTo>
                    <a:pt x="273461" y="3815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8544"/>
              <a:ext cx="106301" cy="129015"/>
            </a:xfrm>
            <a:custGeom>
              <a:avLst/>
              <a:pathLst>
                <a:path w="106301" h="129015">
                  <a:moveTo>
                    <a:pt x="106301" y="0"/>
                  </a:moveTo>
                  <a:lnTo>
                    <a:pt x="0" y="1290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6999"/>
              <a:ext cx="106301" cy="130560"/>
            </a:xfrm>
            <a:custGeom>
              <a:avLst/>
              <a:pathLst>
                <a:path w="106301" h="130560">
                  <a:moveTo>
                    <a:pt x="106301" y="1544"/>
                  </a:moveTo>
                  <a:lnTo>
                    <a:pt x="104398" y="0"/>
                  </a:lnTo>
                  <a:lnTo>
                    <a:pt x="0" y="1305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104398" cy="167167"/>
            </a:xfrm>
            <a:custGeom>
              <a:avLst/>
              <a:pathLst>
                <a:path w="104398" h="167167">
                  <a:moveTo>
                    <a:pt x="104398" y="36607"/>
                  </a:moveTo>
                  <a:lnTo>
                    <a:pt x="99936" y="33161"/>
                  </a:lnTo>
                  <a:lnTo>
                    <a:pt x="95361" y="29867"/>
                  </a:lnTo>
                  <a:lnTo>
                    <a:pt x="90677" y="26730"/>
                  </a:lnTo>
                  <a:lnTo>
                    <a:pt x="85890" y="23752"/>
                  </a:lnTo>
                  <a:lnTo>
                    <a:pt x="81005" y="20938"/>
                  </a:lnTo>
                  <a:lnTo>
                    <a:pt x="76028" y="18289"/>
                  </a:lnTo>
                  <a:lnTo>
                    <a:pt x="70965" y="15810"/>
                  </a:lnTo>
                  <a:lnTo>
                    <a:pt x="65821" y="13503"/>
                  </a:lnTo>
                  <a:lnTo>
                    <a:pt x="60602" y="11371"/>
                  </a:lnTo>
                  <a:lnTo>
                    <a:pt x="55315" y="9417"/>
                  </a:lnTo>
                  <a:lnTo>
                    <a:pt x="49964" y="7641"/>
                  </a:lnTo>
                  <a:lnTo>
                    <a:pt x="44557" y="6047"/>
                  </a:lnTo>
                  <a:lnTo>
                    <a:pt x="39098" y="4636"/>
                  </a:lnTo>
                  <a:lnTo>
                    <a:pt x="33596" y="3410"/>
                  </a:lnTo>
                  <a:lnTo>
                    <a:pt x="28055" y="2371"/>
                  </a:lnTo>
                  <a:lnTo>
                    <a:pt x="22482" y="1518"/>
                  </a:lnTo>
                  <a:lnTo>
                    <a:pt x="16884" y="854"/>
                  </a:lnTo>
                  <a:lnTo>
                    <a:pt x="11267" y="380"/>
                  </a:lnTo>
                  <a:lnTo>
                    <a:pt x="563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8" y="3707720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1" y="2095"/>
                  </a:lnTo>
                  <a:lnTo>
                    <a:pt x="135542" y="3015"/>
                  </a:lnTo>
                  <a:lnTo>
                    <a:pt x="130354" y="4099"/>
                  </a:lnTo>
                  <a:lnTo>
                    <a:pt x="125203" y="5348"/>
                  </a:lnTo>
                  <a:lnTo>
                    <a:pt x="120095" y="6759"/>
                  </a:lnTo>
                  <a:lnTo>
                    <a:pt x="115034" y="8331"/>
                  </a:lnTo>
                  <a:lnTo>
                    <a:pt x="110025" y="10063"/>
                  </a:lnTo>
                  <a:lnTo>
                    <a:pt x="105074" y="11952"/>
                  </a:lnTo>
                  <a:lnTo>
                    <a:pt x="100185" y="13998"/>
                  </a:lnTo>
                  <a:lnTo>
                    <a:pt x="95363" y="16198"/>
                  </a:lnTo>
                  <a:lnTo>
                    <a:pt x="90614" y="18549"/>
                  </a:lnTo>
                  <a:lnTo>
                    <a:pt x="85941" y="21050"/>
                  </a:lnTo>
                  <a:lnTo>
                    <a:pt x="81350" y="23698"/>
                  </a:lnTo>
                  <a:lnTo>
                    <a:pt x="76846" y="26490"/>
                  </a:lnTo>
                  <a:lnTo>
                    <a:pt x="72432" y="29423"/>
                  </a:lnTo>
                  <a:lnTo>
                    <a:pt x="68113" y="32494"/>
                  </a:lnTo>
                  <a:lnTo>
                    <a:pt x="63894" y="35702"/>
                  </a:lnTo>
                  <a:lnTo>
                    <a:pt x="59778" y="39041"/>
                  </a:lnTo>
                  <a:lnTo>
                    <a:pt x="55771" y="42509"/>
                  </a:lnTo>
                  <a:lnTo>
                    <a:pt x="51875" y="46102"/>
                  </a:lnTo>
                  <a:lnTo>
                    <a:pt x="48095" y="49817"/>
                  </a:lnTo>
                  <a:lnTo>
                    <a:pt x="44435" y="53650"/>
                  </a:lnTo>
                  <a:lnTo>
                    <a:pt x="40899" y="57597"/>
                  </a:lnTo>
                  <a:lnTo>
                    <a:pt x="37489" y="61654"/>
                  </a:lnTo>
                  <a:lnTo>
                    <a:pt x="34209" y="65817"/>
                  </a:lnTo>
                  <a:lnTo>
                    <a:pt x="31063" y="70082"/>
                  </a:lnTo>
                  <a:lnTo>
                    <a:pt x="28054" y="74444"/>
                  </a:lnTo>
                  <a:lnTo>
                    <a:pt x="25185" y="78900"/>
                  </a:lnTo>
                  <a:lnTo>
                    <a:pt x="22458" y="83445"/>
                  </a:lnTo>
                  <a:lnTo>
                    <a:pt x="19877" y="88073"/>
                  </a:lnTo>
                  <a:lnTo>
                    <a:pt x="17444" y="92781"/>
                  </a:lnTo>
                  <a:lnTo>
                    <a:pt x="15161" y="97564"/>
                  </a:lnTo>
                  <a:lnTo>
                    <a:pt x="13031" y="102417"/>
                  </a:lnTo>
                  <a:lnTo>
                    <a:pt x="11056" y="107335"/>
                  </a:lnTo>
                  <a:lnTo>
                    <a:pt x="9238" y="112313"/>
                  </a:lnTo>
                  <a:lnTo>
                    <a:pt x="7579" y="117346"/>
                  </a:lnTo>
                  <a:lnTo>
                    <a:pt x="6080" y="122430"/>
                  </a:lnTo>
                  <a:lnTo>
                    <a:pt x="4742" y="127558"/>
                  </a:lnTo>
                  <a:lnTo>
                    <a:pt x="3569" y="132726"/>
                  </a:lnTo>
                  <a:lnTo>
                    <a:pt x="2559" y="137928"/>
                  </a:lnTo>
                  <a:lnTo>
                    <a:pt x="1715" y="143160"/>
                  </a:lnTo>
                  <a:lnTo>
                    <a:pt x="1037" y="148417"/>
                  </a:lnTo>
                  <a:lnTo>
                    <a:pt x="526" y="153692"/>
                  </a:lnTo>
                  <a:lnTo>
                    <a:pt x="183" y="158980"/>
                  </a:lnTo>
                  <a:lnTo>
                    <a:pt x="7" y="164277"/>
                  </a:lnTo>
                  <a:lnTo>
                    <a:pt x="0" y="169577"/>
                  </a:lnTo>
                  <a:lnTo>
                    <a:pt x="160" y="174874"/>
                  </a:lnTo>
                  <a:lnTo>
                    <a:pt x="488" y="180163"/>
                  </a:lnTo>
                  <a:lnTo>
                    <a:pt x="984" y="185440"/>
                  </a:lnTo>
                  <a:lnTo>
                    <a:pt x="1647" y="190698"/>
                  </a:lnTo>
                  <a:lnTo>
                    <a:pt x="2476" y="195932"/>
                  </a:lnTo>
                  <a:lnTo>
                    <a:pt x="3470" y="201138"/>
                  </a:lnTo>
                  <a:lnTo>
                    <a:pt x="4629" y="206309"/>
                  </a:lnTo>
                  <a:lnTo>
                    <a:pt x="5952" y="211441"/>
                  </a:lnTo>
                  <a:lnTo>
                    <a:pt x="7436" y="216529"/>
                  </a:lnTo>
                  <a:lnTo>
                    <a:pt x="9081" y="221567"/>
                  </a:lnTo>
                  <a:lnTo>
                    <a:pt x="10885" y="226550"/>
                  </a:lnTo>
                  <a:lnTo>
                    <a:pt x="12846" y="231474"/>
                  </a:lnTo>
                  <a:lnTo>
                    <a:pt x="14962" y="236333"/>
                  </a:lnTo>
                  <a:lnTo>
                    <a:pt x="17231" y="241122"/>
                  </a:lnTo>
                  <a:lnTo>
                    <a:pt x="19651" y="245837"/>
                  </a:lnTo>
                  <a:lnTo>
                    <a:pt x="22218" y="250473"/>
                  </a:lnTo>
                  <a:lnTo>
                    <a:pt x="24932" y="255026"/>
                  </a:lnTo>
                  <a:lnTo>
                    <a:pt x="27789" y="259489"/>
                  </a:lnTo>
                  <a:lnTo>
                    <a:pt x="30785" y="263861"/>
                  </a:lnTo>
                  <a:lnTo>
                    <a:pt x="33919" y="268135"/>
                  </a:lnTo>
                  <a:lnTo>
                    <a:pt x="37186" y="272307"/>
                  </a:lnTo>
                  <a:lnTo>
                    <a:pt x="40584" y="276374"/>
                  </a:lnTo>
                  <a:lnTo>
                    <a:pt x="44110" y="280331"/>
                  </a:lnTo>
                  <a:lnTo>
                    <a:pt x="47759" y="284175"/>
                  </a:lnTo>
                  <a:lnTo>
                    <a:pt x="51528" y="287900"/>
                  </a:lnTo>
                  <a:lnTo>
                    <a:pt x="55413" y="291505"/>
                  </a:lnTo>
                  <a:lnTo>
                    <a:pt x="59411" y="294984"/>
                  </a:lnTo>
                  <a:lnTo>
                    <a:pt x="63516" y="298335"/>
                  </a:lnTo>
                  <a:lnTo>
                    <a:pt x="67726" y="301554"/>
                  </a:lnTo>
                  <a:lnTo>
                    <a:pt x="72036" y="304638"/>
                  </a:lnTo>
                  <a:lnTo>
                    <a:pt x="76442" y="307584"/>
                  </a:lnTo>
                  <a:lnTo>
                    <a:pt x="80938" y="310389"/>
                  </a:lnTo>
                  <a:lnTo>
                    <a:pt x="85522" y="313050"/>
                  </a:lnTo>
                  <a:lnTo>
                    <a:pt x="90187" y="315564"/>
                  </a:lnTo>
                  <a:lnTo>
                    <a:pt x="94930" y="317929"/>
                  </a:lnTo>
                  <a:lnTo>
                    <a:pt x="99745" y="320143"/>
                  </a:lnTo>
                  <a:lnTo>
                    <a:pt x="104628" y="322202"/>
                  </a:lnTo>
                  <a:lnTo>
                    <a:pt x="109574" y="324106"/>
                  </a:lnTo>
                  <a:lnTo>
                    <a:pt x="114578" y="325853"/>
                  </a:lnTo>
                  <a:lnTo>
                    <a:pt x="119634" y="327439"/>
                  </a:lnTo>
                  <a:lnTo>
                    <a:pt x="124739" y="328865"/>
                  </a:lnTo>
                  <a:lnTo>
                    <a:pt x="129886" y="330128"/>
                  </a:lnTo>
                  <a:lnTo>
                    <a:pt x="135070" y="331227"/>
                  </a:lnTo>
                  <a:lnTo>
                    <a:pt x="140287" y="332162"/>
                  </a:lnTo>
                  <a:lnTo>
                    <a:pt x="145530" y="332931"/>
                  </a:lnTo>
                  <a:lnTo>
                    <a:pt x="150796" y="333533"/>
                  </a:lnTo>
                  <a:lnTo>
                    <a:pt x="156078" y="333967"/>
                  </a:lnTo>
                  <a:lnTo>
                    <a:pt x="161371" y="334234"/>
                  </a:lnTo>
                  <a:lnTo>
                    <a:pt x="166669" y="334334"/>
                  </a:lnTo>
                  <a:lnTo>
                    <a:pt x="171969" y="334265"/>
                  </a:lnTo>
                  <a:lnTo>
                    <a:pt x="177263" y="334028"/>
                  </a:lnTo>
                  <a:lnTo>
                    <a:pt x="182547" y="333624"/>
                  </a:lnTo>
                  <a:lnTo>
                    <a:pt x="187816" y="333052"/>
                  </a:lnTo>
                  <a:lnTo>
                    <a:pt x="193064" y="332314"/>
                  </a:lnTo>
                  <a:lnTo>
                    <a:pt x="198286" y="331409"/>
                  </a:lnTo>
                  <a:lnTo>
                    <a:pt x="203477" y="330340"/>
                  </a:lnTo>
                  <a:lnTo>
                    <a:pt x="208631" y="329106"/>
                  </a:lnTo>
                  <a:lnTo>
                    <a:pt x="213743" y="327710"/>
                  </a:lnTo>
                  <a:lnTo>
                    <a:pt x="218809" y="326152"/>
                  </a:lnTo>
                  <a:lnTo>
                    <a:pt x="223822" y="324435"/>
                  </a:lnTo>
                  <a:lnTo>
                    <a:pt x="228779" y="322559"/>
                  </a:lnTo>
                  <a:lnTo>
                    <a:pt x="233674" y="320527"/>
                  </a:lnTo>
                  <a:lnTo>
                    <a:pt x="238502" y="318342"/>
                  </a:lnTo>
                  <a:lnTo>
                    <a:pt x="243258" y="316004"/>
                  </a:lnTo>
                  <a:lnTo>
                    <a:pt x="247938" y="313517"/>
                  </a:lnTo>
                  <a:lnTo>
                    <a:pt x="252536" y="310882"/>
                  </a:lnTo>
                  <a:lnTo>
                    <a:pt x="257049" y="308103"/>
                  </a:lnTo>
                  <a:lnTo>
                    <a:pt x="261471" y="305183"/>
                  </a:lnTo>
                  <a:lnTo>
                    <a:pt x="265799" y="302123"/>
                  </a:lnTo>
                  <a:lnTo>
                    <a:pt x="270027" y="298929"/>
                  </a:lnTo>
                  <a:lnTo>
                    <a:pt x="274152" y="295601"/>
                  </a:lnTo>
                  <a:lnTo>
                    <a:pt x="278170" y="292145"/>
                  </a:lnTo>
                  <a:lnTo>
                    <a:pt x="282076" y="288563"/>
                  </a:lnTo>
                  <a:lnTo>
                    <a:pt x="285866" y="284859"/>
                  </a:lnTo>
                  <a:lnTo>
                    <a:pt x="289537" y="281036"/>
                  </a:lnTo>
                  <a:lnTo>
                    <a:pt x="293085" y="277100"/>
                  </a:lnTo>
                  <a:lnTo>
                    <a:pt x="296507" y="273052"/>
                  </a:lnTo>
                  <a:lnTo>
                    <a:pt x="299798" y="268899"/>
                  </a:lnTo>
                  <a:lnTo>
                    <a:pt x="302956" y="264643"/>
                  </a:lnTo>
                  <a:lnTo>
                    <a:pt x="305978" y="260289"/>
                  </a:lnTo>
                  <a:lnTo>
                    <a:pt x="308860" y="255841"/>
                  </a:lnTo>
                  <a:lnTo>
                    <a:pt x="311600" y="251305"/>
                  </a:lnTo>
                  <a:lnTo>
                    <a:pt x="314194" y="246683"/>
                  </a:lnTo>
                  <a:lnTo>
                    <a:pt x="316641" y="241982"/>
                  </a:lnTo>
                  <a:lnTo>
                    <a:pt x="318937" y="237206"/>
                  </a:lnTo>
                  <a:lnTo>
                    <a:pt x="321081" y="232359"/>
                  </a:lnTo>
                  <a:lnTo>
                    <a:pt x="323070" y="227447"/>
                  </a:lnTo>
                  <a:lnTo>
                    <a:pt x="324903" y="222474"/>
                  </a:lnTo>
                  <a:lnTo>
                    <a:pt x="326577" y="217446"/>
                  </a:lnTo>
                  <a:lnTo>
                    <a:pt x="328090" y="212367"/>
                  </a:lnTo>
                  <a:lnTo>
                    <a:pt x="329442" y="207243"/>
                  </a:lnTo>
                  <a:lnTo>
                    <a:pt x="330631" y="202078"/>
                  </a:lnTo>
                  <a:lnTo>
                    <a:pt x="331655" y="196878"/>
                  </a:lnTo>
                  <a:lnTo>
                    <a:pt x="332515" y="191649"/>
                  </a:lnTo>
                  <a:lnTo>
                    <a:pt x="333208" y="186394"/>
                  </a:lnTo>
                  <a:lnTo>
                    <a:pt x="333734" y="181121"/>
                  </a:lnTo>
                  <a:lnTo>
                    <a:pt x="334092" y="175833"/>
                  </a:lnTo>
                  <a:lnTo>
                    <a:pt x="334283" y="170537"/>
                  </a:lnTo>
                  <a:lnTo>
                    <a:pt x="334306" y="165237"/>
                  </a:lnTo>
                  <a:lnTo>
                    <a:pt x="334161" y="159940"/>
                  </a:lnTo>
                  <a:lnTo>
                    <a:pt x="333848" y="154649"/>
                  </a:lnTo>
                  <a:lnTo>
                    <a:pt x="333367" y="149371"/>
                  </a:lnTo>
                  <a:lnTo>
                    <a:pt x="332719" y="144112"/>
                  </a:lnTo>
                  <a:lnTo>
                    <a:pt x="331905" y="138875"/>
                  </a:lnTo>
                  <a:lnTo>
                    <a:pt x="330926" y="133666"/>
                  </a:lnTo>
                  <a:lnTo>
                    <a:pt x="329782" y="128492"/>
                  </a:lnTo>
                  <a:lnTo>
                    <a:pt x="328474" y="123356"/>
                  </a:lnTo>
                  <a:lnTo>
                    <a:pt x="327004" y="118264"/>
                  </a:lnTo>
                  <a:lnTo>
                    <a:pt x="325374" y="113221"/>
                  </a:lnTo>
                  <a:lnTo>
                    <a:pt x="323584" y="108233"/>
                  </a:lnTo>
                  <a:lnTo>
                    <a:pt x="321637" y="103304"/>
                  </a:lnTo>
                  <a:lnTo>
                    <a:pt x="319535" y="98439"/>
                  </a:lnTo>
                  <a:lnTo>
                    <a:pt x="317280" y="93643"/>
                  </a:lnTo>
                  <a:lnTo>
                    <a:pt x="314874" y="88921"/>
                  </a:lnTo>
                  <a:lnTo>
                    <a:pt x="312319" y="84277"/>
                  </a:lnTo>
                  <a:lnTo>
                    <a:pt x="309619" y="79717"/>
                  </a:lnTo>
                  <a:lnTo>
                    <a:pt x="306775" y="75245"/>
                  </a:lnTo>
                  <a:lnTo>
                    <a:pt x="303791" y="70865"/>
                  </a:lnTo>
                  <a:lnTo>
                    <a:pt x="300670" y="66582"/>
                  </a:lnTo>
                  <a:lnTo>
                    <a:pt x="297414" y="62400"/>
                  </a:lnTo>
                  <a:lnTo>
                    <a:pt x="294028" y="58324"/>
                  </a:lnTo>
                  <a:lnTo>
                    <a:pt x="290514" y="54357"/>
                  </a:lnTo>
                  <a:lnTo>
                    <a:pt x="286876" y="50503"/>
                  </a:lnTo>
                  <a:lnTo>
                    <a:pt x="283118" y="46766"/>
                  </a:lnTo>
                  <a:lnTo>
                    <a:pt x="279243" y="43151"/>
                  </a:lnTo>
                  <a:lnTo>
                    <a:pt x="275255" y="39660"/>
                  </a:lnTo>
                  <a:lnTo>
                    <a:pt x="271159" y="36297"/>
                  </a:lnTo>
                  <a:lnTo>
                    <a:pt x="266959" y="33066"/>
                  </a:lnTo>
                  <a:lnTo>
                    <a:pt x="262658" y="29969"/>
                  </a:lnTo>
                  <a:lnTo>
                    <a:pt x="258261" y="27011"/>
                  </a:lnTo>
                  <a:lnTo>
                    <a:pt x="253772" y="24193"/>
                  </a:lnTo>
                  <a:lnTo>
                    <a:pt x="249196" y="21519"/>
                  </a:lnTo>
                  <a:lnTo>
                    <a:pt x="244538" y="18992"/>
                  </a:lnTo>
                  <a:lnTo>
                    <a:pt x="239802" y="16613"/>
                  </a:lnTo>
                  <a:lnTo>
                    <a:pt x="234993" y="1438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22106"/>
              <a:ext cx="67843" cy="152781"/>
            </a:xfrm>
            <a:custGeom>
              <a:avLst/>
              <a:pathLst>
                <a:path w="67843" h="152781">
                  <a:moveTo>
                    <a:pt x="67843" y="0"/>
                  </a:moveTo>
                  <a:lnTo>
                    <a:pt x="0" y="152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67843" cy="167167"/>
            </a:xfrm>
            <a:custGeom>
              <a:avLst/>
              <a:pathLst>
                <a:path w="67843" h="167167">
                  <a:moveTo>
                    <a:pt x="67843" y="14385"/>
                  </a:moveTo>
                  <a:lnTo>
                    <a:pt x="62483" y="12116"/>
                  </a:lnTo>
                  <a:lnTo>
                    <a:pt x="57046" y="10034"/>
                  </a:lnTo>
                  <a:lnTo>
                    <a:pt x="51541" y="8143"/>
                  </a:lnTo>
                  <a:lnTo>
                    <a:pt x="45972" y="6445"/>
                  </a:lnTo>
                  <a:lnTo>
                    <a:pt x="40348" y="4942"/>
                  </a:lnTo>
                  <a:lnTo>
                    <a:pt x="34676" y="3636"/>
                  </a:lnTo>
                  <a:lnTo>
                    <a:pt x="28961" y="2527"/>
                  </a:lnTo>
                  <a:lnTo>
                    <a:pt x="23211" y="1619"/>
                  </a:lnTo>
                  <a:lnTo>
                    <a:pt x="17433" y="911"/>
                  </a:lnTo>
                  <a:lnTo>
                    <a:pt x="11633" y="405"/>
                  </a:lnTo>
                  <a:lnTo>
                    <a:pt x="582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39" y="4213821"/>
              <a:ext cx="248689" cy="334334"/>
            </a:xfrm>
            <a:custGeom>
              <a:avLst/>
              <a:pathLst>
                <a:path w="24868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2" y="18601"/>
                  </a:lnTo>
                  <a:lnTo>
                    <a:pt x="85835" y="21108"/>
                  </a:lnTo>
                  <a:lnTo>
                    <a:pt x="81239" y="23763"/>
                  </a:lnTo>
                  <a:lnTo>
                    <a:pt x="76730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8" y="35799"/>
                  </a:lnTo>
                  <a:lnTo>
                    <a:pt x="59650" y="39147"/>
                  </a:lnTo>
                  <a:lnTo>
                    <a:pt x="55641" y="42623"/>
                  </a:lnTo>
                  <a:lnTo>
                    <a:pt x="51743" y="46226"/>
                  </a:lnTo>
                  <a:lnTo>
                    <a:pt x="47962" y="49950"/>
                  </a:lnTo>
                  <a:lnTo>
                    <a:pt x="44302" y="53793"/>
                  </a:lnTo>
                  <a:lnTo>
                    <a:pt x="40765" y="57749"/>
                  </a:lnTo>
                  <a:lnTo>
                    <a:pt x="37355" y="61816"/>
                  </a:lnTo>
                  <a:lnTo>
                    <a:pt x="34076" y="65990"/>
                  </a:lnTo>
                  <a:lnTo>
                    <a:pt x="30931" y="70265"/>
                  </a:lnTo>
                  <a:lnTo>
                    <a:pt x="27924" y="74638"/>
                  </a:lnTo>
                  <a:lnTo>
                    <a:pt x="25057" y="79104"/>
                  </a:lnTo>
                  <a:lnTo>
                    <a:pt x="22333" y="83659"/>
                  </a:lnTo>
                  <a:lnTo>
                    <a:pt x="19755" y="88298"/>
                  </a:lnTo>
                  <a:lnTo>
                    <a:pt x="17326" y="93016"/>
                  </a:lnTo>
                  <a:lnTo>
                    <a:pt x="15048" y="97809"/>
                  </a:lnTo>
                  <a:lnTo>
                    <a:pt x="12923" y="102673"/>
                  </a:lnTo>
                  <a:lnTo>
                    <a:pt x="10953" y="107601"/>
                  </a:lnTo>
                  <a:lnTo>
                    <a:pt x="9141" y="112589"/>
                  </a:lnTo>
                  <a:lnTo>
                    <a:pt x="7488" y="117632"/>
                  </a:lnTo>
                  <a:lnTo>
                    <a:pt x="5996" y="122725"/>
                  </a:lnTo>
                  <a:lnTo>
                    <a:pt x="4667" y="127863"/>
                  </a:lnTo>
                  <a:lnTo>
                    <a:pt x="3501" y="133041"/>
                  </a:lnTo>
                  <a:lnTo>
                    <a:pt x="2500" y="138253"/>
                  </a:lnTo>
                  <a:lnTo>
                    <a:pt x="1665" y="143494"/>
                  </a:lnTo>
                  <a:lnTo>
                    <a:pt x="997" y="148759"/>
                  </a:lnTo>
                  <a:lnTo>
                    <a:pt x="496" y="154043"/>
                  </a:lnTo>
                  <a:lnTo>
                    <a:pt x="164" y="159339"/>
                  </a:lnTo>
                  <a:lnTo>
                    <a:pt x="0" y="164644"/>
                  </a:lnTo>
                  <a:lnTo>
                    <a:pt x="4" y="169951"/>
                  </a:lnTo>
                  <a:lnTo>
                    <a:pt x="176" y="175255"/>
                  </a:lnTo>
                  <a:lnTo>
                    <a:pt x="517" y="180552"/>
                  </a:lnTo>
                  <a:lnTo>
                    <a:pt x="1026" y="185834"/>
                  </a:lnTo>
                  <a:lnTo>
                    <a:pt x="1702" y="191098"/>
                  </a:lnTo>
                  <a:lnTo>
                    <a:pt x="2545" y="196338"/>
                  </a:lnTo>
                  <a:lnTo>
                    <a:pt x="3554" y="201549"/>
                  </a:lnTo>
                  <a:lnTo>
                    <a:pt x="4728" y="206724"/>
                  </a:lnTo>
                  <a:lnTo>
                    <a:pt x="6066" y="211860"/>
                  </a:lnTo>
                  <a:lnTo>
                    <a:pt x="7566" y="216951"/>
                  </a:lnTo>
                  <a:lnTo>
                    <a:pt x="9226" y="221992"/>
                  </a:lnTo>
                  <a:lnTo>
                    <a:pt x="11046" y="226977"/>
                  </a:lnTo>
                  <a:lnTo>
                    <a:pt x="13024" y="231902"/>
                  </a:lnTo>
                  <a:lnTo>
                    <a:pt x="15156" y="236762"/>
                  </a:lnTo>
                  <a:lnTo>
                    <a:pt x="17442" y="241552"/>
                  </a:lnTo>
                  <a:lnTo>
                    <a:pt x="19879" y="246266"/>
                  </a:lnTo>
                  <a:lnTo>
                    <a:pt x="22464" y="250901"/>
                  </a:lnTo>
                  <a:lnTo>
                    <a:pt x="25195" y="255452"/>
                  </a:lnTo>
                  <a:lnTo>
                    <a:pt x="28069" y="259914"/>
                  </a:lnTo>
                  <a:lnTo>
                    <a:pt x="31083" y="264282"/>
                  </a:lnTo>
                  <a:lnTo>
                    <a:pt x="34234" y="268552"/>
                  </a:lnTo>
                  <a:lnTo>
                    <a:pt x="37520" y="272720"/>
                  </a:lnTo>
                  <a:lnTo>
                    <a:pt x="40936" y="276782"/>
                  </a:lnTo>
                  <a:lnTo>
                    <a:pt x="44479" y="280733"/>
                  </a:lnTo>
                  <a:lnTo>
                    <a:pt x="48146" y="284570"/>
                  </a:lnTo>
                  <a:lnTo>
                    <a:pt x="51932" y="288288"/>
                  </a:lnTo>
                  <a:lnTo>
                    <a:pt x="55835" y="291884"/>
                  </a:lnTo>
                  <a:lnTo>
                    <a:pt x="59850" y="295355"/>
                  </a:lnTo>
                  <a:lnTo>
                    <a:pt x="63974" y="298696"/>
                  </a:lnTo>
                  <a:lnTo>
                    <a:pt x="68201" y="301905"/>
                  </a:lnTo>
                  <a:lnTo>
                    <a:pt x="72528" y="304978"/>
                  </a:lnTo>
                  <a:lnTo>
                    <a:pt x="76950" y="307913"/>
                  </a:lnTo>
                  <a:lnTo>
                    <a:pt x="81463" y="310705"/>
                  </a:lnTo>
                  <a:lnTo>
                    <a:pt x="86063" y="313352"/>
                  </a:lnTo>
                  <a:lnTo>
                    <a:pt x="90744" y="315853"/>
                  </a:lnTo>
                  <a:lnTo>
                    <a:pt x="95503" y="318203"/>
                  </a:lnTo>
                  <a:lnTo>
                    <a:pt x="100333" y="320401"/>
                  </a:lnTo>
                  <a:lnTo>
                    <a:pt x="105231" y="322445"/>
                  </a:lnTo>
                  <a:lnTo>
                    <a:pt x="110191" y="324332"/>
                  </a:lnTo>
                  <a:lnTo>
                    <a:pt x="115209" y="326061"/>
                  </a:lnTo>
                  <a:lnTo>
                    <a:pt x="120279" y="327630"/>
                  </a:lnTo>
                  <a:lnTo>
                    <a:pt x="125396" y="329037"/>
                  </a:lnTo>
                  <a:lnTo>
                    <a:pt x="130556" y="330280"/>
                  </a:lnTo>
                  <a:lnTo>
                    <a:pt x="135752" y="331360"/>
                  </a:lnTo>
                  <a:lnTo>
                    <a:pt x="140980" y="332274"/>
                  </a:lnTo>
                  <a:lnTo>
                    <a:pt x="146234" y="333021"/>
                  </a:lnTo>
                  <a:lnTo>
                    <a:pt x="151510" y="333601"/>
                  </a:lnTo>
                  <a:lnTo>
                    <a:pt x="156801" y="334014"/>
                  </a:lnTo>
                  <a:lnTo>
                    <a:pt x="162102" y="334258"/>
                  </a:lnTo>
                  <a:lnTo>
                    <a:pt x="167409" y="334334"/>
                  </a:lnTo>
                  <a:lnTo>
                    <a:pt x="172715" y="334242"/>
                  </a:lnTo>
                  <a:lnTo>
                    <a:pt x="178016" y="333981"/>
                  </a:lnTo>
                  <a:lnTo>
                    <a:pt x="183306" y="333552"/>
                  </a:lnTo>
                  <a:lnTo>
                    <a:pt x="188579" y="332955"/>
                  </a:lnTo>
                  <a:lnTo>
                    <a:pt x="193831" y="332191"/>
                  </a:lnTo>
                  <a:lnTo>
                    <a:pt x="199056" y="331261"/>
                  </a:lnTo>
                  <a:lnTo>
                    <a:pt x="204249" y="330165"/>
                  </a:lnTo>
                  <a:lnTo>
                    <a:pt x="209405" y="328905"/>
                  </a:lnTo>
                  <a:lnTo>
                    <a:pt x="214518" y="327482"/>
                  </a:lnTo>
                  <a:lnTo>
                    <a:pt x="219583" y="325898"/>
                  </a:lnTo>
                  <a:lnTo>
                    <a:pt x="224595" y="324153"/>
                  </a:lnTo>
                  <a:lnTo>
                    <a:pt x="229549" y="322251"/>
                  </a:lnTo>
                  <a:lnTo>
                    <a:pt x="234441" y="320192"/>
                  </a:lnTo>
                  <a:lnTo>
                    <a:pt x="239265" y="317979"/>
                  </a:lnTo>
                  <a:lnTo>
                    <a:pt x="244016" y="315613"/>
                  </a:lnTo>
                  <a:lnTo>
                    <a:pt x="248689" y="31309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81541" cy="145931"/>
            </a:xfrm>
            <a:custGeom>
              <a:avLst/>
              <a:pathLst>
                <a:path w="81541" h="145931">
                  <a:moveTo>
                    <a:pt x="81541" y="1459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167167" cy="313098"/>
            </a:xfrm>
            <a:custGeom>
              <a:avLst/>
              <a:pathLst>
                <a:path w="167167" h="313098">
                  <a:moveTo>
                    <a:pt x="81541" y="313098"/>
                  </a:moveTo>
                  <a:lnTo>
                    <a:pt x="86182" y="310406"/>
                  </a:lnTo>
                  <a:lnTo>
                    <a:pt x="90735" y="307567"/>
                  </a:lnTo>
                  <a:lnTo>
                    <a:pt x="95194" y="304583"/>
                  </a:lnTo>
                  <a:lnTo>
                    <a:pt x="99555" y="301457"/>
                  </a:lnTo>
                  <a:lnTo>
                    <a:pt x="103813" y="298193"/>
                  </a:lnTo>
                  <a:lnTo>
                    <a:pt x="107964" y="294793"/>
                  </a:lnTo>
                  <a:lnTo>
                    <a:pt x="112005" y="291263"/>
                  </a:lnTo>
                  <a:lnTo>
                    <a:pt x="115930" y="287604"/>
                  </a:lnTo>
                  <a:lnTo>
                    <a:pt x="119735" y="283822"/>
                  </a:lnTo>
                  <a:lnTo>
                    <a:pt x="123417" y="279919"/>
                  </a:lnTo>
                  <a:lnTo>
                    <a:pt x="126972" y="275900"/>
                  </a:lnTo>
                  <a:lnTo>
                    <a:pt x="130396" y="271769"/>
                  </a:lnTo>
                  <a:lnTo>
                    <a:pt x="133686" y="267531"/>
                  </a:lnTo>
                  <a:lnTo>
                    <a:pt x="136838" y="263189"/>
                  </a:lnTo>
                  <a:lnTo>
                    <a:pt x="139849" y="258748"/>
                  </a:lnTo>
                  <a:lnTo>
                    <a:pt x="142716" y="254212"/>
                  </a:lnTo>
                  <a:lnTo>
                    <a:pt x="145436" y="249587"/>
                  </a:lnTo>
                  <a:lnTo>
                    <a:pt x="148006" y="244877"/>
                  </a:lnTo>
                  <a:lnTo>
                    <a:pt x="150424" y="240087"/>
                  </a:lnTo>
                  <a:lnTo>
                    <a:pt x="152687" y="235222"/>
                  </a:lnTo>
                  <a:lnTo>
                    <a:pt x="154792" y="230287"/>
                  </a:lnTo>
                  <a:lnTo>
                    <a:pt x="156738" y="225287"/>
                  </a:lnTo>
                  <a:lnTo>
                    <a:pt x="158523" y="220227"/>
                  </a:lnTo>
                  <a:lnTo>
                    <a:pt x="160144" y="215112"/>
                  </a:lnTo>
                  <a:lnTo>
                    <a:pt x="161600" y="209948"/>
                  </a:lnTo>
                  <a:lnTo>
                    <a:pt x="162890" y="204740"/>
                  </a:lnTo>
                  <a:lnTo>
                    <a:pt x="164012" y="199493"/>
                  </a:lnTo>
                  <a:lnTo>
                    <a:pt x="164965" y="194213"/>
                  </a:lnTo>
                  <a:lnTo>
                    <a:pt x="165748" y="188905"/>
                  </a:lnTo>
                  <a:lnTo>
                    <a:pt x="166360" y="183574"/>
                  </a:lnTo>
                  <a:lnTo>
                    <a:pt x="166801" y="178227"/>
                  </a:lnTo>
                  <a:lnTo>
                    <a:pt x="167070" y="172868"/>
                  </a:lnTo>
                  <a:lnTo>
                    <a:pt x="167167" y="167503"/>
                  </a:lnTo>
                  <a:lnTo>
                    <a:pt x="167091" y="162138"/>
                  </a:lnTo>
                  <a:lnTo>
                    <a:pt x="166844" y="156778"/>
                  </a:lnTo>
                  <a:lnTo>
                    <a:pt x="166424" y="151429"/>
                  </a:lnTo>
                  <a:lnTo>
                    <a:pt x="165834" y="146096"/>
                  </a:lnTo>
                  <a:lnTo>
                    <a:pt x="165072" y="140785"/>
                  </a:lnTo>
                  <a:lnTo>
                    <a:pt x="164140" y="135501"/>
                  </a:lnTo>
                  <a:lnTo>
                    <a:pt x="163040" y="130250"/>
                  </a:lnTo>
                  <a:lnTo>
                    <a:pt x="161771" y="125036"/>
                  </a:lnTo>
                  <a:lnTo>
                    <a:pt x="160335" y="119866"/>
                  </a:lnTo>
                  <a:lnTo>
                    <a:pt x="158735" y="114745"/>
                  </a:lnTo>
                  <a:lnTo>
                    <a:pt x="156971" y="109678"/>
                  </a:lnTo>
                  <a:lnTo>
                    <a:pt x="155045" y="104670"/>
                  </a:lnTo>
                  <a:lnTo>
                    <a:pt x="152959" y="99726"/>
                  </a:lnTo>
                  <a:lnTo>
                    <a:pt x="150716" y="94852"/>
                  </a:lnTo>
                  <a:lnTo>
                    <a:pt x="148318" y="90053"/>
                  </a:lnTo>
                  <a:lnTo>
                    <a:pt x="145767" y="85332"/>
                  </a:lnTo>
                  <a:lnTo>
                    <a:pt x="143065" y="80696"/>
                  </a:lnTo>
                  <a:lnTo>
                    <a:pt x="140216" y="76150"/>
                  </a:lnTo>
                  <a:lnTo>
                    <a:pt x="137223" y="71697"/>
                  </a:lnTo>
                  <a:lnTo>
                    <a:pt x="134089" y="67342"/>
                  </a:lnTo>
                  <a:lnTo>
                    <a:pt x="130816" y="63090"/>
                  </a:lnTo>
                  <a:lnTo>
                    <a:pt x="127409" y="58945"/>
                  </a:lnTo>
                  <a:lnTo>
                    <a:pt x="123870" y="54912"/>
                  </a:lnTo>
                  <a:lnTo>
                    <a:pt x="120203" y="50995"/>
                  </a:lnTo>
                  <a:lnTo>
                    <a:pt x="116413" y="47197"/>
                  </a:lnTo>
                  <a:lnTo>
                    <a:pt x="112503" y="43523"/>
                  </a:lnTo>
                  <a:lnTo>
                    <a:pt x="108477" y="39976"/>
                  </a:lnTo>
                  <a:lnTo>
                    <a:pt x="104339" y="36560"/>
                  </a:lnTo>
                  <a:lnTo>
                    <a:pt x="100094" y="33279"/>
                  </a:lnTo>
                  <a:lnTo>
                    <a:pt x="95746" y="30135"/>
                  </a:lnTo>
                  <a:lnTo>
                    <a:pt x="91299" y="27133"/>
                  </a:lnTo>
                  <a:lnTo>
                    <a:pt x="86758" y="24275"/>
                  </a:lnTo>
                  <a:lnTo>
                    <a:pt x="82127" y="21565"/>
                  </a:lnTo>
                  <a:lnTo>
                    <a:pt x="77412" y="19004"/>
                  </a:lnTo>
                  <a:lnTo>
                    <a:pt x="72617" y="16596"/>
                  </a:lnTo>
                  <a:lnTo>
                    <a:pt x="67748" y="14343"/>
                  </a:lnTo>
                  <a:lnTo>
                    <a:pt x="62808" y="12248"/>
                  </a:lnTo>
                  <a:lnTo>
                    <a:pt x="57804" y="10312"/>
                  </a:lnTo>
                  <a:lnTo>
                    <a:pt x="52740" y="8537"/>
                  </a:lnTo>
                  <a:lnTo>
                    <a:pt x="47622" y="6926"/>
                  </a:lnTo>
                  <a:lnTo>
                    <a:pt x="42455" y="5481"/>
                  </a:lnTo>
                  <a:lnTo>
                    <a:pt x="37245" y="4201"/>
                  </a:lnTo>
                  <a:lnTo>
                    <a:pt x="31995" y="3090"/>
                  </a:lnTo>
                  <a:lnTo>
                    <a:pt x="26713" y="2148"/>
                  </a:lnTo>
                  <a:lnTo>
                    <a:pt x="21404" y="1375"/>
                  </a:lnTo>
                  <a:lnTo>
                    <a:pt x="16072" y="774"/>
                  </a:lnTo>
                  <a:lnTo>
                    <a:pt x="10724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73" y="4659281"/>
              <a:ext cx="167151" cy="223349"/>
            </a:xfrm>
            <a:custGeom>
              <a:avLst/>
              <a:pathLst>
                <a:path w="167151" h="223349">
                  <a:moveTo>
                    <a:pt x="167151" y="0"/>
                  </a:moveTo>
                  <a:lnTo>
                    <a:pt x="161730" y="87"/>
                  </a:lnTo>
                  <a:lnTo>
                    <a:pt x="156315" y="351"/>
                  </a:lnTo>
                  <a:lnTo>
                    <a:pt x="150911" y="790"/>
                  </a:lnTo>
                  <a:lnTo>
                    <a:pt x="145524" y="1404"/>
                  </a:lnTo>
                  <a:lnTo>
                    <a:pt x="140160" y="2193"/>
                  </a:lnTo>
                  <a:lnTo>
                    <a:pt x="134825" y="3155"/>
                  </a:lnTo>
                  <a:lnTo>
                    <a:pt x="129523" y="4289"/>
                  </a:lnTo>
                  <a:lnTo>
                    <a:pt x="124262" y="5595"/>
                  </a:lnTo>
                  <a:lnTo>
                    <a:pt x="119045" y="7071"/>
                  </a:lnTo>
                  <a:lnTo>
                    <a:pt x="113879" y="8715"/>
                  </a:lnTo>
                  <a:lnTo>
                    <a:pt x="108768" y="10526"/>
                  </a:lnTo>
                  <a:lnTo>
                    <a:pt x="103720" y="12501"/>
                  </a:lnTo>
                  <a:lnTo>
                    <a:pt x="98738" y="14639"/>
                  </a:lnTo>
                  <a:lnTo>
                    <a:pt x="93828" y="16938"/>
                  </a:lnTo>
                  <a:lnTo>
                    <a:pt x="88995" y="19395"/>
                  </a:lnTo>
                  <a:lnTo>
                    <a:pt x="84244" y="22007"/>
                  </a:lnTo>
                  <a:lnTo>
                    <a:pt x="79580" y="24772"/>
                  </a:lnTo>
                  <a:lnTo>
                    <a:pt x="75009" y="27686"/>
                  </a:lnTo>
                  <a:lnTo>
                    <a:pt x="70534" y="30748"/>
                  </a:lnTo>
                  <a:lnTo>
                    <a:pt x="66161" y="33952"/>
                  </a:lnTo>
                  <a:lnTo>
                    <a:pt x="61895" y="37297"/>
                  </a:lnTo>
                  <a:lnTo>
                    <a:pt x="57739" y="40779"/>
                  </a:lnTo>
                  <a:lnTo>
                    <a:pt x="53698" y="44393"/>
                  </a:lnTo>
                  <a:lnTo>
                    <a:pt x="49776" y="48137"/>
                  </a:lnTo>
                  <a:lnTo>
                    <a:pt x="45978" y="52005"/>
                  </a:lnTo>
                  <a:lnTo>
                    <a:pt x="42307" y="55995"/>
                  </a:lnTo>
                  <a:lnTo>
                    <a:pt x="38768" y="60102"/>
                  </a:lnTo>
                  <a:lnTo>
                    <a:pt x="35364" y="64321"/>
                  </a:lnTo>
                  <a:lnTo>
                    <a:pt x="32098" y="68649"/>
                  </a:lnTo>
                  <a:lnTo>
                    <a:pt x="28974" y="73080"/>
                  </a:lnTo>
                  <a:lnTo>
                    <a:pt x="25996" y="77610"/>
                  </a:lnTo>
                  <a:lnTo>
                    <a:pt x="23166" y="82235"/>
                  </a:lnTo>
                  <a:lnTo>
                    <a:pt x="20488" y="86948"/>
                  </a:lnTo>
                  <a:lnTo>
                    <a:pt x="17964" y="91746"/>
                  </a:lnTo>
                  <a:lnTo>
                    <a:pt x="15597" y="96624"/>
                  </a:lnTo>
                  <a:lnTo>
                    <a:pt x="13389" y="101575"/>
                  </a:lnTo>
                  <a:lnTo>
                    <a:pt x="11343" y="106596"/>
                  </a:lnTo>
                  <a:lnTo>
                    <a:pt x="9460" y="111680"/>
                  </a:lnTo>
                  <a:lnTo>
                    <a:pt x="7744" y="116823"/>
                  </a:lnTo>
                  <a:lnTo>
                    <a:pt x="6195" y="122019"/>
                  </a:lnTo>
                  <a:lnTo>
                    <a:pt x="4816" y="127262"/>
                  </a:lnTo>
                  <a:lnTo>
                    <a:pt x="3607" y="132547"/>
                  </a:lnTo>
                  <a:lnTo>
                    <a:pt x="2571" y="137868"/>
                  </a:lnTo>
                  <a:lnTo>
                    <a:pt x="1707" y="143220"/>
                  </a:lnTo>
                  <a:lnTo>
                    <a:pt x="1018" y="148598"/>
                  </a:lnTo>
                  <a:lnTo>
                    <a:pt x="503" y="153995"/>
                  </a:lnTo>
                  <a:lnTo>
                    <a:pt x="163" y="159406"/>
                  </a:lnTo>
                  <a:lnTo>
                    <a:pt x="0" y="164825"/>
                  </a:lnTo>
                  <a:lnTo>
                    <a:pt x="11" y="170246"/>
                  </a:lnTo>
                  <a:lnTo>
                    <a:pt x="199" y="175665"/>
                  </a:lnTo>
                  <a:lnTo>
                    <a:pt x="563" y="181074"/>
                  </a:lnTo>
                  <a:lnTo>
                    <a:pt x="1101" y="186469"/>
                  </a:lnTo>
                  <a:lnTo>
                    <a:pt x="1814" y="191843"/>
                  </a:lnTo>
                  <a:lnTo>
                    <a:pt x="2702" y="197191"/>
                  </a:lnTo>
                  <a:lnTo>
                    <a:pt x="3762" y="202508"/>
                  </a:lnTo>
                  <a:lnTo>
                    <a:pt x="4994" y="207788"/>
                  </a:lnTo>
                  <a:lnTo>
                    <a:pt x="6396" y="213025"/>
                  </a:lnTo>
                  <a:lnTo>
                    <a:pt x="7968" y="218214"/>
                  </a:lnTo>
                  <a:lnTo>
                    <a:pt x="9707" y="22334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9081" y="4826449"/>
              <a:ext cx="157443" cy="56181"/>
            </a:xfrm>
            <a:custGeom>
              <a:avLst/>
              <a:pathLst>
                <a:path w="157443" h="56181">
                  <a:moveTo>
                    <a:pt x="0" y="56181"/>
                  </a:moveTo>
                  <a:lnTo>
                    <a:pt x="15744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9081" y="4826449"/>
              <a:ext cx="157443" cy="75318"/>
            </a:xfrm>
            <a:custGeom>
              <a:avLst/>
              <a:pathLst>
                <a:path w="157443" h="75318">
                  <a:moveTo>
                    <a:pt x="0" y="56181"/>
                  </a:moveTo>
                  <a:lnTo>
                    <a:pt x="3804" y="65878"/>
                  </a:lnTo>
                  <a:lnTo>
                    <a:pt x="8205" y="75318"/>
                  </a:lnTo>
                  <a:lnTo>
                    <a:pt x="15744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37286" y="4659281"/>
              <a:ext cx="316391" cy="334332"/>
            </a:xfrm>
            <a:custGeom>
              <a:avLst/>
              <a:pathLst>
                <a:path w="316391" h="334332">
                  <a:moveTo>
                    <a:pt x="0" y="242485"/>
                  </a:moveTo>
                  <a:lnTo>
                    <a:pt x="2460" y="247175"/>
                  </a:lnTo>
                  <a:lnTo>
                    <a:pt x="5068" y="251784"/>
                  </a:lnTo>
                  <a:lnTo>
                    <a:pt x="7820" y="256307"/>
                  </a:lnTo>
                  <a:lnTo>
                    <a:pt x="10715" y="260742"/>
                  </a:lnTo>
                  <a:lnTo>
                    <a:pt x="13748" y="265083"/>
                  </a:lnTo>
                  <a:lnTo>
                    <a:pt x="16917" y="269325"/>
                  </a:lnTo>
                  <a:lnTo>
                    <a:pt x="20219" y="273465"/>
                  </a:lnTo>
                  <a:lnTo>
                    <a:pt x="23651" y="277498"/>
                  </a:lnTo>
                  <a:lnTo>
                    <a:pt x="27209" y="281420"/>
                  </a:lnTo>
                  <a:lnTo>
                    <a:pt x="30889" y="285228"/>
                  </a:lnTo>
                  <a:lnTo>
                    <a:pt x="34688" y="288918"/>
                  </a:lnTo>
                  <a:lnTo>
                    <a:pt x="38601" y="292485"/>
                  </a:lnTo>
                  <a:lnTo>
                    <a:pt x="42626" y="295926"/>
                  </a:lnTo>
                  <a:lnTo>
                    <a:pt x="46758" y="299238"/>
                  </a:lnTo>
                  <a:lnTo>
                    <a:pt x="50993" y="302418"/>
                  </a:lnTo>
                  <a:lnTo>
                    <a:pt x="55326" y="305462"/>
                  </a:lnTo>
                  <a:lnTo>
                    <a:pt x="59753" y="308367"/>
                  </a:lnTo>
                  <a:lnTo>
                    <a:pt x="64270" y="311130"/>
                  </a:lnTo>
                  <a:lnTo>
                    <a:pt x="68873" y="313749"/>
                  </a:lnTo>
                  <a:lnTo>
                    <a:pt x="73556" y="316221"/>
                  </a:lnTo>
                  <a:lnTo>
                    <a:pt x="78315" y="318544"/>
                  </a:lnTo>
                  <a:lnTo>
                    <a:pt x="83145" y="320714"/>
                  </a:lnTo>
                  <a:lnTo>
                    <a:pt x="88042" y="322731"/>
                  </a:lnTo>
                  <a:lnTo>
                    <a:pt x="93000" y="324591"/>
                  </a:lnTo>
                  <a:lnTo>
                    <a:pt x="98014" y="326293"/>
                  </a:lnTo>
                  <a:lnTo>
                    <a:pt x="103080" y="327836"/>
                  </a:lnTo>
                  <a:lnTo>
                    <a:pt x="108192" y="329217"/>
                  </a:lnTo>
                  <a:lnTo>
                    <a:pt x="113346" y="330436"/>
                  </a:lnTo>
                  <a:lnTo>
                    <a:pt x="118535" y="331491"/>
                  </a:lnTo>
                  <a:lnTo>
                    <a:pt x="123755" y="332381"/>
                  </a:lnTo>
                  <a:lnTo>
                    <a:pt x="129001" y="333105"/>
                  </a:lnTo>
                  <a:lnTo>
                    <a:pt x="134267" y="333663"/>
                  </a:lnTo>
                  <a:lnTo>
                    <a:pt x="139548" y="334053"/>
                  </a:lnTo>
                  <a:lnTo>
                    <a:pt x="144839" y="334276"/>
                  </a:lnTo>
                  <a:lnTo>
                    <a:pt x="150134" y="334332"/>
                  </a:lnTo>
                  <a:lnTo>
                    <a:pt x="155428" y="334220"/>
                  </a:lnTo>
                  <a:lnTo>
                    <a:pt x="160717" y="333940"/>
                  </a:lnTo>
                  <a:lnTo>
                    <a:pt x="165993" y="333493"/>
                  </a:lnTo>
                  <a:lnTo>
                    <a:pt x="171253" y="332878"/>
                  </a:lnTo>
                  <a:lnTo>
                    <a:pt x="176491" y="332098"/>
                  </a:lnTo>
                  <a:lnTo>
                    <a:pt x="181701" y="331152"/>
                  </a:lnTo>
                  <a:lnTo>
                    <a:pt x="186879" y="330042"/>
                  </a:lnTo>
                  <a:lnTo>
                    <a:pt x="192019" y="328768"/>
                  </a:lnTo>
                  <a:lnTo>
                    <a:pt x="197116" y="327331"/>
                  </a:lnTo>
                  <a:lnTo>
                    <a:pt x="202165" y="325735"/>
                  </a:lnTo>
                  <a:lnTo>
                    <a:pt x="207160" y="323979"/>
                  </a:lnTo>
                  <a:lnTo>
                    <a:pt x="212098" y="322065"/>
                  </a:lnTo>
                  <a:lnTo>
                    <a:pt x="216973" y="319997"/>
                  </a:lnTo>
                  <a:lnTo>
                    <a:pt x="221780" y="317775"/>
                  </a:lnTo>
                  <a:lnTo>
                    <a:pt x="226514" y="315401"/>
                  </a:lnTo>
                  <a:lnTo>
                    <a:pt x="231170" y="312879"/>
                  </a:lnTo>
                  <a:lnTo>
                    <a:pt x="235744" y="310211"/>
                  </a:lnTo>
                  <a:lnTo>
                    <a:pt x="240231" y="307399"/>
                  </a:lnTo>
                  <a:lnTo>
                    <a:pt x="244627" y="304447"/>
                  </a:lnTo>
                  <a:lnTo>
                    <a:pt x="248928" y="301357"/>
                  </a:lnTo>
                  <a:lnTo>
                    <a:pt x="253128" y="298132"/>
                  </a:lnTo>
                  <a:lnTo>
                    <a:pt x="257224" y="294775"/>
                  </a:lnTo>
                  <a:lnTo>
                    <a:pt x="261212" y="291291"/>
                  </a:lnTo>
                  <a:lnTo>
                    <a:pt x="265087" y="287682"/>
                  </a:lnTo>
                  <a:lnTo>
                    <a:pt x="268846" y="283952"/>
                  </a:lnTo>
                  <a:lnTo>
                    <a:pt x="272485" y="280105"/>
                  </a:lnTo>
                  <a:lnTo>
                    <a:pt x="276000" y="276145"/>
                  </a:lnTo>
                  <a:lnTo>
                    <a:pt x="279389" y="272075"/>
                  </a:lnTo>
                  <a:lnTo>
                    <a:pt x="282646" y="267900"/>
                  </a:lnTo>
                  <a:lnTo>
                    <a:pt x="285770" y="263624"/>
                  </a:lnTo>
                  <a:lnTo>
                    <a:pt x="288756" y="259251"/>
                  </a:lnTo>
                  <a:lnTo>
                    <a:pt x="291603" y="254786"/>
                  </a:lnTo>
                  <a:lnTo>
                    <a:pt x="294307" y="250233"/>
                  </a:lnTo>
                  <a:lnTo>
                    <a:pt x="296865" y="245596"/>
                  </a:lnTo>
                  <a:lnTo>
                    <a:pt x="299275" y="240881"/>
                  </a:lnTo>
                  <a:lnTo>
                    <a:pt x="301535" y="236092"/>
                  </a:lnTo>
                  <a:lnTo>
                    <a:pt x="303641" y="231233"/>
                  </a:lnTo>
                  <a:lnTo>
                    <a:pt x="305593" y="226310"/>
                  </a:lnTo>
                  <a:lnTo>
                    <a:pt x="307388" y="221328"/>
                  </a:lnTo>
                  <a:lnTo>
                    <a:pt x="309024" y="216292"/>
                  </a:lnTo>
                  <a:lnTo>
                    <a:pt x="310500" y="211206"/>
                  </a:lnTo>
                  <a:lnTo>
                    <a:pt x="311814" y="206076"/>
                  </a:lnTo>
                  <a:lnTo>
                    <a:pt x="312965" y="200908"/>
                  </a:lnTo>
                  <a:lnTo>
                    <a:pt x="313951" y="195705"/>
                  </a:lnTo>
                  <a:lnTo>
                    <a:pt x="314773" y="190473"/>
                  </a:lnTo>
                  <a:lnTo>
                    <a:pt x="315428" y="185219"/>
                  </a:lnTo>
                  <a:lnTo>
                    <a:pt x="315916" y="179946"/>
                  </a:lnTo>
                  <a:lnTo>
                    <a:pt x="316237" y="174660"/>
                  </a:lnTo>
                  <a:lnTo>
                    <a:pt x="316391" y="169367"/>
                  </a:lnTo>
                  <a:lnTo>
                    <a:pt x="316377" y="164071"/>
                  </a:lnTo>
                  <a:lnTo>
                    <a:pt x="316195" y="158779"/>
                  </a:lnTo>
                  <a:lnTo>
                    <a:pt x="315845" y="153495"/>
                  </a:lnTo>
                  <a:lnTo>
                    <a:pt x="315329" y="148225"/>
                  </a:lnTo>
                  <a:lnTo>
                    <a:pt x="314645" y="142973"/>
                  </a:lnTo>
                  <a:lnTo>
                    <a:pt x="313796" y="137746"/>
                  </a:lnTo>
                  <a:lnTo>
                    <a:pt x="312782" y="132549"/>
                  </a:lnTo>
                  <a:lnTo>
                    <a:pt x="311603" y="127386"/>
                  </a:lnTo>
                  <a:lnTo>
                    <a:pt x="310262" y="122264"/>
                  </a:lnTo>
                  <a:lnTo>
                    <a:pt x="308758" y="117186"/>
                  </a:lnTo>
                  <a:lnTo>
                    <a:pt x="307095" y="112158"/>
                  </a:lnTo>
                  <a:lnTo>
                    <a:pt x="305274" y="107186"/>
                  </a:lnTo>
                  <a:lnTo>
                    <a:pt x="303296" y="102274"/>
                  </a:lnTo>
                  <a:lnTo>
                    <a:pt x="301163" y="97427"/>
                  </a:lnTo>
                  <a:lnTo>
                    <a:pt x="298878" y="92650"/>
                  </a:lnTo>
                  <a:lnTo>
                    <a:pt x="296442" y="87947"/>
                  </a:lnTo>
                  <a:lnTo>
                    <a:pt x="293859" y="83325"/>
                  </a:lnTo>
                  <a:lnTo>
                    <a:pt x="291131" y="78786"/>
                  </a:lnTo>
                  <a:lnTo>
                    <a:pt x="288261" y="74336"/>
                  </a:lnTo>
                  <a:lnTo>
                    <a:pt x="285251" y="69979"/>
                  </a:lnTo>
                  <a:lnTo>
                    <a:pt x="282104" y="65720"/>
                  </a:lnTo>
                  <a:lnTo>
                    <a:pt x="278824" y="61562"/>
                  </a:lnTo>
                  <a:lnTo>
                    <a:pt x="275414" y="57511"/>
                  </a:lnTo>
                  <a:lnTo>
                    <a:pt x="271878" y="53569"/>
                  </a:lnTo>
                  <a:lnTo>
                    <a:pt x="268218" y="49742"/>
                  </a:lnTo>
                  <a:lnTo>
                    <a:pt x="264439" y="46032"/>
                  </a:lnTo>
                  <a:lnTo>
                    <a:pt x="260545" y="42444"/>
                  </a:lnTo>
                  <a:lnTo>
                    <a:pt x="256538" y="38981"/>
                  </a:lnTo>
                  <a:lnTo>
                    <a:pt x="252424" y="35647"/>
                  </a:lnTo>
                  <a:lnTo>
                    <a:pt x="248207" y="32445"/>
                  </a:lnTo>
                  <a:lnTo>
                    <a:pt x="243890" y="29378"/>
                  </a:lnTo>
                  <a:lnTo>
                    <a:pt x="239478" y="26449"/>
                  </a:lnTo>
                  <a:lnTo>
                    <a:pt x="234976" y="23661"/>
                  </a:lnTo>
                  <a:lnTo>
                    <a:pt x="230387" y="21017"/>
                  </a:lnTo>
                  <a:lnTo>
                    <a:pt x="225718" y="18520"/>
                  </a:lnTo>
                  <a:lnTo>
                    <a:pt x="220971" y="16173"/>
                  </a:lnTo>
                  <a:lnTo>
                    <a:pt x="216152" y="13976"/>
                  </a:lnTo>
                  <a:lnTo>
                    <a:pt x="211267" y="11934"/>
                  </a:lnTo>
                  <a:lnTo>
                    <a:pt x="206319" y="10047"/>
                  </a:lnTo>
                  <a:lnTo>
                    <a:pt x="201314" y="8318"/>
                  </a:lnTo>
                  <a:lnTo>
                    <a:pt x="196256" y="6748"/>
                  </a:lnTo>
                  <a:lnTo>
                    <a:pt x="191151" y="5339"/>
                  </a:lnTo>
                  <a:lnTo>
                    <a:pt x="186005" y="4093"/>
                  </a:lnTo>
                  <a:lnTo>
                    <a:pt x="180821" y="3010"/>
                  </a:lnTo>
                  <a:lnTo>
                    <a:pt x="175606" y="2092"/>
                  </a:lnTo>
                  <a:lnTo>
                    <a:pt x="170364" y="1340"/>
                  </a:lnTo>
                  <a:lnTo>
                    <a:pt x="165101" y="754"/>
                  </a:lnTo>
                  <a:lnTo>
                    <a:pt x="159822" y="335"/>
                  </a:lnTo>
                  <a:lnTo>
                    <a:pt x="154533" y="83"/>
                  </a:lnTo>
                  <a:lnTo>
                    <a:pt x="149238" y="0"/>
                  </a:lnTo>
                  <a:lnTo>
                    <a:pt x="1492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269" y="5018213"/>
              <a:ext cx="2451" cy="167167"/>
            </a:xfrm>
            <a:custGeom>
              <a:avLst/>
              <a:pathLst>
                <a:path w="2451" h="167167">
                  <a:moveTo>
                    <a:pt x="2451" y="0"/>
                  </a:moveTo>
                  <a:lnTo>
                    <a:pt x="0" y="17"/>
                  </a:lnTo>
                  <a:lnTo>
                    <a:pt x="245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55" y="5018213"/>
              <a:ext cx="334320" cy="334330"/>
            </a:xfrm>
            <a:custGeom>
              <a:avLst/>
              <a:pathLst>
                <a:path w="334320" h="334330">
                  <a:moveTo>
                    <a:pt x="164714" y="17"/>
                  </a:moveTo>
                  <a:lnTo>
                    <a:pt x="159424" y="179"/>
                  </a:lnTo>
                  <a:lnTo>
                    <a:pt x="154142" y="508"/>
                  </a:lnTo>
                  <a:lnTo>
                    <a:pt x="148873" y="1003"/>
                  </a:lnTo>
                  <a:lnTo>
                    <a:pt x="143623" y="1666"/>
                  </a:lnTo>
                  <a:lnTo>
                    <a:pt x="138396" y="2494"/>
                  </a:lnTo>
                  <a:lnTo>
                    <a:pt x="133198" y="3487"/>
                  </a:lnTo>
                  <a:lnTo>
                    <a:pt x="128034" y="4644"/>
                  </a:lnTo>
                  <a:lnTo>
                    <a:pt x="122909" y="5964"/>
                  </a:lnTo>
                  <a:lnTo>
                    <a:pt x="117828" y="7446"/>
                  </a:lnTo>
                  <a:lnTo>
                    <a:pt x="112797" y="9088"/>
                  </a:lnTo>
                  <a:lnTo>
                    <a:pt x="107820" y="10888"/>
                  </a:lnTo>
                  <a:lnTo>
                    <a:pt x="102903" y="12845"/>
                  </a:lnTo>
                  <a:lnTo>
                    <a:pt x="98051" y="14956"/>
                  </a:lnTo>
                  <a:lnTo>
                    <a:pt x="93267" y="17220"/>
                  </a:lnTo>
                  <a:lnTo>
                    <a:pt x="88558" y="19634"/>
                  </a:lnTo>
                  <a:lnTo>
                    <a:pt x="83927" y="22196"/>
                  </a:lnTo>
                  <a:lnTo>
                    <a:pt x="79380" y="24904"/>
                  </a:lnTo>
                  <a:lnTo>
                    <a:pt x="74921" y="27754"/>
                  </a:lnTo>
                  <a:lnTo>
                    <a:pt x="70554" y="30744"/>
                  </a:lnTo>
                  <a:lnTo>
                    <a:pt x="66284" y="33870"/>
                  </a:lnTo>
                  <a:lnTo>
                    <a:pt x="62115" y="37130"/>
                  </a:lnTo>
                  <a:lnTo>
                    <a:pt x="58052" y="40521"/>
                  </a:lnTo>
                  <a:lnTo>
                    <a:pt x="54098" y="44038"/>
                  </a:lnTo>
                  <a:lnTo>
                    <a:pt x="50257" y="47679"/>
                  </a:lnTo>
                  <a:lnTo>
                    <a:pt x="46533" y="51439"/>
                  </a:lnTo>
                  <a:lnTo>
                    <a:pt x="42930" y="55316"/>
                  </a:lnTo>
                  <a:lnTo>
                    <a:pt x="39452" y="59304"/>
                  </a:lnTo>
                  <a:lnTo>
                    <a:pt x="36102" y="63401"/>
                  </a:lnTo>
                  <a:lnTo>
                    <a:pt x="32883" y="67601"/>
                  </a:lnTo>
                  <a:lnTo>
                    <a:pt x="29799" y="71902"/>
                  </a:lnTo>
                  <a:lnTo>
                    <a:pt x="26852" y="76298"/>
                  </a:lnTo>
                  <a:lnTo>
                    <a:pt x="24046" y="80785"/>
                  </a:lnTo>
                  <a:lnTo>
                    <a:pt x="21383" y="85358"/>
                  </a:lnTo>
                  <a:lnTo>
                    <a:pt x="18867" y="90014"/>
                  </a:lnTo>
                  <a:lnTo>
                    <a:pt x="16499" y="94747"/>
                  </a:lnTo>
                  <a:lnTo>
                    <a:pt x="14282" y="99552"/>
                  </a:lnTo>
                  <a:lnTo>
                    <a:pt x="12218" y="104426"/>
                  </a:lnTo>
                  <a:lnTo>
                    <a:pt x="10310" y="109362"/>
                  </a:lnTo>
                  <a:lnTo>
                    <a:pt x="8559" y="114356"/>
                  </a:lnTo>
                  <a:lnTo>
                    <a:pt x="6967" y="119403"/>
                  </a:lnTo>
                  <a:lnTo>
                    <a:pt x="5535" y="124498"/>
                  </a:lnTo>
                  <a:lnTo>
                    <a:pt x="4265" y="129635"/>
                  </a:lnTo>
                  <a:lnTo>
                    <a:pt x="3159" y="134810"/>
                  </a:lnTo>
                  <a:lnTo>
                    <a:pt x="2217" y="140018"/>
                  </a:lnTo>
                  <a:lnTo>
                    <a:pt x="1440" y="145253"/>
                  </a:lnTo>
                  <a:lnTo>
                    <a:pt x="830" y="150510"/>
                  </a:lnTo>
                  <a:lnTo>
                    <a:pt x="386" y="155783"/>
                  </a:lnTo>
                  <a:lnTo>
                    <a:pt x="109" y="161068"/>
                  </a:lnTo>
                  <a:lnTo>
                    <a:pt x="0" y="166359"/>
                  </a:lnTo>
                  <a:lnTo>
                    <a:pt x="58" y="171651"/>
                  </a:lnTo>
                  <a:lnTo>
                    <a:pt x="283" y="176938"/>
                  </a:lnTo>
                  <a:lnTo>
                    <a:pt x="676" y="182216"/>
                  </a:lnTo>
                  <a:lnTo>
                    <a:pt x="1236" y="187478"/>
                  </a:lnTo>
                  <a:lnTo>
                    <a:pt x="1962" y="192721"/>
                  </a:lnTo>
                  <a:lnTo>
                    <a:pt x="2854" y="197937"/>
                  </a:lnTo>
                  <a:lnTo>
                    <a:pt x="3910" y="203123"/>
                  </a:lnTo>
                  <a:lnTo>
                    <a:pt x="5130" y="208272"/>
                  </a:lnTo>
                  <a:lnTo>
                    <a:pt x="6512" y="213381"/>
                  </a:lnTo>
                  <a:lnTo>
                    <a:pt x="8056" y="218443"/>
                  </a:lnTo>
                  <a:lnTo>
                    <a:pt x="9759" y="223454"/>
                  </a:lnTo>
                  <a:lnTo>
                    <a:pt x="11619" y="228408"/>
                  </a:lnTo>
                  <a:lnTo>
                    <a:pt x="13636" y="233301"/>
                  </a:lnTo>
                  <a:lnTo>
                    <a:pt x="15806" y="238128"/>
                  </a:lnTo>
                  <a:lnTo>
                    <a:pt x="18128" y="242883"/>
                  </a:lnTo>
                  <a:lnTo>
                    <a:pt x="20599" y="247563"/>
                  </a:lnTo>
                  <a:lnTo>
                    <a:pt x="23218" y="252162"/>
                  </a:lnTo>
                  <a:lnTo>
                    <a:pt x="25980" y="256676"/>
                  </a:lnTo>
                  <a:lnTo>
                    <a:pt x="28884" y="261100"/>
                  </a:lnTo>
                  <a:lnTo>
                    <a:pt x="31927" y="265430"/>
                  </a:lnTo>
                  <a:lnTo>
                    <a:pt x="35105" y="269662"/>
                  </a:lnTo>
                  <a:lnTo>
                    <a:pt x="38416" y="273790"/>
                  </a:lnTo>
                  <a:lnTo>
                    <a:pt x="41855" y="277812"/>
                  </a:lnTo>
                  <a:lnTo>
                    <a:pt x="45420" y="281724"/>
                  </a:lnTo>
                  <a:lnTo>
                    <a:pt x="49108" y="285520"/>
                  </a:lnTo>
                  <a:lnTo>
                    <a:pt x="52913" y="289197"/>
                  </a:lnTo>
                  <a:lnTo>
                    <a:pt x="56833" y="292753"/>
                  </a:lnTo>
                  <a:lnTo>
                    <a:pt x="60864" y="296182"/>
                  </a:lnTo>
                  <a:lnTo>
                    <a:pt x="65001" y="299483"/>
                  </a:lnTo>
                  <a:lnTo>
                    <a:pt x="69240" y="302650"/>
                  </a:lnTo>
                  <a:lnTo>
                    <a:pt x="73578" y="305682"/>
                  </a:lnTo>
                  <a:lnTo>
                    <a:pt x="78009" y="308575"/>
                  </a:lnTo>
                  <a:lnTo>
                    <a:pt x="82530" y="311326"/>
                  </a:lnTo>
                  <a:lnTo>
                    <a:pt x="87136" y="313933"/>
                  </a:lnTo>
                  <a:lnTo>
                    <a:pt x="91822" y="316393"/>
                  </a:lnTo>
                  <a:lnTo>
                    <a:pt x="96583" y="318703"/>
                  </a:lnTo>
                  <a:lnTo>
                    <a:pt x="101415" y="320861"/>
                  </a:lnTo>
                  <a:lnTo>
                    <a:pt x="106313" y="322865"/>
                  </a:lnTo>
                  <a:lnTo>
                    <a:pt x="111272" y="324713"/>
                  </a:lnTo>
                  <a:lnTo>
                    <a:pt x="116287" y="326404"/>
                  </a:lnTo>
                  <a:lnTo>
                    <a:pt x="121353" y="327934"/>
                  </a:lnTo>
                  <a:lnTo>
                    <a:pt x="126465" y="329304"/>
                  </a:lnTo>
                  <a:lnTo>
                    <a:pt x="131617" y="330511"/>
                  </a:lnTo>
                  <a:lnTo>
                    <a:pt x="136806" y="331554"/>
                  </a:lnTo>
                  <a:lnTo>
                    <a:pt x="142024" y="332433"/>
                  </a:lnTo>
                  <a:lnTo>
                    <a:pt x="147268" y="333146"/>
                  </a:lnTo>
                  <a:lnTo>
                    <a:pt x="152532" y="333693"/>
                  </a:lnTo>
                  <a:lnTo>
                    <a:pt x="157811" y="334072"/>
                  </a:lnTo>
                  <a:lnTo>
                    <a:pt x="163099" y="334285"/>
                  </a:lnTo>
                  <a:lnTo>
                    <a:pt x="168391" y="334330"/>
                  </a:lnTo>
                  <a:lnTo>
                    <a:pt x="173681" y="334207"/>
                  </a:lnTo>
                  <a:lnTo>
                    <a:pt x="178966" y="333917"/>
                  </a:lnTo>
                  <a:lnTo>
                    <a:pt x="184238" y="333460"/>
                  </a:lnTo>
                  <a:lnTo>
                    <a:pt x="189493" y="332837"/>
                  </a:lnTo>
                  <a:lnTo>
                    <a:pt x="194726" y="332047"/>
                  </a:lnTo>
                  <a:lnTo>
                    <a:pt x="199931" y="331092"/>
                  </a:lnTo>
                  <a:lnTo>
                    <a:pt x="205104" y="329972"/>
                  </a:lnTo>
                  <a:lnTo>
                    <a:pt x="210238" y="328690"/>
                  </a:lnTo>
                  <a:lnTo>
                    <a:pt x="215330" y="327245"/>
                  </a:lnTo>
                  <a:lnTo>
                    <a:pt x="220372" y="325641"/>
                  </a:lnTo>
                  <a:lnTo>
                    <a:pt x="225362" y="323877"/>
                  </a:lnTo>
                  <a:lnTo>
                    <a:pt x="230293" y="321956"/>
                  </a:lnTo>
                  <a:lnTo>
                    <a:pt x="235162" y="319880"/>
                  </a:lnTo>
                  <a:lnTo>
                    <a:pt x="239961" y="317652"/>
                  </a:lnTo>
                  <a:lnTo>
                    <a:pt x="244688" y="315272"/>
                  </a:lnTo>
                  <a:lnTo>
                    <a:pt x="249338" y="312744"/>
                  </a:lnTo>
                  <a:lnTo>
                    <a:pt x="253905" y="310070"/>
                  </a:lnTo>
                  <a:lnTo>
                    <a:pt x="258384" y="307252"/>
                  </a:lnTo>
                  <a:lnTo>
                    <a:pt x="262773" y="304295"/>
                  </a:lnTo>
                  <a:lnTo>
                    <a:pt x="267066" y="301200"/>
                  </a:lnTo>
                  <a:lnTo>
                    <a:pt x="271258" y="297970"/>
                  </a:lnTo>
                  <a:lnTo>
                    <a:pt x="275347" y="294610"/>
                  </a:lnTo>
                  <a:lnTo>
                    <a:pt x="279326" y="291122"/>
                  </a:lnTo>
                  <a:lnTo>
                    <a:pt x="283194" y="287509"/>
                  </a:lnTo>
                  <a:lnTo>
                    <a:pt x="286945" y="283776"/>
                  </a:lnTo>
                  <a:lnTo>
                    <a:pt x="290576" y="279926"/>
                  </a:lnTo>
                  <a:lnTo>
                    <a:pt x="294084" y="275963"/>
                  </a:lnTo>
                  <a:lnTo>
                    <a:pt x="297464" y="271891"/>
                  </a:lnTo>
                  <a:lnTo>
                    <a:pt x="300713" y="267714"/>
                  </a:lnTo>
                  <a:lnTo>
                    <a:pt x="303829" y="263436"/>
                  </a:lnTo>
                  <a:lnTo>
                    <a:pt x="306808" y="259062"/>
                  </a:lnTo>
                  <a:lnTo>
                    <a:pt x="309647" y="254596"/>
                  </a:lnTo>
                  <a:lnTo>
                    <a:pt x="312343" y="250042"/>
                  </a:lnTo>
                  <a:lnTo>
                    <a:pt x="314894" y="245405"/>
                  </a:lnTo>
                  <a:lnTo>
                    <a:pt x="317296" y="240690"/>
                  </a:lnTo>
                  <a:lnTo>
                    <a:pt x="319548" y="235901"/>
                  </a:lnTo>
                  <a:lnTo>
                    <a:pt x="321648" y="231043"/>
                  </a:lnTo>
                  <a:lnTo>
                    <a:pt x="323592" y="226121"/>
                  </a:lnTo>
                  <a:lnTo>
                    <a:pt x="325380" y="221140"/>
                  </a:lnTo>
                  <a:lnTo>
                    <a:pt x="327009" y="216104"/>
                  </a:lnTo>
                  <a:lnTo>
                    <a:pt x="328478" y="211020"/>
                  </a:lnTo>
                  <a:lnTo>
                    <a:pt x="329785" y="205892"/>
                  </a:lnTo>
                  <a:lnTo>
                    <a:pt x="330929" y="200725"/>
                  </a:lnTo>
                  <a:lnTo>
                    <a:pt x="331910" y="195524"/>
                  </a:lnTo>
                  <a:lnTo>
                    <a:pt x="332725" y="190295"/>
                  </a:lnTo>
                  <a:lnTo>
                    <a:pt x="333374" y="185043"/>
                  </a:lnTo>
                  <a:lnTo>
                    <a:pt x="333856" y="179773"/>
                  </a:lnTo>
                  <a:lnTo>
                    <a:pt x="334172" y="174490"/>
                  </a:lnTo>
                  <a:lnTo>
                    <a:pt x="334320" y="169200"/>
                  </a:lnTo>
                  <a:lnTo>
                    <a:pt x="334301" y="163908"/>
                  </a:lnTo>
                  <a:lnTo>
                    <a:pt x="334114" y="158619"/>
                  </a:lnTo>
                  <a:lnTo>
                    <a:pt x="333760" y="153339"/>
                  </a:lnTo>
                  <a:lnTo>
                    <a:pt x="333238" y="148073"/>
                  </a:lnTo>
                  <a:lnTo>
                    <a:pt x="332551" y="142825"/>
                  </a:lnTo>
                  <a:lnTo>
                    <a:pt x="331697" y="137602"/>
                  </a:lnTo>
                  <a:lnTo>
                    <a:pt x="330679" y="132409"/>
                  </a:lnTo>
                  <a:lnTo>
                    <a:pt x="329497" y="127251"/>
                  </a:lnTo>
                  <a:lnTo>
                    <a:pt x="328152" y="122132"/>
                  </a:lnTo>
                  <a:lnTo>
                    <a:pt x="326646" y="117059"/>
                  </a:lnTo>
                  <a:lnTo>
                    <a:pt x="324980" y="112036"/>
                  </a:lnTo>
                  <a:lnTo>
                    <a:pt x="323156" y="107068"/>
                  </a:lnTo>
                  <a:lnTo>
                    <a:pt x="321175" y="102160"/>
                  </a:lnTo>
                  <a:lnTo>
                    <a:pt x="319040" y="97318"/>
                  </a:lnTo>
                  <a:lnTo>
                    <a:pt x="316753" y="92545"/>
                  </a:lnTo>
                  <a:lnTo>
                    <a:pt x="314316" y="87848"/>
                  </a:lnTo>
                  <a:lnTo>
                    <a:pt x="311732" y="83230"/>
                  </a:lnTo>
                  <a:lnTo>
                    <a:pt x="309002" y="78696"/>
                  </a:lnTo>
                  <a:lnTo>
                    <a:pt x="306131" y="74250"/>
                  </a:lnTo>
                  <a:lnTo>
                    <a:pt x="303120" y="69898"/>
                  </a:lnTo>
                  <a:lnTo>
                    <a:pt x="299973" y="65643"/>
                  </a:lnTo>
                  <a:lnTo>
                    <a:pt x="296693" y="61490"/>
                  </a:lnTo>
                  <a:lnTo>
                    <a:pt x="293283" y="57443"/>
                  </a:lnTo>
                  <a:lnTo>
                    <a:pt x="289746" y="53506"/>
                  </a:lnTo>
                  <a:lnTo>
                    <a:pt x="286087" y="49683"/>
                  </a:lnTo>
                  <a:lnTo>
                    <a:pt x="282309" y="45977"/>
                  </a:lnTo>
                  <a:lnTo>
                    <a:pt x="278415" y="42393"/>
                  </a:lnTo>
                  <a:lnTo>
                    <a:pt x="274409" y="38934"/>
                  </a:lnTo>
                  <a:lnTo>
                    <a:pt x="270297" y="35604"/>
                  </a:lnTo>
                  <a:lnTo>
                    <a:pt x="266080" y="32405"/>
                  </a:lnTo>
                  <a:lnTo>
                    <a:pt x="261765" y="29342"/>
                  </a:lnTo>
                  <a:lnTo>
                    <a:pt x="257355" y="26416"/>
                  </a:lnTo>
                  <a:lnTo>
                    <a:pt x="252854" y="23632"/>
                  </a:lnTo>
                  <a:lnTo>
                    <a:pt x="248268" y="20992"/>
                  </a:lnTo>
                  <a:lnTo>
                    <a:pt x="243600" y="18498"/>
                  </a:lnTo>
                  <a:lnTo>
                    <a:pt x="238856" y="16153"/>
                  </a:lnTo>
                  <a:lnTo>
                    <a:pt x="234040" y="13959"/>
                  </a:lnTo>
                  <a:lnTo>
                    <a:pt x="229157" y="11919"/>
                  </a:lnTo>
                  <a:lnTo>
                    <a:pt x="224212" y="10034"/>
                  </a:lnTo>
                  <a:lnTo>
                    <a:pt x="219209" y="8307"/>
                  </a:lnTo>
                  <a:lnTo>
                    <a:pt x="214155" y="6740"/>
                  </a:lnTo>
                  <a:lnTo>
                    <a:pt x="209053" y="5333"/>
                  </a:lnTo>
                  <a:lnTo>
                    <a:pt x="203909" y="4088"/>
                  </a:lnTo>
                  <a:lnTo>
                    <a:pt x="198729" y="3006"/>
                  </a:lnTo>
                  <a:lnTo>
                    <a:pt x="193517" y="2090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36" y="5269756"/>
              <a:ext cx="167164" cy="194920"/>
            </a:xfrm>
            <a:custGeom>
              <a:avLst/>
              <a:pathLst>
                <a:path w="167164" h="194920">
                  <a:moveTo>
                    <a:pt x="167164" y="0"/>
                  </a:moveTo>
                  <a:lnTo>
                    <a:pt x="161786" y="86"/>
                  </a:lnTo>
                  <a:lnTo>
                    <a:pt x="156413" y="346"/>
                  </a:lnTo>
                  <a:lnTo>
                    <a:pt x="151052" y="778"/>
                  </a:lnTo>
                  <a:lnTo>
                    <a:pt x="145707" y="1382"/>
                  </a:lnTo>
                  <a:lnTo>
                    <a:pt x="140385" y="2158"/>
                  </a:lnTo>
                  <a:lnTo>
                    <a:pt x="135090" y="3105"/>
                  </a:lnTo>
                  <a:lnTo>
                    <a:pt x="129828" y="4222"/>
                  </a:lnTo>
                  <a:lnTo>
                    <a:pt x="124605" y="5508"/>
                  </a:lnTo>
                  <a:lnTo>
                    <a:pt x="119426" y="6961"/>
                  </a:lnTo>
                  <a:lnTo>
                    <a:pt x="114297" y="8579"/>
                  </a:lnTo>
                  <a:lnTo>
                    <a:pt x="109222" y="10362"/>
                  </a:lnTo>
                  <a:lnTo>
                    <a:pt x="104208" y="12308"/>
                  </a:lnTo>
                  <a:lnTo>
                    <a:pt x="99258" y="14413"/>
                  </a:lnTo>
                  <a:lnTo>
                    <a:pt x="94379" y="16677"/>
                  </a:lnTo>
                  <a:lnTo>
                    <a:pt x="89575" y="19096"/>
                  </a:lnTo>
                  <a:lnTo>
                    <a:pt x="84851" y="21669"/>
                  </a:lnTo>
                  <a:lnTo>
                    <a:pt x="80213" y="24393"/>
                  </a:lnTo>
                  <a:lnTo>
                    <a:pt x="75665" y="27264"/>
                  </a:lnTo>
                  <a:lnTo>
                    <a:pt x="71211" y="30280"/>
                  </a:lnTo>
                  <a:lnTo>
                    <a:pt x="66857" y="33438"/>
                  </a:lnTo>
                  <a:lnTo>
                    <a:pt x="62606" y="36734"/>
                  </a:lnTo>
                  <a:lnTo>
                    <a:pt x="58464" y="40166"/>
                  </a:lnTo>
                  <a:lnTo>
                    <a:pt x="54435" y="43729"/>
                  </a:lnTo>
                  <a:lnTo>
                    <a:pt x="50522" y="47419"/>
                  </a:lnTo>
                  <a:lnTo>
                    <a:pt x="46730" y="51234"/>
                  </a:lnTo>
                  <a:lnTo>
                    <a:pt x="43062" y="55168"/>
                  </a:lnTo>
                  <a:lnTo>
                    <a:pt x="39523" y="59219"/>
                  </a:lnTo>
                  <a:lnTo>
                    <a:pt x="36116" y="63381"/>
                  </a:lnTo>
                  <a:lnTo>
                    <a:pt x="32845" y="67651"/>
                  </a:lnTo>
                  <a:lnTo>
                    <a:pt x="29713" y="72024"/>
                  </a:lnTo>
                  <a:lnTo>
                    <a:pt x="26723" y="76495"/>
                  </a:lnTo>
                  <a:lnTo>
                    <a:pt x="23879" y="81061"/>
                  </a:lnTo>
                  <a:lnTo>
                    <a:pt x="21183" y="85715"/>
                  </a:lnTo>
                  <a:lnTo>
                    <a:pt x="18638" y="90454"/>
                  </a:lnTo>
                  <a:lnTo>
                    <a:pt x="16247" y="95272"/>
                  </a:lnTo>
                  <a:lnTo>
                    <a:pt x="14012" y="100164"/>
                  </a:lnTo>
                  <a:lnTo>
                    <a:pt x="11936" y="105126"/>
                  </a:lnTo>
                  <a:lnTo>
                    <a:pt x="10020" y="110152"/>
                  </a:lnTo>
                  <a:lnTo>
                    <a:pt x="8267" y="115237"/>
                  </a:lnTo>
                  <a:lnTo>
                    <a:pt x="6679" y="120376"/>
                  </a:lnTo>
                  <a:lnTo>
                    <a:pt x="5256" y="125564"/>
                  </a:lnTo>
                  <a:lnTo>
                    <a:pt x="4002" y="130794"/>
                  </a:lnTo>
                  <a:lnTo>
                    <a:pt x="2916" y="136062"/>
                  </a:lnTo>
                  <a:lnTo>
                    <a:pt x="2000" y="141363"/>
                  </a:lnTo>
                  <a:lnTo>
                    <a:pt x="1256" y="146690"/>
                  </a:lnTo>
                  <a:lnTo>
                    <a:pt x="683" y="152038"/>
                  </a:lnTo>
                  <a:lnTo>
                    <a:pt x="282" y="157402"/>
                  </a:lnTo>
                  <a:lnTo>
                    <a:pt x="54" y="162776"/>
                  </a:lnTo>
                  <a:lnTo>
                    <a:pt x="0" y="168154"/>
                  </a:lnTo>
                  <a:lnTo>
                    <a:pt x="118" y="173532"/>
                  </a:lnTo>
                  <a:lnTo>
                    <a:pt x="409" y="178903"/>
                  </a:lnTo>
                  <a:lnTo>
                    <a:pt x="873" y="184261"/>
                  </a:lnTo>
                  <a:lnTo>
                    <a:pt x="1509" y="189603"/>
                  </a:lnTo>
                  <a:lnTo>
                    <a:pt x="2317" y="19492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9653" y="5269756"/>
              <a:ext cx="332000" cy="334332"/>
            </a:xfrm>
            <a:custGeom>
              <a:avLst/>
              <a:pathLst>
                <a:path w="332000" h="334332">
                  <a:moveTo>
                    <a:pt x="0" y="194920"/>
                  </a:moveTo>
                  <a:lnTo>
                    <a:pt x="965" y="200146"/>
                  </a:lnTo>
                  <a:lnTo>
                    <a:pt x="2096" y="205337"/>
                  </a:lnTo>
                  <a:lnTo>
                    <a:pt x="3391" y="210491"/>
                  </a:lnTo>
                  <a:lnTo>
                    <a:pt x="4850" y="215600"/>
                  </a:lnTo>
                  <a:lnTo>
                    <a:pt x="6470" y="220661"/>
                  </a:lnTo>
                  <a:lnTo>
                    <a:pt x="8250" y="225667"/>
                  </a:lnTo>
                  <a:lnTo>
                    <a:pt x="10188" y="230615"/>
                  </a:lnTo>
                  <a:lnTo>
                    <a:pt x="12283" y="235498"/>
                  </a:lnTo>
                  <a:lnTo>
                    <a:pt x="14532" y="240312"/>
                  </a:lnTo>
                  <a:lnTo>
                    <a:pt x="16932" y="245053"/>
                  </a:lnTo>
                  <a:lnTo>
                    <a:pt x="19482" y="249714"/>
                  </a:lnTo>
                  <a:lnTo>
                    <a:pt x="22179" y="254293"/>
                  </a:lnTo>
                  <a:lnTo>
                    <a:pt x="25020" y="258783"/>
                  </a:lnTo>
                  <a:lnTo>
                    <a:pt x="28003" y="263181"/>
                  </a:lnTo>
                  <a:lnTo>
                    <a:pt x="31123" y="267481"/>
                  </a:lnTo>
                  <a:lnTo>
                    <a:pt x="34379" y="271681"/>
                  </a:lnTo>
                  <a:lnTo>
                    <a:pt x="37767" y="275774"/>
                  </a:lnTo>
                  <a:lnTo>
                    <a:pt x="41283" y="279758"/>
                  </a:lnTo>
                  <a:lnTo>
                    <a:pt x="44924" y="283629"/>
                  </a:lnTo>
                  <a:lnTo>
                    <a:pt x="48685" y="287381"/>
                  </a:lnTo>
                  <a:lnTo>
                    <a:pt x="52565" y="291012"/>
                  </a:lnTo>
                  <a:lnTo>
                    <a:pt x="56558" y="294518"/>
                  </a:lnTo>
                  <a:lnTo>
                    <a:pt x="60660" y="297896"/>
                  </a:lnTo>
                  <a:lnTo>
                    <a:pt x="64867" y="301141"/>
                  </a:lnTo>
                  <a:lnTo>
                    <a:pt x="69176" y="304251"/>
                  </a:lnTo>
                  <a:lnTo>
                    <a:pt x="73581" y="307222"/>
                  </a:lnTo>
                  <a:lnTo>
                    <a:pt x="78078" y="310052"/>
                  </a:lnTo>
                  <a:lnTo>
                    <a:pt x="82663" y="312737"/>
                  </a:lnTo>
                  <a:lnTo>
                    <a:pt x="87331" y="315276"/>
                  </a:lnTo>
                  <a:lnTo>
                    <a:pt x="92078" y="317665"/>
                  </a:lnTo>
                  <a:lnTo>
                    <a:pt x="96897" y="319901"/>
                  </a:lnTo>
                  <a:lnTo>
                    <a:pt x="101786" y="321984"/>
                  </a:lnTo>
                  <a:lnTo>
                    <a:pt x="106738" y="323910"/>
                  </a:lnTo>
                  <a:lnTo>
                    <a:pt x="111749" y="325677"/>
                  </a:lnTo>
                  <a:lnTo>
                    <a:pt x="116814" y="327285"/>
                  </a:lnTo>
                  <a:lnTo>
                    <a:pt x="121927" y="328731"/>
                  </a:lnTo>
                  <a:lnTo>
                    <a:pt x="127083" y="330013"/>
                  </a:lnTo>
                  <a:lnTo>
                    <a:pt x="132278" y="331131"/>
                  </a:lnTo>
                  <a:lnTo>
                    <a:pt x="137506" y="332083"/>
                  </a:lnTo>
                  <a:lnTo>
                    <a:pt x="142761" y="332869"/>
                  </a:lnTo>
                  <a:lnTo>
                    <a:pt x="148038" y="333487"/>
                  </a:lnTo>
                  <a:lnTo>
                    <a:pt x="153333" y="333937"/>
                  </a:lnTo>
                  <a:lnTo>
                    <a:pt x="158639" y="334219"/>
                  </a:lnTo>
                  <a:lnTo>
                    <a:pt x="163951" y="334332"/>
                  </a:lnTo>
                  <a:lnTo>
                    <a:pt x="169265" y="334276"/>
                  </a:lnTo>
                  <a:lnTo>
                    <a:pt x="174574" y="334051"/>
                  </a:lnTo>
                  <a:lnTo>
                    <a:pt x="179873" y="333658"/>
                  </a:lnTo>
                  <a:lnTo>
                    <a:pt x="185156" y="333096"/>
                  </a:lnTo>
                  <a:lnTo>
                    <a:pt x="190420" y="332367"/>
                  </a:lnTo>
                  <a:lnTo>
                    <a:pt x="195657" y="331471"/>
                  </a:lnTo>
                  <a:lnTo>
                    <a:pt x="200863" y="330408"/>
                  </a:lnTo>
                  <a:lnTo>
                    <a:pt x="206033" y="329181"/>
                  </a:lnTo>
                  <a:lnTo>
                    <a:pt x="211162" y="327790"/>
                  </a:lnTo>
                  <a:lnTo>
                    <a:pt x="216243" y="326237"/>
                  </a:lnTo>
                  <a:lnTo>
                    <a:pt x="221273" y="324523"/>
                  </a:lnTo>
                  <a:lnTo>
                    <a:pt x="226245" y="322651"/>
                  </a:lnTo>
                  <a:lnTo>
                    <a:pt x="231156" y="320621"/>
                  </a:lnTo>
                  <a:lnTo>
                    <a:pt x="236000" y="318436"/>
                  </a:lnTo>
                  <a:lnTo>
                    <a:pt x="240771" y="316098"/>
                  </a:lnTo>
                  <a:lnTo>
                    <a:pt x="245466" y="313610"/>
                  </a:lnTo>
                  <a:lnTo>
                    <a:pt x="250080" y="310973"/>
                  </a:lnTo>
                  <a:lnTo>
                    <a:pt x="254607" y="308192"/>
                  </a:lnTo>
                  <a:lnTo>
                    <a:pt x="259044" y="305268"/>
                  </a:lnTo>
                  <a:lnTo>
                    <a:pt x="263385" y="302204"/>
                  </a:lnTo>
                  <a:lnTo>
                    <a:pt x="267627" y="299004"/>
                  </a:lnTo>
                  <a:lnTo>
                    <a:pt x="271766" y="295671"/>
                  </a:lnTo>
                  <a:lnTo>
                    <a:pt x="275796" y="292208"/>
                  </a:lnTo>
                  <a:lnTo>
                    <a:pt x="279714" y="288619"/>
                  </a:lnTo>
                  <a:lnTo>
                    <a:pt x="283516" y="284907"/>
                  </a:lnTo>
                  <a:lnTo>
                    <a:pt x="287198" y="281076"/>
                  </a:lnTo>
                  <a:lnTo>
                    <a:pt x="290756" y="277130"/>
                  </a:lnTo>
                  <a:lnTo>
                    <a:pt x="294187" y="273073"/>
                  </a:lnTo>
                  <a:lnTo>
                    <a:pt x="297488" y="268908"/>
                  </a:lnTo>
                  <a:lnTo>
                    <a:pt x="300655" y="264641"/>
                  </a:lnTo>
                  <a:lnTo>
                    <a:pt x="303684" y="260276"/>
                  </a:lnTo>
                  <a:lnTo>
                    <a:pt x="306573" y="255816"/>
                  </a:lnTo>
                  <a:lnTo>
                    <a:pt x="309319" y="251267"/>
                  </a:lnTo>
                  <a:lnTo>
                    <a:pt x="311919" y="246633"/>
                  </a:lnTo>
                  <a:lnTo>
                    <a:pt x="314370" y="241919"/>
                  </a:lnTo>
                  <a:lnTo>
                    <a:pt x="316670" y="237129"/>
                  </a:lnTo>
                  <a:lnTo>
                    <a:pt x="318817" y="232268"/>
                  </a:lnTo>
                  <a:lnTo>
                    <a:pt x="320808" y="227342"/>
                  </a:lnTo>
                  <a:lnTo>
                    <a:pt x="322642" y="222355"/>
                  </a:lnTo>
                  <a:lnTo>
                    <a:pt x="324316" y="217312"/>
                  </a:lnTo>
                  <a:lnTo>
                    <a:pt x="325829" y="212218"/>
                  </a:lnTo>
                  <a:lnTo>
                    <a:pt x="327180" y="207079"/>
                  </a:lnTo>
                  <a:lnTo>
                    <a:pt x="328366" y="201900"/>
                  </a:lnTo>
                  <a:lnTo>
                    <a:pt x="329388" y="196685"/>
                  </a:lnTo>
                  <a:lnTo>
                    <a:pt x="330243" y="191441"/>
                  </a:lnTo>
                  <a:lnTo>
                    <a:pt x="330931" y="186172"/>
                  </a:lnTo>
                  <a:lnTo>
                    <a:pt x="331451" y="180884"/>
                  </a:lnTo>
                  <a:lnTo>
                    <a:pt x="331803" y="175582"/>
                  </a:lnTo>
                  <a:lnTo>
                    <a:pt x="331986" y="170271"/>
                  </a:lnTo>
                  <a:lnTo>
                    <a:pt x="332000" y="164958"/>
                  </a:lnTo>
                  <a:lnTo>
                    <a:pt x="331845" y="159647"/>
                  </a:lnTo>
                  <a:lnTo>
                    <a:pt x="331522" y="154343"/>
                  </a:lnTo>
                  <a:lnTo>
                    <a:pt x="331030" y="149052"/>
                  </a:lnTo>
                  <a:lnTo>
                    <a:pt x="330370" y="143780"/>
                  </a:lnTo>
                  <a:lnTo>
                    <a:pt x="329543" y="138531"/>
                  </a:lnTo>
                  <a:lnTo>
                    <a:pt x="328550" y="133311"/>
                  </a:lnTo>
                  <a:lnTo>
                    <a:pt x="327391" y="128125"/>
                  </a:lnTo>
                  <a:lnTo>
                    <a:pt x="326068" y="122979"/>
                  </a:lnTo>
                  <a:lnTo>
                    <a:pt x="324583" y="117877"/>
                  </a:lnTo>
                  <a:lnTo>
                    <a:pt x="322935" y="112825"/>
                  </a:lnTo>
                  <a:lnTo>
                    <a:pt x="321128" y="107828"/>
                  </a:lnTo>
                  <a:lnTo>
                    <a:pt x="319164" y="102891"/>
                  </a:lnTo>
                  <a:lnTo>
                    <a:pt x="317043" y="98019"/>
                  </a:lnTo>
                  <a:lnTo>
                    <a:pt x="314768" y="93217"/>
                  </a:lnTo>
                  <a:lnTo>
                    <a:pt x="312342" y="88490"/>
                  </a:lnTo>
                  <a:lnTo>
                    <a:pt x="309767" y="83842"/>
                  </a:lnTo>
                  <a:lnTo>
                    <a:pt x="307046" y="79278"/>
                  </a:lnTo>
                  <a:lnTo>
                    <a:pt x="304181" y="74803"/>
                  </a:lnTo>
                  <a:lnTo>
                    <a:pt x="301175" y="70422"/>
                  </a:lnTo>
                  <a:lnTo>
                    <a:pt x="298031" y="66138"/>
                  </a:lnTo>
                  <a:lnTo>
                    <a:pt x="294753" y="61956"/>
                  </a:lnTo>
                  <a:lnTo>
                    <a:pt x="291344" y="57880"/>
                  </a:lnTo>
                  <a:lnTo>
                    <a:pt x="287806" y="53915"/>
                  </a:lnTo>
                  <a:lnTo>
                    <a:pt x="284145" y="50064"/>
                  </a:lnTo>
                  <a:lnTo>
                    <a:pt x="280363" y="46332"/>
                  </a:lnTo>
                  <a:lnTo>
                    <a:pt x="276464" y="42722"/>
                  </a:lnTo>
                  <a:lnTo>
                    <a:pt x="272453" y="39237"/>
                  </a:lnTo>
                  <a:lnTo>
                    <a:pt x="268332" y="35882"/>
                  </a:lnTo>
                  <a:lnTo>
                    <a:pt x="264108" y="32659"/>
                  </a:lnTo>
                  <a:lnTo>
                    <a:pt x="259782" y="29573"/>
                  </a:lnTo>
                  <a:lnTo>
                    <a:pt x="255361" y="26625"/>
                  </a:lnTo>
                  <a:lnTo>
                    <a:pt x="250849" y="23819"/>
                  </a:lnTo>
                  <a:lnTo>
                    <a:pt x="246250" y="21158"/>
                  </a:lnTo>
                  <a:lnTo>
                    <a:pt x="241568" y="18645"/>
                  </a:lnTo>
                  <a:lnTo>
                    <a:pt x="236809" y="16282"/>
                  </a:lnTo>
                  <a:lnTo>
                    <a:pt x="231977" y="14071"/>
                  </a:lnTo>
                  <a:lnTo>
                    <a:pt x="227078" y="12014"/>
                  </a:lnTo>
                  <a:lnTo>
                    <a:pt x="222115" y="10115"/>
                  </a:lnTo>
                  <a:lnTo>
                    <a:pt x="217095" y="8374"/>
                  </a:lnTo>
                  <a:lnTo>
                    <a:pt x="212022" y="6794"/>
                  </a:lnTo>
                  <a:lnTo>
                    <a:pt x="206901" y="5376"/>
                  </a:lnTo>
                  <a:lnTo>
                    <a:pt x="201738" y="4121"/>
                  </a:lnTo>
                  <a:lnTo>
                    <a:pt x="196537" y="3031"/>
                  </a:lnTo>
                  <a:lnTo>
                    <a:pt x="191304" y="2106"/>
                  </a:lnTo>
                  <a:lnTo>
                    <a:pt x="186045" y="1349"/>
                  </a:lnTo>
                  <a:lnTo>
                    <a:pt x="180764" y="759"/>
                  </a:lnTo>
                  <a:lnTo>
                    <a:pt x="175467" y="337"/>
                  </a:lnTo>
                  <a:lnTo>
                    <a:pt x="170160" y="84"/>
                  </a:lnTo>
                  <a:lnTo>
                    <a:pt x="164847" y="0"/>
                  </a:lnTo>
                  <a:lnTo>
                    <a:pt x="1648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0579" y="5399291"/>
              <a:ext cx="25636" cy="167167"/>
            </a:xfrm>
            <a:custGeom>
              <a:avLst/>
              <a:pathLst>
                <a:path w="25636" h="167167">
                  <a:moveTo>
                    <a:pt x="25636" y="0"/>
                  </a:moveTo>
                  <a:lnTo>
                    <a:pt x="17060" y="220"/>
                  </a:lnTo>
                  <a:lnTo>
                    <a:pt x="8507" y="879"/>
                  </a:lnTo>
                  <a:lnTo>
                    <a:pt x="0" y="1977"/>
                  </a:lnTo>
                  <a:lnTo>
                    <a:pt x="2563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0" y="5401269"/>
              <a:ext cx="334327" cy="332340"/>
            </a:xfrm>
            <a:custGeom>
              <a:avLst/>
              <a:pathLst>
                <a:path w="334327" h="332340">
                  <a:moveTo>
                    <a:pt x="141529" y="0"/>
                  </a:moveTo>
                  <a:lnTo>
                    <a:pt x="136322" y="892"/>
                  </a:lnTo>
                  <a:lnTo>
                    <a:pt x="131147" y="1948"/>
                  </a:lnTo>
                  <a:lnTo>
                    <a:pt x="126007" y="3168"/>
                  </a:lnTo>
                  <a:lnTo>
                    <a:pt x="120908" y="4549"/>
                  </a:lnTo>
                  <a:lnTo>
                    <a:pt x="115856" y="6091"/>
                  </a:lnTo>
                  <a:lnTo>
                    <a:pt x="110855" y="7791"/>
                  </a:lnTo>
                  <a:lnTo>
                    <a:pt x="105910" y="9649"/>
                  </a:lnTo>
                  <a:lnTo>
                    <a:pt x="101026" y="11662"/>
                  </a:lnTo>
                  <a:lnTo>
                    <a:pt x="96209" y="13828"/>
                  </a:lnTo>
                  <a:lnTo>
                    <a:pt x="91462" y="16146"/>
                  </a:lnTo>
                  <a:lnTo>
                    <a:pt x="86790" y="18612"/>
                  </a:lnTo>
                  <a:lnTo>
                    <a:pt x="82199" y="21225"/>
                  </a:lnTo>
                  <a:lnTo>
                    <a:pt x="77693" y="23981"/>
                  </a:lnTo>
                  <a:lnTo>
                    <a:pt x="73276" y="26878"/>
                  </a:lnTo>
                  <a:lnTo>
                    <a:pt x="68953" y="29914"/>
                  </a:lnTo>
                  <a:lnTo>
                    <a:pt x="64728" y="33084"/>
                  </a:lnTo>
                  <a:lnTo>
                    <a:pt x="60606" y="36387"/>
                  </a:lnTo>
                  <a:lnTo>
                    <a:pt x="56589" y="39818"/>
                  </a:lnTo>
                  <a:lnTo>
                    <a:pt x="52683" y="43374"/>
                  </a:lnTo>
                  <a:lnTo>
                    <a:pt x="48892" y="47052"/>
                  </a:lnTo>
                  <a:lnTo>
                    <a:pt x="45218" y="50848"/>
                  </a:lnTo>
                  <a:lnTo>
                    <a:pt x="41666" y="54758"/>
                  </a:lnTo>
                  <a:lnTo>
                    <a:pt x="38240" y="58778"/>
                  </a:lnTo>
                  <a:lnTo>
                    <a:pt x="34942" y="62905"/>
                  </a:lnTo>
                  <a:lnTo>
                    <a:pt x="31777" y="67133"/>
                  </a:lnTo>
                  <a:lnTo>
                    <a:pt x="28746" y="71460"/>
                  </a:lnTo>
                  <a:lnTo>
                    <a:pt x="25854" y="75880"/>
                  </a:lnTo>
                  <a:lnTo>
                    <a:pt x="23103" y="80389"/>
                  </a:lnTo>
                  <a:lnTo>
                    <a:pt x="20495" y="84983"/>
                  </a:lnTo>
                  <a:lnTo>
                    <a:pt x="18034" y="89657"/>
                  </a:lnTo>
                  <a:lnTo>
                    <a:pt x="15722" y="94407"/>
                  </a:lnTo>
                  <a:lnTo>
                    <a:pt x="13562" y="99227"/>
                  </a:lnTo>
                  <a:lnTo>
                    <a:pt x="11554" y="104113"/>
                  </a:lnTo>
                  <a:lnTo>
                    <a:pt x="9702" y="109060"/>
                  </a:lnTo>
                  <a:lnTo>
                    <a:pt x="8007" y="114063"/>
                  </a:lnTo>
                  <a:lnTo>
                    <a:pt x="6471" y="119117"/>
                  </a:lnTo>
                  <a:lnTo>
                    <a:pt x="5096" y="124218"/>
                  </a:lnTo>
                  <a:lnTo>
                    <a:pt x="3882" y="129359"/>
                  </a:lnTo>
                  <a:lnTo>
                    <a:pt x="2832" y="134535"/>
                  </a:lnTo>
                  <a:lnTo>
                    <a:pt x="1945" y="139743"/>
                  </a:lnTo>
                  <a:lnTo>
                    <a:pt x="1224" y="144976"/>
                  </a:lnTo>
                  <a:lnTo>
                    <a:pt x="668" y="150229"/>
                  </a:lnTo>
                  <a:lnTo>
                    <a:pt x="279" y="155497"/>
                  </a:lnTo>
                  <a:lnTo>
                    <a:pt x="56" y="160774"/>
                  </a:lnTo>
                  <a:lnTo>
                    <a:pt x="0" y="166056"/>
                  </a:lnTo>
                  <a:lnTo>
                    <a:pt x="110" y="171337"/>
                  </a:lnTo>
                  <a:lnTo>
                    <a:pt x="388" y="176612"/>
                  </a:lnTo>
                  <a:lnTo>
                    <a:pt x="832" y="181876"/>
                  </a:lnTo>
                  <a:lnTo>
                    <a:pt x="1442" y="187123"/>
                  </a:lnTo>
                  <a:lnTo>
                    <a:pt x="2218" y="192348"/>
                  </a:lnTo>
                  <a:lnTo>
                    <a:pt x="3159" y="197546"/>
                  </a:lnTo>
                  <a:lnTo>
                    <a:pt x="4263" y="202712"/>
                  </a:lnTo>
                  <a:lnTo>
                    <a:pt x="5530" y="207840"/>
                  </a:lnTo>
                  <a:lnTo>
                    <a:pt x="6958" y="212926"/>
                  </a:lnTo>
                  <a:lnTo>
                    <a:pt x="8546" y="217963"/>
                  </a:lnTo>
                  <a:lnTo>
                    <a:pt x="10293" y="222949"/>
                  </a:lnTo>
                  <a:lnTo>
                    <a:pt x="12196" y="227876"/>
                  </a:lnTo>
                  <a:lnTo>
                    <a:pt x="14254" y="232741"/>
                  </a:lnTo>
                  <a:lnTo>
                    <a:pt x="16464" y="237539"/>
                  </a:lnTo>
                  <a:lnTo>
                    <a:pt x="18826" y="242264"/>
                  </a:lnTo>
                  <a:lnTo>
                    <a:pt x="21335" y="246912"/>
                  </a:lnTo>
                  <a:lnTo>
                    <a:pt x="23990" y="251479"/>
                  </a:lnTo>
                  <a:lnTo>
                    <a:pt x="26788" y="255960"/>
                  </a:lnTo>
                  <a:lnTo>
                    <a:pt x="29725" y="260349"/>
                  </a:lnTo>
                  <a:lnTo>
                    <a:pt x="32801" y="264644"/>
                  </a:lnTo>
                  <a:lnTo>
                    <a:pt x="36010" y="268840"/>
                  </a:lnTo>
                  <a:lnTo>
                    <a:pt x="39350" y="272932"/>
                  </a:lnTo>
                  <a:lnTo>
                    <a:pt x="42818" y="276917"/>
                  </a:lnTo>
                  <a:lnTo>
                    <a:pt x="46410" y="280790"/>
                  </a:lnTo>
                  <a:lnTo>
                    <a:pt x="50123" y="284547"/>
                  </a:lnTo>
                  <a:lnTo>
                    <a:pt x="53953" y="288185"/>
                  </a:lnTo>
                  <a:lnTo>
                    <a:pt x="57895" y="291701"/>
                  </a:lnTo>
                  <a:lnTo>
                    <a:pt x="61947" y="295090"/>
                  </a:lnTo>
                  <a:lnTo>
                    <a:pt x="66104" y="298350"/>
                  </a:lnTo>
                  <a:lnTo>
                    <a:pt x="70361" y="301476"/>
                  </a:lnTo>
                  <a:lnTo>
                    <a:pt x="74716" y="304467"/>
                  </a:lnTo>
                  <a:lnTo>
                    <a:pt x="79162" y="307318"/>
                  </a:lnTo>
                  <a:lnTo>
                    <a:pt x="83697" y="310028"/>
                  </a:lnTo>
                  <a:lnTo>
                    <a:pt x="88315" y="312592"/>
                  </a:lnTo>
                  <a:lnTo>
                    <a:pt x="93011" y="315010"/>
                  </a:lnTo>
                  <a:lnTo>
                    <a:pt x="97782" y="317278"/>
                  </a:lnTo>
                  <a:lnTo>
                    <a:pt x="102622" y="319394"/>
                  </a:lnTo>
                  <a:lnTo>
                    <a:pt x="107526" y="321357"/>
                  </a:lnTo>
                  <a:lnTo>
                    <a:pt x="112490" y="323163"/>
                  </a:lnTo>
                  <a:lnTo>
                    <a:pt x="117509" y="324812"/>
                  </a:lnTo>
                  <a:lnTo>
                    <a:pt x="122577" y="326301"/>
                  </a:lnTo>
                  <a:lnTo>
                    <a:pt x="127689" y="327629"/>
                  </a:lnTo>
                  <a:lnTo>
                    <a:pt x="132841" y="328795"/>
                  </a:lnTo>
                  <a:lnTo>
                    <a:pt x="138028" y="329798"/>
                  </a:lnTo>
                  <a:lnTo>
                    <a:pt x="143243" y="330636"/>
                  </a:lnTo>
                  <a:lnTo>
                    <a:pt x="148482" y="331310"/>
                  </a:lnTo>
                  <a:lnTo>
                    <a:pt x="153740" y="331817"/>
                  </a:lnTo>
                  <a:lnTo>
                    <a:pt x="159011" y="332158"/>
                  </a:lnTo>
                  <a:lnTo>
                    <a:pt x="164291" y="332332"/>
                  </a:lnTo>
                  <a:lnTo>
                    <a:pt x="169573" y="332340"/>
                  </a:lnTo>
                  <a:lnTo>
                    <a:pt x="174853" y="332180"/>
                  </a:lnTo>
                  <a:lnTo>
                    <a:pt x="180125" y="331854"/>
                  </a:lnTo>
                  <a:lnTo>
                    <a:pt x="185385" y="331361"/>
                  </a:lnTo>
                  <a:lnTo>
                    <a:pt x="190626" y="330702"/>
                  </a:lnTo>
                  <a:lnTo>
                    <a:pt x="195844" y="329879"/>
                  </a:lnTo>
                  <a:lnTo>
                    <a:pt x="201033" y="328890"/>
                  </a:lnTo>
                  <a:lnTo>
                    <a:pt x="206188" y="327738"/>
                  </a:lnTo>
                  <a:lnTo>
                    <a:pt x="211304" y="326424"/>
                  </a:lnTo>
                  <a:lnTo>
                    <a:pt x="216376" y="324949"/>
                  </a:lnTo>
                  <a:lnTo>
                    <a:pt x="221399" y="323315"/>
                  </a:lnTo>
                  <a:lnTo>
                    <a:pt x="226368" y="321522"/>
                  </a:lnTo>
                  <a:lnTo>
                    <a:pt x="231278" y="319574"/>
                  </a:lnTo>
                  <a:lnTo>
                    <a:pt x="236124" y="317471"/>
                  </a:lnTo>
                  <a:lnTo>
                    <a:pt x="240901" y="315216"/>
                  </a:lnTo>
                  <a:lnTo>
                    <a:pt x="245604" y="312811"/>
                  </a:lnTo>
                  <a:lnTo>
                    <a:pt x="250229" y="310259"/>
                  </a:lnTo>
                  <a:lnTo>
                    <a:pt x="254771" y="307563"/>
                  </a:lnTo>
                  <a:lnTo>
                    <a:pt x="259226" y="304724"/>
                  </a:lnTo>
                  <a:lnTo>
                    <a:pt x="263588" y="301745"/>
                  </a:lnTo>
                  <a:lnTo>
                    <a:pt x="267855" y="298631"/>
                  </a:lnTo>
                  <a:lnTo>
                    <a:pt x="272020" y="295383"/>
                  </a:lnTo>
                  <a:lnTo>
                    <a:pt x="276082" y="292005"/>
                  </a:lnTo>
                  <a:lnTo>
                    <a:pt x="280034" y="288500"/>
                  </a:lnTo>
                  <a:lnTo>
                    <a:pt x="283874" y="284872"/>
                  </a:lnTo>
                  <a:lnTo>
                    <a:pt x="287597" y="281125"/>
                  </a:lnTo>
                  <a:lnTo>
                    <a:pt x="291200" y="277262"/>
                  </a:lnTo>
                  <a:lnTo>
                    <a:pt x="294679" y="273287"/>
                  </a:lnTo>
                  <a:lnTo>
                    <a:pt x="298030" y="269205"/>
                  </a:lnTo>
                  <a:lnTo>
                    <a:pt x="301251" y="265018"/>
                  </a:lnTo>
                  <a:lnTo>
                    <a:pt x="304338" y="260732"/>
                  </a:lnTo>
                  <a:lnTo>
                    <a:pt x="307289" y="256350"/>
                  </a:lnTo>
                  <a:lnTo>
                    <a:pt x="310099" y="251877"/>
                  </a:lnTo>
                  <a:lnTo>
                    <a:pt x="312766" y="247318"/>
                  </a:lnTo>
                  <a:lnTo>
                    <a:pt x="315289" y="242677"/>
                  </a:lnTo>
                  <a:lnTo>
                    <a:pt x="317663" y="237958"/>
                  </a:lnTo>
                  <a:lnTo>
                    <a:pt x="319887" y="233167"/>
                  </a:lnTo>
                  <a:lnTo>
                    <a:pt x="321958" y="228307"/>
                  </a:lnTo>
                  <a:lnTo>
                    <a:pt x="323875" y="223385"/>
                  </a:lnTo>
                  <a:lnTo>
                    <a:pt x="325636" y="218405"/>
                  </a:lnTo>
                  <a:lnTo>
                    <a:pt x="327238" y="213371"/>
                  </a:lnTo>
                  <a:lnTo>
                    <a:pt x="328680" y="208290"/>
                  </a:lnTo>
                  <a:lnTo>
                    <a:pt x="329962" y="203165"/>
                  </a:lnTo>
                  <a:lnTo>
                    <a:pt x="331080" y="198003"/>
                  </a:lnTo>
                  <a:lnTo>
                    <a:pt x="332035" y="192807"/>
                  </a:lnTo>
                  <a:lnTo>
                    <a:pt x="332825" y="187584"/>
                  </a:lnTo>
                  <a:lnTo>
                    <a:pt x="333450" y="182339"/>
                  </a:lnTo>
                  <a:lnTo>
                    <a:pt x="333909" y="177077"/>
                  </a:lnTo>
                  <a:lnTo>
                    <a:pt x="334201" y="171802"/>
                  </a:lnTo>
                  <a:lnTo>
                    <a:pt x="334327" y="166522"/>
                  </a:lnTo>
                  <a:lnTo>
                    <a:pt x="334285" y="161239"/>
                  </a:lnTo>
                  <a:lnTo>
                    <a:pt x="334077" y="155961"/>
                  </a:lnTo>
                  <a:lnTo>
                    <a:pt x="333702" y="150692"/>
                  </a:lnTo>
                  <a:lnTo>
                    <a:pt x="333161" y="145438"/>
                  </a:lnTo>
                  <a:lnTo>
                    <a:pt x="332454" y="140203"/>
                  </a:lnTo>
                  <a:lnTo>
                    <a:pt x="331582" y="134993"/>
                  </a:lnTo>
                  <a:lnTo>
                    <a:pt x="330546" y="129813"/>
                  </a:lnTo>
                  <a:lnTo>
                    <a:pt x="329347" y="124669"/>
                  </a:lnTo>
                  <a:lnTo>
                    <a:pt x="327986" y="119565"/>
                  </a:lnTo>
                  <a:lnTo>
                    <a:pt x="326464" y="114507"/>
                  </a:lnTo>
                  <a:lnTo>
                    <a:pt x="324783" y="109499"/>
                  </a:lnTo>
                  <a:lnTo>
                    <a:pt x="322945" y="104547"/>
                  </a:lnTo>
                  <a:lnTo>
                    <a:pt x="320951" y="99655"/>
                  </a:lnTo>
                  <a:lnTo>
                    <a:pt x="318803" y="94829"/>
                  </a:lnTo>
                  <a:lnTo>
                    <a:pt x="316505" y="90073"/>
                  </a:lnTo>
                  <a:lnTo>
                    <a:pt x="314057" y="85392"/>
                  </a:lnTo>
                  <a:lnTo>
                    <a:pt x="311462" y="80791"/>
                  </a:lnTo>
                  <a:lnTo>
                    <a:pt x="308724" y="76274"/>
                  </a:lnTo>
                  <a:lnTo>
                    <a:pt x="305844" y="71846"/>
                  </a:lnTo>
                  <a:lnTo>
                    <a:pt x="302825" y="67511"/>
                  </a:lnTo>
                  <a:lnTo>
                    <a:pt x="299671" y="63273"/>
                  </a:lnTo>
                  <a:lnTo>
                    <a:pt x="296385" y="59137"/>
                  </a:lnTo>
                  <a:lnTo>
                    <a:pt x="292970" y="55108"/>
                  </a:lnTo>
                  <a:lnTo>
                    <a:pt x="289429" y="51188"/>
                  </a:lnTo>
                  <a:lnTo>
                    <a:pt x="285766" y="47382"/>
                  </a:lnTo>
                  <a:lnTo>
                    <a:pt x="281985" y="43693"/>
                  </a:lnTo>
                  <a:lnTo>
                    <a:pt x="278089" y="40126"/>
                  </a:lnTo>
                  <a:lnTo>
                    <a:pt x="274082" y="36684"/>
                  </a:lnTo>
                  <a:lnTo>
                    <a:pt x="269968" y="33370"/>
                  </a:lnTo>
                  <a:lnTo>
                    <a:pt x="265752" y="30188"/>
                  </a:lnTo>
                  <a:lnTo>
                    <a:pt x="261438" y="27140"/>
                  </a:lnTo>
                  <a:lnTo>
                    <a:pt x="257029" y="24231"/>
                  </a:lnTo>
                  <a:lnTo>
                    <a:pt x="252530" y="21462"/>
                  </a:lnTo>
                  <a:lnTo>
                    <a:pt x="247947" y="18836"/>
                  </a:lnTo>
                  <a:lnTo>
                    <a:pt x="243282" y="16357"/>
                  </a:lnTo>
                  <a:lnTo>
                    <a:pt x="238542" y="14027"/>
                  </a:lnTo>
                  <a:lnTo>
                    <a:pt x="233730" y="11847"/>
                  </a:lnTo>
                  <a:lnTo>
                    <a:pt x="228852" y="9820"/>
                  </a:lnTo>
                  <a:lnTo>
                    <a:pt x="223912" y="7949"/>
                  </a:lnTo>
                  <a:lnTo>
                    <a:pt x="218916" y="6234"/>
                  </a:lnTo>
                  <a:lnTo>
                    <a:pt x="213868" y="4679"/>
                  </a:lnTo>
                  <a:lnTo>
                    <a:pt x="208773" y="3283"/>
                  </a:lnTo>
                  <a:lnTo>
                    <a:pt x="203637" y="2049"/>
                  </a:lnTo>
                  <a:lnTo>
                    <a:pt x="167165" y="165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36472" cy="167167"/>
            </a:xfrm>
            <a:custGeom>
              <a:avLst/>
              <a:pathLst>
                <a:path w="36472" h="167167">
                  <a:moveTo>
                    <a:pt x="36472" y="4027"/>
                  </a:move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83" y="5399291"/>
              <a:ext cx="167160" cy="285047"/>
            </a:xfrm>
            <a:custGeom>
              <a:avLst/>
              <a:pathLst>
                <a:path w="167160" h="285047">
                  <a:moveTo>
                    <a:pt x="167160" y="0"/>
                  </a:moveTo>
                  <a:lnTo>
                    <a:pt x="161772" y="86"/>
                  </a:lnTo>
                  <a:lnTo>
                    <a:pt x="156389" y="347"/>
                  </a:lnTo>
                  <a:lnTo>
                    <a:pt x="151018" y="781"/>
                  </a:lnTo>
                  <a:lnTo>
                    <a:pt x="145663" y="1388"/>
                  </a:lnTo>
                  <a:lnTo>
                    <a:pt x="140330" y="2167"/>
                  </a:lnTo>
                  <a:lnTo>
                    <a:pt x="135026" y="3117"/>
                  </a:lnTo>
                  <a:lnTo>
                    <a:pt x="129755" y="4238"/>
                  </a:lnTo>
                  <a:lnTo>
                    <a:pt x="124522" y="5529"/>
                  </a:lnTo>
                  <a:lnTo>
                    <a:pt x="119334" y="6987"/>
                  </a:lnTo>
                  <a:lnTo>
                    <a:pt x="114196" y="8612"/>
                  </a:lnTo>
                  <a:lnTo>
                    <a:pt x="109113" y="10401"/>
                  </a:lnTo>
                  <a:lnTo>
                    <a:pt x="104090" y="12354"/>
                  </a:lnTo>
                  <a:lnTo>
                    <a:pt x="99132" y="14467"/>
                  </a:lnTo>
                  <a:lnTo>
                    <a:pt x="94246" y="16739"/>
                  </a:lnTo>
                  <a:lnTo>
                    <a:pt x="89435" y="19168"/>
                  </a:lnTo>
                  <a:lnTo>
                    <a:pt x="84705" y="21750"/>
                  </a:lnTo>
                  <a:lnTo>
                    <a:pt x="80060" y="24484"/>
                  </a:lnTo>
                  <a:lnTo>
                    <a:pt x="75506" y="27365"/>
                  </a:lnTo>
                  <a:lnTo>
                    <a:pt x="71048" y="30392"/>
                  </a:lnTo>
                  <a:lnTo>
                    <a:pt x="66689" y="33561"/>
                  </a:lnTo>
                  <a:lnTo>
                    <a:pt x="62435" y="36869"/>
                  </a:lnTo>
                  <a:lnTo>
                    <a:pt x="58289" y="40313"/>
                  </a:lnTo>
                  <a:lnTo>
                    <a:pt x="54257" y="43888"/>
                  </a:lnTo>
                  <a:lnTo>
                    <a:pt x="50342" y="47591"/>
                  </a:lnTo>
                  <a:lnTo>
                    <a:pt x="46548" y="51419"/>
                  </a:lnTo>
                  <a:lnTo>
                    <a:pt x="42880" y="55367"/>
                  </a:lnTo>
                  <a:lnTo>
                    <a:pt x="39341" y="59431"/>
                  </a:lnTo>
                  <a:lnTo>
                    <a:pt x="35934" y="63607"/>
                  </a:lnTo>
                  <a:lnTo>
                    <a:pt x="32664" y="67890"/>
                  </a:lnTo>
                  <a:lnTo>
                    <a:pt x="29534" y="72277"/>
                  </a:lnTo>
                  <a:lnTo>
                    <a:pt x="26547" y="76763"/>
                  </a:lnTo>
                  <a:lnTo>
                    <a:pt x="23706" y="81342"/>
                  </a:lnTo>
                  <a:lnTo>
                    <a:pt x="21014" y="86011"/>
                  </a:lnTo>
                  <a:lnTo>
                    <a:pt x="18474" y="90764"/>
                  </a:lnTo>
                  <a:lnTo>
                    <a:pt x="16089" y="95596"/>
                  </a:lnTo>
                  <a:lnTo>
                    <a:pt x="13860" y="100503"/>
                  </a:lnTo>
                  <a:lnTo>
                    <a:pt x="11791" y="105479"/>
                  </a:lnTo>
                  <a:lnTo>
                    <a:pt x="9884" y="110519"/>
                  </a:lnTo>
                  <a:lnTo>
                    <a:pt x="8139" y="115618"/>
                  </a:lnTo>
                  <a:lnTo>
                    <a:pt x="6560" y="120771"/>
                  </a:lnTo>
                  <a:lnTo>
                    <a:pt x="5148" y="125971"/>
                  </a:lnTo>
                  <a:lnTo>
                    <a:pt x="3905" y="131215"/>
                  </a:lnTo>
                  <a:lnTo>
                    <a:pt x="2831" y="136496"/>
                  </a:lnTo>
                  <a:lnTo>
                    <a:pt x="1927" y="141809"/>
                  </a:lnTo>
                  <a:lnTo>
                    <a:pt x="1196" y="147148"/>
                  </a:lnTo>
                  <a:lnTo>
                    <a:pt x="637" y="152508"/>
                  </a:lnTo>
                  <a:lnTo>
                    <a:pt x="251" y="157883"/>
                  </a:lnTo>
                  <a:lnTo>
                    <a:pt x="38" y="163268"/>
                  </a:lnTo>
                  <a:lnTo>
                    <a:pt x="0" y="168657"/>
                  </a:lnTo>
                  <a:lnTo>
                    <a:pt x="134" y="174044"/>
                  </a:lnTo>
                  <a:lnTo>
                    <a:pt x="443" y="179425"/>
                  </a:lnTo>
                  <a:lnTo>
                    <a:pt x="925" y="184792"/>
                  </a:lnTo>
                  <a:lnTo>
                    <a:pt x="1579" y="190141"/>
                  </a:lnTo>
                  <a:lnTo>
                    <a:pt x="2406" y="195467"/>
                  </a:lnTo>
                  <a:lnTo>
                    <a:pt x="3403" y="200762"/>
                  </a:lnTo>
                  <a:lnTo>
                    <a:pt x="4571" y="206023"/>
                  </a:lnTo>
                  <a:lnTo>
                    <a:pt x="5908" y="211244"/>
                  </a:lnTo>
                  <a:lnTo>
                    <a:pt x="7413" y="216419"/>
                  </a:lnTo>
                  <a:lnTo>
                    <a:pt x="9084" y="221542"/>
                  </a:lnTo>
                  <a:lnTo>
                    <a:pt x="10918" y="226610"/>
                  </a:lnTo>
                  <a:lnTo>
                    <a:pt x="12916" y="231615"/>
                  </a:lnTo>
                  <a:lnTo>
                    <a:pt x="15073" y="236553"/>
                  </a:lnTo>
                  <a:lnTo>
                    <a:pt x="17389" y="241419"/>
                  </a:lnTo>
                  <a:lnTo>
                    <a:pt x="19860" y="246208"/>
                  </a:lnTo>
                  <a:lnTo>
                    <a:pt x="22484" y="250915"/>
                  </a:lnTo>
                  <a:lnTo>
                    <a:pt x="25259" y="255535"/>
                  </a:lnTo>
                  <a:lnTo>
                    <a:pt x="28181" y="260063"/>
                  </a:lnTo>
                  <a:lnTo>
                    <a:pt x="31248" y="264495"/>
                  </a:lnTo>
                  <a:lnTo>
                    <a:pt x="34456" y="268825"/>
                  </a:lnTo>
                  <a:lnTo>
                    <a:pt x="37801" y="273050"/>
                  </a:lnTo>
                  <a:lnTo>
                    <a:pt x="41281" y="277165"/>
                  </a:lnTo>
                  <a:lnTo>
                    <a:pt x="44892" y="281165"/>
                  </a:lnTo>
                  <a:lnTo>
                    <a:pt x="48631" y="28504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05014" y="5566459"/>
              <a:ext cx="118529" cy="117879"/>
            </a:xfrm>
            <a:custGeom>
              <a:avLst/>
              <a:pathLst>
                <a:path w="118529" h="117879">
                  <a:moveTo>
                    <a:pt x="0" y="117879"/>
                  </a:moveTo>
                  <a:lnTo>
                    <a:pt x="118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05014" y="5566459"/>
              <a:ext cx="118529" cy="117879"/>
            </a:xfrm>
            <a:custGeom>
              <a:avLst/>
              <a:pathLst>
                <a:path w="118529" h="117879">
                  <a:moveTo>
                    <a:pt x="0" y="117879"/>
                  </a:moveTo>
                  <a:lnTo>
                    <a:pt x="118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05014" y="5566459"/>
              <a:ext cx="118529" cy="117879"/>
            </a:xfrm>
            <a:custGeom>
              <a:avLst/>
              <a:pathLst>
                <a:path w="118529" h="117879">
                  <a:moveTo>
                    <a:pt x="0" y="117879"/>
                  </a:moveTo>
                  <a:lnTo>
                    <a:pt x="1185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05014" y="5566459"/>
              <a:ext cx="118529" cy="117879"/>
            </a:xfrm>
            <a:custGeom>
              <a:avLst/>
              <a:pathLst>
                <a:path w="118529" h="117879">
                  <a:moveTo>
                    <a:pt x="0" y="117879"/>
                  </a:moveTo>
                  <a:lnTo>
                    <a:pt x="1185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05014" y="5566459"/>
              <a:ext cx="118529" cy="117879"/>
            </a:xfrm>
            <a:custGeom>
              <a:avLst/>
              <a:pathLst>
                <a:path w="118529" h="117879">
                  <a:moveTo>
                    <a:pt x="0" y="117879"/>
                  </a:moveTo>
                  <a:lnTo>
                    <a:pt x="1185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05014" y="5566459"/>
              <a:ext cx="118529" cy="166089"/>
            </a:xfrm>
            <a:custGeom>
              <a:avLst/>
              <a:pathLst>
                <a:path w="118529" h="166089">
                  <a:moveTo>
                    <a:pt x="0" y="117879"/>
                  </a:moveTo>
                  <a:lnTo>
                    <a:pt x="4042" y="121809"/>
                  </a:lnTo>
                  <a:lnTo>
                    <a:pt x="8214" y="125600"/>
                  </a:lnTo>
                  <a:lnTo>
                    <a:pt x="12512" y="129248"/>
                  </a:lnTo>
                  <a:lnTo>
                    <a:pt x="16930" y="132750"/>
                  </a:lnTo>
                  <a:lnTo>
                    <a:pt x="21464" y="136100"/>
                  </a:lnTo>
                  <a:lnTo>
                    <a:pt x="26109" y="139296"/>
                  </a:lnTo>
                  <a:lnTo>
                    <a:pt x="30858" y="142333"/>
                  </a:lnTo>
                  <a:lnTo>
                    <a:pt x="35707" y="145208"/>
                  </a:lnTo>
                  <a:lnTo>
                    <a:pt x="40651" y="147918"/>
                  </a:lnTo>
                  <a:lnTo>
                    <a:pt x="45683" y="150460"/>
                  </a:lnTo>
                  <a:lnTo>
                    <a:pt x="50797" y="152831"/>
                  </a:lnTo>
                  <a:lnTo>
                    <a:pt x="55989" y="155028"/>
                  </a:lnTo>
                  <a:lnTo>
                    <a:pt x="61252" y="157048"/>
                  </a:lnTo>
                  <a:lnTo>
                    <a:pt x="66580" y="158890"/>
                  </a:lnTo>
                  <a:lnTo>
                    <a:pt x="71968" y="160552"/>
                  </a:lnTo>
                  <a:lnTo>
                    <a:pt x="77408" y="162030"/>
                  </a:lnTo>
                  <a:lnTo>
                    <a:pt x="82895" y="163325"/>
                  </a:lnTo>
                  <a:lnTo>
                    <a:pt x="88422" y="164433"/>
                  </a:lnTo>
                  <a:lnTo>
                    <a:pt x="93984" y="165355"/>
                  </a:lnTo>
                  <a:lnTo>
                    <a:pt x="99573" y="166089"/>
                  </a:lnTo>
                  <a:lnTo>
                    <a:pt x="1185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04588" y="5399291"/>
              <a:ext cx="186119" cy="334318"/>
            </a:xfrm>
            <a:custGeom>
              <a:avLst/>
              <a:pathLst>
                <a:path w="186119" h="334318">
                  <a:moveTo>
                    <a:pt x="0" y="333256"/>
                  </a:moveTo>
                  <a:lnTo>
                    <a:pt x="5309" y="333776"/>
                  </a:lnTo>
                  <a:lnTo>
                    <a:pt x="10632" y="334127"/>
                  </a:lnTo>
                  <a:lnTo>
                    <a:pt x="15964" y="334308"/>
                  </a:lnTo>
                  <a:lnTo>
                    <a:pt x="21299" y="334318"/>
                  </a:lnTo>
                  <a:lnTo>
                    <a:pt x="26631" y="334158"/>
                  </a:lnTo>
                  <a:lnTo>
                    <a:pt x="31955" y="333828"/>
                  </a:lnTo>
                  <a:lnTo>
                    <a:pt x="37267" y="333328"/>
                  </a:lnTo>
                  <a:lnTo>
                    <a:pt x="42559" y="332660"/>
                  </a:lnTo>
                  <a:lnTo>
                    <a:pt x="47828" y="331822"/>
                  </a:lnTo>
                  <a:lnTo>
                    <a:pt x="53067" y="330817"/>
                  </a:lnTo>
                  <a:lnTo>
                    <a:pt x="58272" y="329645"/>
                  </a:lnTo>
                  <a:lnTo>
                    <a:pt x="63436" y="328308"/>
                  </a:lnTo>
                  <a:lnTo>
                    <a:pt x="68555" y="326807"/>
                  </a:lnTo>
                  <a:lnTo>
                    <a:pt x="73624" y="325143"/>
                  </a:lnTo>
                  <a:lnTo>
                    <a:pt x="78637" y="323318"/>
                  </a:lnTo>
                  <a:lnTo>
                    <a:pt x="83589" y="321334"/>
                  </a:lnTo>
                  <a:lnTo>
                    <a:pt x="88475" y="319193"/>
                  </a:lnTo>
                  <a:lnTo>
                    <a:pt x="93291" y="316897"/>
                  </a:lnTo>
                  <a:lnTo>
                    <a:pt x="98031" y="314449"/>
                  </a:lnTo>
                  <a:lnTo>
                    <a:pt x="102690" y="311851"/>
                  </a:lnTo>
                  <a:lnTo>
                    <a:pt x="107264" y="309105"/>
                  </a:lnTo>
                  <a:lnTo>
                    <a:pt x="111748" y="306215"/>
                  </a:lnTo>
                  <a:lnTo>
                    <a:pt x="116138" y="303184"/>
                  </a:lnTo>
                  <a:lnTo>
                    <a:pt x="120428" y="300013"/>
                  </a:lnTo>
                  <a:lnTo>
                    <a:pt x="124616" y="296708"/>
                  </a:lnTo>
                  <a:lnTo>
                    <a:pt x="128695" y="293271"/>
                  </a:lnTo>
                  <a:lnTo>
                    <a:pt x="132663" y="289705"/>
                  </a:lnTo>
                  <a:lnTo>
                    <a:pt x="136515" y="286014"/>
                  </a:lnTo>
                  <a:lnTo>
                    <a:pt x="140248" y="282202"/>
                  </a:lnTo>
                  <a:lnTo>
                    <a:pt x="143857" y="278273"/>
                  </a:lnTo>
                  <a:lnTo>
                    <a:pt x="147338" y="274231"/>
                  </a:lnTo>
                  <a:lnTo>
                    <a:pt x="150689" y="270080"/>
                  </a:lnTo>
                  <a:lnTo>
                    <a:pt x="153906" y="265825"/>
                  </a:lnTo>
                  <a:lnTo>
                    <a:pt x="156985" y="261468"/>
                  </a:lnTo>
                  <a:lnTo>
                    <a:pt x="159924" y="257016"/>
                  </a:lnTo>
                  <a:lnTo>
                    <a:pt x="162719" y="252472"/>
                  </a:lnTo>
                  <a:lnTo>
                    <a:pt x="165368" y="247841"/>
                  </a:lnTo>
                  <a:lnTo>
                    <a:pt x="167868" y="243128"/>
                  </a:lnTo>
                  <a:lnTo>
                    <a:pt x="170216" y="238338"/>
                  </a:lnTo>
                  <a:lnTo>
                    <a:pt x="172410" y="233475"/>
                  </a:lnTo>
                  <a:lnTo>
                    <a:pt x="174447" y="228545"/>
                  </a:lnTo>
                  <a:lnTo>
                    <a:pt x="176327" y="223552"/>
                  </a:lnTo>
                  <a:lnTo>
                    <a:pt x="178046" y="218502"/>
                  </a:lnTo>
                  <a:lnTo>
                    <a:pt x="179603" y="213400"/>
                  </a:lnTo>
                  <a:lnTo>
                    <a:pt x="180996" y="208250"/>
                  </a:lnTo>
                  <a:lnTo>
                    <a:pt x="182224" y="203059"/>
                  </a:lnTo>
                  <a:lnTo>
                    <a:pt x="183287" y="197831"/>
                  </a:lnTo>
                  <a:lnTo>
                    <a:pt x="184181" y="192572"/>
                  </a:lnTo>
                  <a:lnTo>
                    <a:pt x="184908" y="187286"/>
                  </a:lnTo>
                  <a:lnTo>
                    <a:pt x="185465" y="181981"/>
                  </a:lnTo>
                  <a:lnTo>
                    <a:pt x="185853" y="176660"/>
                  </a:lnTo>
                  <a:lnTo>
                    <a:pt x="186071" y="171330"/>
                  </a:lnTo>
                  <a:lnTo>
                    <a:pt x="186119" y="165995"/>
                  </a:lnTo>
                  <a:lnTo>
                    <a:pt x="185996" y="160662"/>
                  </a:lnTo>
                  <a:lnTo>
                    <a:pt x="185704" y="155335"/>
                  </a:lnTo>
                  <a:lnTo>
                    <a:pt x="185241" y="150021"/>
                  </a:lnTo>
                  <a:lnTo>
                    <a:pt x="184610" y="144723"/>
                  </a:lnTo>
                  <a:lnTo>
                    <a:pt x="183809" y="139449"/>
                  </a:lnTo>
                  <a:lnTo>
                    <a:pt x="182841" y="134203"/>
                  </a:lnTo>
                  <a:lnTo>
                    <a:pt x="181705" y="128990"/>
                  </a:lnTo>
                  <a:lnTo>
                    <a:pt x="180404" y="123817"/>
                  </a:lnTo>
                  <a:lnTo>
                    <a:pt x="178939" y="118687"/>
                  </a:lnTo>
                  <a:lnTo>
                    <a:pt x="177310" y="113607"/>
                  </a:lnTo>
                  <a:lnTo>
                    <a:pt x="175521" y="108581"/>
                  </a:lnTo>
                  <a:lnTo>
                    <a:pt x="173572" y="103615"/>
                  </a:lnTo>
                  <a:lnTo>
                    <a:pt x="171465" y="98714"/>
                  </a:lnTo>
                  <a:lnTo>
                    <a:pt x="169203" y="93883"/>
                  </a:lnTo>
                  <a:lnTo>
                    <a:pt x="166788" y="89126"/>
                  </a:lnTo>
                  <a:lnTo>
                    <a:pt x="164223" y="84448"/>
                  </a:lnTo>
                  <a:lnTo>
                    <a:pt x="161509" y="79855"/>
                  </a:lnTo>
                  <a:lnTo>
                    <a:pt x="158651" y="75351"/>
                  </a:lnTo>
                  <a:lnTo>
                    <a:pt x="155650" y="70940"/>
                  </a:lnTo>
                  <a:lnTo>
                    <a:pt x="152510" y="66628"/>
                  </a:lnTo>
                  <a:lnTo>
                    <a:pt x="149234" y="62417"/>
                  </a:lnTo>
                  <a:lnTo>
                    <a:pt x="145825" y="58314"/>
                  </a:lnTo>
                  <a:lnTo>
                    <a:pt x="142287" y="54321"/>
                  </a:lnTo>
                  <a:lnTo>
                    <a:pt x="138624" y="50443"/>
                  </a:lnTo>
                  <a:lnTo>
                    <a:pt x="134838" y="46684"/>
                  </a:lnTo>
                  <a:lnTo>
                    <a:pt x="130935" y="43048"/>
                  </a:lnTo>
                  <a:lnTo>
                    <a:pt x="126917" y="39538"/>
                  </a:lnTo>
                  <a:lnTo>
                    <a:pt x="122790" y="36158"/>
                  </a:lnTo>
                  <a:lnTo>
                    <a:pt x="118557" y="32911"/>
                  </a:lnTo>
                  <a:lnTo>
                    <a:pt x="114222" y="29801"/>
                  </a:lnTo>
                  <a:lnTo>
                    <a:pt x="109790" y="26832"/>
                  </a:lnTo>
                  <a:lnTo>
                    <a:pt x="105266" y="24005"/>
                  </a:lnTo>
                  <a:lnTo>
                    <a:pt x="100654" y="21323"/>
                  </a:lnTo>
                  <a:lnTo>
                    <a:pt x="95959" y="18791"/>
                  </a:lnTo>
                  <a:lnTo>
                    <a:pt x="91185" y="16409"/>
                  </a:lnTo>
                  <a:lnTo>
                    <a:pt x="86338" y="14181"/>
                  </a:lnTo>
                  <a:lnTo>
                    <a:pt x="81422" y="12109"/>
                  </a:lnTo>
                  <a:lnTo>
                    <a:pt x="76442" y="10195"/>
                  </a:lnTo>
                  <a:lnTo>
                    <a:pt x="71404" y="8441"/>
                  </a:lnTo>
                  <a:lnTo>
                    <a:pt x="66313" y="6848"/>
                  </a:lnTo>
                  <a:lnTo>
                    <a:pt x="61173" y="5418"/>
                  </a:lnTo>
                  <a:lnTo>
                    <a:pt x="55991" y="4154"/>
                  </a:lnTo>
                  <a:lnTo>
                    <a:pt x="50770" y="3055"/>
                  </a:lnTo>
                  <a:lnTo>
                    <a:pt x="45517" y="2123"/>
                  </a:lnTo>
                  <a:lnTo>
                    <a:pt x="40238" y="1360"/>
                  </a:lnTo>
                  <a:lnTo>
                    <a:pt x="34936" y="765"/>
                  </a:lnTo>
                  <a:lnTo>
                    <a:pt x="29618" y="340"/>
                  </a:lnTo>
                  <a:lnTo>
                    <a:pt x="24290" y="85"/>
                  </a:lnTo>
                  <a:lnTo>
                    <a:pt x="18956" y="0"/>
                  </a:lnTo>
                  <a:lnTo>
                    <a:pt x="189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26297" y="5269756"/>
              <a:ext cx="118961" cy="167167"/>
            </a:xfrm>
            <a:custGeom>
              <a:avLst/>
              <a:pathLst>
                <a:path w="118961" h="167167">
                  <a:moveTo>
                    <a:pt x="118961" y="0"/>
                  </a:moveTo>
                  <a:lnTo>
                    <a:pt x="113446" y="90"/>
                  </a:lnTo>
                  <a:lnTo>
                    <a:pt x="107938" y="363"/>
                  </a:lnTo>
                  <a:lnTo>
                    <a:pt x="102442" y="818"/>
                  </a:lnTo>
                  <a:lnTo>
                    <a:pt x="96964" y="1453"/>
                  </a:lnTo>
                  <a:lnTo>
                    <a:pt x="91509" y="2269"/>
                  </a:lnTo>
                  <a:lnTo>
                    <a:pt x="86085" y="3264"/>
                  </a:lnTo>
                  <a:lnTo>
                    <a:pt x="80696" y="4438"/>
                  </a:lnTo>
                  <a:lnTo>
                    <a:pt x="75349" y="5788"/>
                  </a:lnTo>
                  <a:lnTo>
                    <a:pt x="70050" y="7315"/>
                  </a:lnTo>
                  <a:lnTo>
                    <a:pt x="64803" y="9015"/>
                  </a:lnTo>
                  <a:lnTo>
                    <a:pt x="59616" y="10888"/>
                  </a:lnTo>
                  <a:lnTo>
                    <a:pt x="54493" y="12930"/>
                  </a:lnTo>
                  <a:lnTo>
                    <a:pt x="49441" y="15141"/>
                  </a:lnTo>
                  <a:lnTo>
                    <a:pt x="44464" y="17517"/>
                  </a:lnTo>
                  <a:lnTo>
                    <a:pt x="39568" y="20056"/>
                  </a:lnTo>
                  <a:lnTo>
                    <a:pt x="34758" y="22754"/>
                  </a:lnTo>
                  <a:lnTo>
                    <a:pt x="30041" y="25611"/>
                  </a:lnTo>
                  <a:lnTo>
                    <a:pt x="25420" y="28621"/>
                  </a:lnTo>
                  <a:lnTo>
                    <a:pt x="20900" y="31782"/>
                  </a:lnTo>
                  <a:lnTo>
                    <a:pt x="16488" y="35090"/>
                  </a:lnTo>
                  <a:lnTo>
                    <a:pt x="12187" y="38542"/>
                  </a:lnTo>
                  <a:lnTo>
                    <a:pt x="8002" y="42134"/>
                  </a:lnTo>
                  <a:lnTo>
                    <a:pt x="3938" y="45862"/>
                  </a:lnTo>
                  <a:lnTo>
                    <a:pt x="0" y="49722"/>
                  </a:lnTo>
                  <a:lnTo>
                    <a:pt x="1189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26297" y="5319479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26297" y="5319479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26297" y="5319479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26297" y="5319479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96857" y="5319479"/>
              <a:ext cx="148400" cy="117444"/>
            </a:xfrm>
            <a:custGeom>
              <a:avLst/>
              <a:pathLst>
                <a:path w="148400" h="117444">
                  <a:moveTo>
                    <a:pt x="29439" y="0"/>
                  </a:moveTo>
                  <a:lnTo>
                    <a:pt x="25111" y="4551"/>
                  </a:lnTo>
                  <a:lnTo>
                    <a:pt x="20958" y="9262"/>
                  </a:lnTo>
                  <a:lnTo>
                    <a:pt x="16984" y="14126"/>
                  </a:lnTo>
                  <a:lnTo>
                    <a:pt x="13195" y="19136"/>
                  </a:lnTo>
                  <a:lnTo>
                    <a:pt x="9598" y="24284"/>
                  </a:lnTo>
                  <a:lnTo>
                    <a:pt x="6196" y="29564"/>
                  </a:lnTo>
                  <a:lnTo>
                    <a:pt x="2995" y="34968"/>
                  </a:lnTo>
                  <a:lnTo>
                    <a:pt x="0" y="40489"/>
                  </a:lnTo>
                  <a:lnTo>
                    <a:pt x="148400" y="117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092" y="5269756"/>
              <a:ext cx="334322" cy="334329"/>
            </a:xfrm>
            <a:custGeom>
              <a:avLst/>
              <a:pathLst>
                <a:path w="334322" h="334329">
                  <a:moveTo>
                    <a:pt x="18765" y="90212"/>
                  </a:moveTo>
                  <a:lnTo>
                    <a:pt x="16404" y="94947"/>
                  </a:lnTo>
                  <a:lnTo>
                    <a:pt x="14194" y="99754"/>
                  </a:lnTo>
                  <a:lnTo>
                    <a:pt x="12137" y="104628"/>
                  </a:lnTo>
                  <a:lnTo>
                    <a:pt x="10236" y="109566"/>
                  </a:lnTo>
                  <a:lnTo>
                    <a:pt x="8492" y="114561"/>
                  </a:lnTo>
                  <a:lnTo>
                    <a:pt x="6906" y="119608"/>
                  </a:lnTo>
                  <a:lnTo>
                    <a:pt x="5481" y="124704"/>
                  </a:lnTo>
                  <a:lnTo>
                    <a:pt x="4219" y="129842"/>
                  </a:lnTo>
                  <a:lnTo>
                    <a:pt x="3119" y="135017"/>
                  </a:lnTo>
                  <a:lnTo>
                    <a:pt x="2184" y="140224"/>
                  </a:lnTo>
                  <a:lnTo>
                    <a:pt x="1414" y="145459"/>
                  </a:lnTo>
                  <a:lnTo>
                    <a:pt x="810" y="150715"/>
                  </a:lnTo>
                  <a:lnTo>
                    <a:pt x="373" y="155988"/>
                  </a:lnTo>
                  <a:lnTo>
                    <a:pt x="102" y="161272"/>
                  </a:lnTo>
                  <a:lnTo>
                    <a:pt x="0" y="166562"/>
                  </a:lnTo>
                  <a:lnTo>
                    <a:pt x="64" y="171852"/>
                  </a:lnTo>
                  <a:lnTo>
                    <a:pt x="296" y="177138"/>
                  </a:lnTo>
                  <a:lnTo>
                    <a:pt x="695" y="182413"/>
                  </a:lnTo>
                  <a:lnTo>
                    <a:pt x="1261" y="187674"/>
                  </a:lnTo>
                  <a:lnTo>
                    <a:pt x="1993" y="192914"/>
                  </a:lnTo>
                  <a:lnTo>
                    <a:pt x="2891" y="198128"/>
                  </a:lnTo>
                  <a:lnTo>
                    <a:pt x="3953" y="203311"/>
                  </a:lnTo>
                  <a:lnTo>
                    <a:pt x="5178" y="208458"/>
                  </a:lnTo>
                  <a:lnTo>
                    <a:pt x="6566" y="213564"/>
                  </a:lnTo>
                  <a:lnTo>
                    <a:pt x="8115" y="218623"/>
                  </a:lnTo>
                  <a:lnTo>
                    <a:pt x="9823" y="223630"/>
                  </a:lnTo>
                  <a:lnTo>
                    <a:pt x="11688" y="228581"/>
                  </a:lnTo>
                  <a:lnTo>
                    <a:pt x="13710" y="233471"/>
                  </a:lnTo>
                  <a:lnTo>
                    <a:pt x="15885" y="238294"/>
                  </a:lnTo>
                  <a:lnTo>
                    <a:pt x="18211" y="243045"/>
                  </a:lnTo>
                  <a:lnTo>
                    <a:pt x="20687" y="247721"/>
                  </a:lnTo>
                  <a:lnTo>
                    <a:pt x="23310" y="252316"/>
                  </a:lnTo>
                  <a:lnTo>
                    <a:pt x="26077" y="256826"/>
                  </a:lnTo>
                  <a:lnTo>
                    <a:pt x="28985" y="261246"/>
                  </a:lnTo>
                  <a:lnTo>
                    <a:pt x="32031" y="265572"/>
                  </a:lnTo>
                  <a:lnTo>
                    <a:pt x="35213" y="269799"/>
                  </a:lnTo>
                  <a:lnTo>
                    <a:pt x="38527" y="273923"/>
                  </a:lnTo>
                  <a:lnTo>
                    <a:pt x="41969" y="277941"/>
                  </a:lnTo>
                  <a:lnTo>
                    <a:pt x="45538" y="281847"/>
                  </a:lnTo>
                  <a:lnTo>
                    <a:pt x="49228" y="285639"/>
                  </a:lnTo>
                  <a:lnTo>
                    <a:pt x="53036" y="289312"/>
                  </a:lnTo>
                  <a:lnTo>
                    <a:pt x="56959" y="292862"/>
                  </a:lnTo>
                  <a:lnTo>
                    <a:pt x="60991" y="296287"/>
                  </a:lnTo>
                  <a:lnTo>
                    <a:pt x="65131" y="299582"/>
                  </a:lnTo>
                  <a:lnTo>
                    <a:pt x="69372" y="302745"/>
                  </a:lnTo>
                  <a:lnTo>
                    <a:pt x="73712" y="305772"/>
                  </a:lnTo>
                  <a:lnTo>
                    <a:pt x="78145" y="308660"/>
                  </a:lnTo>
                  <a:lnTo>
                    <a:pt x="82667" y="311406"/>
                  </a:lnTo>
                  <a:lnTo>
                    <a:pt x="87274" y="314008"/>
                  </a:lnTo>
                  <a:lnTo>
                    <a:pt x="91961" y="316462"/>
                  </a:lnTo>
                  <a:lnTo>
                    <a:pt x="96723" y="318768"/>
                  </a:lnTo>
                  <a:lnTo>
                    <a:pt x="101556" y="320921"/>
                  </a:lnTo>
                  <a:lnTo>
                    <a:pt x="106454" y="322920"/>
                  </a:lnTo>
                  <a:lnTo>
                    <a:pt x="111414" y="324763"/>
                  </a:lnTo>
                  <a:lnTo>
                    <a:pt x="116429" y="326449"/>
                  </a:lnTo>
                  <a:lnTo>
                    <a:pt x="121495" y="327975"/>
                  </a:lnTo>
                  <a:lnTo>
                    <a:pt x="126607" y="329339"/>
                  </a:lnTo>
                  <a:lnTo>
                    <a:pt x="131759" y="330542"/>
                  </a:lnTo>
                  <a:lnTo>
                    <a:pt x="136947" y="331580"/>
                  </a:lnTo>
                  <a:lnTo>
                    <a:pt x="142165" y="332454"/>
                  </a:lnTo>
                  <a:lnTo>
                    <a:pt x="147408" y="333163"/>
                  </a:lnTo>
                  <a:lnTo>
                    <a:pt x="152671" y="333705"/>
                  </a:lnTo>
                  <a:lnTo>
                    <a:pt x="157949" y="334080"/>
                  </a:lnTo>
                  <a:lnTo>
                    <a:pt x="163235" y="334288"/>
                  </a:lnTo>
                  <a:lnTo>
                    <a:pt x="168526" y="334329"/>
                  </a:lnTo>
                  <a:lnTo>
                    <a:pt x="173815" y="334202"/>
                  </a:lnTo>
                  <a:lnTo>
                    <a:pt x="179098" y="333908"/>
                  </a:lnTo>
                  <a:lnTo>
                    <a:pt x="184369" y="333447"/>
                  </a:lnTo>
                  <a:lnTo>
                    <a:pt x="189622" y="332819"/>
                  </a:lnTo>
                  <a:lnTo>
                    <a:pt x="194853" y="332026"/>
                  </a:lnTo>
                  <a:lnTo>
                    <a:pt x="200056" y="331067"/>
                  </a:lnTo>
                  <a:lnTo>
                    <a:pt x="205226" y="329944"/>
                  </a:lnTo>
                  <a:lnTo>
                    <a:pt x="210359" y="328658"/>
                  </a:lnTo>
                  <a:lnTo>
                    <a:pt x="215447" y="327210"/>
                  </a:lnTo>
                  <a:lnTo>
                    <a:pt x="220488" y="325602"/>
                  </a:lnTo>
                  <a:lnTo>
                    <a:pt x="225475" y="323835"/>
                  </a:lnTo>
                  <a:lnTo>
                    <a:pt x="230404" y="321912"/>
                  </a:lnTo>
                  <a:lnTo>
                    <a:pt x="235269" y="319833"/>
                  </a:lnTo>
                  <a:lnTo>
                    <a:pt x="240066" y="317601"/>
                  </a:lnTo>
                  <a:lnTo>
                    <a:pt x="244790" y="315219"/>
                  </a:lnTo>
                  <a:lnTo>
                    <a:pt x="249437" y="312688"/>
                  </a:lnTo>
                  <a:lnTo>
                    <a:pt x="254001" y="310012"/>
                  </a:lnTo>
                  <a:lnTo>
                    <a:pt x="258478" y="307192"/>
                  </a:lnTo>
                  <a:lnTo>
                    <a:pt x="262863" y="304233"/>
                  </a:lnTo>
                  <a:lnTo>
                    <a:pt x="267153" y="301136"/>
                  </a:lnTo>
                  <a:lnTo>
                    <a:pt x="271342" y="297904"/>
                  </a:lnTo>
                  <a:lnTo>
                    <a:pt x="275427" y="294542"/>
                  </a:lnTo>
                  <a:lnTo>
                    <a:pt x="279404" y="291052"/>
                  </a:lnTo>
                  <a:lnTo>
                    <a:pt x="283268" y="287438"/>
                  </a:lnTo>
                  <a:lnTo>
                    <a:pt x="287016" y="283704"/>
                  </a:lnTo>
                  <a:lnTo>
                    <a:pt x="290644" y="279853"/>
                  </a:lnTo>
                  <a:lnTo>
                    <a:pt x="294148" y="275889"/>
                  </a:lnTo>
                  <a:lnTo>
                    <a:pt x="297525" y="271816"/>
                  </a:lnTo>
                  <a:lnTo>
                    <a:pt x="300772" y="267638"/>
                  </a:lnTo>
                  <a:lnTo>
                    <a:pt x="303884" y="263360"/>
                  </a:lnTo>
                  <a:lnTo>
                    <a:pt x="306860" y="258985"/>
                  </a:lnTo>
                  <a:lnTo>
                    <a:pt x="309695" y="254518"/>
                  </a:lnTo>
                  <a:lnTo>
                    <a:pt x="312388" y="249964"/>
                  </a:lnTo>
                  <a:lnTo>
                    <a:pt x="314936" y="245327"/>
                  </a:lnTo>
                  <a:lnTo>
                    <a:pt x="317335" y="240612"/>
                  </a:lnTo>
                  <a:lnTo>
                    <a:pt x="319584" y="235823"/>
                  </a:lnTo>
                  <a:lnTo>
                    <a:pt x="321681" y="230965"/>
                  </a:lnTo>
                  <a:lnTo>
                    <a:pt x="323622" y="226043"/>
                  </a:lnTo>
                  <a:lnTo>
                    <a:pt x="325407" y="221062"/>
                  </a:lnTo>
                  <a:lnTo>
                    <a:pt x="327033" y="216028"/>
                  </a:lnTo>
                  <a:lnTo>
                    <a:pt x="328499" y="210944"/>
                  </a:lnTo>
                  <a:lnTo>
                    <a:pt x="329804" y="205817"/>
                  </a:lnTo>
                  <a:lnTo>
                    <a:pt x="330946" y="200651"/>
                  </a:lnTo>
                  <a:lnTo>
                    <a:pt x="331923" y="195451"/>
                  </a:lnTo>
                  <a:lnTo>
                    <a:pt x="332736" y="190223"/>
                  </a:lnTo>
                  <a:lnTo>
                    <a:pt x="333382" y="184972"/>
                  </a:lnTo>
                  <a:lnTo>
                    <a:pt x="333863" y="179703"/>
                  </a:lnTo>
                  <a:lnTo>
                    <a:pt x="334176" y="174421"/>
                  </a:lnTo>
                  <a:lnTo>
                    <a:pt x="334322" y="169132"/>
                  </a:lnTo>
                  <a:lnTo>
                    <a:pt x="334300" y="163842"/>
                  </a:lnTo>
                  <a:lnTo>
                    <a:pt x="334111" y="158554"/>
                  </a:lnTo>
                  <a:lnTo>
                    <a:pt x="333755" y="153275"/>
                  </a:lnTo>
                  <a:lnTo>
                    <a:pt x="333232" y="148010"/>
                  </a:lnTo>
                  <a:lnTo>
                    <a:pt x="332543" y="142765"/>
                  </a:lnTo>
                  <a:lnTo>
                    <a:pt x="331688" y="137543"/>
                  </a:lnTo>
                  <a:lnTo>
                    <a:pt x="330668" y="132352"/>
                  </a:lnTo>
                  <a:lnTo>
                    <a:pt x="329484" y="127195"/>
                  </a:lnTo>
                  <a:lnTo>
                    <a:pt x="328138" y="122079"/>
                  </a:lnTo>
                  <a:lnTo>
                    <a:pt x="326630" y="117007"/>
                  </a:lnTo>
                  <a:lnTo>
                    <a:pt x="324963" y="111986"/>
                  </a:lnTo>
                  <a:lnTo>
                    <a:pt x="323138" y="107020"/>
                  </a:lnTo>
                  <a:lnTo>
                    <a:pt x="321156" y="102114"/>
                  </a:lnTo>
                  <a:lnTo>
                    <a:pt x="319021" y="97273"/>
                  </a:lnTo>
                  <a:lnTo>
                    <a:pt x="316733" y="92503"/>
                  </a:lnTo>
                  <a:lnTo>
                    <a:pt x="314295" y="87807"/>
                  </a:lnTo>
                  <a:lnTo>
                    <a:pt x="311710" y="83191"/>
                  </a:lnTo>
                  <a:lnTo>
                    <a:pt x="308980" y="78659"/>
                  </a:lnTo>
                  <a:lnTo>
                    <a:pt x="306108" y="74215"/>
                  </a:lnTo>
                  <a:lnTo>
                    <a:pt x="303097" y="69865"/>
                  </a:lnTo>
                  <a:lnTo>
                    <a:pt x="299950" y="65612"/>
                  </a:lnTo>
                  <a:lnTo>
                    <a:pt x="296669" y="61461"/>
                  </a:lnTo>
                  <a:lnTo>
                    <a:pt x="293259" y="57415"/>
                  </a:lnTo>
                  <a:lnTo>
                    <a:pt x="289723" y="53480"/>
                  </a:lnTo>
                  <a:lnTo>
                    <a:pt x="286064" y="49659"/>
                  </a:lnTo>
                  <a:lnTo>
                    <a:pt x="282286" y="45955"/>
                  </a:lnTo>
                  <a:lnTo>
                    <a:pt x="278392" y="42373"/>
                  </a:lnTo>
                  <a:lnTo>
                    <a:pt x="274387" y="38915"/>
                  </a:lnTo>
                  <a:lnTo>
                    <a:pt x="270275" y="35586"/>
                  </a:lnTo>
                  <a:lnTo>
                    <a:pt x="266059" y="32389"/>
                  </a:lnTo>
                  <a:lnTo>
                    <a:pt x="261745" y="29327"/>
                  </a:lnTo>
                  <a:lnTo>
                    <a:pt x="257335" y="26403"/>
                  </a:lnTo>
                  <a:lnTo>
                    <a:pt x="252836" y="23620"/>
                  </a:lnTo>
                  <a:lnTo>
                    <a:pt x="248250" y="20981"/>
                  </a:lnTo>
                  <a:lnTo>
                    <a:pt x="243583" y="18488"/>
                  </a:lnTo>
                  <a:lnTo>
                    <a:pt x="238840" y="16144"/>
                  </a:lnTo>
                  <a:lnTo>
                    <a:pt x="234025" y="13952"/>
                  </a:lnTo>
                  <a:lnTo>
                    <a:pt x="229143" y="11913"/>
                  </a:lnTo>
                  <a:lnTo>
                    <a:pt x="224198" y="10029"/>
                  </a:lnTo>
                  <a:lnTo>
                    <a:pt x="219197" y="8303"/>
                  </a:lnTo>
                  <a:lnTo>
                    <a:pt x="214144" y="6736"/>
                  </a:lnTo>
                  <a:lnTo>
                    <a:pt x="209043" y="5330"/>
                  </a:lnTo>
                  <a:lnTo>
                    <a:pt x="203901" y="4086"/>
                  </a:lnTo>
                  <a:lnTo>
                    <a:pt x="198722" y="3005"/>
                  </a:lnTo>
                  <a:lnTo>
                    <a:pt x="193511" y="2088"/>
                  </a:lnTo>
                  <a:lnTo>
                    <a:pt x="188273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1458" y="5018213"/>
              <a:ext cx="159580" cy="167167"/>
            </a:xfrm>
            <a:custGeom>
              <a:avLst/>
              <a:pathLst>
                <a:path w="159580" h="167167">
                  <a:moveTo>
                    <a:pt x="159580" y="0"/>
                  </a:moveTo>
                  <a:lnTo>
                    <a:pt x="154145" y="88"/>
                  </a:lnTo>
                  <a:lnTo>
                    <a:pt x="148715" y="353"/>
                  </a:lnTo>
                  <a:lnTo>
                    <a:pt x="143296" y="795"/>
                  </a:lnTo>
                  <a:lnTo>
                    <a:pt x="137895" y="1412"/>
                  </a:lnTo>
                  <a:lnTo>
                    <a:pt x="132517" y="2205"/>
                  </a:lnTo>
                  <a:lnTo>
                    <a:pt x="127167" y="3172"/>
                  </a:lnTo>
                  <a:lnTo>
                    <a:pt x="121851" y="4313"/>
                  </a:lnTo>
                  <a:lnTo>
                    <a:pt x="116576" y="5626"/>
                  </a:lnTo>
                  <a:lnTo>
                    <a:pt x="111346" y="7109"/>
                  </a:lnTo>
                  <a:lnTo>
                    <a:pt x="106167" y="8762"/>
                  </a:lnTo>
                  <a:lnTo>
                    <a:pt x="101044" y="10583"/>
                  </a:lnTo>
                  <a:lnTo>
                    <a:pt x="95984" y="12569"/>
                  </a:lnTo>
                  <a:lnTo>
                    <a:pt x="90990" y="14719"/>
                  </a:lnTo>
                  <a:lnTo>
                    <a:pt x="86070" y="17030"/>
                  </a:lnTo>
                  <a:lnTo>
                    <a:pt x="81227" y="19500"/>
                  </a:lnTo>
                  <a:lnTo>
                    <a:pt x="76466" y="22125"/>
                  </a:lnTo>
                  <a:lnTo>
                    <a:pt x="71794" y="24905"/>
                  </a:lnTo>
                  <a:lnTo>
                    <a:pt x="67215" y="27834"/>
                  </a:lnTo>
                  <a:lnTo>
                    <a:pt x="62733" y="30911"/>
                  </a:lnTo>
                  <a:lnTo>
                    <a:pt x="58354" y="34133"/>
                  </a:lnTo>
                  <a:lnTo>
                    <a:pt x="54081" y="37495"/>
                  </a:lnTo>
                  <a:lnTo>
                    <a:pt x="49921" y="40994"/>
                  </a:lnTo>
                  <a:lnTo>
                    <a:pt x="45876" y="44626"/>
                  </a:lnTo>
                  <a:lnTo>
                    <a:pt x="41951" y="48388"/>
                  </a:lnTo>
                  <a:lnTo>
                    <a:pt x="38151" y="52276"/>
                  </a:lnTo>
                  <a:lnTo>
                    <a:pt x="34480" y="56285"/>
                  </a:lnTo>
                  <a:lnTo>
                    <a:pt x="30940" y="60411"/>
                  </a:lnTo>
                  <a:lnTo>
                    <a:pt x="27537" y="64651"/>
                  </a:lnTo>
                  <a:lnTo>
                    <a:pt x="24273" y="68999"/>
                  </a:lnTo>
                  <a:lnTo>
                    <a:pt x="21153" y="73450"/>
                  </a:lnTo>
                  <a:lnTo>
                    <a:pt x="18179" y="78001"/>
                  </a:lnTo>
                  <a:lnTo>
                    <a:pt x="15354" y="82646"/>
                  </a:lnTo>
                  <a:lnTo>
                    <a:pt x="12682" y="87380"/>
                  </a:lnTo>
                  <a:lnTo>
                    <a:pt x="10165" y="92199"/>
                  </a:lnTo>
                  <a:lnTo>
                    <a:pt x="7807" y="97097"/>
                  </a:lnTo>
                  <a:lnTo>
                    <a:pt x="5608" y="102070"/>
                  </a:lnTo>
                  <a:lnTo>
                    <a:pt x="3573" y="107111"/>
                  </a:lnTo>
                  <a:lnTo>
                    <a:pt x="1703" y="112215"/>
                  </a:lnTo>
                  <a:lnTo>
                    <a:pt x="0" y="117378"/>
                  </a:lnTo>
                  <a:lnTo>
                    <a:pt x="1595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1458" y="5135591"/>
              <a:ext cx="159580" cy="49789"/>
            </a:xfrm>
            <a:custGeom>
              <a:avLst/>
              <a:pathLst>
                <a:path w="159580" h="49789">
                  <a:moveTo>
                    <a:pt x="0" y="0"/>
                  </a:moveTo>
                  <a:lnTo>
                    <a:pt x="159580" y="49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61458" y="5135591"/>
              <a:ext cx="159580" cy="49789"/>
            </a:xfrm>
            <a:custGeom>
              <a:avLst/>
              <a:pathLst>
                <a:path w="159580" h="49789">
                  <a:moveTo>
                    <a:pt x="0" y="0"/>
                  </a:moveTo>
                  <a:lnTo>
                    <a:pt x="159580" y="497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61458" y="5135591"/>
              <a:ext cx="159580" cy="49789"/>
            </a:xfrm>
            <a:custGeom>
              <a:avLst/>
              <a:pathLst>
                <a:path w="159580" h="49789">
                  <a:moveTo>
                    <a:pt x="0" y="0"/>
                  </a:moveTo>
                  <a:lnTo>
                    <a:pt x="159580" y="497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995" y="5135591"/>
              <a:ext cx="167043" cy="49789"/>
            </a:xfrm>
            <a:custGeom>
              <a:avLst/>
              <a:pathLst>
                <a:path w="167043" h="49789">
                  <a:moveTo>
                    <a:pt x="7462" y="0"/>
                  </a:moveTo>
                  <a:lnTo>
                    <a:pt x="5699" y="6051"/>
                  </a:lnTo>
                  <a:lnTo>
                    <a:pt x="4165" y="12164"/>
                  </a:lnTo>
                  <a:lnTo>
                    <a:pt x="2862" y="18330"/>
                  </a:lnTo>
                  <a:lnTo>
                    <a:pt x="1793" y="24542"/>
                  </a:lnTo>
                  <a:lnTo>
                    <a:pt x="959" y="30789"/>
                  </a:lnTo>
                  <a:lnTo>
                    <a:pt x="361" y="37063"/>
                  </a:lnTo>
                  <a:lnTo>
                    <a:pt x="0" y="43356"/>
                  </a:lnTo>
                  <a:lnTo>
                    <a:pt x="167043" y="497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75" y="5018213"/>
              <a:ext cx="334317" cy="334331"/>
            </a:xfrm>
            <a:custGeom>
              <a:avLst/>
              <a:pathLst>
                <a:path w="334317" h="334331">
                  <a:moveTo>
                    <a:pt x="119" y="160734"/>
                  </a:moveTo>
                  <a:lnTo>
                    <a:pt x="0" y="166027"/>
                  </a:lnTo>
                  <a:lnTo>
                    <a:pt x="47" y="171321"/>
                  </a:lnTo>
                  <a:lnTo>
                    <a:pt x="263" y="176611"/>
                  </a:lnTo>
                  <a:lnTo>
                    <a:pt x="645" y="181892"/>
                  </a:lnTo>
                  <a:lnTo>
                    <a:pt x="1195" y="187158"/>
                  </a:lnTo>
                  <a:lnTo>
                    <a:pt x="1911" y="192403"/>
                  </a:lnTo>
                  <a:lnTo>
                    <a:pt x="2794" y="197624"/>
                  </a:lnTo>
                  <a:lnTo>
                    <a:pt x="3840" y="202814"/>
                  </a:lnTo>
                  <a:lnTo>
                    <a:pt x="5051" y="207968"/>
                  </a:lnTo>
                  <a:lnTo>
                    <a:pt x="6425" y="213081"/>
                  </a:lnTo>
                  <a:lnTo>
                    <a:pt x="7959" y="218148"/>
                  </a:lnTo>
                  <a:lnTo>
                    <a:pt x="9653" y="223164"/>
                  </a:lnTo>
                  <a:lnTo>
                    <a:pt x="11506" y="228124"/>
                  </a:lnTo>
                  <a:lnTo>
                    <a:pt x="13514" y="233022"/>
                  </a:lnTo>
                  <a:lnTo>
                    <a:pt x="15677" y="237855"/>
                  </a:lnTo>
                  <a:lnTo>
                    <a:pt x="17991" y="242617"/>
                  </a:lnTo>
                  <a:lnTo>
                    <a:pt x="20455" y="247303"/>
                  </a:lnTo>
                  <a:lnTo>
                    <a:pt x="23066" y="251908"/>
                  </a:lnTo>
                  <a:lnTo>
                    <a:pt x="25822" y="256429"/>
                  </a:lnTo>
                  <a:lnTo>
                    <a:pt x="28720" y="260860"/>
                  </a:lnTo>
                  <a:lnTo>
                    <a:pt x="31756" y="265197"/>
                  </a:lnTo>
                  <a:lnTo>
                    <a:pt x="34929" y="269436"/>
                  </a:lnTo>
                  <a:lnTo>
                    <a:pt x="38233" y="273572"/>
                  </a:lnTo>
                  <a:lnTo>
                    <a:pt x="41668" y="277602"/>
                  </a:lnTo>
                  <a:lnTo>
                    <a:pt x="45228" y="281520"/>
                  </a:lnTo>
                  <a:lnTo>
                    <a:pt x="48910" y="285324"/>
                  </a:lnTo>
                  <a:lnTo>
                    <a:pt x="52711" y="289010"/>
                  </a:lnTo>
                  <a:lnTo>
                    <a:pt x="56627" y="292573"/>
                  </a:lnTo>
                  <a:lnTo>
                    <a:pt x="60654" y="296011"/>
                  </a:lnTo>
                  <a:lnTo>
                    <a:pt x="64787" y="299319"/>
                  </a:lnTo>
                  <a:lnTo>
                    <a:pt x="69024" y="302495"/>
                  </a:lnTo>
                  <a:lnTo>
                    <a:pt x="73358" y="305535"/>
                  </a:lnTo>
                  <a:lnTo>
                    <a:pt x="77787" y="308436"/>
                  </a:lnTo>
                  <a:lnTo>
                    <a:pt x="82305" y="311195"/>
                  </a:lnTo>
                  <a:lnTo>
                    <a:pt x="86909" y="313810"/>
                  </a:lnTo>
                  <a:lnTo>
                    <a:pt x="91593" y="316278"/>
                  </a:lnTo>
                  <a:lnTo>
                    <a:pt x="96353" y="318596"/>
                  </a:lnTo>
                  <a:lnTo>
                    <a:pt x="101184" y="320763"/>
                  </a:lnTo>
                  <a:lnTo>
                    <a:pt x="106081" y="322775"/>
                  </a:lnTo>
                  <a:lnTo>
                    <a:pt x="111039" y="324631"/>
                  </a:lnTo>
                  <a:lnTo>
                    <a:pt x="116054" y="326330"/>
                  </a:lnTo>
                  <a:lnTo>
                    <a:pt x="121120" y="327868"/>
                  </a:lnTo>
                  <a:lnTo>
                    <a:pt x="126232" y="329246"/>
                  </a:lnTo>
                  <a:lnTo>
                    <a:pt x="131385" y="330461"/>
                  </a:lnTo>
                  <a:lnTo>
                    <a:pt x="136574" y="331512"/>
                  </a:lnTo>
                  <a:lnTo>
                    <a:pt x="141793" y="332398"/>
                  </a:lnTo>
                  <a:lnTo>
                    <a:pt x="147039" y="333119"/>
                  </a:lnTo>
                  <a:lnTo>
                    <a:pt x="152304" y="333673"/>
                  </a:lnTo>
                  <a:lnTo>
                    <a:pt x="157584" y="334060"/>
                  </a:lnTo>
                  <a:lnTo>
                    <a:pt x="162874" y="334279"/>
                  </a:lnTo>
                  <a:lnTo>
                    <a:pt x="168168" y="334331"/>
                  </a:lnTo>
                  <a:lnTo>
                    <a:pt x="173461" y="334216"/>
                  </a:lnTo>
                  <a:lnTo>
                    <a:pt x="178748" y="333932"/>
                  </a:lnTo>
                  <a:lnTo>
                    <a:pt x="184023" y="333482"/>
                  </a:lnTo>
                  <a:lnTo>
                    <a:pt x="189281" y="332865"/>
                  </a:lnTo>
                  <a:lnTo>
                    <a:pt x="194518" y="332081"/>
                  </a:lnTo>
                  <a:lnTo>
                    <a:pt x="199726" y="331132"/>
                  </a:lnTo>
                  <a:lnTo>
                    <a:pt x="204902" y="330019"/>
                  </a:lnTo>
                  <a:lnTo>
                    <a:pt x="210040" y="328742"/>
                  </a:lnTo>
                  <a:lnTo>
                    <a:pt x="215135" y="327303"/>
                  </a:lnTo>
                  <a:lnTo>
                    <a:pt x="220182" y="325704"/>
                  </a:lnTo>
                  <a:lnTo>
                    <a:pt x="225176" y="323945"/>
                  </a:lnTo>
                  <a:lnTo>
                    <a:pt x="230112" y="322029"/>
                  </a:lnTo>
                  <a:lnTo>
                    <a:pt x="234984" y="319958"/>
                  </a:lnTo>
                  <a:lnTo>
                    <a:pt x="239789" y="317734"/>
                  </a:lnTo>
                  <a:lnTo>
                    <a:pt x="244521" y="315359"/>
                  </a:lnTo>
                  <a:lnTo>
                    <a:pt x="249175" y="312835"/>
                  </a:lnTo>
                  <a:lnTo>
                    <a:pt x="253746" y="310164"/>
                  </a:lnTo>
                  <a:lnTo>
                    <a:pt x="258231" y="307351"/>
                  </a:lnTo>
                  <a:lnTo>
                    <a:pt x="262625" y="304397"/>
                  </a:lnTo>
                  <a:lnTo>
                    <a:pt x="266923" y="301305"/>
                  </a:lnTo>
                  <a:lnTo>
                    <a:pt x="271120" y="298078"/>
                  </a:lnTo>
                  <a:lnTo>
                    <a:pt x="275214" y="294721"/>
                  </a:lnTo>
                  <a:lnTo>
                    <a:pt x="279199" y="291235"/>
                  </a:lnTo>
                  <a:lnTo>
                    <a:pt x="283072" y="287625"/>
                  </a:lnTo>
                  <a:lnTo>
                    <a:pt x="286828" y="283894"/>
                  </a:lnTo>
                  <a:lnTo>
                    <a:pt x="290464" y="280046"/>
                  </a:lnTo>
                  <a:lnTo>
                    <a:pt x="293977" y="276085"/>
                  </a:lnTo>
                  <a:lnTo>
                    <a:pt x="297363" y="272014"/>
                  </a:lnTo>
                  <a:lnTo>
                    <a:pt x="300618" y="267839"/>
                  </a:lnTo>
                  <a:lnTo>
                    <a:pt x="303739" y="263562"/>
                  </a:lnTo>
                  <a:lnTo>
                    <a:pt x="306723" y="259189"/>
                  </a:lnTo>
                  <a:lnTo>
                    <a:pt x="309567" y="254723"/>
                  </a:lnTo>
                  <a:lnTo>
                    <a:pt x="312268" y="250170"/>
                  </a:lnTo>
                  <a:lnTo>
                    <a:pt x="314824" y="245533"/>
                  </a:lnTo>
                  <a:lnTo>
                    <a:pt x="317231" y="240818"/>
                  </a:lnTo>
                  <a:lnTo>
                    <a:pt x="319488" y="236029"/>
                  </a:lnTo>
                  <a:lnTo>
                    <a:pt x="321593" y="231170"/>
                  </a:lnTo>
                  <a:lnTo>
                    <a:pt x="323542" y="226248"/>
                  </a:lnTo>
                  <a:lnTo>
                    <a:pt x="325335" y="221266"/>
                  </a:lnTo>
                  <a:lnTo>
                    <a:pt x="326968" y="216230"/>
                  </a:lnTo>
                  <a:lnTo>
                    <a:pt x="328442" y="211145"/>
                  </a:lnTo>
                  <a:lnTo>
                    <a:pt x="329754" y="206016"/>
                  </a:lnTo>
                  <a:lnTo>
                    <a:pt x="330902" y="200847"/>
                  </a:lnTo>
                  <a:lnTo>
                    <a:pt x="331887" y="195645"/>
                  </a:lnTo>
                  <a:lnTo>
                    <a:pt x="332706" y="190415"/>
                  </a:lnTo>
                  <a:lnTo>
                    <a:pt x="333359" y="185161"/>
                  </a:lnTo>
                  <a:lnTo>
                    <a:pt x="333846" y="179889"/>
                  </a:lnTo>
                  <a:lnTo>
                    <a:pt x="334165" y="174604"/>
                  </a:lnTo>
                  <a:lnTo>
                    <a:pt x="334317" y="169312"/>
                  </a:lnTo>
                  <a:lnTo>
                    <a:pt x="334301" y="164017"/>
                  </a:lnTo>
                  <a:lnTo>
                    <a:pt x="334117" y="158726"/>
                  </a:lnTo>
                  <a:lnTo>
                    <a:pt x="333766" y="153443"/>
                  </a:lnTo>
                  <a:lnTo>
                    <a:pt x="333248" y="148174"/>
                  </a:lnTo>
                  <a:lnTo>
                    <a:pt x="332563" y="142924"/>
                  </a:lnTo>
                  <a:lnTo>
                    <a:pt x="331713" y="137699"/>
                  </a:lnTo>
                  <a:lnTo>
                    <a:pt x="330697" y="132503"/>
                  </a:lnTo>
                  <a:lnTo>
                    <a:pt x="329517" y="127342"/>
                  </a:lnTo>
                  <a:lnTo>
                    <a:pt x="328175" y="122220"/>
                  </a:lnTo>
                  <a:lnTo>
                    <a:pt x="326671" y="117144"/>
                  </a:lnTo>
                  <a:lnTo>
                    <a:pt x="325006" y="112118"/>
                  </a:lnTo>
                  <a:lnTo>
                    <a:pt x="323184" y="107147"/>
                  </a:lnTo>
                  <a:lnTo>
                    <a:pt x="321205" y="102236"/>
                  </a:lnTo>
                  <a:lnTo>
                    <a:pt x="319072" y="97391"/>
                  </a:lnTo>
                  <a:lnTo>
                    <a:pt x="316786" y="92615"/>
                  </a:lnTo>
                  <a:lnTo>
                    <a:pt x="314350" y="87915"/>
                  </a:lnTo>
                  <a:lnTo>
                    <a:pt x="311767" y="83293"/>
                  </a:lnTo>
                  <a:lnTo>
                    <a:pt x="309038" y="78756"/>
                  </a:lnTo>
                  <a:lnTo>
                    <a:pt x="306167" y="74308"/>
                  </a:lnTo>
                  <a:lnTo>
                    <a:pt x="303157" y="69952"/>
                  </a:lnTo>
                  <a:lnTo>
                    <a:pt x="300010" y="65695"/>
                  </a:lnTo>
                  <a:lnTo>
                    <a:pt x="296730" y="61539"/>
                  </a:lnTo>
                  <a:lnTo>
                    <a:pt x="293320" y="57489"/>
                  </a:lnTo>
                  <a:lnTo>
                    <a:pt x="289784" y="53549"/>
                  </a:lnTo>
                  <a:lnTo>
                    <a:pt x="286124" y="49722"/>
                  </a:lnTo>
                  <a:lnTo>
                    <a:pt x="282345" y="46014"/>
                  </a:lnTo>
                  <a:lnTo>
                    <a:pt x="278451" y="42427"/>
                  </a:lnTo>
                  <a:lnTo>
                    <a:pt x="274445" y="38966"/>
                  </a:lnTo>
                  <a:lnTo>
                    <a:pt x="270331" y="35633"/>
                  </a:lnTo>
                  <a:lnTo>
                    <a:pt x="266114" y="32432"/>
                  </a:lnTo>
                  <a:lnTo>
                    <a:pt x="261798" y="29366"/>
                  </a:lnTo>
                  <a:lnTo>
                    <a:pt x="257387" y="26438"/>
                  </a:lnTo>
                  <a:lnTo>
                    <a:pt x="252885" y="23651"/>
                  </a:lnTo>
                  <a:lnTo>
                    <a:pt x="248297" y="21009"/>
                  </a:lnTo>
                  <a:lnTo>
                    <a:pt x="243628" y="18513"/>
                  </a:lnTo>
                  <a:lnTo>
                    <a:pt x="238882" y="16166"/>
                  </a:lnTo>
                  <a:lnTo>
                    <a:pt x="234065" y="13971"/>
                  </a:lnTo>
                  <a:lnTo>
                    <a:pt x="229180" y="11929"/>
                  </a:lnTo>
                  <a:lnTo>
                    <a:pt x="224233" y="10043"/>
                  </a:lnTo>
                  <a:lnTo>
                    <a:pt x="219228" y="8314"/>
                  </a:lnTo>
                  <a:lnTo>
                    <a:pt x="214172" y="6745"/>
                  </a:lnTo>
                  <a:lnTo>
                    <a:pt x="209068" y="5337"/>
                  </a:lnTo>
                  <a:lnTo>
                    <a:pt x="203922" y="4091"/>
                  </a:lnTo>
                  <a:lnTo>
                    <a:pt x="198740" y="3009"/>
                  </a:lnTo>
                  <a:lnTo>
                    <a:pt x="193526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69" y="4659281"/>
              <a:ext cx="176353" cy="334328"/>
            </a:xfrm>
            <a:custGeom>
              <a:avLst/>
              <a:pathLst>
                <a:path w="176353" h="334328">
                  <a:moveTo>
                    <a:pt x="167165" y="0"/>
                  </a:moveTo>
                  <a:lnTo>
                    <a:pt x="161823" y="85"/>
                  </a:lnTo>
                  <a:lnTo>
                    <a:pt x="156485" y="341"/>
                  </a:lnTo>
                  <a:lnTo>
                    <a:pt x="151159" y="768"/>
                  </a:lnTo>
                  <a:lnTo>
                    <a:pt x="145849" y="1364"/>
                  </a:lnTo>
                  <a:lnTo>
                    <a:pt x="140561" y="2130"/>
                  </a:lnTo>
                  <a:lnTo>
                    <a:pt x="135300" y="3065"/>
                  </a:lnTo>
                  <a:lnTo>
                    <a:pt x="130071" y="4167"/>
                  </a:lnTo>
                  <a:lnTo>
                    <a:pt x="124881" y="5436"/>
                  </a:lnTo>
                  <a:lnTo>
                    <a:pt x="119733" y="6870"/>
                  </a:lnTo>
                  <a:lnTo>
                    <a:pt x="114634" y="8468"/>
                  </a:lnTo>
                  <a:lnTo>
                    <a:pt x="109589" y="10228"/>
                  </a:lnTo>
                  <a:lnTo>
                    <a:pt x="104603" y="12148"/>
                  </a:lnTo>
                  <a:lnTo>
                    <a:pt x="99680" y="14227"/>
                  </a:lnTo>
                  <a:lnTo>
                    <a:pt x="94827" y="16462"/>
                  </a:lnTo>
                  <a:lnTo>
                    <a:pt x="90047" y="18851"/>
                  </a:lnTo>
                  <a:lnTo>
                    <a:pt x="85346" y="21391"/>
                  </a:lnTo>
                  <a:lnTo>
                    <a:pt x="80729" y="24081"/>
                  </a:lnTo>
                  <a:lnTo>
                    <a:pt x="76200" y="26916"/>
                  </a:lnTo>
                  <a:lnTo>
                    <a:pt x="71764" y="29895"/>
                  </a:lnTo>
                  <a:lnTo>
                    <a:pt x="67425" y="33014"/>
                  </a:lnTo>
                  <a:lnTo>
                    <a:pt x="63189" y="36271"/>
                  </a:lnTo>
                  <a:lnTo>
                    <a:pt x="59058" y="39661"/>
                  </a:lnTo>
                  <a:lnTo>
                    <a:pt x="55038" y="43181"/>
                  </a:lnTo>
                  <a:lnTo>
                    <a:pt x="51133" y="46828"/>
                  </a:lnTo>
                  <a:lnTo>
                    <a:pt x="47346" y="50598"/>
                  </a:lnTo>
                  <a:lnTo>
                    <a:pt x="43682" y="54487"/>
                  </a:lnTo>
                  <a:lnTo>
                    <a:pt x="40144" y="58491"/>
                  </a:lnTo>
                  <a:lnTo>
                    <a:pt x="36735" y="62606"/>
                  </a:lnTo>
                  <a:lnTo>
                    <a:pt x="33460" y="66828"/>
                  </a:lnTo>
                  <a:lnTo>
                    <a:pt x="30322" y="71153"/>
                  </a:lnTo>
                  <a:lnTo>
                    <a:pt x="27323" y="75575"/>
                  </a:lnTo>
                  <a:lnTo>
                    <a:pt x="24467" y="80091"/>
                  </a:lnTo>
                  <a:lnTo>
                    <a:pt x="21757" y="84697"/>
                  </a:lnTo>
                  <a:lnTo>
                    <a:pt x="19195" y="89386"/>
                  </a:lnTo>
                  <a:lnTo>
                    <a:pt x="16785" y="94155"/>
                  </a:lnTo>
                  <a:lnTo>
                    <a:pt x="14528" y="98998"/>
                  </a:lnTo>
                  <a:lnTo>
                    <a:pt x="12428" y="103912"/>
                  </a:lnTo>
                  <a:lnTo>
                    <a:pt x="10485" y="108889"/>
                  </a:lnTo>
                  <a:lnTo>
                    <a:pt x="8703" y="113927"/>
                  </a:lnTo>
                  <a:lnTo>
                    <a:pt x="7082" y="119018"/>
                  </a:lnTo>
                  <a:lnTo>
                    <a:pt x="5625" y="124159"/>
                  </a:lnTo>
                  <a:lnTo>
                    <a:pt x="4333" y="129344"/>
                  </a:lnTo>
                  <a:lnTo>
                    <a:pt x="3207" y="134568"/>
                  </a:lnTo>
                  <a:lnTo>
                    <a:pt x="2249" y="139825"/>
                  </a:lnTo>
                  <a:lnTo>
                    <a:pt x="1459" y="145109"/>
                  </a:lnTo>
                  <a:lnTo>
                    <a:pt x="839" y="150417"/>
                  </a:lnTo>
                  <a:lnTo>
                    <a:pt x="389" y="155741"/>
                  </a:lnTo>
                  <a:lnTo>
                    <a:pt x="109" y="161077"/>
                  </a:lnTo>
                  <a:lnTo>
                    <a:pt x="0" y="166419"/>
                  </a:lnTo>
                  <a:lnTo>
                    <a:pt x="61" y="171762"/>
                  </a:lnTo>
                  <a:lnTo>
                    <a:pt x="293" y="177101"/>
                  </a:lnTo>
                  <a:lnTo>
                    <a:pt x="696" y="182429"/>
                  </a:lnTo>
                  <a:lnTo>
                    <a:pt x="1269" y="187742"/>
                  </a:lnTo>
                  <a:lnTo>
                    <a:pt x="2011" y="193033"/>
                  </a:lnTo>
                  <a:lnTo>
                    <a:pt x="2922" y="198298"/>
                  </a:lnTo>
                  <a:lnTo>
                    <a:pt x="4001" y="203532"/>
                  </a:lnTo>
                  <a:lnTo>
                    <a:pt x="5247" y="208728"/>
                  </a:lnTo>
                  <a:lnTo>
                    <a:pt x="6658" y="213882"/>
                  </a:lnTo>
                  <a:lnTo>
                    <a:pt x="8233" y="218988"/>
                  </a:lnTo>
                  <a:lnTo>
                    <a:pt x="9970" y="224041"/>
                  </a:lnTo>
                  <a:lnTo>
                    <a:pt x="11868" y="229036"/>
                  </a:lnTo>
                  <a:lnTo>
                    <a:pt x="13925" y="233967"/>
                  </a:lnTo>
                  <a:lnTo>
                    <a:pt x="16138" y="238831"/>
                  </a:lnTo>
                  <a:lnTo>
                    <a:pt x="18506" y="243621"/>
                  </a:lnTo>
                  <a:lnTo>
                    <a:pt x="21025" y="248333"/>
                  </a:lnTo>
                  <a:lnTo>
                    <a:pt x="23694" y="252963"/>
                  </a:lnTo>
                  <a:lnTo>
                    <a:pt x="26509" y="257504"/>
                  </a:lnTo>
                  <a:lnTo>
                    <a:pt x="29468" y="261953"/>
                  </a:lnTo>
                  <a:lnTo>
                    <a:pt x="32568" y="266306"/>
                  </a:lnTo>
                  <a:lnTo>
                    <a:pt x="35805" y="270557"/>
                  </a:lnTo>
                  <a:lnTo>
                    <a:pt x="39177" y="274702"/>
                  </a:lnTo>
                  <a:lnTo>
                    <a:pt x="42679" y="278738"/>
                  </a:lnTo>
                  <a:lnTo>
                    <a:pt x="46308" y="282660"/>
                  </a:lnTo>
                  <a:lnTo>
                    <a:pt x="50061" y="286463"/>
                  </a:lnTo>
                  <a:lnTo>
                    <a:pt x="53934" y="290145"/>
                  </a:lnTo>
                  <a:lnTo>
                    <a:pt x="57922" y="293701"/>
                  </a:lnTo>
                  <a:lnTo>
                    <a:pt x="62022" y="297128"/>
                  </a:lnTo>
                  <a:lnTo>
                    <a:pt x="66229" y="300422"/>
                  </a:lnTo>
                  <a:lnTo>
                    <a:pt x="70540" y="303580"/>
                  </a:lnTo>
                  <a:lnTo>
                    <a:pt x="74949" y="306598"/>
                  </a:lnTo>
                  <a:lnTo>
                    <a:pt x="79452" y="309474"/>
                  </a:lnTo>
                  <a:lnTo>
                    <a:pt x="84045" y="312205"/>
                  </a:lnTo>
                  <a:lnTo>
                    <a:pt x="88723" y="314787"/>
                  </a:lnTo>
                  <a:lnTo>
                    <a:pt x="93481" y="317219"/>
                  </a:lnTo>
                  <a:lnTo>
                    <a:pt x="98315" y="319497"/>
                  </a:lnTo>
                  <a:lnTo>
                    <a:pt x="103219" y="321620"/>
                  </a:lnTo>
                  <a:lnTo>
                    <a:pt x="108188" y="323585"/>
                  </a:lnTo>
                  <a:lnTo>
                    <a:pt x="113217" y="325390"/>
                  </a:lnTo>
                  <a:lnTo>
                    <a:pt x="118301" y="327033"/>
                  </a:lnTo>
                  <a:lnTo>
                    <a:pt x="123436" y="328513"/>
                  </a:lnTo>
                  <a:lnTo>
                    <a:pt x="128615" y="329829"/>
                  </a:lnTo>
                  <a:lnTo>
                    <a:pt x="133833" y="330978"/>
                  </a:lnTo>
                  <a:lnTo>
                    <a:pt x="139086" y="331959"/>
                  </a:lnTo>
                  <a:lnTo>
                    <a:pt x="144367" y="332772"/>
                  </a:lnTo>
                  <a:lnTo>
                    <a:pt x="149671" y="333416"/>
                  </a:lnTo>
                  <a:lnTo>
                    <a:pt x="154994" y="333891"/>
                  </a:lnTo>
                  <a:lnTo>
                    <a:pt x="160328" y="334195"/>
                  </a:lnTo>
                  <a:lnTo>
                    <a:pt x="165670" y="334328"/>
                  </a:lnTo>
                  <a:lnTo>
                    <a:pt x="171013" y="334290"/>
                  </a:lnTo>
                  <a:lnTo>
                    <a:pt x="176353" y="33408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9187" cy="166914"/>
            </a:xfrm>
            <a:custGeom>
              <a:avLst/>
              <a:pathLst>
                <a:path w="9187" h="166914">
                  <a:moveTo>
                    <a:pt x="9187" y="166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826449"/>
              <a:ext cx="9187" cy="166914"/>
            </a:xfrm>
            <a:custGeom>
              <a:avLst/>
              <a:pathLst>
                <a:path w="9187" h="166914">
                  <a:moveTo>
                    <a:pt x="9187" y="166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826449"/>
              <a:ext cx="110499" cy="166914"/>
            </a:xfrm>
            <a:custGeom>
              <a:avLst/>
              <a:pathLst>
                <a:path w="110499" h="166914">
                  <a:moveTo>
                    <a:pt x="9187" y="166914"/>
                  </a:moveTo>
                  <a:lnTo>
                    <a:pt x="14749" y="166515"/>
                  </a:lnTo>
                  <a:lnTo>
                    <a:pt x="20294" y="165930"/>
                  </a:lnTo>
                  <a:lnTo>
                    <a:pt x="25817" y="165161"/>
                  </a:lnTo>
                  <a:lnTo>
                    <a:pt x="31312" y="164208"/>
                  </a:lnTo>
                  <a:lnTo>
                    <a:pt x="36771" y="163073"/>
                  </a:lnTo>
                  <a:lnTo>
                    <a:pt x="42189" y="161755"/>
                  </a:lnTo>
                  <a:lnTo>
                    <a:pt x="47561" y="160258"/>
                  </a:lnTo>
                  <a:lnTo>
                    <a:pt x="52879" y="158583"/>
                  </a:lnTo>
                  <a:lnTo>
                    <a:pt x="58139" y="156731"/>
                  </a:lnTo>
                  <a:lnTo>
                    <a:pt x="63334" y="154705"/>
                  </a:lnTo>
                  <a:lnTo>
                    <a:pt x="68459" y="152506"/>
                  </a:lnTo>
                  <a:lnTo>
                    <a:pt x="73507" y="150138"/>
                  </a:lnTo>
                  <a:lnTo>
                    <a:pt x="78474" y="147603"/>
                  </a:lnTo>
                  <a:lnTo>
                    <a:pt x="83353" y="144903"/>
                  </a:lnTo>
                  <a:lnTo>
                    <a:pt x="88140" y="142043"/>
                  </a:lnTo>
                  <a:lnTo>
                    <a:pt x="92828" y="139024"/>
                  </a:lnTo>
                  <a:lnTo>
                    <a:pt x="97413" y="135851"/>
                  </a:lnTo>
                  <a:lnTo>
                    <a:pt x="101890" y="132526"/>
                  </a:lnTo>
                  <a:lnTo>
                    <a:pt x="106254" y="129054"/>
                  </a:lnTo>
                  <a:lnTo>
                    <a:pt x="110499" y="125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57" cy="292606"/>
            </a:xfrm>
            <a:custGeom>
              <a:avLst/>
              <a:pathLst>
                <a:path w="167157" h="292606">
                  <a:moveTo>
                    <a:pt x="110499" y="292606"/>
                  </a:moveTo>
                  <a:lnTo>
                    <a:pt x="114435" y="289025"/>
                  </a:lnTo>
                  <a:lnTo>
                    <a:pt x="118256" y="285321"/>
                  </a:lnTo>
                  <a:lnTo>
                    <a:pt x="121957" y="281497"/>
                  </a:lnTo>
                  <a:lnTo>
                    <a:pt x="125534" y="277557"/>
                  </a:lnTo>
                  <a:lnTo>
                    <a:pt x="128984" y="273506"/>
                  </a:lnTo>
                  <a:lnTo>
                    <a:pt x="132303" y="269346"/>
                  </a:lnTo>
                  <a:lnTo>
                    <a:pt x="135489" y="265083"/>
                  </a:lnTo>
                  <a:lnTo>
                    <a:pt x="138537" y="260721"/>
                  </a:lnTo>
                  <a:lnTo>
                    <a:pt x="141444" y="256264"/>
                  </a:lnTo>
                  <a:lnTo>
                    <a:pt x="144208" y="251717"/>
                  </a:lnTo>
                  <a:lnTo>
                    <a:pt x="146827" y="247084"/>
                  </a:lnTo>
                  <a:lnTo>
                    <a:pt x="149296" y="242370"/>
                  </a:lnTo>
                  <a:lnTo>
                    <a:pt x="151614" y="237580"/>
                  </a:lnTo>
                  <a:lnTo>
                    <a:pt x="153778" y="232719"/>
                  </a:lnTo>
                  <a:lnTo>
                    <a:pt x="155787" y="227791"/>
                  </a:lnTo>
                  <a:lnTo>
                    <a:pt x="157638" y="222802"/>
                  </a:lnTo>
                  <a:lnTo>
                    <a:pt x="159328" y="217756"/>
                  </a:lnTo>
                  <a:lnTo>
                    <a:pt x="160858" y="212659"/>
                  </a:lnTo>
                  <a:lnTo>
                    <a:pt x="162224" y="207516"/>
                  </a:lnTo>
                  <a:lnTo>
                    <a:pt x="163426" y="202332"/>
                  </a:lnTo>
                  <a:lnTo>
                    <a:pt x="164463" y="197112"/>
                  </a:lnTo>
                  <a:lnTo>
                    <a:pt x="165333" y="191862"/>
                  </a:lnTo>
                  <a:lnTo>
                    <a:pt x="166035" y="186588"/>
                  </a:lnTo>
                  <a:lnTo>
                    <a:pt x="166569" y="181293"/>
                  </a:lnTo>
                  <a:lnTo>
                    <a:pt x="166934" y="175984"/>
                  </a:lnTo>
                  <a:lnTo>
                    <a:pt x="167130" y="170666"/>
                  </a:lnTo>
                  <a:lnTo>
                    <a:pt x="167157" y="165345"/>
                  </a:lnTo>
                  <a:lnTo>
                    <a:pt x="167014" y="160025"/>
                  </a:lnTo>
                  <a:lnTo>
                    <a:pt x="166702" y="154713"/>
                  </a:lnTo>
                  <a:lnTo>
                    <a:pt x="166222" y="149413"/>
                  </a:lnTo>
                  <a:lnTo>
                    <a:pt x="165572" y="144131"/>
                  </a:lnTo>
                  <a:lnTo>
                    <a:pt x="164755" y="138873"/>
                  </a:lnTo>
                  <a:lnTo>
                    <a:pt x="163771" y="133643"/>
                  </a:lnTo>
                  <a:lnTo>
                    <a:pt x="162621" y="128448"/>
                  </a:lnTo>
                  <a:lnTo>
                    <a:pt x="161306" y="123291"/>
                  </a:lnTo>
                  <a:lnTo>
                    <a:pt x="159828" y="118179"/>
                  </a:lnTo>
                  <a:lnTo>
                    <a:pt x="158188" y="113117"/>
                  </a:lnTo>
                  <a:lnTo>
                    <a:pt x="156387" y="108109"/>
                  </a:lnTo>
                  <a:lnTo>
                    <a:pt x="154428" y="103161"/>
                  </a:lnTo>
                  <a:lnTo>
                    <a:pt x="152313" y="98278"/>
                  </a:lnTo>
                  <a:lnTo>
                    <a:pt x="150043" y="93465"/>
                  </a:lnTo>
                  <a:lnTo>
                    <a:pt x="147621" y="88727"/>
                  </a:lnTo>
                  <a:lnTo>
                    <a:pt x="145049" y="84068"/>
                  </a:lnTo>
                  <a:lnTo>
                    <a:pt x="142331" y="79493"/>
                  </a:lnTo>
                  <a:lnTo>
                    <a:pt x="139468" y="75007"/>
                  </a:lnTo>
                  <a:lnTo>
                    <a:pt x="136464" y="70615"/>
                  </a:lnTo>
                  <a:lnTo>
                    <a:pt x="133322" y="66320"/>
                  </a:lnTo>
                  <a:lnTo>
                    <a:pt x="130044" y="62128"/>
                  </a:lnTo>
                  <a:lnTo>
                    <a:pt x="126635" y="58042"/>
                  </a:lnTo>
                  <a:lnTo>
                    <a:pt x="123098" y="54066"/>
                  </a:lnTo>
                  <a:lnTo>
                    <a:pt x="119435" y="50205"/>
                  </a:lnTo>
                  <a:lnTo>
                    <a:pt x="115652" y="46463"/>
                  </a:lnTo>
                  <a:lnTo>
                    <a:pt x="111752" y="42843"/>
                  </a:lnTo>
                  <a:lnTo>
                    <a:pt x="107738" y="39349"/>
                  </a:lnTo>
                  <a:lnTo>
                    <a:pt x="103615" y="35985"/>
                  </a:lnTo>
                  <a:lnTo>
                    <a:pt x="99387" y="32753"/>
                  </a:lnTo>
                  <a:lnTo>
                    <a:pt x="95058" y="29658"/>
                  </a:lnTo>
                  <a:lnTo>
                    <a:pt x="90633" y="26702"/>
                  </a:lnTo>
                  <a:lnTo>
                    <a:pt x="86117" y="23888"/>
                  </a:lnTo>
                  <a:lnTo>
                    <a:pt x="81513" y="21220"/>
                  </a:lnTo>
                  <a:lnTo>
                    <a:pt x="76826" y="18699"/>
                  </a:lnTo>
                  <a:lnTo>
                    <a:pt x="72061" y="16329"/>
                  </a:lnTo>
                  <a:lnTo>
                    <a:pt x="67224" y="14112"/>
                  </a:lnTo>
                  <a:lnTo>
                    <a:pt x="62318" y="12050"/>
                  </a:lnTo>
                  <a:lnTo>
                    <a:pt x="57349" y="10145"/>
                  </a:lnTo>
                  <a:lnTo>
                    <a:pt x="52322" y="8399"/>
                  </a:lnTo>
                  <a:lnTo>
                    <a:pt x="47242" y="6814"/>
                  </a:lnTo>
                  <a:lnTo>
                    <a:pt x="42114" y="5392"/>
                  </a:lnTo>
                  <a:lnTo>
                    <a:pt x="36944" y="4133"/>
                  </a:lnTo>
                  <a:lnTo>
                    <a:pt x="31736" y="3040"/>
                  </a:lnTo>
                  <a:lnTo>
                    <a:pt x="26496" y="2113"/>
                  </a:lnTo>
                  <a:lnTo>
                    <a:pt x="21229" y="1353"/>
                  </a:lnTo>
                  <a:lnTo>
                    <a:pt x="15940" y="761"/>
                  </a:lnTo>
                  <a:lnTo>
                    <a:pt x="10636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23" y="4213821"/>
              <a:ext cx="314694" cy="334334"/>
            </a:xfrm>
            <a:custGeom>
              <a:avLst/>
              <a:pathLst>
                <a:path w="314694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0" y="2102"/>
                  </a:lnTo>
                  <a:lnTo>
                    <a:pt x="135493" y="3024"/>
                  </a:lnTo>
                  <a:lnTo>
                    <a:pt x="130298" y="4112"/>
                  </a:lnTo>
                  <a:lnTo>
                    <a:pt x="125140" y="5364"/>
                  </a:lnTo>
                  <a:lnTo>
                    <a:pt x="120025" y="6779"/>
                  </a:lnTo>
                  <a:lnTo>
                    <a:pt x="114957" y="8356"/>
                  </a:lnTo>
                  <a:lnTo>
                    <a:pt x="109941" y="10093"/>
                  </a:lnTo>
                  <a:lnTo>
                    <a:pt x="104984" y="11988"/>
                  </a:lnTo>
                  <a:lnTo>
                    <a:pt x="100089" y="14040"/>
                  </a:lnTo>
                  <a:lnTo>
                    <a:pt x="95261" y="16246"/>
                  </a:lnTo>
                  <a:lnTo>
                    <a:pt x="90506" y="18604"/>
                  </a:lnTo>
                  <a:lnTo>
                    <a:pt x="85828" y="21112"/>
                  </a:lnTo>
                  <a:lnTo>
                    <a:pt x="81233" y="23767"/>
                  </a:lnTo>
                  <a:lnTo>
                    <a:pt x="76723" y="26567"/>
                  </a:lnTo>
                  <a:lnTo>
                    <a:pt x="72306" y="29509"/>
                  </a:lnTo>
                  <a:lnTo>
                    <a:pt x="67983" y="32589"/>
                  </a:lnTo>
                  <a:lnTo>
                    <a:pt x="63761" y="35805"/>
                  </a:lnTo>
                  <a:lnTo>
                    <a:pt x="59643" y="39153"/>
                  </a:lnTo>
                  <a:lnTo>
                    <a:pt x="55633" y="42631"/>
                  </a:lnTo>
                  <a:lnTo>
                    <a:pt x="51735" y="46234"/>
                  </a:lnTo>
                  <a:lnTo>
                    <a:pt x="47954" y="49959"/>
                  </a:lnTo>
                  <a:lnTo>
                    <a:pt x="44293" y="53802"/>
                  </a:lnTo>
                  <a:lnTo>
                    <a:pt x="40756" y="57759"/>
                  </a:lnTo>
                  <a:lnTo>
                    <a:pt x="37347" y="61827"/>
                  </a:lnTo>
                  <a:lnTo>
                    <a:pt x="34068" y="66001"/>
                  </a:lnTo>
                  <a:lnTo>
                    <a:pt x="30923" y="70277"/>
                  </a:lnTo>
                  <a:lnTo>
                    <a:pt x="27916" y="74650"/>
                  </a:lnTo>
                  <a:lnTo>
                    <a:pt x="25049" y="79117"/>
                  </a:lnTo>
                  <a:lnTo>
                    <a:pt x="22326" y="83672"/>
                  </a:lnTo>
                  <a:lnTo>
                    <a:pt x="19748" y="88312"/>
                  </a:lnTo>
                  <a:lnTo>
                    <a:pt x="17319" y="93031"/>
                  </a:lnTo>
                  <a:lnTo>
                    <a:pt x="15041" y="97825"/>
                  </a:lnTo>
                  <a:lnTo>
                    <a:pt x="12916" y="102689"/>
                  </a:lnTo>
                  <a:lnTo>
                    <a:pt x="10947" y="107618"/>
                  </a:lnTo>
                  <a:lnTo>
                    <a:pt x="9135" y="112607"/>
                  </a:lnTo>
                  <a:lnTo>
                    <a:pt x="7483" y="117651"/>
                  </a:lnTo>
                  <a:lnTo>
                    <a:pt x="5991" y="122744"/>
                  </a:lnTo>
                  <a:lnTo>
                    <a:pt x="4662" y="127883"/>
                  </a:lnTo>
                  <a:lnTo>
                    <a:pt x="3497" y="133061"/>
                  </a:lnTo>
                  <a:lnTo>
                    <a:pt x="2497" y="138274"/>
                  </a:lnTo>
                  <a:lnTo>
                    <a:pt x="1662" y="143515"/>
                  </a:lnTo>
                  <a:lnTo>
                    <a:pt x="995" y="148781"/>
                  </a:lnTo>
                  <a:lnTo>
                    <a:pt x="495" y="154065"/>
                  </a:lnTo>
                  <a:lnTo>
                    <a:pt x="163" y="159362"/>
                  </a:lnTo>
                  <a:lnTo>
                    <a:pt x="0" y="164667"/>
                  </a:lnTo>
                  <a:lnTo>
                    <a:pt x="4" y="169975"/>
                  </a:lnTo>
                  <a:lnTo>
                    <a:pt x="178" y="175280"/>
                  </a:lnTo>
                  <a:lnTo>
                    <a:pt x="520" y="180577"/>
                  </a:lnTo>
                  <a:lnTo>
                    <a:pt x="1029" y="185860"/>
                  </a:lnTo>
                  <a:lnTo>
                    <a:pt x="1706" y="191124"/>
                  </a:lnTo>
                  <a:lnTo>
                    <a:pt x="2550" y="196364"/>
                  </a:lnTo>
                  <a:lnTo>
                    <a:pt x="3560" y="201575"/>
                  </a:lnTo>
                  <a:lnTo>
                    <a:pt x="4735" y="206751"/>
                  </a:lnTo>
                  <a:lnTo>
                    <a:pt x="6074" y="211887"/>
                  </a:lnTo>
                  <a:lnTo>
                    <a:pt x="7574" y="216978"/>
                  </a:lnTo>
                  <a:lnTo>
                    <a:pt x="9236" y="222019"/>
                  </a:lnTo>
                  <a:lnTo>
                    <a:pt x="11057" y="227004"/>
                  </a:lnTo>
                  <a:lnTo>
                    <a:pt x="13035" y="231930"/>
                  </a:lnTo>
                  <a:lnTo>
                    <a:pt x="15169" y="236789"/>
                  </a:lnTo>
                  <a:lnTo>
                    <a:pt x="17456" y="241579"/>
                  </a:lnTo>
                  <a:lnTo>
                    <a:pt x="19894" y="246294"/>
                  </a:lnTo>
                  <a:lnTo>
                    <a:pt x="22480" y="250929"/>
                  </a:lnTo>
                  <a:lnTo>
                    <a:pt x="25212" y="255479"/>
                  </a:lnTo>
                  <a:lnTo>
                    <a:pt x="28087" y="259941"/>
                  </a:lnTo>
                  <a:lnTo>
                    <a:pt x="31103" y="264309"/>
                  </a:lnTo>
                  <a:lnTo>
                    <a:pt x="34255" y="268579"/>
                  </a:lnTo>
                  <a:lnTo>
                    <a:pt x="37542" y="272747"/>
                  </a:lnTo>
                  <a:lnTo>
                    <a:pt x="40959" y="276808"/>
                  </a:lnTo>
                  <a:lnTo>
                    <a:pt x="44503" y="280759"/>
                  </a:lnTo>
                  <a:lnTo>
                    <a:pt x="48171" y="284595"/>
                  </a:lnTo>
                  <a:lnTo>
                    <a:pt x="51959" y="288313"/>
                  </a:lnTo>
                  <a:lnTo>
                    <a:pt x="55863" y="291909"/>
                  </a:lnTo>
                  <a:lnTo>
                    <a:pt x="59879" y="295379"/>
                  </a:lnTo>
                  <a:lnTo>
                    <a:pt x="64003" y="298720"/>
                  </a:lnTo>
                  <a:lnTo>
                    <a:pt x="68232" y="301928"/>
                  </a:lnTo>
                  <a:lnTo>
                    <a:pt x="72560" y="305000"/>
                  </a:lnTo>
                  <a:lnTo>
                    <a:pt x="76983" y="307934"/>
                  </a:lnTo>
                  <a:lnTo>
                    <a:pt x="81498" y="310725"/>
                  </a:lnTo>
                  <a:lnTo>
                    <a:pt x="86098" y="313372"/>
                  </a:lnTo>
                  <a:lnTo>
                    <a:pt x="90781" y="315871"/>
                  </a:lnTo>
                  <a:lnTo>
                    <a:pt x="95540" y="318221"/>
                  </a:lnTo>
                  <a:lnTo>
                    <a:pt x="100371" y="320418"/>
                  </a:lnTo>
                  <a:lnTo>
                    <a:pt x="105270" y="322460"/>
                  </a:lnTo>
                  <a:lnTo>
                    <a:pt x="110232" y="324347"/>
                  </a:lnTo>
                  <a:lnTo>
                    <a:pt x="115250" y="326074"/>
                  </a:lnTo>
                  <a:lnTo>
                    <a:pt x="120321" y="327642"/>
                  </a:lnTo>
                  <a:lnTo>
                    <a:pt x="125439" y="329047"/>
                  </a:lnTo>
                  <a:lnTo>
                    <a:pt x="130599" y="330290"/>
                  </a:lnTo>
                  <a:lnTo>
                    <a:pt x="135796" y="331368"/>
                  </a:lnTo>
                  <a:lnTo>
                    <a:pt x="141025" y="332281"/>
                  </a:lnTo>
                  <a:lnTo>
                    <a:pt x="146280" y="333027"/>
                  </a:lnTo>
                  <a:lnTo>
                    <a:pt x="151556" y="333606"/>
                  </a:lnTo>
                  <a:lnTo>
                    <a:pt x="156848" y="334017"/>
                  </a:lnTo>
                  <a:lnTo>
                    <a:pt x="162150" y="334260"/>
                  </a:lnTo>
                  <a:lnTo>
                    <a:pt x="167457" y="334334"/>
                  </a:lnTo>
                  <a:lnTo>
                    <a:pt x="172764" y="334240"/>
                  </a:lnTo>
                  <a:lnTo>
                    <a:pt x="178065" y="333978"/>
                  </a:lnTo>
                  <a:lnTo>
                    <a:pt x="183355" y="333547"/>
                  </a:lnTo>
                  <a:lnTo>
                    <a:pt x="188629" y="332949"/>
                  </a:lnTo>
                  <a:lnTo>
                    <a:pt x="193881" y="332183"/>
                  </a:lnTo>
                  <a:lnTo>
                    <a:pt x="199106" y="331251"/>
                  </a:lnTo>
                  <a:lnTo>
                    <a:pt x="204299" y="330154"/>
                  </a:lnTo>
                  <a:lnTo>
                    <a:pt x="209455" y="328892"/>
                  </a:lnTo>
                  <a:lnTo>
                    <a:pt x="214568" y="327468"/>
                  </a:lnTo>
                  <a:lnTo>
                    <a:pt x="219633" y="325882"/>
                  </a:lnTo>
                  <a:lnTo>
                    <a:pt x="224645" y="324135"/>
                  </a:lnTo>
                  <a:lnTo>
                    <a:pt x="229599" y="322231"/>
                  </a:lnTo>
                  <a:lnTo>
                    <a:pt x="234491" y="320170"/>
                  </a:lnTo>
                  <a:lnTo>
                    <a:pt x="239314" y="317955"/>
                  </a:lnTo>
                  <a:lnTo>
                    <a:pt x="244065" y="315588"/>
                  </a:lnTo>
                  <a:lnTo>
                    <a:pt x="248738" y="313071"/>
                  </a:lnTo>
                  <a:lnTo>
                    <a:pt x="253329" y="310408"/>
                  </a:lnTo>
                  <a:lnTo>
                    <a:pt x="257832" y="307600"/>
                  </a:lnTo>
                  <a:lnTo>
                    <a:pt x="262245" y="304650"/>
                  </a:lnTo>
                  <a:lnTo>
                    <a:pt x="266562" y="301562"/>
                  </a:lnTo>
                  <a:lnTo>
                    <a:pt x="270778" y="298338"/>
                  </a:lnTo>
                  <a:lnTo>
                    <a:pt x="274890" y="294982"/>
                  </a:lnTo>
                  <a:lnTo>
                    <a:pt x="278894" y="291497"/>
                  </a:lnTo>
                  <a:lnTo>
                    <a:pt x="282784" y="287887"/>
                  </a:lnTo>
                  <a:lnTo>
                    <a:pt x="286558" y="284155"/>
                  </a:lnTo>
                  <a:lnTo>
                    <a:pt x="290212" y="280305"/>
                  </a:lnTo>
                  <a:lnTo>
                    <a:pt x="293742" y="276341"/>
                  </a:lnTo>
                  <a:lnTo>
                    <a:pt x="297144" y="272267"/>
                  </a:lnTo>
                  <a:lnTo>
                    <a:pt x="300415" y="268087"/>
                  </a:lnTo>
                  <a:lnTo>
                    <a:pt x="303552" y="263806"/>
                  </a:lnTo>
                  <a:lnTo>
                    <a:pt x="306551" y="259427"/>
                  </a:lnTo>
                  <a:lnTo>
                    <a:pt x="309410" y="254955"/>
                  </a:lnTo>
                  <a:lnTo>
                    <a:pt x="312125" y="250394"/>
                  </a:lnTo>
                  <a:lnTo>
                    <a:pt x="314694" y="245749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47545" cy="78582"/>
            </a:xfrm>
            <a:custGeom>
              <a:avLst/>
              <a:pathLst>
                <a:path w="147545" h="78582">
                  <a:moveTo>
                    <a:pt x="147545" y="785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34721"/>
              <a:ext cx="167154" cy="124849"/>
            </a:xfrm>
            <a:custGeom>
              <a:avLst/>
              <a:pathLst>
                <a:path w="167154" h="124849">
                  <a:moveTo>
                    <a:pt x="147545" y="124849"/>
                  </a:moveTo>
                  <a:lnTo>
                    <a:pt x="150092" y="119868"/>
                  </a:lnTo>
                  <a:lnTo>
                    <a:pt x="152471" y="114804"/>
                  </a:lnTo>
                  <a:lnTo>
                    <a:pt x="154679" y="109663"/>
                  </a:lnTo>
                  <a:lnTo>
                    <a:pt x="156714" y="104452"/>
                  </a:lnTo>
                  <a:lnTo>
                    <a:pt x="158574" y="99175"/>
                  </a:lnTo>
                  <a:lnTo>
                    <a:pt x="160255" y="93838"/>
                  </a:lnTo>
                  <a:lnTo>
                    <a:pt x="161757" y="88449"/>
                  </a:lnTo>
                  <a:lnTo>
                    <a:pt x="163078" y="83012"/>
                  </a:lnTo>
                  <a:lnTo>
                    <a:pt x="164217" y="77534"/>
                  </a:lnTo>
                  <a:lnTo>
                    <a:pt x="165171" y="72021"/>
                  </a:lnTo>
                  <a:lnTo>
                    <a:pt x="165940" y="66480"/>
                  </a:lnTo>
                  <a:lnTo>
                    <a:pt x="166524" y="60915"/>
                  </a:lnTo>
                  <a:lnTo>
                    <a:pt x="166921" y="55335"/>
                  </a:lnTo>
                  <a:lnTo>
                    <a:pt x="167131" y="49744"/>
                  </a:lnTo>
                  <a:lnTo>
                    <a:pt x="167154" y="44149"/>
                  </a:lnTo>
                  <a:lnTo>
                    <a:pt x="166989" y="38556"/>
                  </a:lnTo>
                  <a:lnTo>
                    <a:pt x="166637" y="32972"/>
                  </a:lnTo>
                  <a:lnTo>
                    <a:pt x="166099" y="27403"/>
                  </a:lnTo>
                  <a:lnTo>
                    <a:pt x="165375" y="21856"/>
                  </a:lnTo>
                  <a:lnTo>
                    <a:pt x="164465" y="16335"/>
                  </a:lnTo>
                  <a:lnTo>
                    <a:pt x="163372" y="10848"/>
                  </a:lnTo>
                  <a:lnTo>
                    <a:pt x="162095" y="5401"/>
                  </a:lnTo>
                  <a:lnTo>
                    <a:pt x="160637" y="0"/>
                  </a:lnTo>
                  <a:lnTo>
                    <a:pt x="0" y="462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60637" cy="167167"/>
            </a:xfrm>
            <a:custGeom>
              <a:avLst/>
              <a:pathLst>
                <a:path w="160637" h="167167">
                  <a:moveTo>
                    <a:pt x="160637" y="120900"/>
                  </a:moveTo>
                  <a:lnTo>
                    <a:pt x="159061" y="115743"/>
                  </a:lnTo>
                  <a:lnTo>
                    <a:pt x="157319" y="110639"/>
                  </a:lnTo>
                  <a:lnTo>
                    <a:pt x="155414" y="105594"/>
                  </a:lnTo>
                  <a:lnTo>
                    <a:pt x="153348" y="100614"/>
                  </a:lnTo>
                  <a:lnTo>
                    <a:pt x="151121" y="95702"/>
                  </a:lnTo>
                  <a:lnTo>
                    <a:pt x="148738" y="90865"/>
                  </a:lnTo>
                  <a:lnTo>
                    <a:pt x="146199" y="86108"/>
                  </a:lnTo>
                  <a:lnTo>
                    <a:pt x="143509" y="81434"/>
                  </a:lnTo>
                  <a:lnTo>
                    <a:pt x="140669" y="76850"/>
                  </a:lnTo>
                  <a:lnTo>
                    <a:pt x="137683" y="72360"/>
                  </a:lnTo>
                  <a:lnTo>
                    <a:pt x="134553" y="67969"/>
                  </a:lnTo>
                  <a:lnTo>
                    <a:pt x="131284" y="63681"/>
                  </a:lnTo>
                  <a:lnTo>
                    <a:pt x="127878" y="59500"/>
                  </a:lnTo>
                  <a:lnTo>
                    <a:pt x="124338" y="55432"/>
                  </a:lnTo>
                  <a:lnTo>
                    <a:pt x="120670" y="51479"/>
                  </a:lnTo>
                  <a:lnTo>
                    <a:pt x="116876" y="47648"/>
                  </a:lnTo>
                  <a:lnTo>
                    <a:pt x="112960" y="43940"/>
                  </a:lnTo>
                  <a:lnTo>
                    <a:pt x="108927" y="40361"/>
                  </a:lnTo>
                  <a:lnTo>
                    <a:pt x="104780" y="36913"/>
                  </a:lnTo>
                  <a:lnTo>
                    <a:pt x="100525" y="33602"/>
                  </a:lnTo>
                  <a:lnTo>
                    <a:pt x="96164" y="30429"/>
                  </a:lnTo>
                  <a:lnTo>
                    <a:pt x="91704" y="27398"/>
                  </a:lnTo>
                  <a:lnTo>
                    <a:pt x="87148" y="24513"/>
                  </a:lnTo>
                  <a:lnTo>
                    <a:pt x="82502" y="21777"/>
                  </a:lnTo>
                  <a:lnTo>
                    <a:pt x="77770" y="19191"/>
                  </a:lnTo>
                  <a:lnTo>
                    <a:pt x="72956" y="16760"/>
                  </a:lnTo>
                  <a:lnTo>
                    <a:pt x="68067" y="14485"/>
                  </a:lnTo>
                  <a:lnTo>
                    <a:pt x="63107" y="12369"/>
                  </a:lnTo>
                  <a:lnTo>
                    <a:pt x="58082" y="10414"/>
                  </a:lnTo>
                  <a:lnTo>
                    <a:pt x="52996" y="8622"/>
                  </a:lnTo>
                  <a:lnTo>
                    <a:pt x="47855" y="6996"/>
                  </a:lnTo>
                  <a:lnTo>
                    <a:pt x="42664" y="5535"/>
                  </a:lnTo>
                  <a:lnTo>
                    <a:pt x="37428" y="4243"/>
                  </a:lnTo>
                  <a:lnTo>
                    <a:pt x="32154" y="3121"/>
                  </a:lnTo>
                  <a:lnTo>
                    <a:pt x="26846" y="2169"/>
                  </a:lnTo>
                  <a:lnTo>
                    <a:pt x="21510" y="1389"/>
                  </a:lnTo>
                  <a:lnTo>
                    <a:pt x="16152" y="782"/>
                  </a:lnTo>
                  <a:lnTo>
                    <a:pt x="10777" y="347"/>
                  </a:lnTo>
                  <a:lnTo>
                    <a:pt x="539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52" y="3707720"/>
              <a:ext cx="255038" cy="334322"/>
            </a:xfrm>
            <a:custGeom>
              <a:avLst/>
              <a:pathLst>
                <a:path w="255038" h="33432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8" y="762"/>
                  </a:lnTo>
                  <a:lnTo>
                    <a:pt x="145916" y="1355"/>
                  </a:lnTo>
                  <a:lnTo>
                    <a:pt x="140646" y="2115"/>
                  </a:lnTo>
                  <a:lnTo>
                    <a:pt x="135403" y="3044"/>
                  </a:lnTo>
                  <a:lnTo>
                    <a:pt x="130192" y="4138"/>
                  </a:lnTo>
                  <a:lnTo>
                    <a:pt x="125018" y="5398"/>
                  </a:lnTo>
                  <a:lnTo>
                    <a:pt x="119887" y="6822"/>
                  </a:lnTo>
                  <a:lnTo>
                    <a:pt x="114804" y="8409"/>
                  </a:lnTo>
                  <a:lnTo>
                    <a:pt x="109775" y="10157"/>
                  </a:lnTo>
                  <a:lnTo>
                    <a:pt x="104803" y="12065"/>
                  </a:lnTo>
                  <a:lnTo>
                    <a:pt x="99895" y="14129"/>
                  </a:lnTo>
                  <a:lnTo>
                    <a:pt x="95055" y="16349"/>
                  </a:lnTo>
                  <a:lnTo>
                    <a:pt x="90288" y="18722"/>
                  </a:lnTo>
                  <a:lnTo>
                    <a:pt x="85599" y="21246"/>
                  </a:lnTo>
                  <a:lnTo>
                    <a:pt x="80993" y="23917"/>
                  </a:lnTo>
                  <a:lnTo>
                    <a:pt x="76474" y="26734"/>
                  </a:lnTo>
                  <a:lnTo>
                    <a:pt x="72048" y="29694"/>
                  </a:lnTo>
                  <a:lnTo>
                    <a:pt x="67718" y="32793"/>
                  </a:lnTo>
                  <a:lnTo>
                    <a:pt x="63488" y="36028"/>
                  </a:lnTo>
                  <a:lnTo>
                    <a:pt x="59364" y="39396"/>
                  </a:lnTo>
                  <a:lnTo>
                    <a:pt x="55350" y="42894"/>
                  </a:lnTo>
                  <a:lnTo>
                    <a:pt x="51448" y="46519"/>
                  </a:lnTo>
                  <a:lnTo>
                    <a:pt x="47664" y="50265"/>
                  </a:lnTo>
                  <a:lnTo>
                    <a:pt x="44002" y="54130"/>
                  </a:lnTo>
                  <a:lnTo>
                    <a:pt x="40464" y="58110"/>
                  </a:lnTo>
                  <a:lnTo>
                    <a:pt x="37055" y="62200"/>
                  </a:lnTo>
                  <a:lnTo>
                    <a:pt x="33778" y="66397"/>
                  </a:lnTo>
                  <a:lnTo>
                    <a:pt x="30636" y="70696"/>
                  </a:lnTo>
                  <a:lnTo>
                    <a:pt x="27633" y="75094"/>
                  </a:lnTo>
                  <a:lnTo>
                    <a:pt x="24771" y="79584"/>
                  </a:lnTo>
                  <a:lnTo>
                    <a:pt x="22054" y="84163"/>
                  </a:lnTo>
                  <a:lnTo>
                    <a:pt x="19484" y="88827"/>
                  </a:lnTo>
                  <a:lnTo>
                    <a:pt x="17064" y="93570"/>
                  </a:lnTo>
                  <a:lnTo>
                    <a:pt x="14796" y="98388"/>
                  </a:lnTo>
                  <a:lnTo>
                    <a:pt x="12683" y="103275"/>
                  </a:lnTo>
                  <a:lnTo>
                    <a:pt x="10726" y="108228"/>
                  </a:lnTo>
                  <a:lnTo>
                    <a:pt x="8928" y="113240"/>
                  </a:lnTo>
                  <a:lnTo>
                    <a:pt x="7291" y="118307"/>
                  </a:lnTo>
                  <a:lnTo>
                    <a:pt x="5816" y="123423"/>
                  </a:lnTo>
                  <a:lnTo>
                    <a:pt x="4505" y="128584"/>
                  </a:lnTo>
                  <a:lnTo>
                    <a:pt x="3358" y="133784"/>
                  </a:lnTo>
                  <a:lnTo>
                    <a:pt x="2378" y="139018"/>
                  </a:lnTo>
                  <a:lnTo>
                    <a:pt x="1565" y="144280"/>
                  </a:lnTo>
                  <a:lnTo>
                    <a:pt x="920" y="149566"/>
                  </a:lnTo>
                  <a:lnTo>
                    <a:pt x="444" y="154869"/>
                  </a:lnTo>
                  <a:lnTo>
                    <a:pt x="137" y="160185"/>
                  </a:lnTo>
                  <a:lnTo>
                    <a:pt x="0" y="165508"/>
                  </a:lnTo>
                  <a:lnTo>
                    <a:pt x="31" y="170833"/>
                  </a:lnTo>
                  <a:lnTo>
                    <a:pt x="233" y="176154"/>
                  </a:lnTo>
                  <a:lnTo>
                    <a:pt x="604" y="181466"/>
                  </a:lnTo>
                  <a:lnTo>
                    <a:pt x="1144" y="186763"/>
                  </a:lnTo>
                  <a:lnTo>
                    <a:pt x="1852" y="192041"/>
                  </a:lnTo>
                  <a:lnTo>
                    <a:pt x="2728" y="197293"/>
                  </a:lnTo>
                  <a:lnTo>
                    <a:pt x="3771" y="202515"/>
                  </a:lnTo>
                  <a:lnTo>
                    <a:pt x="4980" y="207700"/>
                  </a:lnTo>
                  <a:lnTo>
                    <a:pt x="6353" y="212845"/>
                  </a:lnTo>
                  <a:lnTo>
                    <a:pt x="7889" y="217943"/>
                  </a:lnTo>
                  <a:lnTo>
                    <a:pt x="9587" y="222990"/>
                  </a:lnTo>
                  <a:lnTo>
                    <a:pt x="11445" y="227981"/>
                  </a:lnTo>
                  <a:lnTo>
                    <a:pt x="13461" y="232909"/>
                  </a:lnTo>
                  <a:lnTo>
                    <a:pt x="15633" y="237771"/>
                  </a:lnTo>
                  <a:lnTo>
                    <a:pt x="17959" y="242561"/>
                  </a:lnTo>
                  <a:lnTo>
                    <a:pt x="20435" y="247275"/>
                  </a:lnTo>
                  <a:lnTo>
                    <a:pt x="23061" y="251907"/>
                  </a:lnTo>
                  <a:lnTo>
                    <a:pt x="25833" y="256453"/>
                  </a:lnTo>
                  <a:lnTo>
                    <a:pt x="28749" y="260909"/>
                  </a:lnTo>
                  <a:lnTo>
                    <a:pt x="31804" y="265270"/>
                  </a:lnTo>
                  <a:lnTo>
                    <a:pt x="34998" y="269531"/>
                  </a:lnTo>
                  <a:lnTo>
                    <a:pt x="38325" y="273688"/>
                  </a:lnTo>
                  <a:lnTo>
                    <a:pt x="41783" y="277738"/>
                  </a:lnTo>
                  <a:lnTo>
                    <a:pt x="45368" y="281675"/>
                  </a:lnTo>
                  <a:lnTo>
                    <a:pt x="49077" y="285495"/>
                  </a:lnTo>
                  <a:lnTo>
                    <a:pt x="52905" y="289196"/>
                  </a:lnTo>
                  <a:lnTo>
                    <a:pt x="56850" y="292773"/>
                  </a:lnTo>
                  <a:lnTo>
                    <a:pt x="60906" y="296223"/>
                  </a:lnTo>
                  <a:lnTo>
                    <a:pt x="65071" y="299541"/>
                  </a:lnTo>
                  <a:lnTo>
                    <a:pt x="69338" y="302726"/>
                  </a:lnTo>
                  <a:lnTo>
                    <a:pt x="73705" y="305772"/>
                  </a:lnTo>
                  <a:lnTo>
                    <a:pt x="78167" y="308678"/>
                  </a:lnTo>
                  <a:lnTo>
                    <a:pt x="82719" y="311441"/>
                  </a:lnTo>
                  <a:lnTo>
                    <a:pt x="87357" y="314057"/>
                  </a:lnTo>
                  <a:lnTo>
                    <a:pt x="92076" y="316524"/>
                  </a:lnTo>
                  <a:lnTo>
                    <a:pt x="96871" y="318840"/>
                  </a:lnTo>
                  <a:lnTo>
                    <a:pt x="101737" y="321001"/>
                  </a:lnTo>
                  <a:lnTo>
                    <a:pt x="106670" y="323007"/>
                  </a:lnTo>
                  <a:lnTo>
                    <a:pt x="111664" y="324854"/>
                  </a:lnTo>
                  <a:lnTo>
                    <a:pt x="116714" y="326542"/>
                  </a:lnTo>
                  <a:lnTo>
                    <a:pt x="121816" y="328068"/>
                  </a:lnTo>
                  <a:lnTo>
                    <a:pt x="126964" y="329430"/>
                  </a:lnTo>
                  <a:lnTo>
                    <a:pt x="132152" y="330628"/>
                  </a:lnTo>
                  <a:lnTo>
                    <a:pt x="137376" y="331660"/>
                  </a:lnTo>
                  <a:lnTo>
                    <a:pt x="142630" y="332525"/>
                  </a:lnTo>
                  <a:lnTo>
                    <a:pt x="147909" y="333222"/>
                  </a:lnTo>
                  <a:lnTo>
                    <a:pt x="153207" y="333751"/>
                  </a:lnTo>
                  <a:lnTo>
                    <a:pt x="158520" y="334111"/>
                  </a:lnTo>
                  <a:lnTo>
                    <a:pt x="163841" y="334301"/>
                  </a:lnTo>
                  <a:lnTo>
                    <a:pt x="169166" y="334322"/>
                  </a:lnTo>
                  <a:lnTo>
                    <a:pt x="174489" y="334174"/>
                  </a:lnTo>
                  <a:lnTo>
                    <a:pt x="179804" y="333855"/>
                  </a:lnTo>
                  <a:lnTo>
                    <a:pt x="185107" y="333368"/>
                  </a:lnTo>
                  <a:lnTo>
                    <a:pt x="190391" y="332712"/>
                  </a:lnTo>
                  <a:lnTo>
                    <a:pt x="195652" y="331888"/>
                  </a:lnTo>
                  <a:lnTo>
                    <a:pt x="200883" y="330897"/>
                  </a:lnTo>
                  <a:lnTo>
                    <a:pt x="206081" y="329740"/>
                  </a:lnTo>
                  <a:lnTo>
                    <a:pt x="211239" y="328418"/>
                  </a:lnTo>
                  <a:lnTo>
                    <a:pt x="216352" y="326932"/>
                  </a:lnTo>
                  <a:lnTo>
                    <a:pt x="221416" y="325284"/>
                  </a:lnTo>
                  <a:lnTo>
                    <a:pt x="226424" y="323476"/>
                  </a:lnTo>
                  <a:lnTo>
                    <a:pt x="231372" y="321509"/>
                  </a:lnTo>
                  <a:lnTo>
                    <a:pt x="236256" y="319386"/>
                  </a:lnTo>
                  <a:lnTo>
                    <a:pt x="241069" y="317108"/>
                  </a:lnTo>
                  <a:lnTo>
                    <a:pt x="245807" y="314678"/>
                  </a:lnTo>
                  <a:lnTo>
                    <a:pt x="250465" y="312098"/>
                  </a:lnTo>
                  <a:lnTo>
                    <a:pt x="255038" y="30937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8169"/>
              <a:ext cx="167167" cy="308922"/>
            </a:xfrm>
            <a:custGeom>
              <a:avLst/>
              <a:pathLst>
                <a:path w="167167" h="308922">
                  <a:moveTo>
                    <a:pt x="87879" y="308922"/>
                  </a:moveTo>
                  <a:lnTo>
                    <a:pt x="92361" y="306053"/>
                  </a:lnTo>
                  <a:lnTo>
                    <a:pt x="96748" y="303043"/>
                  </a:lnTo>
                  <a:lnTo>
                    <a:pt x="101038" y="299895"/>
                  </a:lnTo>
                  <a:lnTo>
                    <a:pt x="105226" y="296612"/>
                  </a:lnTo>
                  <a:lnTo>
                    <a:pt x="109306" y="293197"/>
                  </a:lnTo>
                  <a:lnTo>
                    <a:pt x="113276" y="289654"/>
                  </a:lnTo>
                  <a:lnTo>
                    <a:pt x="117132" y="285986"/>
                  </a:lnTo>
                  <a:lnTo>
                    <a:pt x="120868" y="282198"/>
                  </a:lnTo>
                  <a:lnTo>
                    <a:pt x="124482" y="278293"/>
                  </a:lnTo>
                  <a:lnTo>
                    <a:pt x="127970" y="274274"/>
                  </a:lnTo>
                  <a:lnTo>
                    <a:pt x="131329" y="270147"/>
                  </a:lnTo>
                  <a:lnTo>
                    <a:pt x="134554" y="265915"/>
                  </a:lnTo>
                  <a:lnTo>
                    <a:pt x="137643" y="261582"/>
                  </a:lnTo>
                  <a:lnTo>
                    <a:pt x="140593" y="257153"/>
                  </a:lnTo>
                  <a:lnTo>
                    <a:pt x="143400" y="252633"/>
                  </a:lnTo>
                  <a:lnTo>
                    <a:pt x="146061" y="248025"/>
                  </a:lnTo>
                  <a:lnTo>
                    <a:pt x="148575" y="243335"/>
                  </a:lnTo>
                  <a:lnTo>
                    <a:pt x="150938" y="238568"/>
                  </a:lnTo>
                  <a:lnTo>
                    <a:pt x="153149" y="233728"/>
                  </a:lnTo>
                  <a:lnTo>
                    <a:pt x="155204" y="228819"/>
                  </a:lnTo>
                  <a:lnTo>
                    <a:pt x="157102" y="223848"/>
                  </a:lnTo>
                  <a:lnTo>
                    <a:pt x="158840" y="218819"/>
                  </a:lnTo>
                  <a:lnTo>
                    <a:pt x="160418" y="213738"/>
                  </a:lnTo>
                  <a:lnTo>
                    <a:pt x="161833" y="208608"/>
                  </a:lnTo>
                  <a:lnTo>
                    <a:pt x="163084" y="203436"/>
                  </a:lnTo>
                  <a:lnTo>
                    <a:pt x="164170" y="198227"/>
                  </a:lnTo>
                  <a:lnTo>
                    <a:pt x="165090" y="192986"/>
                  </a:lnTo>
                  <a:lnTo>
                    <a:pt x="165843" y="187719"/>
                  </a:lnTo>
                  <a:lnTo>
                    <a:pt x="166427" y="182430"/>
                  </a:lnTo>
                  <a:lnTo>
                    <a:pt x="166843" y="177125"/>
                  </a:lnTo>
                  <a:lnTo>
                    <a:pt x="167089" y="171810"/>
                  </a:lnTo>
                  <a:lnTo>
                    <a:pt x="167167" y="166489"/>
                  </a:lnTo>
                  <a:lnTo>
                    <a:pt x="167075" y="161169"/>
                  </a:lnTo>
                  <a:lnTo>
                    <a:pt x="166814" y="155854"/>
                  </a:lnTo>
                  <a:lnTo>
                    <a:pt x="166383" y="150550"/>
                  </a:lnTo>
                  <a:lnTo>
                    <a:pt x="165784" y="145263"/>
                  </a:lnTo>
                  <a:lnTo>
                    <a:pt x="165018" y="139998"/>
                  </a:lnTo>
                  <a:lnTo>
                    <a:pt x="164084" y="134759"/>
                  </a:lnTo>
                  <a:lnTo>
                    <a:pt x="162983" y="129553"/>
                  </a:lnTo>
                  <a:lnTo>
                    <a:pt x="161718" y="124385"/>
                  </a:lnTo>
                  <a:lnTo>
                    <a:pt x="160289" y="119259"/>
                  </a:lnTo>
                  <a:lnTo>
                    <a:pt x="158697" y="114182"/>
                  </a:lnTo>
                  <a:lnTo>
                    <a:pt x="156945" y="109157"/>
                  </a:lnTo>
                  <a:lnTo>
                    <a:pt x="155033" y="104192"/>
                  </a:lnTo>
                  <a:lnTo>
                    <a:pt x="152965" y="99289"/>
                  </a:lnTo>
                  <a:lnTo>
                    <a:pt x="150741" y="94455"/>
                  </a:lnTo>
                  <a:lnTo>
                    <a:pt x="148365" y="89694"/>
                  </a:lnTo>
                  <a:lnTo>
                    <a:pt x="145838" y="85011"/>
                  </a:lnTo>
                  <a:lnTo>
                    <a:pt x="143164" y="80411"/>
                  </a:lnTo>
                  <a:lnTo>
                    <a:pt x="140344" y="75898"/>
                  </a:lnTo>
                  <a:lnTo>
                    <a:pt x="137383" y="71477"/>
                  </a:lnTo>
                  <a:lnTo>
                    <a:pt x="134282" y="67153"/>
                  </a:lnTo>
                  <a:lnTo>
                    <a:pt x="131045" y="62930"/>
                  </a:lnTo>
                  <a:lnTo>
                    <a:pt x="127676" y="58811"/>
                  </a:lnTo>
                  <a:lnTo>
                    <a:pt x="124177" y="54803"/>
                  </a:lnTo>
                  <a:lnTo>
                    <a:pt x="120552" y="50907"/>
                  </a:lnTo>
                  <a:lnTo>
                    <a:pt x="116805" y="47129"/>
                  </a:lnTo>
                  <a:lnTo>
                    <a:pt x="112939" y="43472"/>
                  </a:lnTo>
                  <a:lnTo>
                    <a:pt x="108960" y="39940"/>
                  </a:lnTo>
                  <a:lnTo>
                    <a:pt x="104870" y="36536"/>
                  </a:lnTo>
                  <a:lnTo>
                    <a:pt x="100673" y="33265"/>
                  </a:lnTo>
                  <a:lnTo>
                    <a:pt x="96375" y="30128"/>
                  </a:lnTo>
                  <a:lnTo>
                    <a:pt x="91979" y="27130"/>
                  </a:lnTo>
                  <a:lnTo>
                    <a:pt x="87490" y="24273"/>
                  </a:lnTo>
                  <a:lnTo>
                    <a:pt x="82912" y="21561"/>
                  </a:lnTo>
                  <a:lnTo>
                    <a:pt x="78250" y="18996"/>
                  </a:lnTo>
                  <a:lnTo>
                    <a:pt x="73509" y="16580"/>
                  </a:lnTo>
                  <a:lnTo>
                    <a:pt x="68693" y="14317"/>
                  </a:lnTo>
                  <a:lnTo>
                    <a:pt x="63808" y="12207"/>
                  </a:lnTo>
                  <a:lnTo>
                    <a:pt x="58858" y="10255"/>
                  </a:lnTo>
                  <a:lnTo>
                    <a:pt x="53848" y="8461"/>
                  </a:lnTo>
                  <a:lnTo>
                    <a:pt x="48784" y="6827"/>
                  </a:lnTo>
                  <a:lnTo>
                    <a:pt x="43671" y="5356"/>
                  </a:lnTo>
                  <a:lnTo>
                    <a:pt x="38513" y="4047"/>
                  </a:lnTo>
                  <a:lnTo>
                    <a:pt x="33316" y="2904"/>
                  </a:lnTo>
                  <a:lnTo>
                    <a:pt x="28086" y="1927"/>
                  </a:lnTo>
                  <a:lnTo>
                    <a:pt x="22827" y="1116"/>
                  </a:lnTo>
                  <a:lnTo>
                    <a:pt x="17544" y="474"/>
                  </a:lnTo>
                  <a:lnTo>
                    <a:pt x="12245" y="0"/>
                  </a:lnTo>
                  <a:lnTo>
                    <a:pt x="0" y="166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12245" cy="167167"/>
            </a:xfrm>
            <a:custGeom>
              <a:avLst/>
              <a:pathLst>
                <a:path w="12245" h="167167">
                  <a:moveTo>
                    <a:pt x="12245" y="4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2025-06-05T23:58:06Z</dcterms:modified>
  <cp:category/>
</cp:coreProperties>
</file>