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93148" y="3337560"/>
              <a:ext cx="4123463" cy="0"/>
            </a:xfrm>
            <a:custGeom>
              <a:avLst/>
              <a:pathLst>
                <a:path w="4123463" h="0">
                  <a:moveTo>
                    <a:pt x="412346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756679" y="3357855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943529" y="3377842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939016" y="2966197"/>
              <a:ext cx="24757" cy="205395"/>
            </a:xfrm>
            <a:custGeom>
              <a:avLst/>
              <a:pathLst>
                <a:path w="24757" h="205395">
                  <a:moveTo>
                    <a:pt x="24757" y="20539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27998" y="1204093"/>
              <a:ext cx="2158295" cy="1500705"/>
            </a:xfrm>
            <a:custGeom>
              <a:avLst/>
              <a:pathLst>
                <a:path w="2158295" h="1500705">
                  <a:moveTo>
                    <a:pt x="2158295" y="0"/>
                  </a:moveTo>
                  <a:lnTo>
                    <a:pt x="0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100785" y="1256912"/>
              <a:ext cx="1550445" cy="2975823"/>
            </a:xfrm>
            <a:custGeom>
              <a:avLst/>
              <a:pathLst>
                <a:path w="1550445" h="2975823">
                  <a:moveTo>
                    <a:pt x="0" y="0"/>
                  </a:moveTo>
                  <a:lnTo>
                    <a:pt x="1550445" y="297582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596613" y="1234189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24750" y="3170392"/>
              <a:ext cx="59028" cy="167167"/>
            </a:xfrm>
            <a:custGeom>
              <a:avLst/>
              <a:pathLst>
                <a:path w="59028" h="167167">
                  <a:moveTo>
                    <a:pt x="59028" y="0"/>
                  </a:moveTo>
                  <a:lnTo>
                    <a:pt x="52997" y="108"/>
                  </a:lnTo>
                  <a:lnTo>
                    <a:pt x="46973" y="435"/>
                  </a:lnTo>
                  <a:lnTo>
                    <a:pt x="40965" y="978"/>
                  </a:lnTo>
                  <a:lnTo>
                    <a:pt x="34980" y="1738"/>
                  </a:lnTo>
                  <a:lnTo>
                    <a:pt x="29027" y="2714"/>
                  </a:lnTo>
                  <a:lnTo>
                    <a:pt x="23113" y="3903"/>
                  </a:lnTo>
                  <a:lnTo>
                    <a:pt x="17245" y="5306"/>
                  </a:lnTo>
                  <a:lnTo>
                    <a:pt x="11432" y="6919"/>
                  </a:lnTo>
                  <a:lnTo>
                    <a:pt x="5681" y="8740"/>
                  </a:lnTo>
                  <a:lnTo>
                    <a:pt x="0" y="10768"/>
                  </a:lnTo>
                  <a:lnTo>
                    <a:pt x="5902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24750" y="3181161"/>
              <a:ext cx="59028" cy="156398"/>
            </a:xfrm>
            <a:custGeom>
              <a:avLst/>
              <a:pathLst>
                <a:path w="59028" h="156398">
                  <a:moveTo>
                    <a:pt x="0" y="0"/>
                  </a:moveTo>
                  <a:lnTo>
                    <a:pt x="59028" y="156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816618" y="3170408"/>
              <a:ext cx="334321" cy="334319"/>
            </a:xfrm>
            <a:custGeom>
              <a:avLst/>
              <a:pathLst>
                <a:path w="334321" h="334319">
                  <a:moveTo>
                    <a:pt x="108131" y="10753"/>
                  </a:moveTo>
                  <a:lnTo>
                    <a:pt x="103219" y="12696"/>
                  </a:lnTo>
                  <a:lnTo>
                    <a:pt x="98372" y="14793"/>
                  </a:lnTo>
                  <a:lnTo>
                    <a:pt x="93593" y="17042"/>
                  </a:lnTo>
                  <a:lnTo>
                    <a:pt x="88887" y="19441"/>
                  </a:lnTo>
                  <a:lnTo>
                    <a:pt x="84260" y="21988"/>
                  </a:lnTo>
                  <a:lnTo>
                    <a:pt x="79715" y="24679"/>
                  </a:lnTo>
                  <a:lnTo>
                    <a:pt x="75258" y="27513"/>
                  </a:lnTo>
                  <a:lnTo>
                    <a:pt x="70892" y="30486"/>
                  </a:lnTo>
                  <a:lnTo>
                    <a:pt x="66623" y="33595"/>
                  </a:lnTo>
                  <a:lnTo>
                    <a:pt x="62454" y="36838"/>
                  </a:lnTo>
                  <a:lnTo>
                    <a:pt x="58389" y="40211"/>
                  </a:lnTo>
                  <a:lnTo>
                    <a:pt x="54433" y="43711"/>
                  </a:lnTo>
                  <a:lnTo>
                    <a:pt x="50590" y="47333"/>
                  </a:lnTo>
                  <a:lnTo>
                    <a:pt x="46863" y="51076"/>
                  </a:lnTo>
                  <a:lnTo>
                    <a:pt x="43256" y="54934"/>
                  </a:lnTo>
                  <a:lnTo>
                    <a:pt x="39772" y="58905"/>
                  </a:lnTo>
                  <a:lnTo>
                    <a:pt x="36416" y="62983"/>
                  </a:lnTo>
                  <a:lnTo>
                    <a:pt x="33191" y="67166"/>
                  </a:lnTo>
                  <a:lnTo>
                    <a:pt x="30099" y="71448"/>
                  </a:lnTo>
                  <a:lnTo>
                    <a:pt x="27144" y="75826"/>
                  </a:lnTo>
                  <a:lnTo>
                    <a:pt x="24328" y="80295"/>
                  </a:lnTo>
                  <a:lnTo>
                    <a:pt x="21656" y="84850"/>
                  </a:lnTo>
                  <a:lnTo>
                    <a:pt x="19128" y="89488"/>
                  </a:lnTo>
                  <a:lnTo>
                    <a:pt x="16749" y="94203"/>
                  </a:lnTo>
                  <a:lnTo>
                    <a:pt x="14519" y="98992"/>
                  </a:lnTo>
                  <a:lnTo>
                    <a:pt x="12442" y="103848"/>
                  </a:lnTo>
                  <a:lnTo>
                    <a:pt x="10519" y="108767"/>
                  </a:lnTo>
                  <a:lnTo>
                    <a:pt x="8753" y="113745"/>
                  </a:lnTo>
                  <a:lnTo>
                    <a:pt x="7145" y="118776"/>
                  </a:lnTo>
                  <a:lnTo>
                    <a:pt x="5697" y="123855"/>
                  </a:lnTo>
                  <a:lnTo>
                    <a:pt x="4409" y="128978"/>
                  </a:lnTo>
                  <a:lnTo>
                    <a:pt x="3285" y="134139"/>
                  </a:lnTo>
                  <a:lnTo>
                    <a:pt x="2323" y="139332"/>
                  </a:lnTo>
                  <a:lnTo>
                    <a:pt x="1527" y="144554"/>
                  </a:lnTo>
                  <a:lnTo>
                    <a:pt x="896" y="149797"/>
                  </a:lnTo>
                  <a:lnTo>
                    <a:pt x="430" y="155059"/>
                  </a:lnTo>
                  <a:lnTo>
                    <a:pt x="132" y="160332"/>
                  </a:lnTo>
                  <a:lnTo>
                    <a:pt x="0" y="165612"/>
                  </a:lnTo>
                  <a:lnTo>
                    <a:pt x="34" y="170894"/>
                  </a:lnTo>
                  <a:lnTo>
                    <a:pt x="236" y="176172"/>
                  </a:lnTo>
                  <a:lnTo>
                    <a:pt x="604" y="181441"/>
                  </a:lnTo>
                  <a:lnTo>
                    <a:pt x="1139" y="186695"/>
                  </a:lnTo>
                  <a:lnTo>
                    <a:pt x="1839" y="191931"/>
                  </a:lnTo>
                  <a:lnTo>
                    <a:pt x="2704" y="197141"/>
                  </a:lnTo>
                  <a:lnTo>
                    <a:pt x="3734" y="202322"/>
                  </a:lnTo>
                  <a:lnTo>
                    <a:pt x="4927" y="207467"/>
                  </a:lnTo>
                  <a:lnTo>
                    <a:pt x="6281" y="212572"/>
                  </a:lnTo>
                  <a:lnTo>
                    <a:pt x="7796" y="217632"/>
                  </a:lnTo>
                  <a:lnTo>
                    <a:pt x="9471" y="222641"/>
                  </a:lnTo>
                  <a:lnTo>
                    <a:pt x="11303" y="227595"/>
                  </a:lnTo>
                  <a:lnTo>
                    <a:pt x="13290" y="232489"/>
                  </a:lnTo>
                  <a:lnTo>
                    <a:pt x="15431" y="237317"/>
                  </a:lnTo>
                  <a:lnTo>
                    <a:pt x="17723" y="242076"/>
                  </a:lnTo>
                  <a:lnTo>
                    <a:pt x="20165" y="246759"/>
                  </a:lnTo>
                  <a:lnTo>
                    <a:pt x="22753" y="251363"/>
                  </a:lnTo>
                  <a:lnTo>
                    <a:pt x="25486" y="255884"/>
                  </a:lnTo>
                  <a:lnTo>
                    <a:pt x="28360" y="260315"/>
                  </a:lnTo>
                  <a:lnTo>
                    <a:pt x="31372" y="264653"/>
                  </a:lnTo>
                  <a:lnTo>
                    <a:pt x="34520" y="268895"/>
                  </a:lnTo>
                  <a:lnTo>
                    <a:pt x="37801" y="273034"/>
                  </a:lnTo>
                  <a:lnTo>
                    <a:pt x="41210" y="277068"/>
                  </a:lnTo>
                  <a:lnTo>
                    <a:pt x="44746" y="280992"/>
                  </a:lnTo>
                  <a:lnTo>
                    <a:pt x="48403" y="284803"/>
                  </a:lnTo>
                  <a:lnTo>
                    <a:pt x="52179" y="288496"/>
                  </a:lnTo>
                  <a:lnTo>
                    <a:pt x="56070" y="292067"/>
                  </a:lnTo>
                  <a:lnTo>
                    <a:pt x="60072" y="295515"/>
                  </a:lnTo>
                  <a:lnTo>
                    <a:pt x="64181" y="298834"/>
                  </a:lnTo>
                  <a:lnTo>
                    <a:pt x="68392" y="302021"/>
                  </a:lnTo>
                  <a:lnTo>
                    <a:pt x="72702" y="305074"/>
                  </a:lnTo>
                  <a:lnTo>
                    <a:pt x="77107" y="307989"/>
                  </a:lnTo>
                  <a:lnTo>
                    <a:pt x="81601" y="310764"/>
                  </a:lnTo>
                  <a:lnTo>
                    <a:pt x="86181" y="313395"/>
                  </a:lnTo>
                  <a:lnTo>
                    <a:pt x="90841" y="315881"/>
                  </a:lnTo>
                  <a:lnTo>
                    <a:pt x="95578" y="318218"/>
                  </a:lnTo>
                  <a:lnTo>
                    <a:pt x="100386" y="320404"/>
                  </a:lnTo>
                  <a:lnTo>
                    <a:pt x="105261" y="322437"/>
                  </a:lnTo>
                  <a:lnTo>
                    <a:pt x="110198" y="324315"/>
                  </a:lnTo>
                  <a:lnTo>
                    <a:pt x="115191" y="326036"/>
                  </a:lnTo>
                  <a:lnTo>
                    <a:pt x="120236" y="327598"/>
                  </a:lnTo>
                  <a:lnTo>
                    <a:pt x="125329" y="329000"/>
                  </a:lnTo>
                  <a:lnTo>
                    <a:pt x="130463" y="330241"/>
                  </a:lnTo>
                  <a:lnTo>
                    <a:pt x="135633" y="331319"/>
                  </a:lnTo>
                  <a:lnTo>
                    <a:pt x="140835" y="332233"/>
                  </a:lnTo>
                  <a:lnTo>
                    <a:pt x="146064" y="332982"/>
                  </a:lnTo>
                  <a:lnTo>
                    <a:pt x="151313" y="333566"/>
                  </a:lnTo>
                  <a:lnTo>
                    <a:pt x="156579" y="333984"/>
                  </a:lnTo>
                  <a:lnTo>
                    <a:pt x="161854" y="334235"/>
                  </a:lnTo>
                  <a:lnTo>
                    <a:pt x="167136" y="334319"/>
                  </a:lnTo>
                  <a:lnTo>
                    <a:pt x="172417" y="334236"/>
                  </a:lnTo>
                  <a:lnTo>
                    <a:pt x="177693" y="333987"/>
                  </a:lnTo>
                  <a:lnTo>
                    <a:pt x="182958" y="333571"/>
                  </a:lnTo>
                  <a:lnTo>
                    <a:pt x="188208" y="332989"/>
                  </a:lnTo>
                  <a:lnTo>
                    <a:pt x="193436" y="332241"/>
                  </a:lnTo>
                  <a:lnTo>
                    <a:pt x="198639" y="331328"/>
                  </a:lnTo>
                  <a:lnTo>
                    <a:pt x="203809" y="330252"/>
                  </a:lnTo>
                  <a:lnTo>
                    <a:pt x="208944" y="329013"/>
                  </a:lnTo>
                  <a:lnTo>
                    <a:pt x="214037" y="327612"/>
                  </a:lnTo>
                  <a:lnTo>
                    <a:pt x="219082" y="326051"/>
                  </a:lnTo>
                  <a:lnTo>
                    <a:pt x="224076" y="324331"/>
                  </a:lnTo>
                  <a:lnTo>
                    <a:pt x="229014" y="322455"/>
                  </a:lnTo>
                  <a:lnTo>
                    <a:pt x="233889" y="320423"/>
                  </a:lnTo>
                  <a:lnTo>
                    <a:pt x="238698" y="318238"/>
                  </a:lnTo>
                  <a:lnTo>
                    <a:pt x="243435" y="315903"/>
                  </a:lnTo>
                  <a:lnTo>
                    <a:pt x="248097" y="313419"/>
                  </a:lnTo>
                  <a:lnTo>
                    <a:pt x="252677" y="310789"/>
                  </a:lnTo>
                  <a:lnTo>
                    <a:pt x="257172" y="308016"/>
                  </a:lnTo>
                  <a:lnTo>
                    <a:pt x="261577" y="305102"/>
                  </a:lnTo>
                  <a:lnTo>
                    <a:pt x="265888" y="302050"/>
                  </a:lnTo>
                  <a:lnTo>
                    <a:pt x="270101" y="298864"/>
                  </a:lnTo>
                  <a:lnTo>
                    <a:pt x="274210" y="295546"/>
                  </a:lnTo>
                  <a:lnTo>
                    <a:pt x="278213" y="292100"/>
                  </a:lnTo>
                  <a:lnTo>
                    <a:pt x="282105" y="288529"/>
                  </a:lnTo>
                  <a:lnTo>
                    <a:pt x="285882" y="284837"/>
                  </a:lnTo>
                  <a:lnTo>
                    <a:pt x="289541" y="281028"/>
                  </a:lnTo>
                  <a:lnTo>
                    <a:pt x="293077" y="277105"/>
                  </a:lnTo>
                  <a:lnTo>
                    <a:pt x="296488" y="273072"/>
                  </a:lnTo>
                  <a:lnTo>
                    <a:pt x="299770" y="268933"/>
                  </a:lnTo>
                  <a:lnTo>
                    <a:pt x="302919" y="264693"/>
                  </a:lnTo>
                  <a:lnTo>
                    <a:pt x="305933" y="260355"/>
                  </a:lnTo>
                  <a:lnTo>
                    <a:pt x="308808" y="255925"/>
                  </a:lnTo>
                  <a:lnTo>
                    <a:pt x="311542" y="251406"/>
                  </a:lnTo>
                  <a:lnTo>
                    <a:pt x="314132" y="246802"/>
                  </a:lnTo>
                  <a:lnTo>
                    <a:pt x="316575" y="242119"/>
                  </a:lnTo>
                  <a:lnTo>
                    <a:pt x="318868" y="237362"/>
                  </a:lnTo>
                  <a:lnTo>
                    <a:pt x="321011" y="232534"/>
                  </a:lnTo>
                  <a:lnTo>
                    <a:pt x="323000" y="227641"/>
                  </a:lnTo>
                  <a:lnTo>
                    <a:pt x="324833" y="222687"/>
                  </a:lnTo>
                  <a:lnTo>
                    <a:pt x="326509" y="217678"/>
                  </a:lnTo>
                  <a:lnTo>
                    <a:pt x="328025" y="212619"/>
                  </a:lnTo>
                  <a:lnTo>
                    <a:pt x="329381" y="207514"/>
                  </a:lnTo>
                  <a:lnTo>
                    <a:pt x="330575" y="202369"/>
                  </a:lnTo>
                  <a:lnTo>
                    <a:pt x="331607" y="197189"/>
                  </a:lnTo>
                  <a:lnTo>
                    <a:pt x="332473" y="191979"/>
                  </a:lnTo>
                  <a:lnTo>
                    <a:pt x="333175" y="186744"/>
                  </a:lnTo>
                  <a:lnTo>
                    <a:pt x="333711" y="181489"/>
                  </a:lnTo>
                  <a:lnTo>
                    <a:pt x="334081" y="176220"/>
                  </a:lnTo>
                  <a:lnTo>
                    <a:pt x="334284" y="170943"/>
                  </a:lnTo>
                  <a:lnTo>
                    <a:pt x="334321" y="165661"/>
                  </a:lnTo>
                  <a:lnTo>
                    <a:pt x="334190" y="160381"/>
                  </a:lnTo>
                  <a:lnTo>
                    <a:pt x="333893" y="155107"/>
                  </a:lnTo>
                  <a:lnTo>
                    <a:pt x="333429" y="149846"/>
                  </a:lnTo>
                  <a:lnTo>
                    <a:pt x="332799" y="144602"/>
                  </a:lnTo>
                  <a:lnTo>
                    <a:pt x="332004" y="139380"/>
                  </a:lnTo>
                  <a:lnTo>
                    <a:pt x="331045" y="134186"/>
                  </a:lnTo>
                  <a:lnTo>
                    <a:pt x="329921" y="129025"/>
                  </a:lnTo>
                  <a:lnTo>
                    <a:pt x="328636" y="123902"/>
                  </a:lnTo>
                  <a:lnTo>
                    <a:pt x="327189" y="118823"/>
                  </a:lnTo>
                  <a:lnTo>
                    <a:pt x="325582" y="113791"/>
                  </a:lnTo>
                  <a:lnTo>
                    <a:pt x="323817" y="108813"/>
                  </a:lnTo>
                  <a:lnTo>
                    <a:pt x="321896" y="103893"/>
                  </a:lnTo>
                  <a:lnTo>
                    <a:pt x="319820" y="99036"/>
                  </a:lnTo>
                  <a:lnTo>
                    <a:pt x="317592" y="94247"/>
                  </a:lnTo>
                  <a:lnTo>
                    <a:pt x="315214" y="89531"/>
                  </a:lnTo>
                  <a:lnTo>
                    <a:pt x="312688" y="84893"/>
                  </a:lnTo>
                  <a:lnTo>
                    <a:pt x="310017" y="80336"/>
                  </a:lnTo>
                  <a:lnTo>
                    <a:pt x="307203" y="75866"/>
                  </a:lnTo>
                  <a:lnTo>
                    <a:pt x="304249" y="71488"/>
                  </a:lnTo>
                  <a:lnTo>
                    <a:pt x="301158" y="67205"/>
                  </a:lnTo>
                  <a:lnTo>
                    <a:pt x="297934" y="63021"/>
                  </a:lnTo>
                  <a:lnTo>
                    <a:pt x="294579" y="58942"/>
                  </a:lnTo>
                  <a:lnTo>
                    <a:pt x="291097" y="54970"/>
                  </a:lnTo>
                  <a:lnTo>
                    <a:pt x="287491" y="51111"/>
                  </a:lnTo>
                  <a:lnTo>
                    <a:pt x="283765" y="47367"/>
                  </a:lnTo>
                  <a:lnTo>
                    <a:pt x="279922" y="43743"/>
                  </a:lnTo>
                  <a:lnTo>
                    <a:pt x="275968" y="40243"/>
                  </a:lnTo>
                  <a:lnTo>
                    <a:pt x="271904" y="36869"/>
                  </a:lnTo>
                  <a:lnTo>
                    <a:pt x="267736" y="33624"/>
                  </a:lnTo>
                  <a:lnTo>
                    <a:pt x="263467" y="30514"/>
                  </a:lnTo>
                  <a:lnTo>
                    <a:pt x="259102" y="27539"/>
                  </a:lnTo>
                  <a:lnTo>
                    <a:pt x="254646" y="24704"/>
                  </a:lnTo>
                  <a:lnTo>
                    <a:pt x="250102" y="22012"/>
                  </a:lnTo>
                  <a:lnTo>
                    <a:pt x="245475" y="19464"/>
                  </a:lnTo>
                  <a:lnTo>
                    <a:pt x="240771" y="17063"/>
                  </a:lnTo>
                  <a:lnTo>
                    <a:pt x="235992" y="14813"/>
                  </a:lnTo>
                  <a:lnTo>
                    <a:pt x="231145" y="12714"/>
                  </a:lnTo>
                  <a:lnTo>
                    <a:pt x="226234" y="10770"/>
                  </a:lnTo>
                  <a:lnTo>
                    <a:pt x="221265" y="8982"/>
                  </a:lnTo>
                  <a:lnTo>
                    <a:pt x="216241" y="7351"/>
                  </a:lnTo>
                  <a:lnTo>
                    <a:pt x="211168" y="5881"/>
                  </a:lnTo>
                  <a:lnTo>
                    <a:pt x="206051" y="4571"/>
                  </a:lnTo>
                  <a:lnTo>
                    <a:pt x="200895" y="3423"/>
                  </a:lnTo>
                  <a:lnTo>
                    <a:pt x="195706" y="2439"/>
                  </a:lnTo>
                  <a:lnTo>
                    <a:pt x="190488" y="1620"/>
                  </a:lnTo>
                  <a:lnTo>
                    <a:pt x="185247" y="965"/>
                  </a:lnTo>
                  <a:lnTo>
                    <a:pt x="179988" y="477"/>
                  </a:lnTo>
                  <a:lnTo>
                    <a:pt x="174716" y="155"/>
                  </a:lnTo>
                  <a:lnTo>
                    <a:pt x="169436" y="0"/>
                  </a:lnTo>
                  <a:lnTo>
                    <a:pt x="167160" y="1671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83779" y="3170392"/>
              <a:ext cx="2276" cy="167167"/>
            </a:xfrm>
            <a:custGeom>
              <a:avLst/>
              <a:pathLst>
                <a:path w="2276" h="167167">
                  <a:moveTo>
                    <a:pt x="2276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3557" y="2633064"/>
              <a:ext cx="165453" cy="167167"/>
            </a:xfrm>
            <a:custGeom>
              <a:avLst/>
              <a:pathLst>
                <a:path w="165453" h="167167">
                  <a:moveTo>
                    <a:pt x="165453" y="0"/>
                  </a:moveTo>
                  <a:lnTo>
                    <a:pt x="160031" y="87"/>
                  </a:lnTo>
                  <a:lnTo>
                    <a:pt x="154614" y="351"/>
                  </a:lnTo>
                  <a:lnTo>
                    <a:pt x="149209" y="791"/>
                  </a:lnTo>
                  <a:lnTo>
                    <a:pt x="143821" y="1405"/>
                  </a:lnTo>
                  <a:lnTo>
                    <a:pt x="138455" y="2194"/>
                  </a:lnTo>
                  <a:lnTo>
                    <a:pt x="133118" y="3157"/>
                  </a:lnTo>
                  <a:lnTo>
                    <a:pt x="127815" y="4292"/>
                  </a:lnTo>
                  <a:lnTo>
                    <a:pt x="122552" y="5598"/>
                  </a:lnTo>
                  <a:lnTo>
                    <a:pt x="117333" y="7075"/>
                  </a:lnTo>
                  <a:lnTo>
                    <a:pt x="112166" y="8720"/>
                  </a:lnTo>
                  <a:lnTo>
                    <a:pt x="107054" y="10532"/>
                  </a:lnTo>
                  <a:lnTo>
                    <a:pt x="102004" y="12509"/>
                  </a:lnTo>
                  <a:lnTo>
                    <a:pt x="97021" y="14648"/>
                  </a:lnTo>
                  <a:lnTo>
                    <a:pt x="92109" y="16948"/>
                  </a:lnTo>
                  <a:lnTo>
                    <a:pt x="87275" y="19406"/>
                  </a:lnTo>
                  <a:lnTo>
                    <a:pt x="82524" y="22020"/>
                  </a:lnTo>
                  <a:lnTo>
                    <a:pt x="77859" y="24786"/>
                  </a:lnTo>
                  <a:lnTo>
                    <a:pt x="73287" y="27703"/>
                  </a:lnTo>
                  <a:lnTo>
                    <a:pt x="68811" y="30766"/>
                  </a:lnTo>
                  <a:lnTo>
                    <a:pt x="64438" y="33972"/>
                  </a:lnTo>
                  <a:lnTo>
                    <a:pt x="60170" y="37319"/>
                  </a:lnTo>
                  <a:lnTo>
                    <a:pt x="56014" y="40803"/>
                  </a:lnTo>
                  <a:lnTo>
                    <a:pt x="51973" y="44419"/>
                  </a:lnTo>
                  <a:lnTo>
                    <a:pt x="48051" y="48165"/>
                  </a:lnTo>
                  <a:lnTo>
                    <a:pt x="44252" y="52035"/>
                  </a:lnTo>
                  <a:lnTo>
                    <a:pt x="40582" y="56027"/>
                  </a:lnTo>
                  <a:lnTo>
                    <a:pt x="37042" y="60136"/>
                  </a:lnTo>
                  <a:lnTo>
                    <a:pt x="33638" y="64358"/>
                  </a:lnTo>
                  <a:lnTo>
                    <a:pt x="30373" y="68688"/>
                  </a:lnTo>
                  <a:lnTo>
                    <a:pt x="27249" y="73121"/>
                  </a:lnTo>
                  <a:lnTo>
                    <a:pt x="24271" y="77654"/>
                  </a:lnTo>
                  <a:lnTo>
                    <a:pt x="21442" y="82280"/>
                  </a:lnTo>
                  <a:lnTo>
                    <a:pt x="18764" y="86996"/>
                  </a:lnTo>
                  <a:lnTo>
                    <a:pt x="16241" y="91797"/>
                  </a:lnTo>
                  <a:lnTo>
                    <a:pt x="13875" y="96676"/>
                  </a:lnTo>
                  <a:lnTo>
                    <a:pt x="11668" y="101630"/>
                  </a:lnTo>
                  <a:lnTo>
                    <a:pt x="9623" y="106653"/>
                  </a:lnTo>
                  <a:lnTo>
                    <a:pt x="7742" y="111740"/>
                  </a:lnTo>
                  <a:lnTo>
                    <a:pt x="6027" y="116885"/>
                  </a:lnTo>
                  <a:lnTo>
                    <a:pt x="4480" y="122082"/>
                  </a:lnTo>
                  <a:lnTo>
                    <a:pt x="3103" y="127328"/>
                  </a:lnTo>
                  <a:lnTo>
                    <a:pt x="1896" y="132615"/>
                  </a:lnTo>
                  <a:lnTo>
                    <a:pt x="861" y="137938"/>
                  </a:lnTo>
                  <a:lnTo>
                    <a:pt x="0" y="143293"/>
                  </a:lnTo>
                  <a:lnTo>
                    <a:pt x="1654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3557" y="2776357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1864" y="2658563"/>
              <a:ext cx="334309" cy="308834"/>
            </a:xfrm>
            <a:custGeom>
              <a:avLst/>
              <a:pathLst>
                <a:path w="334309" h="308834">
                  <a:moveTo>
                    <a:pt x="1692" y="117794"/>
                  </a:moveTo>
                  <a:lnTo>
                    <a:pt x="1016" y="123070"/>
                  </a:lnTo>
                  <a:lnTo>
                    <a:pt x="509" y="128365"/>
                  </a:lnTo>
                  <a:lnTo>
                    <a:pt x="170" y="133674"/>
                  </a:lnTo>
                  <a:lnTo>
                    <a:pt x="0" y="138991"/>
                  </a:lnTo>
                  <a:lnTo>
                    <a:pt x="0" y="144310"/>
                  </a:lnTo>
                  <a:lnTo>
                    <a:pt x="168" y="149627"/>
                  </a:lnTo>
                  <a:lnTo>
                    <a:pt x="506" y="154936"/>
                  </a:lnTo>
                  <a:lnTo>
                    <a:pt x="1013" y="160231"/>
                  </a:lnTo>
                  <a:lnTo>
                    <a:pt x="1687" y="165508"/>
                  </a:lnTo>
                  <a:lnTo>
                    <a:pt x="2530" y="170760"/>
                  </a:lnTo>
                  <a:lnTo>
                    <a:pt x="3539" y="175983"/>
                  </a:lnTo>
                  <a:lnTo>
                    <a:pt x="4713" y="181172"/>
                  </a:lnTo>
                  <a:lnTo>
                    <a:pt x="6052" y="186320"/>
                  </a:lnTo>
                  <a:lnTo>
                    <a:pt x="7555" y="191423"/>
                  </a:lnTo>
                  <a:lnTo>
                    <a:pt x="9219" y="196475"/>
                  </a:lnTo>
                  <a:lnTo>
                    <a:pt x="11042" y="201473"/>
                  </a:lnTo>
                  <a:lnTo>
                    <a:pt x="13024" y="206409"/>
                  </a:lnTo>
                  <a:lnTo>
                    <a:pt x="15162" y="211280"/>
                  </a:lnTo>
                  <a:lnTo>
                    <a:pt x="17454" y="216081"/>
                  </a:lnTo>
                  <a:lnTo>
                    <a:pt x="19897" y="220806"/>
                  </a:lnTo>
                  <a:lnTo>
                    <a:pt x="22490" y="225451"/>
                  </a:lnTo>
                  <a:lnTo>
                    <a:pt x="25229" y="230011"/>
                  </a:lnTo>
                  <a:lnTo>
                    <a:pt x="28112" y="234482"/>
                  </a:lnTo>
                  <a:lnTo>
                    <a:pt x="31135" y="238858"/>
                  </a:lnTo>
                  <a:lnTo>
                    <a:pt x="34296" y="243137"/>
                  </a:lnTo>
                  <a:lnTo>
                    <a:pt x="37592" y="247312"/>
                  </a:lnTo>
                  <a:lnTo>
                    <a:pt x="41019" y="251381"/>
                  </a:lnTo>
                  <a:lnTo>
                    <a:pt x="44574" y="255338"/>
                  </a:lnTo>
                  <a:lnTo>
                    <a:pt x="48252" y="259181"/>
                  </a:lnTo>
                  <a:lnTo>
                    <a:pt x="52052" y="262904"/>
                  </a:lnTo>
                  <a:lnTo>
                    <a:pt x="55967" y="266505"/>
                  </a:lnTo>
                  <a:lnTo>
                    <a:pt x="59996" y="269979"/>
                  </a:lnTo>
                  <a:lnTo>
                    <a:pt x="64132" y="273323"/>
                  </a:lnTo>
                  <a:lnTo>
                    <a:pt x="68373" y="276534"/>
                  </a:lnTo>
                  <a:lnTo>
                    <a:pt x="72715" y="279609"/>
                  </a:lnTo>
                  <a:lnTo>
                    <a:pt x="77151" y="282543"/>
                  </a:lnTo>
                  <a:lnTo>
                    <a:pt x="81679" y="285336"/>
                  </a:lnTo>
                  <a:lnTo>
                    <a:pt x="86294" y="287982"/>
                  </a:lnTo>
                  <a:lnTo>
                    <a:pt x="90990" y="290481"/>
                  </a:lnTo>
                  <a:lnTo>
                    <a:pt x="95763" y="292828"/>
                  </a:lnTo>
                  <a:lnTo>
                    <a:pt x="100609" y="295023"/>
                  </a:lnTo>
                  <a:lnTo>
                    <a:pt x="105522" y="297062"/>
                  </a:lnTo>
                  <a:lnTo>
                    <a:pt x="110498" y="298944"/>
                  </a:lnTo>
                  <a:lnTo>
                    <a:pt x="115530" y="300667"/>
                  </a:lnTo>
                  <a:lnTo>
                    <a:pt x="120615" y="302229"/>
                  </a:lnTo>
                  <a:lnTo>
                    <a:pt x="125748" y="303628"/>
                  </a:lnTo>
                  <a:lnTo>
                    <a:pt x="130922" y="304863"/>
                  </a:lnTo>
                  <a:lnTo>
                    <a:pt x="136133" y="305933"/>
                  </a:lnTo>
                  <a:lnTo>
                    <a:pt x="141375" y="306837"/>
                  </a:lnTo>
                  <a:lnTo>
                    <a:pt x="146643" y="307573"/>
                  </a:lnTo>
                  <a:lnTo>
                    <a:pt x="151932" y="308142"/>
                  </a:lnTo>
                  <a:lnTo>
                    <a:pt x="157237" y="308541"/>
                  </a:lnTo>
                  <a:lnTo>
                    <a:pt x="162551" y="308772"/>
                  </a:lnTo>
                  <a:lnTo>
                    <a:pt x="167870" y="308834"/>
                  </a:lnTo>
                  <a:lnTo>
                    <a:pt x="173189" y="308726"/>
                  </a:lnTo>
                  <a:lnTo>
                    <a:pt x="178501" y="308449"/>
                  </a:lnTo>
                  <a:lnTo>
                    <a:pt x="183802" y="308004"/>
                  </a:lnTo>
                  <a:lnTo>
                    <a:pt x="189086" y="307389"/>
                  </a:lnTo>
                  <a:lnTo>
                    <a:pt x="194348" y="306607"/>
                  </a:lnTo>
                  <a:lnTo>
                    <a:pt x="199582" y="305658"/>
                  </a:lnTo>
                  <a:lnTo>
                    <a:pt x="204783" y="304543"/>
                  </a:lnTo>
                  <a:lnTo>
                    <a:pt x="209946" y="303263"/>
                  </a:lnTo>
                  <a:lnTo>
                    <a:pt x="215066" y="301820"/>
                  </a:lnTo>
                  <a:lnTo>
                    <a:pt x="220138" y="300214"/>
                  </a:lnTo>
                  <a:lnTo>
                    <a:pt x="225155" y="298448"/>
                  </a:lnTo>
                  <a:lnTo>
                    <a:pt x="230114" y="296523"/>
                  </a:lnTo>
                  <a:lnTo>
                    <a:pt x="235010" y="294441"/>
                  </a:lnTo>
                  <a:lnTo>
                    <a:pt x="239836" y="292204"/>
                  </a:lnTo>
                  <a:lnTo>
                    <a:pt x="244589" y="289815"/>
                  </a:lnTo>
                  <a:lnTo>
                    <a:pt x="249263" y="287276"/>
                  </a:lnTo>
                  <a:lnTo>
                    <a:pt x="253855" y="284589"/>
                  </a:lnTo>
                  <a:lnTo>
                    <a:pt x="258358" y="281758"/>
                  </a:lnTo>
                  <a:lnTo>
                    <a:pt x="262769" y="278785"/>
                  </a:lnTo>
                  <a:lnTo>
                    <a:pt x="267084" y="275673"/>
                  </a:lnTo>
                  <a:lnTo>
                    <a:pt x="271297" y="272426"/>
                  </a:lnTo>
                  <a:lnTo>
                    <a:pt x="275404" y="269046"/>
                  </a:lnTo>
                  <a:lnTo>
                    <a:pt x="279403" y="265537"/>
                  </a:lnTo>
                  <a:lnTo>
                    <a:pt x="283287" y="261902"/>
                  </a:lnTo>
                  <a:lnTo>
                    <a:pt x="287054" y="258146"/>
                  </a:lnTo>
                  <a:lnTo>
                    <a:pt x="290699" y="254272"/>
                  </a:lnTo>
                  <a:lnTo>
                    <a:pt x="294219" y="250284"/>
                  </a:lnTo>
                  <a:lnTo>
                    <a:pt x="297611" y="246186"/>
                  </a:lnTo>
                  <a:lnTo>
                    <a:pt x="300870" y="241982"/>
                  </a:lnTo>
                  <a:lnTo>
                    <a:pt x="303994" y="237676"/>
                  </a:lnTo>
                  <a:lnTo>
                    <a:pt x="306980" y="233273"/>
                  </a:lnTo>
                  <a:lnTo>
                    <a:pt x="309823" y="228778"/>
                  </a:lnTo>
                  <a:lnTo>
                    <a:pt x="312523" y="224194"/>
                  </a:lnTo>
                  <a:lnTo>
                    <a:pt x="315075" y="219527"/>
                  </a:lnTo>
                  <a:lnTo>
                    <a:pt x="317477" y="214780"/>
                  </a:lnTo>
                  <a:lnTo>
                    <a:pt x="319728" y="209960"/>
                  </a:lnTo>
                  <a:lnTo>
                    <a:pt x="321823" y="205071"/>
                  </a:lnTo>
                  <a:lnTo>
                    <a:pt x="323762" y="200117"/>
                  </a:lnTo>
                  <a:lnTo>
                    <a:pt x="325543" y="195105"/>
                  </a:lnTo>
                  <a:lnTo>
                    <a:pt x="327163" y="190038"/>
                  </a:lnTo>
                  <a:lnTo>
                    <a:pt x="328621" y="184922"/>
                  </a:lnTo>
                  <a:lnTo>
                    <a:pt x="329915" y="179762"/>
                  </a:lnTo>
                  <a:lnTo>
                    <a:pt x="331045" y="174564"/>
                  </a:lnTo>
                  <a:lnTo>
                    <a:pt x="332008" y="169333"/>
                  </a:lnTo>
                  <a:lnTo>
                    <a:pt x="332805" y="164073"/>
                  </a:lnTo>
                  <a:lnTo>
                    <a:pt x="333434" y="158791"/>
                  </a:lnTo>
                  <a:lnTo>
                    <a:pt x="333895" y="153491"/>
                  </a:lnTo>
                  <a:lnTo>
                    <a:pt x="334187" y="148180"/>
                  </a:lnTo>
                  <a:lnTo>
                    <a:pt x="334309" y="142862"/>
                  </a:lnTo>
                  <a:lnTo>
                    <a:pt x="334263" y="137543"/>
                  </a:lnTo>
                  <a:lnTo>
                    <a:pt x="334047" y="132227"/>
                  </a:lnTo>
                  <a:lnTo>
                    <a:pt x="333662" y="126922"/>
                  </a:lnTo>
                  <a:lnTo>
                    <a:pt x="333108" y="121631"/>
                  </a:lnTo>
                  <a:lnTo>
                    <a:pt x="332387" y="116361"/>
                  </a:lnTo>
                  <a:lnTo>
                    <a:pt x="331498" y="111116"/>
                  </a:lnTo>
                  <a:lnTo>
                    <a:pt x="330443" y="105902"/>
                  </a:lnTo>
                  <a:lnTo>
                    <a:pt x="329222" y="100725"/>
                  </a:lnTo>
                  <a:lnTo>
                    <a:pt x="327837" y="95589"/>
                  </a:lnTo>
                  <a:lnTo>
                    <a:pt x="326290" y="90499"/>
                  </a:lnTo>
                  <a:lnTo>
                    <a:pt x="324581" y="85461"/>
                  </a:lnTo>
                  <a:lnTo>
                    <a:pt x="322713" y="80481"/>
                  </a:lnTo>
                  <a:lnTo>
                    <a:pt x="320687" y="75562"/>
                  </a:lnTo>
                  <a:lnTo>
                    <a:pt x="318506" y="70710"/>
                  </a:lnTo>
                  <a:lnTo>
                    <a:pt x="316172" y="65930"/>
                  </a:lnTo>
                  <a:lnTo>
                    <a:pt x="313687" y="61227"/>
                  </a:lnTo>
                  <a:lnTo>
                    <a:pt x="311053" y="56605"/>
                  </a:lnTo>
                  <a:lnTo>
                    <a:pt x="308274" y="52069"/>
                  </a:lnTo>
                  <a:lnTo>
                    <a:pt x="305352" y="47624"/>
                  </a:lnTo>
                  <a:lnTo>
                    <a:pt x="302289" y="43275"/>
                  </a:lnTo>
                  <a:lnTo>
                    <a:pt x="299090" y="39024"/>
                  </a:lnTo>
                  <a:lnTo>
                    <a:pt x="295758" y="34878"/>
                  </a:lnTo>
                  <a:lnTo>
                    <a:pt x="292295" y="30840"/>
                  </a:lnTo>
                  <a:lnTo>
                    <a:pt x="288705" y="26914"/>
                  </a:lnTo>
                  <a:lnTo>
                    <a:pt x="284992" y="23105"/>
                  </a:lnTo>
                  <a:lnTo>
                    <a:pt x="281160" y="19415"/>
                  </a:lnTo>
                  <a:lnTo>
                    <a:pt x="277213" y="15850"/>
                  </a:lnTo>
                  <a:lnTo>
                    <a:pt x="273154" y="12411"/>
                  </a:lnTo>
                  <a:lnTo>
                    <a:pt x="268988" y="9104"/>
                  </a:lnTo>
                  <a:lnTo>
                    <a:pt x="264718" y="5931"/>
                  </a:lnTo>
                  <a:lnTo>
                    <a:pt x="260350" y="2895"/>
                  </a:lnTo>
                  <a:lnTo>
                    <a:pt x="255887" y="0"/>
                  </a:lnTo>
                  <a:lnTo>
                    <a:pt x="167146" y="141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919011" y="2633064"/>
              <a:ext cx="88741" cy="167167"/>
            </a:xfrm>
            <a:custGeom>
              <a:avLst/>
              <a:pathLst>
                <a:path w="88741" h="167167">
                  <a:moveTo>
                    <a:pt x="88741" y="25498"/>
                  </a:moveTo>
                  <a:lnTo>
                    <a:pt x="83733" y="22482"/>
                  </a:lnTo>
                  <a:lnTo>
                    <a:pt x="78622" y="19642"/>
                  </a:lnTo>
                  <a:lnTo>
                    <a:pt x="73415" y="16983"/>
                  </a:lnTo>
                  <a:lnTo>
                    <a:pt x="68119" y="14508"/>
                  </a:lnTo>
                  <a:lnTo>
                    <a:pt x="62739" y="12219"/>
                  </a:lnTo>
                  <a:lnTo>
                    <a:pt x="57282" y="10120"/>
                  </a:lnTo>
                  <a:lnTo>
                    <a:pt x="51755" y="8213"/>
                  </a:lnTo>
                  <a:lnTo>
                    <a:pt x="46166" y="6501"/>
                  </a:lnTo>
                  <a:lnTo>
                    <a:pt x="40519" y="4985"/>
                  </a:lnTo>
                  <a:lnTo>
                    <a:pt x="34823" y="3667"/>
                  </a:lnTo>
                  <a:lnTo>
                    <a:pt x="29084" y="2549"/>
                  </a:lnTo>
                  <a:lnTo>
                    <a:pt x="23310" y="1633"/>
                  </a:lnTo>
                  <a:lnTo>
                    <a:pt x="17508" y="919"/>
                  </a:lnTo>
                  <a:lnTo>
                    <a:pt x="11683" y="408"/>
                  </a:lnTo>
                  <a:lnTo>
                    <a:pt x="584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82903" y="2126963"/>
              <a:ext cx="45568" cy="167167"/>
            </a:xfrm>
            <a:custGeom>
              <a:avLst/>
              <a:pathLst>
                <a:path w="45568" h="167167">
                  <a:moveTo>
                    <a:pt x="45568" y="0"/>
                  </a:moveTo>
                  <a:lnTo>
                    <a:pt x="38977" y="130"/>
                  </a:lnTo>
                  <a:lnTo>
                    <a:pt x="32396" y="519"/>
                  </a:lnTo>
                  <a:lnTo>
                    <a:pt x="25835" y="1168"/>
                  </a:lnTo>
                  <a:lnTo>
                    <a:pt x="19305" y="2076"/>
                  </a:lnTo>
                  <a:lnTo>
                    <a:pt x="12815" y="3240"/>
                  </a:lnTo>
                  <a:lnTo>
                    <a:pt x="6377" y="4659"/>
                  </a:lnTo>
                  <a:lnTo>
                    <a:pt x="0" y="6330"/>
                  </a:lnTo>
                  <a:lnTo>
                    <a:pt x="455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2903" y="2133294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561325" y="2133294"/>
              <a:ext cx="259885" cy="327991"/>
            </a:xfrm>
            <a:custGeom>
              <a:avLst/>
              <a:pathLst>
                <a:path w="259885" h="327991">
                  <a:moveTo>
                    <a:pt x="121578" y="0"/>
                  </a:moveTo>
                  <a:lnTo>
                    <a:pt x="116459" y="1539"/>
                  </a:lnTo>
                  <a:lnTo>
                    <a:pt x="111391" y="3241"/>
                  </a:lnTo>
                  <a:lnTo>
                    <a:pt x="106381" y="5104"/>
                  </a:lnTo>
                  <a:lnTo>
                    <a:pt x="101433" y="7126"/>
                  </a:lnTo>
                  <a:lnTo>
                    <a:pt x="96552" y="9306"/>
                  </a:lnTo>
                  <a:lnTo>
                    <a:pt x="91744" y="11640"/>
                  </a:lnTo>
                  <a:lnTo>
                    <a:pt x="87012" y="14127"/>
                  </a:lnTo>
                  <a:lnTo>
                    <a:pt x="82363" y="16765"/>
                  </a:lnTo>
                  <a:lnTo>
                    <a:pt x="77800" y="19549"/>
                  </a:lnTo>
                  <a:lnTo>
                    <a:pt x="73328" y="22478"/>
                  </a:lnTo>
                  <a:lnTo>
                    <a:pt x="68952" y="25548"/>
                  </a:lnTo>
                  <a:lnTo>
                    <a:pt x="64677" y="28757"/>
                  </a:lnTo>
                  <a:lnTo>
                    <a:pt x="60507" y="32100"/>
                  </a:lnTo>
                  <a:lnTo>
                    <a:pt x="56445" y="35576"/>
                  </a:lnTo>
                  <a:lnTo>
                    <a:pt x="52497" y="39179"/>
                  </a:lnTo>
                  <a:lnTo>
                    <a:pt x="48666" y="42907"/>
                  </a:lnTo>
                  <a:lnTo>
                    <a:pt x="44956" y="46755"/>
                  </a:lnTo>
                  <a:lnTo>
                    <a:pt x="41371" y="50720"/>
                  </a:lnTo>
                  <a:lnTo>
                    <a:pt x="37915" y="54798"/>
                  </a:lnTo>
                  <a:lnTo>
                    <a:pt x="34591" y="58984"/>
                  </a:lnTo>
                  <a:lnTo>
                    <a:pt x="31402" y="63274"/>
                  </a:lnTo>
                  <a:lnTo>
                    <a:pt x="28352" y="67664"/>
                  </a:lnTo>
                  <a:lnTo>
                    <a:pt x="25444" y="72149"/>
                  </a:lnTo>
                  <a:lnTo>
                    <a:pt x="22681" y="76725"/>
                  </a:lnTo>
                  <a:lnTo>
                    <a:pt x="20066" y="81387"/>
                  </a:lnTo>
                  <a:lnTo>
                    <a:pt x="17601" y="86130"/>
                  </a:lnTo>
                  <a:lnTo>
                    <a:pt x="15289" y="90950"/>
                  </a:lnTo>
                  <a:lnTo>
                    <a:pt x="13132" y="95841"/>
                  </a:lnTo>
                  <a:lnTo>
                    <a:pt x="11133" y="100798"/>
                  </a:lnTo>
                  <a:lnTo>
                    <a:pt x="9293" y="105817"/>
                  </a:lnTo>
                  <a:lnTo>
                    <a:pt x="7614" y="110892"/>
                  </a:lnTo>
                  <a:lnTo>
                    <a:pt x="6099" y="116018"/>
                  </a:lnTo>
                  <a:lnTo>
                    <a:pt x="4748" y="121190"/>
                  </a:lnTo>
                  <a:lnTo>
                    <a:pt x="3564" y="126403"/>
                  </a:lnTo>
                  <a:lnTo>
                    <a:pt x="2547" y="131650"/>
                  </a:lnTo>
                  <a:lnTo>
                    <a:pt x="1698" y="136928"/>
                  </a:lnTo>
                  <a:lnTo>
                    <a:pt x="1018" y="142230"/>
                  </a:lnTo>
                  <a:lnTo>
                    <a:pt x="508" y="147551"/>
                  </a:lnTo>
                  <a:lnTo>
                    <a:pt x="168" y="152885"/>
                  </a:lnTo>
                  <a:lnTo>
                    <a:pt x="0" y="158228"/>
                  </a:lnTo>
                  <a:lnTo>
                    <a:pt x="2" y="163574"/>
                  </a:lnTo>
                  <a:lnTo>
                    <a:pt x="175" y="168916"/>
                  </a:lnTo>
                  <a:lnTo>
                    <a:pt x="518" y="174250"/>
                  </a:lnTo>
                  <a:lnTo>
                    <a:pt x="1032" y="179571"/>
                  </a:lnTo>
                  <a:lnTo>
                    <a:pt x="1716" y="184873"/>
                  </a:lnTo>
                  <a:lnTo>
                    <a:pt x="2569" y="190149"/>
                  </a:lnTo>
                  <a:lnTo>
                    <a:pt x="3591" y="195396"/>
                  </a:lnTo>
                  <a:lnTo>
                    <a:pt x="4779" y="200608"/>
                  </a:lnTo>
                  <a:lnTo>
                    <a:pt x="6134" y="205779"/>
                  </a:lnTo>
                  <a:lnTo>
                    <a:pt x="7653" y="210904"/>
                  </a:lnTo>
                  <a:lnTo>
                    <a:pt x="9335" y="215977"/>
                  </a:lnTo>
                  <a:lnTo>
                    <a:pt x="11179" y="220995"/>
                  </a:lnTo>
                  <a:lnTo>
                    <a:pt x="13182" y="225951"/>
                  </a:lnTo>
                  <a:lnTo>
                    <a:pt x="15343" y="230840"/>
                  </a:lnTo>
                  <a:lnTo>
                    <a:pt x="17659" y="235658"/>
                  </a:lnTo>
                  <a:lnTo>
                    <a:pt x="20127" y="240399"/>
                  </a:lnTo>
                  <a:lnTo>
                    <a:pt x="22746" y="245059"/>
                  </a:lnTo>
                  <a:lnTo>
                    <a:pt x="25513" y="249633"/>
                  </a:lnTo>
                  <a:lnTo>
                    <a:pt x="28424" y="254116"/>
                  </a:lnTo>
                  <a:lnTo>
                    <a:pt x="31477" y="258503"/>
                  </a:lnTo>
                  <a:lnTo>
                    <a:pt x="34669" y="262791"/>
                  </a:lnTo>
                  <a:lnTo>
                    <a:pt x="37997" y="266974"/>
                  </a:lnTo>
                  <a:lnTo>
                    <a:pt x="41456" y="271049"/>
                  </a:lnTo>
                  <a:lnTo>
                    <a:pt x="45044" y="275011"/>
                  </a:lnTo>
                  <a:lnTo>
                    <a:pt x="48757" y="278857"/>
                  </a:lnTo>
                  <a:lnTo>
                    <a:pt x="52591" y="282582"/>
                  </a:lnTo>
                  <a:lnTo>
                    <a:pt x="56542" y="286182"/>
                  </a:lnTo>
                  <a:lnTo>
                    <a:pt x="60606" y="289654"/>
                  </a:lnTo>
                  <a:lnTo>
                    <a:pt x="64779" y="292995"/>
                  </a:lnTo>
                  <a:lnTo>
                    <a:pt x="69057" y="296200"/>
                  </a:lnTo>
                  <a:lnTo>
                    <a:pt x="73435" y="299267"/>
                  </a:lnTo>
                  <a:lnTo>
                    <a:pt x="77909" y="302192"/>
                  </a:lnTo>
                  <a:lnTo>
                    <a:pt x="82474" y="304973"/>
                  </a:lnTo>
                  <a:lnTo>
                    <a:pt x="87126" y="307607"/>
                  </a:lnTo>
                  <a:lnTo>
                    <a:pt x="91859" y="310090"/>
                  </a:lnTo>
                  <a:lnTo>
                    <a:pt x="96670" y="312421"/>
                  </a:lnTo>
                  <a:lnTo>
                    <a:pt x="101552" y="314597"/>
                  </a:lnTo>
                  <a:lnTo>
                    <a:pt x="106502" y="316615"/>
                  </a:lnTo>
                  <a:lnTo>
                    <a:pt x="111513" y="318475"/>
                  </a:lnTo>
                  <a:lnTo>
                    <a:pt x="116582" y="320173"/>
                  </a:lnTo>
                  <a:lnTo>
                    <a:pt x="121702" y="321708"/>
                  </a:lnTo>
                  <a:lnTo>
                    <a:pt x="126869" y="323079"/>
                  </a:lnTo>
                  <a:lnTo>
                    <a:pt x="132077" y="324284"/>
                  </a:lnTo>
                  <a:lnTo>
                    <a:pt x="137320" y="325321"/>
                  </a:lnTo>
                  <a:lnTo>
                    <a:pt x="142595" y="326191"/>
                  </a:lnTo>
                  <a:lnTo>
                    <a:pt x="147894" y="326891"/>
                  </a:lnTo>
                  <a:lnTo>
                    <a:pt x="153213" y="327422"/>
                  </a:lnTo>
                  <a:lnTo>
                    <a:pt x="158546" y="327782"/>
                  </a:lnTo>
                  <a:lnTo>
                    <a:pt x="163888" y="327972"/>
                  </a:lnTo>
                  <a:lnTo>
                    <a:pt x="169233" y="327991"/>
                  </a:lnTo>
                  <a:lnTo>
                    <a:pt x="174577" y="327838"/>
                  </a:lnTo>
                  <a:lnTo>
                    <a:pt x="179912" y="327515"/>
                  </a:lnTo>
                  <a:lnTo>
                    <a:pt x="185235" y="327022"/>
                  </a:lnTo>
                  <a:lnTo>
                    <a:pt x="190539" y="326359"/>
                  </a:lnTo>
                  <a:lnTo>
                    <a:pt x="195819" y="325526"/>
                  </a:lnTo>
                  <a:lnTo>
                    <a:pt x="201070" y="324525"/>
                  </a:lnTo>
                  <a:lnTo>
                    <a:pt x="206286" y="323357"/>
                  </a:lnTo>
                  <a:lnTo>
                    <a:pt x="211462" y="322023"/>
                  </a:lnTo>
                  <a:lnTo>
                    <a:pt x="216593" y="320523"/>
                  </a:lnTo>
                  <a:lnTo>
                    <a:pt x="221673" y="318861"/>
                  </a:lnTo>
                  <a:lnTo>
                    <a:pt x="226698" y="317037"/>
                  </a:lnTo>
                  <a:lnTo>
                    <a:pt x="231661" y="315053"/>
                  </a:lnTo>
                  <a:lnTo>
                    <a:pt x="236559" y="312911"/>
                  </a:lnTo>
                  <a:lnTo>
                    <a:pt x="241386" y="310614"/>
                  </a:lnTo>
                  <a:lnTo>
                    <a:pt x="246137" y="308164"/>
                  </a:lnTo>
                  <a:lnTo>
                    <a:pt x="250807" y="305563"/>
                  </a:lnTo>
                  <a:lnTo>
                    <a:pt x="255391" y="302815"/>
                  </a:lnTo>
                  <a:lnTo>
                    <a:pt x="259885" y="299921"/>
                  </a:lnTo>
                  <a:lnTo>
                    <a:pt x="167147" y="1608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728472" y="2126963"/>
              <a:ext cx="167163" cy="306251"/>
            </a:xfrm>
            <a:custGeom>
              <a:avLst/>
              <a:pathLst>
                <a:path w="167163" h="306251">
                  <a:moveTo>
                    <a:pt x="92738" y="306251"/>
                  </a:moveTo>
                  <a:lnTo>
                    <a:pt x="97130" y="303221"/>
                  </a:lnTo>
                  <a:lnTo>
                    <a:pt x="101422" y="300052"/>
                  </a:lnTo>
                  <a:lnTo>
                    <a:pt x="105611" y="296747"/>
                  </a:lnTo>
                  <a:lnTo>
                    <a:pt x="109693" y="293311"/>
                  </a:lnTo>
                  <a:lnTo>
                    <a:pt x="113663" y="289746"/>
                  </a:lnTo>
                  <a:lnTo>
                    <a:pt x="117517" y="286056"/>
                  </a:lnTo>
                  <a:lnTo>
                    <a:pt x="121251" y="282245"/>
                  </a:lnTo>
                  <a:lnTo>
                    <a:pt x="124862" y="278317"/>
                  </a:lnTo>
                  <a:lnTo>
                    <a:pt x="128345" y="274276"/>
                  </a:lnTo>
                  <a:lnTo>
                    <a:pt x="131698" y="270125"/>
                  </a:lnTo>
                  <a:lnTo>
                    <a:pt x="134917" y="265870"/>
                  </a:lnTo>
                  <a:lnTo>
                    <a:pt x="137998" y="261514"/>
                  </a:lnTo>
                  <a:lnTo>
                    <a:pt x="140939" y="257062"/>
                  </a:lnTo>
                  <a:lnTo>
                    <a:pt x="143736" y="252518"/>
                  </a:lnTo>
                  <a:lnTo>
                    <a:pt x="146387" y="247887"/>
                  </a:lnTo>
                  <a:lnTo>
                    <a:pt x="148888" y="243175"/>
                  </a:lnTo>
                  <a:lnTo>
                    <a:pt x="151238" y="238384"/>
                  </a:lnTo>
                  <a:lnTo>
                    <a:pt x="153434" y="233522"/>
                  </a:lnTo>
                  <a:lnTo>
                    <a:pt x="155473" y="228591"/>
                  </a:lnTo>
                  <a:lnTo>
                    <a:pt x="157354" y="223598"/>
                  </a:lnTo>
                  <a:lnTo>
                    <a:pt x="159075" y="218548"/>
                  </a:lnTo>
                  <a:lnTo>
                    <a:pt x="160634" y="213445"/>
                  </a:lnTo>
                  <a:lnTo>
                    <a:pt x="162029" y="208295"/>
                  </a:lnTo>
                  <a:lnTo>
                    <a:pt x="163259" y="203103"/>
                  </a:lnTo>
                  <a:lnTo>
                    <a:pt x="164322" y="197875"/>
                  </a:lnTo>
                  <a:lnTo>
                    <a:pt x="165219" y="192615"/>
                  </a:lnTo>
                  <a:lnTo>
                    <a:pt x="165947" y="187329"/>
                  </a:lnTo>
                  <a:lnTo>
                    <a:pt x="166506" y="182023"/>
                  </a:lnTo>
                  <a:lnTo>
                    <a:pt x="166895" y="176702"/>
                  </a:lnTo>
                  <a:lnTo>
                    <a:pt x="167114" y="171370"/>
                  </a:lnTo>
                  <a:lnTo>
                    <a:pt x="167163" y="166035"/>
                  </a:lnTo>
                  <a:lnTo>
                    <a:pt x="167042" y="160701"/>
                  </a:lnTo>
                  <a:lnTo>
                    <a:pt x="166750" y="155373"/>
                  </a:lnTo>
                  <a:lnTo>
                    <a:pt x="166289" y="150058"/>
                  </a:lnTo>
                  <a:lnTo>
                    <a:pt x="165658" y="144760"/>
                  </a:lnTo>
                  <a:lnTo>
                    <a:pt x="164859" y="139484"/>
                  </a:lnTo>
                  <a:lnTo>
                    <a:pt x="163891" y="134237"/>
                  </a:lnTo>
                  <a:lnTo>
                    <a:pt x="162757" y="129023"/>
                  </a:lnTo>
                  <a:lnTo>
                    <a:pt x="161457" y="123849"/>
                  </a:lnTo>
                  <a:lnTo>
                    <a:pt x="159992" y="118718"/>
                  </a:lnTo>
                  <a:lnTo>
                    <a:pt x="158365" y="113637"/>
                  </a:lnTo>
                  <a:lnTo>
                    <a:pt x="156576" y="108610"/>
                  </a:lnTo>
                  <a:lnTo>
                    <a:pt x="154627" y="103643"/>
                  </a:lnTo>
                  <a:lnTo>
                    <a:pt x="152521" y="98741"/>
                  </a:lnTo>
                  <a:lnTo>
                    <a:pt x="150260" y="93908"/>
                  </a:lnTo>
                  <a:lnTo>
                    <a:pt x="147845" y="89150"/>
                  </a:lnTo>
                  <a:lnTo>
                    <a:pt x="145280" y="84472"/>
                  </a:lnTo>
                  <a:lnTo>
                    <a:pt x="142567" y="79877"/>
                  </a:lnTo>
                  <a:lnTo>
                    <a:pt x="139709" y="75372"/>
                  </a:lnTo>
                  <a:lnTo>
                    <a:pt x="136708" y="70960"/>
                  </a:lnTo>
                  <a:lnTo>
                    <a:pt x="133568" y="66646"/>
                  </a:lnTo>
                  <a:lnTo>
                    <a:pt x="130292" y="62435"/>
                  </a:lnTo>
                  <a:lnTo>
                    <a:pt x="126883" y="58330"/>
                  </a:lnTo>
                  <a:lnTo>
                    <a:pt x="123345" y="54336"/>
                  </a:lnTo>
                  <a:lnTo>
                    <a:pt x="119682" y="50457"/>
                  </a:lnTo>
                  <a:lnTo>
                    <a:pt x="115896" y="46697"/>
                  </a:lnTo>
                  <a:lnTo>
                    <a:pt x="111992" y="43060"/>
                  </a:lnTo>
                  <a:lnTo>
                    <a:pt x="107975" y="39549"/>
                  </a:lnTo>
                  <a:lnTo>
                    <a:pt x="103847" y="36168"/>
                  </a:lnTo>
                  <a:lnTo>
                    <a:pt x="99613" y="32921"/>
                  </a:lnTo>
                  <a:lnTo>
                    <a:pt x="95278" y="29810"/>
                  </a:lnTo>
                  <a:lnTo>
                    <a:pt x="90846" y="26840"/>
                  </a:lnTo>
                  <a:lnTo>
                    <a:pt x="86322" y="24012"/>
                  </a:lnTo>
                  <a:lnTo>
                    <a:pt x="81709" y="21330"/>
                  </a:lnTo>
                  <a:lnTo>
                    <a:pt x="77013" y="18796"/>
                  </a:lnTo>
                  <a:lnTo>
                    <a:pt x="72239" y="16414"/>
                  </a:lnTo>
                  <a:lnTo>
                    <a:pt x="67391" y="14186"/>
                  </a:lnTo>
                  <a:lnTo>
                    <a:pt x="62475" y="12113"/>
                  </a:lnTo>
                  <a:lnTo>
                    <a:pt x="57495" y="10198"/>
                  </a:lnTo>
                  <a:lnTo>
                    <a:pt x="52456" y="8443"/>
                  </a:lnTo>
                  <a:lnTo>
                    <a:pt x="47364" y="6850"/>
                  </a:lnTo>
                  <a:lnTo>
                    <a:pt x="42224" y="5420"/>
                  </a:lnTo>
                  <a:lnTo>
                    <a:pt x="37040" y="4155"/>
                  </a:lnTo>
                  <a:lnTo>
                    <a:pt x="31819" y="3056"/>
                  </a:lnTo>
                  <a:lnTo>
                    <a:pt x="26565" y="2124"/>
                  </a:lnTo>
                  <a:lnTo>
                    <a:pt x="21285" y="1360"/>
                  </a:lnTo>
                  <a:lnTo>
                    <a:pt x="15982" y="765"/>
                  </a:lnTo>
                  <a:lnTo>
                    <a:pt x="10664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3203" y="1681503"/>
              <a:ext cx="50031" cy="167167"/>
            </a:xfrm>
            <a:custGeom>
              <a:avLst/>
              <a:pathLst>
                <a:path w="50031" h="167167">
                  <a:moveTo>
                    <a:pt x="50031" y="0"/>
                  </a:moveTo>
                  <a:lnTo>
                    <a:pt x="43681" y="120"/>
                  </a:lnTo>
                  <a:lnTo>
                    <a:pt x="37340" y="482"/>
                  </a:lnTo>
                  <a:lnTo>
                    <a:pt x="31018" y="1084"/>
                  </a:lnTo>
                  <a:lnTo>
                    <a:pt x="24723" y="1926"/>
                  </a:lnTo>
                  <a:lnTo>
                    <a:pt x="18465" y="3007"/>
                  </a:lnTo>
                  <a:lnTo>
                    <a:pt x="12252" y="4324"/>
                  </a:lnTo>
                  <a:lnTo>
                    <a:pt x="6094" y="5877"/>
                  </a:lnTo>
                  <a:lnTo>
                    <a:pt x="0" y="7662"/>
                  </a:lnTo>
                  <a:lnTo>
                    <a:pt x="5003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373203" y="1689165"/>
              <a:ext cx="50031" cy="159505"/>
            </a:xfrm>
            <a:custGeom>
              <a:avLst/>
              <a:pathLst>
                <a:path w="50031" h="159505">
                  <a:moveTo>
                    <a:pt x="0" y="0"/>
                  </a:moveTo>
                  <a:lnTo>
                    <a:pt x="50031" y="1595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256068" y="1689165"/>
              <a:ext cx="334333" cy="326659"/>
            </a:xfrm>
            <a:custGeom>
              <a:avLst/>
              <a:pathLst>
                <a:path w="334333" h="326659">
                  <a:moveTo>
                    <a:pt x="117135" y="0"/>
                  </a:moveTo>
                  <a:lnTo>
                    <a:pt x="112098" y="1668"/>
                  </a:lnTo>
                  <a:lnTo>
                    <a:pt x="107117" y="3495"/>
                  </a:lnTo>
                  <a:lnTo>
                    <a:pt x="102196" y="5479"/>
                  </a:lnTo>
                  <a:lnTo>
                    <a:pt x="97340" y="7619"/>
                  </a:lnTo>
                  <a:lnTo>
                    <a:pt x="92555" y="9911"/>
                  </a:lnTo>
                  <a:lnTo>
                    <a:pt x="87845" y="12355"/>
                  </a:lnTo>
                  <a:lnTo>
                    <a:pt x="83215" y="14946"/>
                  </a:lnTo>
                  <a:lnTo>
                    <a:pt x="78669" y="17683"/>
                  </a:lnTo>
                  <a:lnTo>
                    <a:pt x="74213" y="20563"/>
                  </a:lnTo>
                  <a:lnTo>
                    <a:pt x="69850" y="23583"/>
                  </a:lnTo>
                  <a:lnTo>
                    <a:pt x="65586" y="26740"/>
                  </a:lnTo>
                  <a:lnTo>
                    <a:pt x="61423" y="30031"/>
                  </a:lnTo>
                  <a:lnTo>
                    <a:pt x="57368" y="33452"/>
                  </a:lnTo>
                  <a:lnTo>
                    <a:pt x="53422" y="37000"/>
                  </a:lnTo>
                  <a:lnTo>
                    <a:pt x="49592" y="40672"/>
                  </a:lnTo>
                  <a:lnTo>
                    <a:pt x="45880" y="44463"/>
                  </a:lnTo>
                  <a:lnTo>
                    <a:pt x="42290" y="48370"/>
                  </a:lnTo>
                  <a:lnTo>
                    <a:pt x="38826" y="52389"/>
                  </a:lnTo>
                  <a:lnTo>
                    <a:pt x="35491" y="56517"/>
                  </a:lnTo>
                  <a:lnTo>
                    <a:pt x="32289" y="60747"/>
                  </a:lnTo>
                  <a:lnTo>
                    <a:pt x="29222" y="65078"/>
                  </a:lnTo>
                  <a:lnTo>
                    <a:pt x="26295" y="69503"/>
                  </a:lnTo>
                  <a:lnTo>
                    <a:pt x="23510" y="74019"/>
                  </a:lnTo>
                  <a:lnTo>
                    <a:pt x="20869" y="78622"/>
                  </a:lnTo>
                  <a:lnTo>
                    <a:pt x="18376" y="83305"/>
                  </a:lnTo>
                  <a:lnTo>
                    <a:pt x="16032" y="88066"/>
                  </a:lnTo>
                  <a:lnTo>
                    <a:pt x="13841" y="92898"/>
                  </a:lnTo>
                  <a:lnTo>
                    <a:pt x="11805" y="97798"/>
                  </a:lnTo>
                  <a:lnTo>
                    <a:pt x="9925" y="102760"/>
                  </a:lnTo>
                  <a:lnTo>
                    <a:pt x="8203" y="107779"/>
                  </a:lnTo>
                  <a:lnTo>
                    <a:pt x="6641" y="112850"/>
                  </a:lnTo>
                  <a:lnTo>
                    <a:pt x="5241" y="117968"/>
                  </a:lnTo>
                  <a:lnTo>
                    <a:pt x="4005" y="123128"/>
                  </a:lnTo>
                  <a:lnTo>
                    <a:pt x="2932" y="128324"/>
                  </a:lnTo>
                  <a:lnTo>
                    <a:pt x="2026" y="133552"/>
                  </a:lnTo>
                  <a:lnTo>
                    <a:pt x="1285" y="138806"/>
                  </a:lnTo>
                  <a:lnTo>
                    <a:pt x="712" y="144081"/>
                  </a:lnTo>
                  <a:lnTo>
                    <a:pt x="306" y="149372"/>
                  </a:lnTo>
                  <a:lnTo>
                    <a:pt x="69" y="154672"/>
                  </a:lnTo>
                  <a:lnTo>
                    <a:pt x="0" y="159978"/>
                  </a:lnTo>
                  <a:lnTo>
                    <a:pt x="99" y="165283"/>
                  </a:lnTo>
                  <a:lnTo>
                    <a:pt x="366" y="170582"/>
                  </a:lnTo>
                  <a:lnTo>
                    <a:pt x="802" y="175870"/>
                  </a:lnTo>
                  <a:lnTo>
                    <a:pt x="1405" y="181142"/>
                  </a:lnTo>
                  <a:lnTo>
                    <a:pt x="2175" y="186392"/>
                  </a:lnTo>
                  <a:lnTo>
                    <a:pt x="3112" y="191614"/>
                  </a:lnTo>
                  <a:lnTo>
                    <a:pt x="4213" y="196805"/>
                  </a:lnTo>
                  <a:lnTo>
                    <a:pt x="5479" y="201958"/>
                  </a:lnTo>
                  <a:lnTo>
                    <a:pt x="6908" y="207068"/>
                  </a:lnTo>
                  <a:lnTo>
                    <a:pt x="8498" y="212130"/>
                  </a:lnTo>
                  <a:lnTo>
                    <a:pt x="10248" y="217139"/>
                  </a:lnTo>
                  <a:lnTo>
                    <a:pt x="12157" y="222090"/>
                  </a:lnTo>
                  <a:lnTo>
                    <a:pt x="14221" y="226978"/>
                  </a:lnTo>
                  <a:lnTo>
                    <a:pt x="16439" y="231798"/>
                  </a:lnTo>
                  <a:lnTo>
                    <a:pt x="18810" y="236545"/>
                  </a:lnTo>
                  <a:lnTo>
                    <a:pt x="21329" y="241215"/>
                  </a:lnTo>
                  <a:lnTo>
                    <a:pt x="23996" y="245802"/>
                  </a:lnTo>
                  <a:lnTo>
                    <a:pt x="26807" y="250302"/>
                  </a:lnTo>
                  <a:lnTo>
                    <a:pt x="29759" y="254711"/>
                  </a:lnTo>
                  <a:lnTo>
                    <a:pt x="32850" y="259024"/>
                  </a:lnTo>
                  <a:lnTo>
                    <a:pt x="36076" y="263236"/>
                  </a:lnTo>
                  <a:lnTo>
                    <a:pt x="39434" y="267345"/>
                  </a:lnTo>
                  <a:lnTo>
                    <a:pt x="42921" y="271344"/>
                  </a:lnTo>
                  <a:lnTo>
                    <a:pt x="46533" y="275231"/>
                  </a:lnTo>
                  <a:lnTo>
                    <a:pt x="50267" y="279001"/>
                  </a:lnTo>
                  <a:lnTo>
                    <a:pt x="54118" y="282651"/>
                  </a:lnTo>
                  <a:lnTo>
                    <a:pt x="58083" y="286177"/>
                  </a:lnTo>
                  <a:lnTo>
                    <a:pt x="62158" y="289575"/>
                  </a:lnTo>
                  <a:lnTo>
                    <a:pt x="66339" y="292842"/>
                  </a:lnTo>
                  <a:lnTo>
                    <a:pt x="70622" y="295975"/>
                  </a:lnTo>
                  <a:lnTo>
                    <a:pt x="75001" y="298970"/>
                  </a:lnTo>
                  <a:lnTo>
                    <a:pt x="79474" y="301825"/>
                  </a:lnTo>
                  <a:lnTo>
                    <a:pt x="84035" y="304536"/>
                  </a:lnTo>
                  <a:lnTo>
                    <a:pt x="88680" y="307101"/>
                  </a:lnTo>
                  <a:lnTo>
                    <a:pt x="93403" y="309518"/>
                  </a:lnTo>
                  <a:lnTo>
                    <a:pt x="98201" y="311783"/>
                  </a:lnTo>
                  <a:lnTo>
                    <a:pt x="103069" y="313895"/>
                  </a:lnTo>
                  <a:lnTo>
                    <a:pt x="108001" y="315852"/>
                  </a:lnTo>
                  <a:lnTo>
                    <a:pt x="112993" y="317651"/>
                  </a:lnTo>
                  <a:lnTo>
                    <a:pt x="118039" y="319290"/>
                  </a:lnTo>
                  <a:lnTo>
                    <a:pt x="123135" y="320769"/>
                  </a:lnTo>
                  <a:lnTo>
                    <a:pt x="128275" y="322085"/>
                  </a:lnTo>
                  <a:lnTo>
                    <a:pt x="133455" y="323237"/>
                  </a:lnTo>
                  <a:lnTo>
                    <a:pt x="138668" y="324225"/>
                  </a:lnTo>
                  <a:lnTo>
                    <a:pt x="143910" y="325046"/>
                  </a:lnTo>
                  <a:lnTo>
                    <a:pt x="149175" y="325701"/>
                  </a:lnTo>
                  <a:lnTo>
                    <a:pt x="154459" y="326188"/>
                  </a:lnTo>
                  <a:lnTo>
                    <a:pt x="159755" y="326508"/>
                  </a:lnTo>
                  <a:lnTo>
                    <a:pt x="165059" y="326659"/>
                  </a:lnTo>
                  <a:lnTo>
                    <a:pt x="170365" y="326641"/>
                  </a:lnTo>
                  <a:lnTo>
                    <a:pt x="175668" y="326456"/>
                  </a:lnTo>
                  <a:lnTo>
                    <a:pt x="180962" y="326102"/>
                  </a:lnTo>
                  <a:lnTo>
                    <a:pt x="186243" y="325580"/>
                  </a:lnTo>
                  <a:lnTo>
                    <a:pt x="191504" y="324891"/>
                  </a:lnTo>
                  <a:lnTo>
                    <a:pt x="196740" y="324035"/>
                  </a:lnTo>
                  <a:lnTo>
                    <a:pt x="201947" y="323014"/>
                  </a:lnTo>
                  <a:lnTo>
                    <a:pt x="207119" y="321828"/>
                  </a:lnTo>
                  <a:lnTo>
                    <a:pt x="212250" y="320478"/>
                  </a:lnTo>
                  <a:lnTo>
                    <a:pt x="217336" y="318966"/>
                  </a:lnTo>
                  <a:lnTo>
                    <a:pt x="222372" y="317293"/>
                  </a:lnTo>
                  <a:lnTo>
                    <a:pt x="227352" y="315462"/>
                  </a:lnTo>
                  <a:lnTo>
                    <a:pt x="232271" y="313473"/>
                  </a:lnTo>
                  <a:lnTo>
                    <a:pt x="237125" y="311329"/>
                  </a:lnTo>
                  <a:lnTo>
                    <a:pt x="241908" y="309033"/>
                  </a:lnTo>
                  <a:lnTo>
                    <a:pt x="246616" y="306585"/>
                  </a:lnTo>
                  <a:lnTo>
                    <a:pt x="251243" y="303990"/>
                  </a:lnTo>
                  <a:lnTo>
                    <a:pt x="255787" y="301249"/>
                  </a:lnTo>
                  <a:lnTo>
                    <a:pt x="260240" y="298365"/>
                  </a:lnTo>
                  <a:lnTo>
                    <a:pt x="264600" y="295341"/>
                  </a:lnTo>
                  <a:lnTo>
                    <a:pt x="268862" y="292180"/>
                  </a:lnTo>
                  <a:lnTo>
                    <a:pt x="273022" y="288886"/>
                  </a:lnTo>
                  <a:lnTo>
                    <a:pt x="277075" y="285461"/>
                  </a:lnTo>
                  <a:lnTo>
                    <a:pt x="281017" y="281910"/>
                  </a:lnTo>
                  <a:lnTo>
                    <a:pt x="284844" y="278235"/>
                  </a:lnTo>
                  <a:lnTo>
                    <a:pt x="288553" y="274440"/>
                  </a:lnTo>
                  <a:lnTo>
                    <a:pt x="292140" y="270530"/>
                  </a:lnTo>
                  <a:lnTo>
                    <a:pt x="295600" y="266508"/>
                  </a:lnTo>
                  <a:lnTo>
                    <a:pt x="298931" y="262378"/>
                  </a:lnTo>
                  <a:lnTo>
                    <a:pt x="302130" y="258144"/>
                  </a:lnTo>
                  <a:lnTo>
                    <a:pt x="305192" y="253811"/>
                  </a:lnTo>
                  <a:lnTo>
                    <a:pt x="308116" y="249383"/>
                  </a:lnTo>
                  <a:lnTo>
                    <a:pt x="310897" y="244865"/>
                  </a:lnTo>
                  <a:lnTo>
                    <a:pt x="313534" y="240260"/>
                  </a:lnTo>
                  <a:lnTo>
                    <a:pt x="316023" y="235574"/>
                  </a:lnTo>
                  <a:lnTo>
                    <a:pt x="318362" y="230812"/>
                  </a:lnTo>
                  <a:lnTo>
                    <a:pt x="320549" y="225977"/>
                  </a:lnTo>
                  <a:lnTo>
                    <a:pt x="322582" y="221076"/>
                  </a:lnTo>
                  <a:lnTo>
                    <a:pt x="324457" y="216112"/>
                  </a:lnTo>
                  <a:lnTo>
                    <a:pt x="326175" y="211092"/>
                  </a:lnTo>
                  <a:lnTo>
                    <a:pt x="327732" y="206020"/>
                  </a:lnTo>
                  <a:lnTo>
                    <a:pt x="329127" y="200900"/>
                  </a:lnTo>
                  <a:lnTo>
                    <a:pt x="330359" y="195739"/>
                  </a:lnTo>
                  <a:lnTo>
                    <a:pt x="331427" y="190542"/>
                  </a:lnTo>
                  <a:lnTo>
                    <a:pt x="332329" y="185313"/>
                  </a:lnTo>
                  <a:lnTo>
                    <a:pt x="333065" y="180058"/>
                  </a:lnTo>
                  <a:lnTo>
                    <a:pt x="333634" y="174783"/>
                  </a:lnTo>
                  <a:lnTo>
                    <a:pt x="334035" y="169492"/>
                  </a:lnTo>
                  <a:lnTo>
                    <a:pt x="334268" y="164191"/>
                  </a:lnTo>
                  <a:lnTo>
                    <a:pt x="334333" y="158886"/>
                  </a:lnTo>
                  <a:lnTo>
                    <a:pt x="334229" y="153581"/>
                  </a:lnTo>
                  <a:lnTo>
                    <a:pt x="333957" y="148282"/>
                  </a:lnTo>
                  <a:lnTo>
                    <a:pt x="333516" y="142994"/>
                  </a:lnTo>
                  <a:lnTo>
                    <a:pt x="332909" y="137723"/>
                  </a:lnTo>
                  <a:lnTo>
                    <a:pt x="332134" y="132474"/>
                  </a:lnTo>
                  <a:lnTo>
                    <a:pt x="331193" y="127252"/>
                  </a:lnTo>
                  <a:lnTo>
                    <a:pt x="330087" y="122062"/>
                  </a:lnTo>
                  <a:lnTo>
                    <a:pt x="328816" y="116911"/>
                  </a:lnTo>
                  <a:lnTo>
                    <a:pt x="327383" y="111802"/>
                  </a:lnTo>
                  <a:lnTo>
                    <a:pt x="325788" y="106741"/>
                  </a:lnTo>
                  <a:lnTo>
                    <a:pt x="324034" y="101734"/>
                  </a:lnTo>
                  <a:lnTo>
                    <a:pt x="322121" y="96784"/>
                  </a:lnTo>
                  <a:lnTo>
                    <a:pt x="320053" y="91898"/>
                  </a:lnTo>
                  <a:lnTo>
                    <a:pt x="317830" y="87080"/>
                  </a:lnTo>
                  <a:lnTo>
                    <a:pt x="315456" y="82335"/>
                  </a:lnTo>
                  <a:lnTo>
                    <a:pt x="312932" y="77668"/>
                  </a:lnTo>
                  <a:lnTo>
                    <a:pt x="310261" y="73083"/>
                  </a:lnTo>
                  <a:lnTo>
                    <a:pt x="307447" y="68585"/>
                  </a:lnTo>
                  <a:lnTo>
                    <a:pt x="304490" y="64179"/>
                  </a:lnTo>
                  <a:lnTo>
                    <a:pt x="301396" y="59868"/>
                  </a:lnTo>
                  <a:lnTo>
                    <a:pt x="298166" y="55659"/>
                  </a:lnTo>
                  <a:lnTo>
                    <a:pt x="294804" y="51553"/>
                  </a:lnTo>
                  <a:lnTo>
                    <a:pt x="291314" y="47557"/>
                  </a:lnTo>
                  <a:lnTo>
                    <a:pt x="287699" y="43673"/>
                  </a:lnTo>
                  <a:lnTo>
                    <a:pt x="283962" y="39906"/>
                  </a:lnTo>
                  <a:lnTo>
                    <a:pt x="280107" y="36260"/>
                  </a:lnTo>
                  <a:lnTo>
                    <a:pt x="276139" y="32738"/>
                  </a:lnTo>
                  <a:lnTo>
                    <a:pt x="272061" y="29343"/>
                  </a:lnTo>
                  <a:lnTo>
                    <a:pt x="267877" y="26079"/>
                  </a:lnTo>
                  <a:lnTo>
                    <a:pt x="263592" y="22950"/>
                  </a:lnTo>
                  <a:lnTo>
                    <a:pt x="259210" y="19959"/>
                  </a:lnTo>
                  <a:lnTo>
                    <a:pt x="254735" y="17108"/>
                  </a:lnTo>
                  <a:lnTo>
                    <a:pt x="250171" y="14401"/>
                  </a:lnTo>
                  <a:lnTo>
                    <a:pt x="245524" y="11840"/>
                  </a:lnTo>
                  <a:lnTo>
                    <a:pt x="240799" y="9427"/>
                  </a:lnTo>
                  <a:lnTo>
                    <a:pt x="235999" y="7166"/>
                  </a:lnTo>
                  <a:lnTo>
                    <a:pt x="231129" y="5058"/>
                  </a:lnTo>
                  <a:lnTo>
                    <a:pt x="226195" y="3106"/>
                  </a:lnTo>
                  <a:lnTo>
                    <a:pt x="167166" y="1595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23235" y="1681503"/>
              <a:ext cx="59028" cy="167167"/>
            </a:xfrm>
            <a:custGeom>
              <a:avLst/>
              <a:pathLst>
                <a:path w="59028" h="167167">
                  <a:moveTo>
                    <a:pt x="59028" y="10768"/>
                  </a:moveTo>
                  <a:lnTo>
                    <a:pt x="53347" y="8740"/>
                  </a:lnTo>
                  <a:lnTo>
                    <a:pt x="47596" y="6919"/>
                  </a:lnTo>
                  <a:lnTo>
                    <a:pt x="41783" y="5306"/>
                  </a:lnTo>
                  <a:lnTo>
                    <a:pt x="35915" y="3903"/>
                  </a:lnTo>
                  <a:lnTo>
                    <a:pt x="30001" y="2714"/>
                  </a:lnTo>
                  <a:lnTo>
                    <a:pt x="24048" y="1738"/>
                  </a:lnTo>
                  <a:lnTo>
                    <a:pt x="18063" y="978"/>
                  </a:lnTo>
                  <a:lnTo>
                    <a:pt x="12055" y="435"/>
                  </a:lnTo>
                  <a:lnTo>
                    <a:pt x="603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853892" y="132257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3" y="84"/>
                  </a:lnTo>
                  <a:lnTo>
                    <a:pt x="156545" y="336"/>
                  </a:lnTo>
                  <a:lnTo>
                    <a:pt x="151258" y="756"/>
                  </a:lnTo>
                  <a:lnTo>
                    <a:pt x="145987" y="1344"/>
                  </a:lnTo>
                  <a:lnTo>
                    <a:pt x="140737" y="2099"/>
                  </a:lnTo>
                  <a:lnTo>
                    <a:pt x="135513" y="3020"/>
                  </a:lnTo>
                  <a:lnTo>
                    <a:pt x="130322" y="4106"/>
                  </a:lnTo>
                  <a:lnTo>
                    <a:pt x="125167" y="5356"/>
                  </a:lnTo>
                  <a:lnTo>
                    <a:pt x="120055" y="6769"/>
                  </a:lnTo>
                  <a:lnTo>
                    <a:pt x="114990" y="8344"/>
                  </a:lnTo>
                  <a:lnTo>
                    <a:pt x="109978" y="10079"/>
                  </a:lnTo>
                  <a:lnTo>
                    <a:pt x="105023" y="11971"/>
                  </a:lnTo>
                  <a:lnTo>
                    <a:pt x="100131" y="14020"/>
                  </a:lnTo>
                  <a:lnTo>
                    <a:pt x="95306" y="16223"/>
                  </a:lnTo>
                  <a:lnTo>
                    <a:pt x="90554" y="18578"/>
                  </a:lnTo>
                  <a:lnTo>
                    <a:pt x="85879" y="21083"/>
                  </a:lnTo>
                  <a:lnTo>
                    <a:pt x="81285" y="23735"/>
                  </a:lnTo>
                  <a:lnTo>
                    <a:pt x="76778" y="26531"/>
                  </a:lnTo>
                  <a:lnTo>
                    <a:pt x="72362" y="29468"/>
                  </a:lnTo>
                  <a:lnTo>
                    <a:pt x="68041" y="32545"/>
                  </a:lnTo>
                  <a:lnTo>
                    <a:pt x="63820" y="35756"/>
                  </a:lnTo>
                  <a:lnTo>
                    <a:pt x="59704" y="39101"/>
                  </a:lnTo>
                  <a:lnTo>
                    <a:pt x="55695" y="42574"/>
                  </a:lnTo>
                  <a:lnTo>
                    <a:pt x="51798" y="46172"/>
                  </a:lnTo>
                  <a:lnTo>
                    <a:pt x="48018" y="49892"/>
                  </a:lnTo>
                  <a:lnTo>
                    <a:pt x="44357" y="53731"/>
                  </a:lnTo>
                  <a:lnTo>
                    <a:pt x="40821" y="57683"/>
                  </a:lnTo>
                  <a:lnTo>
                    <a:pt x="37411" y="61746"/>
                  </a:lnTo>
                  <a:lnTo>
                    <a:pt x="34132" y="65915"/>
                  </a:lnTo>
                  <a:lnTo>
                    <a:pt x="30987" y="70185"/>
                  </a:lnTo>
                  <a:lnTo>
                    <a:pt x="27978" y="74554"/>
                  </a:lnTo>
                  <a:lnTo>
                    <a:pt x="25110" y="79015"/>
                  </a:lnTo>
                  <a:lnTo>
                    <a:pt x="22385" y="83566"/>
                  </a:lnTo>
                  <a:lnTo>
                    <a:pt x="19806" y="88200"/>
                  </a:lnTo>
                  <a:lnTo>
                    <a:pt x="17375" y="92914"/>
                  </a:lnTo>
                  <a:lnTo>
                    <a:pt x="15095" y="97703"/>
                  </a:lnTo>
                  <a:lnTo>
                    <a:pt x="12968" y="102562"/>
                  </a:lnTo>
                  <a:lnTo>
                    <a:pt x="10996" y="107485"/>
                  </a:lnTo>
                  <a:lnTo>
                    <a:pt x="9181" y="112469"/>
                  </a:lnTo>
                  <a:lnTo>
                    <a:pt x="7525" y="117508"/>
                  </a:lnTo>
                  <a:lnTo>
                    <a:pt x="6030" y="122597"/>
                  </a:lnTo>
                  <a:lnTo>
                    <a:pt x="4697" y="127731"/>
                  </a:lnTo>
                  <a:lnTo>
                    <a:pt x="3528" y="132904"/>
                  </a:lnTo>
                  <a:lnTo>
                    <a:pt x="2523" y="138112"/>
                  </a:lnTo>
                  <a:lnTo>
                    <a:pt x="1684" y="143349"/>
                  </a:lnTo>
                  <a:lnTo>
                    <a:pt x="1012" y="148610"/>
                  </a:lnTo>
                  <a:lnTo>
                    <a:pt x="507" y="153890"/>
                  </a:lnTo>
                  <a:lnTo>
                    <a:pt x="170" y="159183"/>
                  </a:lnTo>
                  <a:lnTo>
                    <a:pt x="0" y="164485"/>
                  </a:lnTo>
                  <a:lnTo>
                    <a:pt x="0" y="169788"/>
                  </a:lnTo>
                  <a:lnTo>
                    <a:pt x="167" y="175090"/>
                  </a:lnTo>
                  <a:lnTo>
                    <a:pt x="502" y="180383"/>
                  </a:lnTo>
                  <a:lnTo>
                    <a:pt x="1005" y="185663"/>
                  </a:lnTo>
                  <a:lnTo>
                    <a:pt x="1676" y="190924"/>
                  </a:lnTo>
                  <a:lnTo>
                    <a:pt x="2513" y="196162"/>
                  </a:lnTo>
                  <a:lnTo>
                    <a:pt x="3515" y="201370"/>
                  </a:lnTo>
                  <a:lnTo>
                    <a:pt x="4683" y="206544"/>
                  </a:lnTo>
                  <a:lnTo>
                    <a:pt x="6014" y="211678"/>
                  </a:lnTo>
                  <a:lnTo>
                    <a:pt x="7507" y="216768"/>
                  </a:lnTo>
                  <a:lnTo>
                    <a:pt x="9161" y="221807"/>
                  </a:lnTo>
                  <a:lnTo>
                    <a:pt x="10974" y="226792"/>
                  </a:lnTo>
                  <a:lnTo>
                    <a:pt x="12944" y="231716"/>
                  </a:lnTo>
                  <a:lnTo>
                    <a:pt x="15069" y="236576"/>
                  </a:lnTo>
                  <a:lnTo>
                    <a:pt x="17348" y="241365"/>
                  </a:lnTo>
                  <a:lnTo>
                    <a:pt x="19777" y="246080"/>
                  </a:lnTo>
                  <a:lnTo>
                    <a:pt x="22355" y="250716"/>
                  </a:lnTo>
                  <a:lnTo>
                    <a:pt x="25078" y="255267"/>
                  </a:lnTo>
                  <a:lnTo>
                    <a:pt x="27945" y="259730"/>
                  </a:lnTo>
                  <a:lnTo>
                    <a:pt x="30951" y="264099"/>
                  </a:lnTo>
                  <a:lnTo>
                    <a:pt x="34095" y="268371"/>
                  </a:lnTo>
                  <a:lnTo>
                    <a:pt x="37372" y="272541"/>
                  </a:lnTo>
                  <a:lnTo>
                    <a:pt x="40781" y="276605"/>
                  </a:lnTo>
                  <a:lnTo>
                    <a:pt x="44316" y="280559"/>
                  </a:lnTo>
                  <a:lnTo>
                    <a:pt x="47975" y="284398"/>
                  </a:lnTo>
                  <a:lnTo>
                    <a:pt x="51754" y="288120"/>
                  </a:lnTo>
                  <a:lnTo>
                    <a:pt x="55649" y="291720"/>
                  </a:lnTo>
                  <a:lnTo>
                    <a:pt x="59657" y="295194"/>
                  </a:lnTo>
                  <a:lnTo>
                    <a:pt x="63773" y="298540"/>
                  </a:lnTo>
                  <a:lnTo>
                    <a:pt x="67992" y="301753"/>
                  </a:lnTo>
                  <a:lnTo>
                    <a:pt x="72312" y="304831"/>
                  </a:lnTo>
                  <a:lnTo>
                    <a:pt x="76727" y="307770"/>
                  </a:lnTo>
                  <a:lnTo>
                    <a:pt x="81233" y="310568"/>
                  </a:lnTo>
                  <a:lnTo>
                    <a:pt x="85826" y="313221"/>
                  </a:lnTo>
                  <a:lnTo>
                    <a:pt x="90500" y="315728"/>
                  </a:lnTo>
                  <a:lnTo>
                    <a:pt x="95251" y="318084"/>
                  </a:lnTo>
                  <a:lnTo>
                    <a:pt x="100075" y="320289"/>
                  </a:lnTo>
                  <a:lnTo>
                    <a:pt x="104967" y="322340"/>
                  </a:lnTo>
                  <a:lnTo>
                    <a:pt x="109921" y="324234"/>
                  </a:lnTo>
                  <a:lnTo>
                    <a:pt x="114933" y="325971"/>
                  </a:lnTo>
                  <a:lnTo>
                    <a:pt x="119997" y="327547"/>
                  </a:lnTo>
                  <a:lnTo>
                    <a:pt x="125108" y="328962"/>
                  </a:lnTo>
                  <a:lnTo>
                    <a:pt x="130262" y="330215"/>
                  </a:lnTo>
                  <a:lnTo>
                    <a:pt x="135454" y="331303"/>
                  </a:lnTo>
                  <a:lnTo>
                    <a:pt x="140677" y="332225"/>
                  </a:lnTo>
                  <a:lnTo>
                    <a:pt x="145926" y="332982"/>
                  </a:lnTo>
                  <a:lnTo>
                    <a:pt x="151197" y="333572"/>
                  </a:lnTo>
                  <a:lnTo>
                    <a:pt x="156484" y="333994"/>
                  </a:lnTo>
                  <a:lnTo>
                    <a:pt x="161782" y="334248"/>
                  </a:lnTo>
                  <a:lnTo>
                    <a:pt x="167086" y="334334"/>
                  </a:lnTo>
                  <a:lnTo>
                    <a:pt x="172389" y="334252"/>
                  </a:lnTo>
                  <a:lnTo>
                    <a:pt x="177687" y="334002"/>
                  </a:lnTo>
                  <a:lnTo>
                    <a:pt x="182974" y="333583"/>
                  </a:lnTo>
                  <a:lnTo>
                    <a:pt x="188246" y="332997"/>
                  </a:lnTo>
                  <a:lnTo>
                    <a:pt x="193496" y="332245"/>
                  </a:lnTo>
                  <a:lnTo>
                    <a:pt x="198720" y="331326"/>
                  </a:lnTo>
                  <a:lnTo>
                    <a:pt x="203912" y="330241"/>
                  </a:lnTo>
                  <a:lnTo>
                    <a:pt x="209066" y="328993"/>
                  </a:lnTo>
                  <a:lnTo>
                    <a:pt x="214179" y="327582"/>
                  </a:lnTo>
                  <a:lnTo>
                    <a:pt x="219245" y="326009"/>
                  </a:lnTo>
                  <a:lnTo>
                    <a:pt x="224257" y="324276"/>
                  </a:lnTo>
                  <a:lnTo>
                    <a:pt x="229213" y="322385"/>
                  </a:lnTo>
                  <a:lnTo>
                    <a:pt x="234106" y="320338"/>
                  </a:lnTo>
                  <a:lnTo>
                    <a:pt x="238931" y="318137"/>
                  </a:lnTo>
                  <a:lnTo>
                    <a:pt x="243685" y="315783"/>
                  </a:lnTo>
                  <a:lnTo>
                    <a:pt x="248361" y="313280"/>
                  </a:lnTo>
                  <a:lnTo>
                    <a:pt x="252955" y="310630"/>
                  </a:lnTo>
                  <a:lnTo>
                    <a:pt x="257463" y="307836"/>
                  </a:lnTo>
                  <a:lnTo>
                    <a:pt x="261881" y="304900"/>
                  </a:lnTo>
                  <a:lnTo>
                    <a:pt x="266202" y="301825"/>
                  </a:lnTo>
                  <a:lnTo>
                    <a:pt x="270424" y="298615"/>
                  </a:lnTo>
                  <a:lnTo>
                    <a:pt x="274543" y="295272"/>
                  </a:lnTo>
                  <a:lnTo>
                    <a:pt x="278553" y="291801"/>
                  </a:lnTo>
                  <a:lnTo>
                    <a:pt x="282450" y="288204"/>
                  </a:lnTo>
                  <a:lnTo>
                    <a:pt x="286232" y="284485"/>
                  </a:lnTo>
                  <a:lnTo>
                    <a:pt x="289894" y="280648"/>
                  </a:lnTo>
                  <a:lnTo>
                    <a:pt x="293432" y="276697"/>
                  </a:lnTo>
                  <a:lnTo>
                    <a:pt x="296844" y="272635"/>
                  </a:lnTo>
                  <a:lnTo>
                    <a:pt x="300124" y="268468"/>
                  </a:lnTo>
                  <a:lnTo>
                    <a:pt x="303271" y="264198"/>
                  </a:lnTo>
                  <a:lnTo>
                    <a:pt x="306281" y="259831"/>
                  </a:lnTo>
                  <a:lnTo>
                    <a:pt x="309150" y="255370"/>
                  </a:lnTo>
                  <a:lnTo>
                    <a:pt x="311877" y="250821"/>
                  </a:lnTo>
                  <a:lnTo>
                    <a:pt x="314458" y="246187"/>
                  </a:lnTo>
                  <a:lnTo>
                    <a:pt x="316891" y="241474"/>
                  </a:lnTo>
                  <a:lnTo>
                    <a:pt x="319173" y="236686"/>
                  </a:lnTo>
                  <a:lnTo>
                    <a:pt x="321302" y="231828"/>
                  </a:lnTo>
                  <a:lnTo>
                    <a:pt x="323275" y="226905"/>
                  </a:lnTo>
                  <a:lnTo>
                    <a:pt x="325092" y="221922"/>
                  </a:lnTo>
                  <a:lnTo>
                    <a:pt x="326750" y="216884"/>
                  </a:lnTo>
                  <a:lnTo>
                    <a:pt x="328246" y="211796"/>
                  </a:lnTo>
                  <a:lnTo>
                    <a:pt x="329581" y="206662"/>
                  </a:lnTo>
                  <a:lnTo>
                    <a:pt x="330752" y="201489"/>
                  </a:lnTo>
                  <a:lnTo>
                    <a:pt x="331759" y="196282"/>
                  </a:lnTo>
                  <a:lnTo>
                    <a:pt x="332600" y="191045"/>
                  </a:lnTo>
                  <a:lnTo>
                    <a:pt x="333274" y="185784"/>
                  </a:lnTo>
                  <a:lnTo>
                    <a:pt x="333781" y="180504"/>
                  </a:lnTo>
                  <a:lnTo>
                    <a:pt x="334120" y="175211"/>
                  </a:lnTo>
                  <a:lnTo>
                    <a:pt x="334291" y="169910"/>
                  </a:lnTo>
                  <a:lnTo>
                    <a:pt x="334294" y="164606"/>
                  </a:lnTo>
                  <a:lnTo>
                    <a:pt x="334129" y="159305"/>
                  </a:lnTo>
                  <a:lnTo>
                    <a:pt x="333795" y="154011"/>
                  </a:lnTo>
                  <a:lnTo>
                    <a:pt x="333294" y="148731"/>
                  </a:lnTo>
                  <a:lnTo>
                    <a:pt x="332626" y="143470"/>
                  </a:lnTo>
                  <a:lnTo>
                    <a:pt x="331791" y="138232"/>
                  </a:lnTo>
                  <a:lnTo>
                    <a:pt x="330790" y="133023"/>
                  </a:lnTo>
                  <a:lnTo>
                    <a:pt x="329624" y="127849"/>
                  </a:lnTo>
                  <a:lnTo>
                    <a:pt x="328295" y="122714"/>
                  </a:lnTo>
                  <a:lnTo>
                    <a:pt x="326804" y="117624"/>
                  </a:lnTo>
                  <a:lnTo>
                    <a:pt x="325152" y="112584"/>
                  </a:lnTo>
                  <a:lnTo>
                    <a:pt x="323341" y="107599"/>
                  </a:lnTo>
                  <a:lnTo>
                    <a:pt x="321372" y="102674"/>
                  </a:lnTo>
                  <a:lnTo>
                    <a:pt x="319249" y="97814"/>
                  </a:lnTo>
                  <a:lnTo>
                    <a:pt x="316972" y="93023"/>
                  </a:lnTo>
                  <a:lnTo>
                    <a:pt x="314544" y="88307"/>
                  </a:lnTo>
                  <a:lnTo>
                    <a:pt x="311968" y="83671"/>
                  </a:lnTo>
                  <a:lnTo>
                    <a:pt x="309247" y="79119"/>
                  </a:lnTo>
                  <a:lnTo>
                    <a:pt x="306382" y="74655"/>
                  </a:lnTo>
                  <a:lnTo>
                    <a:pt x="303377" y="70284"/>
                  </a:lnTo>
                  <a:lnTo>
                    <a:pt x="300235" y="66011"/>
                  </a:lnTo>
                  <a:lnTo>
                    <a:pt x="296959" y="61840"/>
                  </a:lnTo>
                  <a:lnTo>
                    <a:pt x="293552" y="57775"/>
                  </a:lnTo>
                  <a:lnTo>
                    <a:pt x="290018" y="53820"/>
                  </a:lnTo>
                  <a:lnTo>
                    <a:pt x="286360" y="49979"/>
                  </a:lnTo>
                  <a:lnTo>
                    <a:pt x="282583" y="46256"/>
                  </a:lnTo>
                  <a:lnTo>
                    <a:pt x="278689" y="42655"/>
                  </a:lnTo>
                  <a:lnTo>
                    <a:pt x="274682" y="39179"/>
                  </a:lnTo>
                  <a:lnTo>
                    <a:pt x="270568" y="35832"/>
                  </a:lnTo>
                  <a:lnTo>
                    <a:pt x="266349" y="32617"/>
                  </a:lnTo>
                  <a:lnTo>
                    <a:pt x="262031" y="29537"/>
                  </a:lnTo>
                  <a:lnTo>
                    <a:pt x="257617" y="26597"/>
                  </a:lnTo>
                  <a:lnTo>
                    <a:pt x="253112" y="23797"/>
                  </a:lnTo>
                  <a:lnTo>
                    <a:pt x="248520" y="21142"/>
                  </a:lnTo>
                  <a:lnTo>
                    <a:pt x="243847" y="18634"/>
                  </a:lnTo>
                  <a:lnTo>
                    <a:pt x="239096" y="16276"/>
                  </a:lnTo>
                  <a:lnTo>
                    <a:pt x="234273" y="14069"/>
                  </a:lnTo>
                  <a:lnTo>
                    <a:pt x="229382" y="12017"/>
                  </a:lnTo>
                  <a:lnTo>
                    <a:pt x="224429" y="1012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2692"/>
              <a:ext cx="57282" cy="157046"/>
            </a:xfrm>
            <a:custGeom>
              <a:avLst/>
              <a:pathLst>
                <a:path w="57282" h="157046">
                  <a:moveTo>
                    <a:pt x="57282" y="0"/>
                  </a:moveTo>
                  <a:lnTo>
                    <a:pt x="0" y="1570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32340"/>
              <a:ext cx="57282" cy="157398"/>
            </a:xfrm>
            <a:custGeom>
              <a:avLst/>
              <a:pathLst>
                <a:path w="57282" h="157398">
                  <a:moveTo>
                    <a:pt x="57282" y="351"/>
                  </a:moveTo>
                  <a:lnTo>
                    <a:pt x="56309" y="0"/>
                  </a:lnTo>
                  <a:lnTo>
                    <a:pt x="0" y="1573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21039" y="1322571"/>
              <a:ext cx="56309" cy="167167"/>
            </a:xfrm>
            <a:custGeom>
              <a:avLst/>
              <a:pathLst>
                <a:path w="56309" h="167167">
                  <a:moveTo>
                    <a:pt x="56309" y="9769"/>
                  </a:moveTo>
                  <a:lnTo>
                    <a:pt x="50261" y="7734"/>
                  </a:lnTo>
                  <a:lnTo>
                    <a:pt x="44140" y="5932"/>
                  </a:lnTo>
                  <a:lnTo>
                    <a:pt x="37954" y="4365"/>
                  </a:lnTo>
                  <a:lnTo>
                    <a:pt x="31713" y="3035"/>
                  </a:lnTo>
                  <a:lnTo>
                    <a:pt x="25426" y="1945"/>
                  </a:lnTo>
                  <a:lnTo>
                    <a:pt x="19102" y="1095"/>
                  </a:lnTo>
                  <a:lnTo>
                    <a:pt x="12750" y="486"/>
                  </a:lnTo>
                  <a:lnTo>
                    <a:pt x="6379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378100" y="1071028"/>
              <a:ext cx="333982" cy="334325"/>
            </a:xfrm>
            <a:custGeom>
              <a:avLst/>
              <a:pathLst>
                <a:path w="333982" h="334325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6" y="1353"/>
                  </a:lnTo>
                  <a:lnTo>
                    <a:pt x="140658" y="2113"/>
                  </a:lnTo>
                  <a:lnTo>
                    <a:pt x="135418" y="3040"/>
                  </a:lnTo>
                  <a:lnTo>
                    <a:pt x="130209" y="4134"/>
                  </a:lnTo>
                  <a:lnTo>
                    <a:pt x="125038" y="5393"/>
                  </a:lnTo>
                  <a:lnTo>
                    <a:pt x="119910" y="6815"/>
                  </a:lnTo>
                  <a:lnTo>
                    <a:pt x="114829" y="8401"/>
                  </a:lnTo>
                  <a:lnTo>
                    <a:pt x="109802" y="10147"/>
                  </a:lnTo>
                  <a:lnTo>
                    <a:pt x="104833" y="12052"/>
                  </a:lnTo>
                  <a:lnTo>
                    <a:pt x="99927" y="14115"/>
                  </a:lnTo>
                  <a:lnTo>
                    <a:pt x="95089" y="16332"/>
                  </a:lnTo>
                  <a:lnTo>
                    <a:pt x="90324" y="18703"/>
                  </a:lnTo>
                  <a:lnTo>
                    <a:pt x="85637" y="21224"/>
                  </a:lnTo>
                  <a:lnTo>
                    <a:pt x="81032" y="23893"/>
                  </a:lnTo>
                  <a:lnTo>
                    <a:pt x="76515" y="26707"/>
                  </a:lnTo>
                  <a:lnTo>
                    <a:pt x="72090" y="29664"/>
                  </a:lnTo>
                  <a:lnTo>
                    <a:pt x="67761" y="32760"/>
                  </a:lnTo>
                  <a:lnTo>
                    <a:pt x="63533" y="35992"/>
                  </a:lnTo>
                  <a:lnTo>
                    <a:pt x="59410" y="39357"/>
                  </a:lnTo>
                  <a:lnTo>
                    <a:pt x="55396" y="42851"/>
                  </a:lnTo>
                  <a:lnTo>
                    <a:pt x="51495" y="46472"/>
                  </a:lnTo>
                  <a:lnTo>
                    <a:pt x="47712" y="50215"/>
                  </a:lnTo>
                  <a:lnTo>
                    <a:pt x="44050" y="54076"/>
                  </a:lnTo>
                  <a:lnTo>
                    <a:pt x="40512" y="58053"/>
                  </a:lnTo>
                  <a:lnTo>
                    <a:pt x="37103" y="62139"/>
                  </a:lnTo>
                  <a:lnTo>
                    <a:pt x="33826" y="66332"/>
                  </a:lnTo>
                  <a:lnTo>
                    <a:pt x="30683" y="70628"/>
                  </a:lnTo>
                  <a:lnTo>
                    <a:pt x="27679" y="75021"/>
                  </a:lnTo>
                  <a:lnTo>
                    <a:pt x="24817" y="79508"/>
                  </a:lnTo>
                  <a:lnTo>
                    <a:pt x="22099" y="84083"/>
                  </a:lnTo>
                  <a:lnTo>
                    <a:pt x="19527" y="88743"/>
                  </a:lnTo>
                  <a:lnTo>
                    <a:pt x="17106" y="93482"/>
                  </a:lnTo>
                  <a:lnTo>
                    <a:pt x="14836" y="98296"/>
                  </a:lnTo>
                  <a:lnTo>
                    <a:pt x="12721" y="103180"/>
                  </a:lnTo>
                  <a:lnTo>
                    <a:pt x="10762" y="108128"/>
                  </a:lnTo>
                  <a:lnTo>
                    <a:pt x="8962" y="113136"/>
                  </a:lnTo>
                  <a:lnTo>
                    <a:pt x="7323" y="118199"/>
                  </a:lnTo>
                  <a:lnTo>
                    <a:pt x="5845" y="123312"/>
                  </a:lnTo>
                  <a:lnTo>
                    <a:pt x="4531" y="128469"/>
                  </a:lnTo>
                  <a:lnTo>
                    <a:pt x="3381" y="133666"/>
                  </a:lnTo>
                  <a:lnTo>
                    <a:pt x="2398" y="138896"/>
                  </a:lnTo>
                  <a:lnTo>
                    <a:pt x="1581" y="144155"/>
                  </a:lnTo>
                  <a:lnTo>
                    <a:pt x="933" y="149438"/>
                  </a:lnTo>
                  <a:lnTo>
                    <a:pt x="453" y="154738"/>
                  </a:lnTo>
                  <a:lnTo>
                    <a:pt x="141" y="160051"/>
                  </a:lnTo>
                  <a:lnTo>
                    <a:pt x="0" y="165371"/>
                  </a:lnTo>
                  <a:lnTo>
                    <a:pt x="27" y="170693"/>
                  </a:lnTo>
                  <a:lnTo>
                    <a:pt x="224" y="176011"/>
                  </a:lnTo>
                  <a:lnTo>
                    <a:pt x="590" y="181321"/>
                  </a:lnTo>
                  <a:lnTo>
                    <a:pt x="1125" y="186616"/>
                  </a:lnTo>
                  <a:lnTo>
                    <a:pt x="1828" y="191891"/>
                  </a:lnTo>
                  <a:lnTo>
                    <a:pt x="2699" y="197141"/>
                  </a:lnTo>
                  <a:lnTo>
                    <a:pt x="3737" y="202361"/>
                  </a:lnTo>
                  <a:lnTo>
                    <a:pt x="4940" y="207546"/>
                  </a:lnTo>
                  <a:lnTo>
                    <a:pt x="6307" y="212689"/>
                  </a:lnTo>
                  <a:lnTo>
                    <a:pt x="7838" y="217786"/>
                  </a:lnTo>
                  <a:lnTo>
                    <a:pt x="9530" y="222832"/>
                  </a:lnTo>
                  <a:lnTo>
                    <a:pt x="11382" y="227821"/>
                  </a:lnTo>
                  <a:lnTo>
                    <a:pt x="13392" y="232749"/>
                  </a:lnTo>
                  <a:lnTo>
                    <a:pt x="15557" y="237611"/>
                  </a:lnTo>
                  <a:lnTo>
                    <a:pt x="17876" y="242401"/>
                  </a:lnTo>
                  <a:lnTo>
                    <a:pt x="20347" y="247115"/>
                  </a:lnTo>
                  <a:lnTo>
                    <a:pt x="22966" y="251748"/>
                  </a:lnTo>
                  <a:lnTo>
                    <a:pt x="25732" y="256295"/>
                  </a:lnTo>
                  <a:lnTo>
                    <a:pt x="28640" y="260751"/>
                  </a:lnTo>
                  <a:lnTo>
                    <a:pt x="31690" y="265113"/>
                  </a:lnTo>
                  <a:lnTo>
                    <a:pt x="34876" y="269376"/>
                  </a:lnTo>
                  <a:lnTo>
                    <a:pt x="38197" y="273535"/>
                  </a:lnTo>
                  <a:lnTo>
                    <a:pt x="41648" y="277586"/>
                  </a:lnTo>
                  <a:lnTo>
                    <a:pt x="45227" y="281525"/>
                  </a:lnTo>
                  <a:lnTo>
                    <a:pt x="48929" y="285349"/>
                  </a:lnTo>
                  <a:lnTo>
                    <a:pt x="52751" y="289052"/>
                  </a:lnTo>
                  <a:lnTo>
                    <a:pt x="56689" y="292633"/>
                  </a:lnTo>
                  <a:lnTo>
                    <a:pt x="60738" y="296085"/>
                  </a:lnTo>
                  <a:lnTo>
                    <a:pt x="64896" y="299408"/>
                  </a:lnTo>
                  <a:lnTo>
                    <a:pt x="69158" y="302596"/>
                  </a:lnTo>
                  <a:lnTo>
                    <a:pt x="73518" y="305647"/>
                  </a:lnTo>
                  <a:lnTo>
                    <a:pt x="77974" y="308557"/>
                  </a:lnTo>
                  <a:lnTo>
                    <a:pt x="82520" y="311325"/>
                  </a:lnTo>
                  <a:lnTo>
                    <a:pt x="87152" y="313946"/>
                  </a:lnTo>
                  <a:lnTo>
                    <a:pt x="91864" y="316418"/>
                  </a:lnTo>
                  <a:lnTo>
                    <a:pt x="96654" y="318739"/>
                  </a:lnTo>
                  <a:lnTo>
                    <a:pt x="101514" y="320907"/>
                  </a:lnTo>
                  <a:lnTo>
                    <a:pt x="106441" y="322918"/>
                  </a:lnTo>
                  <a:lnTo>
                    <a:pt x="111430" y="324772"/>
                  </a:lnTo>
                  <a:lnTo>
                    <a:pt x="116475" y="326466"/>
                  </a:lnTo>
                  <a:lnTo>
                    <a:pt x="121572" y="327999"/>
                  </a:lnTo>
                  <a:lnTo>
                    <a:pt x="126715" y="329369"/>
                  </a:lnTo>
                  <a:lnTo>
                    <a:pt x="131899" y="330574"/>
                  </a:lnTo>
                  <a:lnTo>
                    <a:pt x="137118" y="331613"/>
                  </a:lnTo>
                  <a:lnTo>
                    <a:pt x="142368" y="332486"/>
                  </a:lnTo>
                  <a:lnTo>
                    <a:pt x="147643" y="333191"/>
                  </a:lnTo>
                  <a:lnTo>
                    <a:pt x="152938" y="333729"/>
                  </a:lnTo>
                  <a:lnTo>
                    <a:pt x="158247" y="334097"/>
                  </a:lnTo>
                  <a:lnTo>
                    <a:pt x="163565" y="334296"/>
                  </a:lnTo>
                  <a:lnTo>
                    <a:pt x="168887" y="334325"/>
                  </a:lnTo>
                  <a:lnTo>
                    <a:pt x="174208" y="334186"/>
                  </a:lnTo>
                  <a:lnTo>
                    <a:pt x="179521" y="333877"/>
                  </a:lnTo>
                  <a:lnTo>
                    <a:pt x="184821" y="333399"/>
                  </a:lnTo>
                  <a:lnTo>
                    <a:pt x="190104" y="332752"/>
                  </a:lnTo>
                  <a:lnTo>
                    <a:pt x="195363" y="331938"/>
                  </a:lnTo>
                  <a:lnTo>
                    <a:pt x="200594" y="330956"/>
                  </a:lnTo>
                  <a:lnTo>
                    <a:pt x="205791" y="329809"/>
                  </a:lnTo>
                  <a:lnTo>
                    <a:pt x="210948" y="328497"/>
                  </a:lnTo>
                  <a:lnTo>
                    <a:pt x="216062" y="327021"/>
                  </a:lnTo>
                  <a:lnTo>
                    <a:pt x="221125" y="325383"/>
                  </a:lnTo>
                  <a:lnTo>
                    <a:pt x="226135" y="323585"/>
                  </a:lnTo>
                  <a:lnTo>
                    <a:pt x="231084" y="321628"/>
                  </a:lnTo>
                  <a:lnTo>
                    <a:pt x="235968" y="319515"/>
                  </a:lnTo>
                  <a:lnTo>
                    <a:pt x="240783" y="317248"/>
                  </a:lnTo>
                  <a:lnTo>
                    <a:pt x="245523" y="314828"/>
                  </a:lnTo>
                  <a:lnTo>
                    <a:pt x="250184" y="312258"/>
                  </a:lnTo>
                  <a:lnTo>
                    <a:pt x="254760" y="309542"/>
                  </a:lnTo>
                  <a:lnTo>
                    <a:pt x="259248" y="306681"/>
                  </a:lnTo>
                  <a:lnTo>
                    <a:pt x="263643" y="303679"/>
                  </a:lnTo>
                  <a:lnTo>
                    <a:pt x="267939" y="300538"/>
                  </a:lnTo>
                  <a:lnTo>
                    <a:pt x="272134" y="297263"/>
                  </a:lnTo>
                  <a:lnTo>
                    <a:pt x="276222" y="293855"/>
                  </a:lnTo>
                  <a:lnTo>
                    <a:pt x="280199" y="290319"/>
                  </a:lnTo>
                  <a:lnTo>
                    <a:pt x="284062" y="286658"/>
                  </a:lnTo>
                  <a:lnTo>
                    <a:pt x="287807" y="282876"/>
                  </a:lnTo>
                  <a:lnTo>
                    <a:pt x="291429" y="278977"/>
                  </a:lnTo>
                  <a:lnTo>
                    <a:pt x="294925" y="274965"/>
                  </a:lnTo>
                  <a:lnTo>
                    <a:pt x="298292" y="270843"/>
                  </a:lnTo>
                  <a:lnTo>
                    <a:pt x="301526" y="266616"/>
                  </a:lnTo>
                  <a:lnTo>
                    <a:pt x="304623" y="262288"/>
                  </a:lnTo>
                  <a:lnTo>
                    <a:pt x="307581" y="257864"/>
                  </a:lnTo>
                  <a:lnTo>
                    <a:pt x="310397" y="253348"/>
                  </a:lnTo>
                  <a:lnTo>
                    <a:pt x="313068" y="248745"/>
                  </a:lnTo>
                  <a:lnTo>
                    <a:pt x="315591" y="244059"/>
                  </a:lnTo>
                  <a:lnTo>
                    <a:pt x="317963" y="239295"/>
                  </a:lnTo>
                  <a:lnTo>
                    <a:pt x="320183" y="234458"/>
                  </a:lnTo>
                  <a:lnTo>
                    <a:pt x="322248" y="229553"/>
                  </a:lnTo>
                  <a:lnTo>
                    <a:pt x="324155" y="224584"/>
                  </a:lnTo>
                  <a:lnTo>
                    <a:pt x="325903" y="219557"/>
                  </a:lnTo>
                  <a:lnTo>
                    <a:pt x="327490" y="214478"/>
                  </a:lnTo>
                  <a:lnTo>
                    <a:pt x="328915" y="209350"/>
                  </a:lnTo>
                  <a:lnTo>
                    <a:pt x="330176" y="204179"/>
                  </a:lnTo>
                  <a:lnTo>
                    <a:pt x="331271" y="198971"/>
                  </a:lnTo>
                  <a:lnTo>
                    <a:pt x="332201" y="193731"/>
                  </a:lnTo>
                  <a:lnTo>
                    <a:pt x="332963" y="188464"/>
                  </a:lnTo>
                  <a:lnTo>
                    <a:pt x="333556" y="183175"/>
                  </a:lnTo>
                  <a:lnTo>
                    <a:pt x="333982" y="17787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238196"/>
              <a:ext cx="166824" cy="10703"/>
            </a:xfrm>
            <a:custGeom>
              <a:avLst/>
              <a:pathLst>
                <a:path w="166824" h="10703">
                  <a:moveTo>
                    <a:pt x="166824" y="107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238196"/>
              <a:ext cx="166933" cy="10703"/>
            </a:xfrm>
            <a:custGeom>
              <a:avLst/>
              <a:pathLst>
                <a:path w="166933" h="10703">
                  <a:moveTo>
                    <a:pt x="166824" y="10703"/>
                  </a:moveTo>
                  <a:lnTo>
                    <a:pt x="166933" y="88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545258" y="1071028"/>
              <a:ext cx="167155" cy="176011"/>
            </a:xfrm>
            <a:custGeom>
              <a:avLst/>
              <a:pathLst>
                <a:path w="167155" h="176011">
                  <a:moveTo>
                    <a:pt x="166933" y="176011"/>
                  </a:moveTo>
                  <a:lnTo>
                    <a:pt x="167132" y="170586"/>
                  </a:lnTo>
                  <a:lnTo>
                    <a:pt x="167155" y="165157"/>
                  </a:lnTo>
                  <a:lnTo>
                    <a:pt x="167001" y="159731"/>
                  </a:lnTo>
                  <a:lnTo>
                    <a:pt x="166672" y="154313"/>
                  </a:lnTo>
                  <a:lnTo>
                    <a:pt x="166167" y="148908"/>
                  </a:lnTo>
                  <a:lnTo>
                    <a:pt x="165486" y="143522"/>
                  </a:lnTo>
                  <a:lnTo>
                    <a:pt x="164631" y="138161"/>
                  </a:lnTo>
                  <a:lnTo>
                    <a:pt x="163603" y="132831"/>
                  </a:lnTo>
                  <a:lnTo>
                    <a:pt x="162402" y="127538"/>
                  </a:lnTo>
                  <a:lnTo>
                    <a:pt x="161029" y="122285"/>
                  </a:lnTo>
                  <a:lnTo>
                    <a:pt x="159487" y="117081"/>
                  </a:lnTo>
                  <a:lnTo>
                    <a:pt x="157777" y="111929"/>
                  </a:lnTo>
                  <a:lnTo>
                    <a:pt x="155900" y="106835"/>
                  </a:lnTo>
                  <a:lnTo>
                    <a:pt x="153859" y="101805"/>
                  </a:lnTo>
                  <a:lnTo>
                    <a:pt x="151656" y="96844"/>
                  </a:lnTo>
                  <a:lnTo>
                    <a:pt x="149292" y="91957"/>
                  </a:lnTo>
                  <a:lnTo>
                    <a:pt x="146772" y="87149"/>
                  </a:lnTo>
                  <a:lnTo>
                    <a:pt x="144096" y="82426"/>
                  </a:lnTo>
                  <a:lnTo>
                    <a:pt x="141269" y="77792"/>
                  </a:lnTo>
                  <a:lnTo>
                    <a:pt x="138292" y="73252"/>
                  </a:lnTo>
                  <a:lnTo>
                    <a:pt x="135170" y="68811"/>
                  </a:lnTo>
                  <a:lnTo>
                    <a:pt x="131905" y="64474"/>
                  </a:lnTo>
                  <a:lnTo>
                    <a:pt x="128502" y="60246"/>
                  </a:lnTo>
                  <a:lnTo>
                    <a:pt x="124962" y="56130"/>
                  </a:lnTo>
                  <a:lnTo>
                    <a:pt x="121291" y="52131"/>
                  </a:lnTo>
                  <a:lnTo>
                    <a:pt x="117492" y="48253"/>
                  </a:lnTo>
                  <a:lnTo>
                    <a:pt x="113569" y="44501"/>
                  </a:lnTo>
                  <a:lnTo>
                    <a:pt x="109526" y="40878"/>
                  </a:lnTo>
                  <a:lnTo>
                    <a:pt x="105368" y="37389"/>
                  </a:lnTo>
                  <a:lnTo>
                    <a:pt x="101099" y="34036"/>
                  </a:lnTo>
                  <a:lnTo>
                    <a:pt x="96723" y="30824"/>
                  </a:lnTo>
                  <a:lnTo>
                    <a:pt x="92245" y="27755"/>
                  </a:lnTo>
                  <a:lnTo>
                    <a:pt x="87670" y="24833"/>
                  </a:lnTo>
                  <a:lnTo>
                    <a:pt x="83002" y="22062"/>
                  </a:lnTo>
                  <a:lnTo>
                    <a:pt x="78247" y="19443"/>
                  </a:lnTo>
                  <a:lnTo>
                    <a:pt x="73410" y="16981"/>
                  </a:lnTo>
                  <a:lnTo>
                    <a:pt x="68495" y="14676"/>
                  </a:lnTo>
                  <a:lnTo>
                    <a:pt x="63507" y="12533"/>
                  </a:lnTo>
                  <a:lnTo>
                    <a:pt x="58453" y="10552"/>
                  </a:lnTo>
                  <a:lnTo>
                    <a:pt x="53337" y="8737"/>
                  </a:lnTo>
                  <a:lnTo>
                    <a:pt x="48165" y="7089"/>
                  </a:lnTo>
                  <a:lnTo>
                    <a:pt x="42942" y="5609"/>
                  </a:lnTo>
                  <a:lnTo>
                    <a:pt x="37674" y="4300"/>
                  </a:lnTo>
                  <a:lnTo>
                    <a:pt x="32366" y="3163"/>
                  </a:lnTo>
                  <a:lnTo>
                    <a:pt x="27024" y="2198"/>
                  </a:lnTo>
                  <a:lnTo>
                    <a:pt x="21653" y="1408"/>
                  </a:lnTo>
                  <a:lnTo>
                    <a:pt x="16260" y="792"/>
                  </a:lnTo>
                  <a:lnTo>
                    <a:pt x="10849" y="352"/>
                  </a:lnTo>
                  <a:lnTo>
                    <a:pt x="5427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10856" y="941493"/>
              <a:ext cx="112687" cy="167167"/>
            </a:xfrm>
            <a:custGeom>
              <a:avLst/>
              <a:pathLst>
                <a:path w="112687" h="167167">
                  <a:moveTo>
                    <a:pt x="112687" y="0"/>
                  </a:moveTo>
                  <a:lnTo>
                    <a:pt x="107067" y="94"/>
                  </a:lnTo>
                  <a:lnTo>
                    <a:pt x="101453" y="377"/>
                  </a:lnTo>
                  <a:lnTo>
                    <a:pt x="95853" y="849"/>
                  </a:lnTo>
                  <a:lnTo>
                    <a:pt x="90271" y="1509"/>
                  </a:lnTo>
                  <a:lnTo>
                    <a:pt x="84714" y="2356"/>
                  </a:lnTo>
                  <a:lnTo>
                    <a:pt x="79189" y="3390"/>
                  </a:lnTo>
                  <a:lnTo>
                    <a:pt x="73702" y="4609"/>
                  </a:lnTo>
                  <a:lnTo>
                    <a:pt x="68260" y="6011"/>
                  </a:lnTo>
                  <a:lnTo>
                    <a:pt x="62867" y="7596"/>
                  </a:lnTo>
                  <a:lnTo>
                    <a:pt x="57531" y="9361"/>
                  </a:lnTo>
                  <a:lnTo>
                    <a:pt x="52257" y="11304"/>
                  </a:lnTo>
                  <a:lnTo>
                    <a:pt x="47051" y="13424"/>
                  </a:lnTo>
                  <a:lnTo>
                    <a:pt x="41919" y="15718"/>
                  </a:lnTo>
                  <a:lnTo>
                    <a:pt x="36868" y="18182"/>
                  </a:lnTo>
                  <a:lnTo>
                    <a:pt x="31902" y="20815"/>
                  </a:lnTo>
                  <a:lnTo>
                    <a:pt x="27028" y="23614"/>
                  </a:lnTo>
                  <a:lnTo>
                    <a:pt x="22250" y="26575"/>
                  </a:lnTo>
                  <a:lnTo>
                    <a:pt x="17575" y="29695"/>
                  </a:lnTo>
                  <a:lnTo>
                    <a:pt x="13007" y="32970"/>
                  </a:lnTo>
                  <a:lnTo>
                    <a:pt x="8552" y="36397"/>
                  </a:lnTo>
                  <a:lnTo>
                    <a:pt x="4214" y="39972"/>
                  </a:lnTo>
                  <a:lnTo>
                    <a:pt x="0" y="43690"/>
                  </a:lnTo>
                  <a:lnTo>
                    <a:pt x="11268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910856" y="985184"/>
              <a:ext cx="112687" cy="123476"/>
            </a:xfrm>
            <a:custGeom>
              <a:avLst/>
              <a:pathLst>
                <a:path w="112687" h="123476">
                  <a:moveTo>
                    <a:pt x="0" y="0"/>
                  </a:moveTo>
                  <a:lnTo>
                    <a:pt x="112687" y="1234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4856381" y="960031"/>
              <a:ext cx="334315" cy="315793"/>
            </a:xfrm>
            <a:custGeom>
              <a:avLst/>
              <a:pathLst>
                <a:path w="334315" h="315793">
                  <a:moveTo>
                    <a:pt x="54475" y="25152"/>
                  </a:moveTo>
                  <a:lnTo>
                    <a:pt x="50621" y="28782"/>
                  </a:lnTo>
                  <a:lnTo>
                    <a:pt x="46884" y="32533"/>
                  </a:lnTo>
                  <a:lnTo>
                    <a:pt x="43267" y="36401"/>
                  </a:lnTo>
                  <a:lnTo>
                    <a:pt x="39775" y="40381"/>
                  </a:lnTo>
                  <a:lnTo>
                    <a:pt x="36411" y="44469"/>
                  </a:lnTo>
                  <a:lnTo>
                    <a:pt x="33178" y="48663"/>
                  </a:lnTo>
                  <a:lnTo>
                    <a:pt x="30079" y="52956"/>
                  </a:lnTo>
                  <a:lnTo>
                    <a:pt x="27118" y="57345"/>
                  </a:lnTo>
                  <a:lnTo>
                    <a:pt x="24297" y="61826"/>
                  </a:lnTo>
                  <a:lnTo>
                    <a:pt x="21620" y="66394"/>
                  </a:lnTo>
                  <a:lnTo>
                    <a:pt x="19089" y="71045"/>
                  </a:lnTo>
                  <a:lnTo>
                    <a:pt x="16706" y="75773"/>
                  </a:lnTo>
                  <a:lnTo>
                    <a:pt x="14474" y="80575"/>
                  </a:lnTo>
                  <a:lnTo>
                    <a:pt x="12395" y="85445"/>
                  </a:lnTo>
                  <a:lnTo>
                    <a:pt x="10472" y="90378"/>
                  </a:lnTo>
                  <a:lnTo>
                    <a:pt x="8706" y="95369"/>
                  </a:lnTo>
                  <a:lnTo>
                    <a:pt x="7099" y="100414"/>
                  </a:lnTo>
                  <a:lnTo>
                    <a:pt x="5652" y="105508"/>
                  </a:lnTo>
                  <a:lnTo>
                    <a:pt x="4367" y="110644"/>
                  </a:lnTo>
                  <a:lnTo>
                    <a:pt x="3246" y="115819"/>
                  </a:lnTo>
                  <a:lnTo>
                    <a:pt x="2289" y="121027"/>
                  </a:lnTo>
                  <a:lnTo>
                    <a:pt x="1498" y="126262"/>
                  </a:lnTo>
                  <a:lnTo>
                    <a:pt x="873" y="131520"/>
                  </a:lnTo>
                  <a:lnTo>
                    <a:pt x="414" y="136795"/>
                  </a:lnTo>
                  <a:lnTo>
                    <a:pt x="123" y="142082"/>
                  </a:lnTo>
                  <a:lnTo>
                    <a:pt x="0" y="147375"/>
                  </a:lnTo>
                  <a:lnTo>
                    <a:pt x="44" y="152670"/>
                  </a:lnTo>
                  <a:lnTo>
                    <a:pt x="255" y="157960"/>
                  </a:lnTo>
                  <a:lnTo>
                    <a:pt x="635" y="163241"/>
                  </a:lnTo>
                  <a:lnTo>
                    <a:pt x="1181" y="168508"/>
                  </a:lnTo>
                  <a:lnTo>
                    <a:pt x="1894" y="173755"/>
                  </a:lnTo>
                  <a:lnTo>
                    <a:pt x="2773" y="178976"/>
                  </a:lnTo>
                  <a:lnTo>
                    <a:pt x="3816" y="184167"/>
                  </a:lnTo>
                  <a:lnTo>
                    <a:pt x="5024" y="189322"/>
                  </a:lnTo>
                  <a:lnTo>
                    <a:pt x="6394" y="194437"/>
                  </a:lnTo>
                  <a:lnTo>
                    <a:pt x="7925" y="199505"/>
                  </a:lnTo>
                  <a:lnTo>
                    <a:pt x="9616" y="204523"/>
                  </a:lnTo>
                  <a:lnTo>
                    <a:pt x="11465" y="209484"/>
                  </a:lnTo>
                  <a:lnTo>
                    <a:pt x="13471" y="214385"/>
                  </a:lnTo>
                  <a:lnTo>
                    <a:pt x="15630" y="219219"/>
                  </a:lnTo>
                  <a:lnTo>
                    <a:pt x="17942" y="223983"/>
                  </a:lnTo>
                  <a:lnTo>
                    <a:pt x="20403" y="228671"/>
                  </a:lnTo>
                  <a:lnTo>
                    <a:pt x="23012" y="233278"/>
                  </a:lnTo>
                  <a:lnTo>
                    <a:pt x="25765" y="237801"/>
                  </a:lnTo>
                  <a:lnTo>
                    <a:pt x="28660" y="242234"/>
                  </a:lnTo>
                  <a:lnTo>
                    <a:pt x="31694" y="246574"/>
                  </a:lnTo>
                  <a:lnTo>
                    <a:pt x="34864" y="250815"/>
                  </a:lnTo>
                  <a:lnTo>
                    <a:pt x="38166" y="254954"/>
                  </a:lnTo>
                  <a:lnTo>
                    <a:pt x="41598" y="258985"/>
                  </a:lnTo>
                  <a:lnTo>
                    <a:pt x="45156" y="262907"/>
                  </a:lnTo>
                  <a:lnTo>
                    <a:pt x="48837" y="266713"/>
                  </a:lnTo>
                  <a:lnTo>
                    <a:pt x="52636" y="270401"/>
                  </a:lnTo>
                  <a:lnTo>
                    <a:pt x="56550" y="273967"/>
                  </a:lnTo>
                  <a:lnTo>
                    <a:pt x="60575" y="277408"/>
                  </a:lnTo>
                  <a:lnTo>
                    <a:pt x="64707" y="280719"/>
                  </a:lnTo>
                  <a:lnTo>
                    <a:pt x="68941" y="283897"/>
                  </a:lnTo>
                  <a:lnTo>
                    <a:pt x="73275" y="286940"/>
                  </a:lnTo>
                  <a:lnTo>
                    <a:pt x="77702" y="289844"/>
                  </a:lnTo>
                  <a:lnTo>
                    <a:pt x="82219" y="292606"/>
                  </a:lnTo>
                  <a:lnTo>
                    <a:pt x="86821" y="295224"/>
                  </a:lnTo>
                  <a:lnTo>
                    <a:pt x="91504" y="297695"/>
                  </a:lnTo>
                  <a:lnTo>
                    <a:pt x="96263" y="300016"/>
                  </a:lnTo>
                  <a:lnTo>
                    <a:pt x="101093" y="302186"/>
                  </a:lnTo>
                  <a:lnTo>
                    <a:pt x="105990" y="304201"/>
                  </a:lnTo>
                  <a:lnTo>
                    <a:pt x="110947" y="306060"/>
                  </a:lnTo>
                  <a:lnTo>
                    <a:pt x="115961" y="307762"/>
                  </a:lnTo>
                  <a:lnTo>
                    <a:pt x="121027" y="309303"/>
                  </a:lnTo>
                  <a:lnTo>
                    <a:pt x="126138" y="310684"/>
                  </a:lnTo>
                  <a:lnTo>
                    <a:pt x="131291" y="311902"/>
                  </a:lnTo>
                  <a:lnTo>
                    <a:pt x="136480" y="312956"/>
                  </a:lnTo>
                  <a:lnTo>
                    <a:pt x="141700" y="313845"/>
                  </a:lnTo>
                  <a:lnTo>
                    <a:pt x="146945" y="314569"/>
                  </a:lnTo>
                  <a:lnTo>
                    <a:pt x="152210" y="315126"/>
                  </a:lnTo>
                  <a:lnTo>
                    <a:pt x="157491" y="315516"/>
                  </a:lnTo>
                  <a:lnTo>
                    <a:pt x="162781" y="315738"/>
                  </a:lnTo>
                  <a:lnTo>
                    <a:pt x="168075" y="315793"/>
                  </a:lnTo>
                  <a:lnTo>
                    <a:pt x="173369" y="315681"/>
                  </a:lnTo>
                  <a:lnTo>
                    <a:pt x="178657" y="315400"/>
                  </a:lnTo>
                  <a:lnTo>
                    <a:pt x="183932" y="314952"/>
                  </a:lnTo>
                  <a:lnTo>
                    <a:pt x="189191" y="314338"/>
                  </a:lnTo>
                  <a:lnTo>
                    <a:pt x="194428" y="313557"/>
                  </a:lnTo>
                  <a:lnTo>
                    <a:pt x="199638" y="312611"/>
                  </a:lnTo>
                  <a:lnTo>
                    <a:pt x="204815" y="311500"/>
                  </a:lnTo>
                  <a:lnTo>
                    <a:pt x="209954" y="310226"/>
                  </a:lnTo>
                  <a:lnTo>
                    <a:pt x="215051" y="308790"/>
                  </a:lnTo>
                  <a:lnTo>
                    <a:pt x="220099" y="307193"/>
                  </a:lnTo>
                  <a:lnTo>
                    <a:pt x="225094" y="305437"/>
                  </a:lnTo>
                  <a:lnTo>
                    <a:pt x="230031" y="303523"/>
                  </a:lnTo>
                  <a:lnTo>
                    <a:pt x="234905" y="301455"/>
                  </a:lnTo>
                  <a:lnTo>
                    <a:pt x="239711" y="299233"/>
                  </a:lnTo>
                  <a:lnTo>
                    <a:pt x="244444" y="296859"/>
                  </a:lnTo>
                  <a:lnTo>
                    <a:pt x="249100" y="294338"/>
                  </a:lnTo>
                  <a:lnTo>
                    <a:pt x="253673" y="291670"/>
                  </a:lnTo>
                  <a:lnTo>
                    <a:pt x="258160" y="288858"/>
                  </a:lnTo>
                  <a:lnTo>
                    <a:pt x="262555" y="285906"/>
                  </a:lnTo>
                  <a:lnTo>
                    <a:pt x="266855" y="282816"/>
                  </a:lnTo>
                  <a:lnTo>
                    <a:pt x="271055" y="279591"/>
                  </a:lnTo>
                  <a:lnTo>
                    <a:pt x="275150" y="276235"/>
                  </a:lnTo>
                  <a:lnTo>
                    <a:pt x="279137" y="272751"/>
                  </a:lnTo>
                  <a:lnTo>
                    <a:pt x="283012" y="269143"/>
                  </a:lnTo>
                  <a:lnTo>
                    <a:pt x="286771" y="265413"/>
                  </a:lnTo>
                  <a:lnTo>
                    <a:pt x="290409" y="261567"/>
                  </a:lnTo>
                  <a:lnTo>
                    <a:pt x="293924" y="257607"/>
                  </a:lnTo>
                  <a:lnTo>
                    <a:pt x="297312" y="253538"/>
                  </a:lnTo>
                  <a:lnTo>
                    <a:pt x="300569" y="249363"/>
                  </a:lnTo>
                  <a:lnTo>
                    <a:pt x="303693" y="245088"/>
                  </a:lnTo>
                  <a:lnTo>
                    <a:pt x="306679" y="240716"/>
                  </a:lnTo>
                  <a:lnTo>
                    <a:pt x="309525" y="236251"/>
                  </a:lnTo>
                  <a:lnTo>
                    <a:pt x="312229" y="231698"/>
                  </a:lnTo>
                  <a:lnTo>
                    <a:pt x="314787" y="227062"/>
                  </a:lnTo>
                  <a:lnTo>
                    <a:pt x="317197" y="222348"/>
                  </a:lnTo>
                  <a:lnTo>
                    <a:pt x="319456" y="217559"/>
                  </a:lnTo>
                  <a:lnTo>
                    <a:pt x="321563" y="212702"/>
                  </a:lnTo>
                  <a:lnTo>
                    <a:pt x="323515" y="207780"/>
                  </a:lnTo>
                  <a:lnTo>
                    <a:pt x="325310" y="202798"/>
                  </a:lnTo>
                  <a:lnTo>
                    <a:pt x="326946" y="197763"/>
                  </a:lnTo>
                  <a:lnTo>
                    <a:pt x="328422" y="192678"/>
                  </a:lnTo>
                  <a:lnTo>
                    <a:pt x="329736" y="187548"/>
                  </a:lnTo>
                  <a:lnTo>
                    <a:pt x="330887" y="182380"/>
                  </a:lnTo>
                  <a:lnTo>
                    <a:pt x="331874" y="177178"/>
                  </a:lnTo>
                  <a:lnTo>
                    <a:pt x="332695" y="171947"/>
                  </a:lnTo>
                  <a:lnTo>
                    <a:pt x="333351" y="166693"/>
                  </a:lnTo>
                  <a:lnTo>
                    <a:pt x="333839" y="161421"/>
                  </a:lnTo>
                  <a:lnTo>
                    <a:pt x="334161" y="156136"/>
                  </a:lnTo>
                  <a:lnTo>
                    <a:pt x="334315" y="150843"/>
                  </a:lnTo>
                  <a:lnTo>
                    <a:pt x="334301" y="145549"/>
                  </a:lnTo>
                  <a:lnTo>
                    <a:pt x="334120" y="140257"/>
                  </a:lnTo>
                  <a:lnTo>
                    <a:pt x="333771" y="134974"/>
                  </a:lnTo>
                  <a:lnTo>
                    <a:pt x="333255" y="129704"/>
                  </a:lnTo>
                  <a:lnTo>
                    <a:pt x="332572" y="124453"/>
                  </a:lnTo>
                  <a:lnTo>
                    <a:pt x="331724" y="119227"/>
                  </a:lnTo>
                  <a:lnTo>
                    <a:pt x="330710" y="114030"/>
                  </a:lnTo>
                  <a:lnTo>
                    <a:pt x="329532" y="108868"/>
                  </a:lnTo>
                  <a:lnTo>
                    <a:pt x="328192" y="103746"/>
                  </a:lnTo>
                  <a:lnTo>
                    <a:pt x="326690" y="98668"/>
                  </a:lnTo>
                  <a:lnTo>
                    <a:pt x="325027" y="93641"/>
                  </a:lnTo>
                  <a:lnTo>
                    <a:pt x="323207" y="88669"/>
                  </a:lnTo>
                  <a:lnTo>
                    <a:pt x="321229" y="83757"/>
                  </a:lnTo>
                  <a:lnTo>
                    <a:pt x="319098" y="78911"/>
                  </a:lnTo>
                  <a:lnTo>
                    <a:pt x="316814" y="74134"/>
                  </a:lnTo>
                  <a:lnTo>
                    <a:pt x="314379" y="69432"/>
                  </a:lnTo>
                  <a:lnTo>
                    <a:pt x="311797" y="64809"/>
                  </a:lnTo>
                  <a:lnTo>
                    <a:pt x="309070" y="60271"/>
                  </a:lnTo>
                  <a:lnTo>
                    <a:pt x="306201" y="55821"/>
                  </a:lnTo>
                  <a:lnTo>
                    <a:pt x="303192" y="51464"/>
                  </a:lnTo>
                  <a:lnTo>
                    <a:pt x="300046" y="47205"/>
                  </a:lnTo>
                  <a:lnTo>
                    <a:pt x="296768" y="43047"/>
                  </a:lnTo>
                  <a:lnTo>
                    <a:pt x="293359" y="38995"/>
                  </a:lnTo>
                  <a:lnTo>
                    <a:pt x="289824" y="35054"/>
                  </a:lnTo>
                  <a:lnTo>
                    <a:pt x="286165" y="31226"/>
                  </a:lnTo>
                  <a:lnTo>
                    <a:pt x="282387" y="27516"/>
                  </a:lnTo>
                  <a:lnTo>
                    <a:pt x="278494" y="23928"/>
                  </a:lnTo>
                  <a:lnTo>
                    <a:pt x="274489" y="20465"/>
                  </a:lnTo>
                  <a:lnTo>
                    <a:pt x="270376" y="17130"/>
                  </a:lnTo>
                  <a:lnTo>
                    <a:pt x="266160" y="13927"/>
                  </a:lnTo>
                  <a:lnTo>
                    <a:pt x="261844" y="10859"/>
                  </a:lnTo>
                  <a:lnTo>
                    <a:pt x="257433" y="7930"/>
                  </a:lnTo>
                  <a:lnTo>
                    <a:pt x="252932" y="5142"/>
                  </a:lnTo>
                  <a:lnTo>
                    <a:pt x="248345" y="2497"/>
                  </a:lnTo>
                  <a:lnTo>
                    <a:pt x="243676" y="0"/>
                  </a:lnTo>
                  <a:lnTo>
                    <a:pt x="167162" y="1486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023544" y="941493"/>
              <a:ext cx="76514" cy="167167"/>
            </a:xfrm>
            <a:custGeom>
              <a:avLst/>
              <a:pathLst>
                <a:path w="76514" h="167167">
                  <a:moveTo>
                    <a:pt x="76514" y="18538"/>
                  </a:moveTo>
                  <a:lnTo>
                    <a:pt x="71423" y="16026"/>
                  </a:lnTo>
                  <a:lnTo>
                    <a:pt x="66251" y="13688"/>
                  </a:lnTo>
                  <a:lnTo>
                    <a:pt x="61002" y="11527"/>
                  </a:lnTo>
                  <a:lnTo>
                    <a:pt x="55682" y="9546"/>
                  </a:lnTo>
                  <a:lnTo>
                    <a:pt x="50298" y="7746"/>
                  </a:lnTo>
                  <a:lnTo>
                    <a:pt x="44857" y="6130"/>
                  </a:lnTo>
                  <a:lnTo>
                    <a:pt x="39363" y="4700"/>
                  </a:lnTo>
                  <a:lnTo>
                    <a:pt x="33825" y="3457"/>
                  </a:lnTo>
                  <a:lnTo>
                    <a:pt x="28247" y="2403"/>
                  </a:lnTo>
                  <a:lnTo>
                    <a:pt x="22637" y="1539"/>
                  </a:lnTo>
                  <a:lnTo>
                    <a:pt x="17000" y="866"/>
                  </a:lnTo>
                  <a:lnTo>
                    <a:pt x="11344" y="385"/>
                  </a:lnTo>
                  <a:lnTo>
                    <a:pt x="567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77796" y="941493"/>
              <a:ext cx="108418" cy="167167"/>
            </a:xfrm>
            <a:custGeom>
              <a:avLst/>
              <a:pathLst>
                <a:path w="108418" h="167167">
                  <a:moveTo>
                    <a:pt x="108418" y="0"/>
                  </a:moveTo>
                  <a:lnTo>
                    <a:pt x="102802" y="94"/>
                  </a:lnTo>
                  <a:lnTo>
                    <a:pt x="97192" y="377"/>
                  </a:lnTo>
                  <a:lnTo>
                    <a:pt x="91594" y="848"/>
                  </a:lnTo>
                  <a:lnTo>
                    <a:pt x="86016" y="1507"/>
                  </a:lnTo>
                  <a:lnTo>
                    <a:pt x="80462" y="2354"/>
                  </a:lnTo>
                  <a:lnTo>
                    <a:pt x="74941" y="3386"/>
                  </a:lnTo>
                  <a:lnTo>
                    <a:pt x="69457" y="4603"/>
                  </a:lnTo>
                  <a:lnTo>
                    <a:pt x="64017" y="6004"/>
                  </a:lnTo>
                  <a:lnTo>
                    <a:pt x="58627" y="7587"/>
                  </a:lnTo>
                  <a:lnTo>
                    <a:pt x="53294" y="9350"/>
                  </a:lnTo>
                  <a:lnTo>
                    <a:pt x="48023" y="11291"/>
                  </a:lnTo>
                  <a:lnTo>
                    <a:pt x="42819" y="13408"/>
                  </a:lnTo>
                  <a:lnTo>
                    <a:pt x="37690" y="15699"/>
                  </a:lnTo>
                  <a:lnTo>
                    <a:pt x="32641" y="18161"/>
                  </a:lnTo>
                  <a:lnTo>
                    <a:pt x="27678" y="20791"/>
                  </a:lnTo>
                  <a:lnTo>
                    <a:pt x="22805" y="23586"/>
                  </a:lnTo>
                  <a:lnTo>
                    <a:pt x="18030" y="26544"/>
                  </a:lnTo>
                  <a:lnTo>
                    <a:pt x="13356" y="29660"/>
                  </a:lnTo>
                  <a:lnTo>
                    <a:pt x="8790" y="32932"/>
                  </a:lnTo>
                  <a:lnTo>
                    <a:pt x="4336" y="36355"/>
                  </a:lnTo>
                  <a:lnTo>
                    <a:pt x="0" y="39926"/>
                  </a:lnTo>
                  <a:lnTo>
                    <a:pt x="1084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77796" y="981419"/>
              <a:ext cx="108418" cy="127241"/>
            </a:xfrm>
            <a:custGeom>
              <a:avLst/>
              <a:pathLst>
                <a:path w="108418" h="127241">
                  <a:moveTo>
                    <a:pt x="0" y="0"/>
                  </a:moveTo>
                  <a:lnTo>
                    <a:pt x="108418" y="1272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19048" y="981419"/>
              <a:ext cx="167167" cy="281934"/>
            </a:xfrm>
            <a:custGeom>
              <a:avLst/>
              <a:pathLst>
                <a:path w="167167" h="281934">
                  <a:moveTo>
                    <a:pt x="58748" y="0"/>
                  </a:moveTo>
                  <a:lnTo>
                    <a:pt x="54734" y="3532"/>
                  </a:lnTo>
                  <a:lnTo>
                    <a:pt x="50835" y="7191"/>
                  </a:lnTo>
                  <a:lnTo>
                    <a:pt x="47055" y="10973"/>
                  </a:lnTo>
                  <a:lnTo>
                    <a:pt x="43398" y="14874"/>
                  </a:lnTo>
                  <a:lnTo>
                    <a:pt x="39868" y="18889"/>
                  </a:lnTo>
                  <a:lnTo>
                    <a:pt x="36468" y="23016"/>
                  </a:lnTo>
                  <a:lnTo>
                    <a:pt x="33202" y="27249"/>
                  </a:lnTo>
                  <a:lnTo>
                    <a:pt x="30072" y="31585"/>
                  </a:lnTo>
                  <a:lnTo>
                    <a:pt x="27083" y="36018"/>
                  </a:lnTo>
                  <a:lnTo>
                    <a:pt x="24237" y="40545"/>
                  </a:lnTo>
                  <a:lnTo>
                    <a:pt x="21538" y="45160"/>
                  </a:lnTo>
                  <a:lnTo>
                    <a:pt x="18987" y="49859"/>
                  </a:lnTo>
                  <a:lnTo>
                    <a:pt x="16588" y="54638"/>
                  </a:lnTo>
                  <a:lnTo>
                    <a:pt x="14344" y="59491"/>
                  </a:lnTo>
                  <a:lnTo>
                    <a:pt x="12255" y="64413"/>
                  </a:lnTo>
                  <a:lnTo>
                    <a:pt x="10325" y="69399"/>
                  </a:lnTo>
                  <a:lnTo>
                    <a:pt x="8555" y="74445"/>
                  </a:lnTo>
                  <a:lnTo>
                    <a:pt x="6948" y="79544"/>
                  </a:lnTo>
                  <a:lnTo>
                    <a:pt x="5505" y="84693"/>
                  </a:lnTo>
                  <a:lnTo>
                    <a:pt x="4227" y="89885"/>
                  </a:lnTo>
                  <a:lnTo>
                    <a:pt x="3115" y="95115"/>
                  </a:lnTo>
                  <a:lnTo>
                    <a:pt x="2172" y="100378"/>
                  </a:lnTo>
                  <a:lnTo>
                    <a:pt x="1397" y="105668"/>
                  </a:lnTo>
                  <a:lnTo>
                    <a:pt x="792" y="110981"/>
                  </a:lnTo>
                  <a:lnTo>
                    <a:pt x="357" y="116310"/>
                  </a:lnTo>
                  <a:lnTo>
                    <a:pt x="93" y="121650"/>
                  </a:lnTo>
                  <a:lnTo>
                    <a:pt x="0" y="126996"/>
                  </a:lnTo>
                  <a:lnTo>
                    <a:pt x="77" y="132343"/>
                  </a:lnTo>
                  <a:lnTo>
                    <a:pt x="326" y="137684"/>
                  </a:lnTo>
                  <a:lnTo>
                    <a:pt x="745" y="143014"/>
                  </a:lnTo>
                  <a:lnTo>
                    <a:pt x="1335" y="148329"/>
                  </a:lnTo>
                  <a:lnTo>
                    <a:pt x="2094" y="153621"/>
                  </a:lnTo>
                  <a:lnTo>
                    <a:pt x="3022" y="158887"/>
                  </a:lnTo>
                  <a:lnTo>
                    <a:pt x="4118" y="164120"/>
                  </a:lnTo>
                  <a:lnTo>
                    <a:pt x="5381" y="169316"/>
                  </a:lnTo>
                  <a:lnTo>
                    <a:pt x="6809" y="174468"/>
                  </a:lnTo>
                  <a:lnTo>
                    <a:pt x="8402" y="179573"/>
                  </a:lnTo>
                  <a:lnTo>
                    <a:pt x="10157" y="184623"/>
                  </a:lnTo>
                  <a:lnTo>
                    <a:pt x="12072" y="189615"/>
                  </a:lnTo>
                  <a:lnTo>
                    <a:pt x="14146" y="194544"/>
                  </a:lnTo>
                  <a:lnTo>
                    <a:pt x="16377" y="199403"/>
                  </a:lnTo>
                  <a:lnTo>
                    <a:pt x="18762" y="204189"/>
                  </a:lnTo>
                  <a:lnTo>
                    <a:pt x="21299" y="208895"/>
                  </a:lnTo>
                  <a:lnTo>
                    <a:pt x="23985" y="213519"/>
                  </a:lnTo>
                  <a:lnTo>
                    <a:pt x="26817" y="218054"/>
                  </a:lnTo>
                  <a:lnTo>
                    <a:pt x="29793" y="222496"/>
                  </a:lnTo>
                  <a:lnTo>
                    <a:pt x="32910" y="226840"/>
                  </a:lnTo>
                  <a:lnTo>
                    <a:pt x="36164" y="231083"/>
                  </a:lnTo>
                  <a:lnTo>
                    <a:pt x="39552" y="235219"/>
                  </a:lnTo>
                  <a:lnTo>
                    <a:pt x="43071" y="239246"/>
                  </a:lnTo>
                  <a:lnTo>
                    <a:pt x="46716" y="243157"/>
                  </a:lnTo>
                  <a:lnTo>
                    <a:pt x="50485" y="246950"/>
                  </a:lnTo>
                  <a:lnTo>
                    <a:pt x="54373" y="250620"/>
                  </a:lnTo>
                  <a:lnTo>
                    <a:pt x="58377" y="254164"/>
                  </a:lnTo>
                  <a:lnTo>
                    <a:pt x="62491" y="257579"/>
                  </a:lnTo>
                  <a:lnTo>
                    <a:pt x="66713" y="260860"/>
                  </a:lnTo>
                  <a:lnTo>
                    <a:pt x="71038" y="264004"/>
                  </a:lnTo>
                  <a:lnTo>
                    <a:pt x="75461" y="267008"/>
                  </a:lnTo>
                  <a:lnTo>
                    <a:pt x="79978" y="269870"/>
                  </a:lnTo>
                  <a:lnTo>
                    <a:pt x="84584" y="272585"/>
                  </a:lnTo>
                  <a:lnTo>
                    <a:pt x="89274" y="275152"/>
                  </a:lnTo>
                  <a:lnTo>
                    <a:pt x="94045" y="277567"/>
                  </a:lnTo>
                  <a:lnTo>
                    <a:pt x="98890" y="279829"/>
                  </a:lnTo>
                  <a:lnTo>
                    <a:pt x="103805" y="281934"/>
                  </a:lnTo>
                  <a:lnTo>
                    <a:pt x="167167" y="1272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22853" y="941493"/>
              <a:ext cx="230516" cy="334330"/>
            </a:xfrm>
            <a:custGeom>
              <a:avLst/>
              <a:pathLst>
                <a:path w="230516" h="334330">
                  <a:moveTo>
                    <a:pt x="0" y="321861"/>
                  </a:moveTo>
                  <a:lnTo>
                    <a:pt x="4951" y="323797"/>
                  </a:lnTo>
                  <a:lnTo>
                    <a:pt x="9961" y="325576"/>
                  </a:lnTo>
                  <a:lnTo>
                    <a:pt x="15025" y="327194"/>
                  </a:lnTo>
                  <a:lnTo>
                    <a:pt x="20139" y="328650"/>
                  </a:lnTo>
                  <a:lnTo>
                    <a:pt x="25296" y="329943"/>
                  </a:lnTo>
                  <a:lnTo>
                    <a:pt x="30491" y="331071"/>
                  </a:lnTo>
                  <a:lnTo>
                    <a:pt x="35720" y="332033"/>
                  </a:lnTo>
                  <a:lnTo>
                    <a:pt x="40976" y="332829"/>
                  </a:lnTo>
                  <a:lnTo>
                    <a:pt x="46256" y="333457"/>
                  </a:lnTo>
                  <a:lnTo>
                    <a:pt x="51552" y="333917"/>
                  </a:lnTo>
                  <a:lnTo>
                    <a:pt x="56861" y="334208"/>
                  </a:lnTo>
                  <a:lnTo>
                    <a:pt x="62176" y="334330"/>
                  </a:lnTo>
                  <a:lnTo>
                    <a:pt x="67492" y="334283"/>
                  </a:lnTo>
                  <a:lnTo>
                    <a:pt x="72804" y="334067"/>
                  </a:lnTo>
                  <a:lnTo>
                    <a:pt x="78107" y="333683"/>
                  </a:lnTo>
                  <a:lnTo>
                    <a:pt x="83395" y="333130"/>
                  </a:lnTo>
                  <a:lnTo>
                    <a:pt x="88662" y="332409"/>
                  </a:lnTo>
                  <a:lnTo>
                    <a:pt x="93904" y="331521"/>
                  </a:lnTo>
                  <a:lnTo>
                    <a:pt x="99115" y="330466"/>
                  </a:lnTo>
                  <a:lnTo>
                    <a:pt x="104290" y="329247"/>
                  </a:lnTo>
                  <a:lnTo>
                    <a:pt x="109423" y="327863"/>
                  </a:lnTo>
                  <a:lnTo>
                    <a:pt x="114510" y="326317"/>
                  </a:lnTo>
                  <a:lnTo>
                    <a:pt x="119545" y="324610"/>
                  </a:lnTo>
                  <a:lnTo>
                    <a:pt x="124523" y="322744"/>
                  </a:lnTo>
                  <a:lnTo>
                    <a:pt x="129439" y="320721"/>
                  </a:lnTo>
                  <a:lnTo>
                    <a:pt x="134289" y="318542"/>
                  </a:lnTo>
                  <a:lnTo>
                    <a:pt x="139067" y="316210"/>
                  </a:lnTo>
                  <a:lnTo>
                    <a:pt x="143768" y="313727"/>
                  </a:lnTo>
                  <a:lnTo>
                    <a:pt x="148388" y="311096"/>
                  </a:lnTo>
                  <a:lnTo>
                    <a:pt x="152922" y="308319"/>
                  </a:lnTo>
                  <a:lnTo>
                    <a:pt x="157365" y="305400"/>
                  </a:lnTo>
                  <a:lnTo>
                    <a:pt x="161713" y="302341"/>
                  </a:lnTo>
                  <a:lnTo>
                    <a:pt x="165962" y="299145"/>
                  </a:lnTo>
                  <a:lnTo>
                    <a:pt x="170107" y="295816"/>
                  </a:lnTo>
                  <a:lnTo>
                    <a:pt x="174144" y="292356"/>
                  </a:lnTo>
                  <a:lnTo>
                    <a:pt x="178069" y="288770"/>
                  </a:lnTo>
                  <a:lnTo>
                    <a:pt x="181878" y="285061"/>
                  </a:lnTo>
                  <a:lnTo>
                    <a:pt x="185567" y="281232"/>
                  </a:lnTo>
                  <a:lnTo>
                    <a:pt x="189132" y="277289"/>
                  </a:lnTo>
                  <a:lnTo>
                    <a:pt x="192570" y="273234"/>
                  </a:lnTo>
                  <a:lnTo>
                    <a:pt x="195878" y="269071"/>
                  </a:lnTo>
                  <a:lnTo>
                    <a:pt x="199051" y="264806"/>
                  </a:lnTo>
                  <a:lnTo>
                    <a:pt x="202087" y="260441"/>
                  </a:lnTo>
                  <a:lnTo>
                    <a:pt x="204983" y="255983"/>
                  </a:lnTo>
                  <a:lnTo>
                    <a:pt x="207736" y="251434"/>
                  </a:lnTo>
                  <a:lnTo>
                    <a:pt x="210343" y="246801"/>
                  </a:lnTo>
                  <a:lnTo>
                    <a:pt x="212801" y="242087"/>
                  </a:lnTo>
                  <a:lnTo>
                    <a:pt x="215108" y="237297"/>
                  </a:lnTo>
                  <a:lnTo>
                    <a:pt x="217261" y="232436"/>
                  </a:lnTo>
                  <a:lnTo>
                    <a:pt x="219259" y="227509"/>
                  </a:lnTo>
                  <a:lnTo>
                    <a:pt x="221099" y="222521"/>
                  </a:lnTo>
                  <a:lnTo>
                    <a:pt x="222779" y="217477"/>
                  </a:lnTo>
                  <a:lnTo>
                    <a:pt x="224298" y="212382"/>
                  </a:lnTo>
                  <a:lnTo>
                    <a:pt x="225655" y="207241"/>
                  </a:lnTo>
                  <a:lnTo>
                    <a:pt x="226847" y="202060"/>
                  </a:lnTo>
                  <a:lnTo>
                    <a:pt x="227874" y="196844"/>
                  </a:lnTo>
                  <a:lnTo>
                    <a:pt x="228734" y="191597"/>
                  </a:lnTo>
                  <a:lnTo>
                    <a:pt x="229428" y="186326"/>
                  </a:lnTo>
                  <a:lnTo>
                    <a:pt x="229953" y="181036"/>
                  </a:lnTo>
                  <a:lnTo>
                    <a:pt x="230310" y="175731"/>
                  </a:lnTo>
                  <a:lnTo>
                    <a:pt x="230498" y="170418"/>
                  </a:lnTo>
                  <a:lnTo>
                    <a:pt x="230516" y="165102"/>
                  </a:lnTo>
                  <a:lnTo>
                    <a:pt x="230366" y="159787"/>
                  </a:lnTo>
                  <a:lnTo>
                    <a:pt x="230047" y="154480"/>
                  </a:lnTo>
                  <a:lnTo>
                    <a:pt x="229559" y="149186"/>
                  </a:lnTo>
                  <a:lnTo>
                    <a:pt x="228904" y="143910"/>
                  </a:lnTo>
                  <a:lnTo>
                    <a:pt x="228080" y="138658"/>
                  </a:lnTo>
                  <a:lnTo>
                    <a:pt x="227090" y="133434"/>
                  </a:lnTo>
                  <a:lnTo>
                    <a:pt x="225935" y="128245"/>
                  </a:lnTo>
                  <a:lnTo>
                    <a:pt x="224615" y="123095"/>
                  </a:lnTo>
                  <a:lnTo>
                    <a:pt x="223132" y="117989"/>
                  </a:lnTo>
                  <a:lnTo>
                    <a:pt x="221487" y="112933"/>
                  </a:lnTo>
                  <a:lnTo>
                    <a:pt x="219683" y="107933"/>
                  </a:lnTo>
                  <a:lnTo>
                    <a:pt x="217720" y="102992"/>
                  </a:lnTo>
                  <a:lnTo>
                    <a:pt x="215601" y="98116"/>
                  </a:lnTo>
                  <a:lnTo>
                    <a:pt x="213328" y="93309"/>
                  </a:lnTo>
                  <a:lnTo>
                    <a:pt x="210904" y="88578"/>
                  </a:lnTo>
                  <a:lnTo>
                    <a:pt x="208330" y="83926"/>
                  </a:lnTo>
                  <a:lnTo>
                    <a:pt x="205610" y="79358"/>
                  </a:lnTo>
                  <a:lnTo>
                    <a:pt x="202746" y="74879"/>
                  </a:lnTo>
                  <a:lnTo>
                    <a:pt x="199740" y="70493"/>
                  </a:lnTo>
                  <a:lnTo>
                    <a:pt x="196597" y="66205"/>
                  </a:lnTo>
                  <a:lnTo>
                    <a:pt x="193319" y="62020"/>
                  </a:lnTo>
                  <a:lnTo>
                    <a:pt x="189910" y="57940"/>
                  </a:lnTo>
                  <a:lnTo>
                    <a:pt x="186373" y="53971"/>
                  </a:lnTo>
                  <a:lnTo>
                    <a:pt x="182711" y="50117"/>
                  </a:lnTo>
                  <a:lnTo>
                    <a:pt x="178928" y="46381"/>
                  </a:lnTo>
                  <a:lnTo>
                    <a:pt x="175029" y="42767"/>
                  </a:lnTo>
                  <a:lnTo>
                    <a:pt x="171017" y="39279"/>
                  </a:lnTo>
                  <a:lnTo>
                    <a:pt x="166895" y="35920"/>
                  </a:lnTo>
                  <a:lnTo>
                    <a:pt x="162669" y="32694"/>
                  </a:lnTo>
                  <a:lnTo>
                    <a:pt x="158343" y="29604"/>
                  </a:lnTo>
                  <a:lnTo>
                    <a:pt x="153921" y="26653"/>
                  </a:lnTo>
                  <a:lnTo>
                    <a:pt x="149407" y="23845"/>
                  </a:lnTo>
                  <a:lnTo>
                    <a:pt x="144805" y="21181"/>
                  </a:lnTo>
                  <a:lnTo>
                    <a:pt x="140122" y="18665"/>
                  </a:lnTo>
                  <a:lnTo>
                    <a:pt x="135361" y="16299"/>
                  </a:lnTo>
                  <a:lnTo>
                    <a:pt x="130527" y="14086"/>
                  </a:lnTo>
                  <a:lnTo>
                    <a:pt x="125625" y="12028"/>
                  </a:lnTo>
                  <a:lnTo>
                    <a:pt x="120660" y="10126"/>
                  </a:lnTo>
                  <a:lnTo>
                    <a:pt x="115637" y="8383"/>
                  </a:lnTo>
                  <a:lnTo>
                    <a:pt x="110562" y="6801"/>
                  </a:lnTo>
                  <a:lnTo>
                    <a:pt x="105438" y="5382"/>
                  </a:lnTo>
                  <a:lnTo>
                    <a:pt x="100272" y="4125"/>
                  </a:lnTo>
                  <a:lnTo>
                    <a:pt x="95069" y="3034"/>
                  </a:lnTo>
                  <a:lnTo>
                    <a:pt x="89834" y="2109"/>
                  </a:lnTo>
                  <a:lnTo>
                    <a:pt x="84571" y="1350"/>
                  </a:lnTo>
                  <a:lnTo>
                    <a:pt x="79288" y="760"/>
                  </a:lnTo>
                  <a:lnTo>
                    <a:pt x="73988" y="338"/>
                  </a:lnTo>
                  <a:lnTo>
                    <a:pt x="68678" y="84"/>
                  </a:lnTo>
                  <a:lnTo>
                    <a:pt x="63362" y="0"/>
                  </a:lnTo>
                  <a:lnTo>
                    <a:pt x="633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797335" y="1071028"/>
              <a:ext cx="167165" cy="317191"/>
            </a:xfrm>
            <a:custGeom>
              <a:avLst/>
              <a:pathLst>
                <a:path w="167165" h="317191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1" y="767"/>
                  </a:lnTo>
                  <a:lnTo>
                    <a:pt x="145852" y="1364"/>
                  </a:lnTo>
                  <a:lnTo>
                    <a:pt x="140564" y="2130"/>
                  </a:lnTo>
                  <a:lnTo>
                    <a:pt x="135304" y="3064"/>
                  </a:lnTo>
                  <a:lnTo>
                    <a:pt x="130076" y="4166"/>
                  </a:lnTo>
                  <a:lnTo>
                    <a:pt x="124886" y="5434"/>
                  </a:lnTo>
                  <a:lnTo>
                    <a:pt x="119740" y="6868"/>
                  </a:lnTo>
                  <a:lnTo>
                    <a:pt x="114641" y="8465"/>
                  </a:lnTo>
                  <a:lnTo>
                    <a:pt x="109597" y="10225"/>
                  </a:lnTo>
                  <a:lnTo>
                    <a:pt x="104611" y="12145"/>
                  </a:lnTo>
                  <a:lnTo>
                    <a:pt x="99689" y="14223"/>
                  </a:lnTo>
                  <a:lnTo>
                    <a:pt x="94836" y="16457"/>
                  </a:lnTo>
                  <a:lnTo>
                    <a:pt x="90057" y="18845"/>
                  </a:lnTo>
                  <a:lnTo>
                    <a:pt x="85356" y="21385"/>
                  </a:lnTo>
                  <a:lnTo>
                    <a:pt x="80740" y="24074"/>
                  </a:lnTo>
                  <a:lnTo>
                    <a:pt x="76211" y="26909"/>
                  </a:lnTo>
                  <a:lnTo>
                    <a:pt x="71776" y="29887"/>
                  </a:lnTo>
                  <a:lnTo>
                    <a:pt x="67437" y="33005"/>
                  </a:lnTo>
                  <a:lnTo>
                    <a:pt x="63201" y="36261"/>
                  </a:lnTo>
                  <a:lnTo>
                    <a:pt x="59071" y="39650"/>
                  </a:lnTo>
                  <a:lnTo>
                    <a:pt x="55051" y="43169"/>
                  </a:lnTo>
                  <a:lnTo>
                    <a:pt x="51146" y="46815"/>
                  </a:lnTo>
                  <a:lnTo>
                    <a:pt x="47359" y="50584"/>
                  </a:lnTo>
                  <a:lnTo>
                    <a:pt x="43695" y="54472"/>
                  </a:lnTo>
                  <a:lnTo>
                    <a:pt x="40157" y="58475"/>
                  </a:lnTo>
                  <a:lnTo>
                    <a:pt x="36748" y="62590"/>
                  </a:lnTo>
                  <a:lnTo>
                    <a:pt x="33473" y="66811"/>
                  </a:lnTo>
                  <a:lnTo>
                    <a:pt x="30334" y="71134"/>
                  </a:lnTo>
                  <a:lnTo>
                    <a:pt x="27336" y="75556"/>
                  </a:lnTo>
                  <a:lnTo>
                    <a:pt x="24479" y="80071"/>
                  </a:lnTo>
                  <a:lnTo>
                    <a:pt x="21769" y="84675"/>
                  </a:lnTo>
                  <a:lnTo>
                    <a:pt x="19207" y="89363"/>
                  </a:lnTo>
                  <a:lnTo>
                    <a:pt x="16796" y="94131"/>
                  </a:lnTo>
                  <a:lnTo>
                    <a:pt x="14539" y="98974"/>
                  </a:lnTo>
                  <a:lnTo>
                    <a:pt x="12438" y="103886"/>
                  </a:lnTo>
                  <a:lnTo>
                    <a:pt x="10495" y="108862"/>
                  </a:lnTo>
                  <a:lnTo>
                    <a:pt x="8712" y="113899"/>
                  </a:lnTo>
                  <a:lnTo>
                    <a:pt x="7090" y="118989"/>
                  </a:lnTo>
                  <a:lnTo>
                    <a:pt x="5633" y="124129"/>
                  </a:lnTo>
                  <a:lnTo>
                    <a:pt x="4340" y="129313"/>
                  </a:lnTo>
                  <a:lnTo>
                    <a:pt x="3213" y="134536"/>
                  </a:lnTo>
                  <a:lnTo>
                    <a:pt x="2254" y="139792"/>
                  </a:lnTo>
                  <a:lnTo>
                    <a:pt x="1464" y="145075"/>
                  </a:lnTo>
                  <a:lnTo>
                    <a:pt x="842" y="150382"/>
                  </a:lnTo>
                  <a:lnTo>
                    <a:pt x="391" y="155705"/>
                  </a:lnTo>
                  <a:lnTo>
                    <a:pt x="110" y="161041"/>
                  </a:lnTo>
                  <a:lnTo>
                    <a:pt x="0" y="166382"/>
                  </a:lnTo>
                  <a:lnTo>
                    <a:pt x="60" y="171725"/>
                  </a:lnTo>
                  <a:lnTo>
                    <a:pt x="291" y="177062"/>
                  </a:lnTo>
                  <a:lnTo>
                    <a:pt x="692" y="182390"/>
                  </a:lnTo>
                  <a:lnTo>
                    <a:pt x="1264" y="187702"/>
                  </a:lnTo>
                  <a:lnTo>
                    <a:pt x="2005" y="192993"/>
                  </a:lnTo>
                  <a:lnTo>
                    <a:pt x="2914" y="198257"/>
                  </a:lnTo>
                  <a:lnTo>
                    <a:pt x="3992" y="203490"/>
                  </a:lnTo>
                  <a:lnTo>
                    <a:pt x="5236" y="208686"/>
                  </a:lnTo>
                  <a:lnTo>
                    <a:pt x="6645" y="213839"/>
                  </a:lnTo>
                  <a:lnTo>
                    <a:pt x="8219" y="218945"/>
                  </a:lnTo>
                  <a:lnTo>
                    <a:pt x="9954" y="223998"/>
                  </a:lnTo>
                  <a:lnTo>
                    <a:pt x="11851" y="228993"/>
                  </a:lnTo>
                  <a:lnTo>
                    <a:pt x="13906" y="233924"/>
                  </a:lnTo>
                  <a:lnTo>
                    <a:pt x="16117" y="238788"/>
                  </a:lnTo>
                  <a:lnTo>
                    <a:pt x="18483" y="243578"/>
                  </a:lnTo>
                  <a:lnTo>
                    <a:pt x="21001" y="248290"/>
                  </a:lnTo>
                  <a:lnTo>
                    <a:pt x="23668" y="252920"/>
                  </a:lnTo>
                  <a:lnTo>
                    <a:pt x="26482" y="257461"/>
                  </a:lnTo>
                  <a:lnTo>
                    <a:pt x="29439" y="261911"/>
                  </a:lnTo>
                  <a:lnTo>
                    <a:pt x="32537" y="266264"/>
                  </a:lnTo>
                  <a:lnTo>
                    <a:pt x="35772" y="270515"/>
                  </a:lnTo>
                  <a:lnTo>
                    <a:pt x="39142" y="274661"/>
                  </a:lnTo>
                  <a:lnTo>
                    <a:pt x="42642" y="278697"/>
                  </a:lnTo>
                  <a:lnTo>
                    <a:pt x="46270" y="282620"/>
                  </a:lnTo>
                  <a:lnTo>
                    <a:pt x="50021" y="286424"/>
                  </a:lnTo>
                  <a:lnTo>
                    <a:pt x="53892" y="290107"/>
                  </a:lnTo>
                  <a:lnTo>
                    <a:pt x="57879" y="293664"/>
                  </a:lnTo>
                  <a:lnTo>
                    <a:pt x="61977" y="297091"/>
                  </a:lnTo>
                  <a:lnTo>
                    <a:pt x="66182" y="300386"/>
                  </a:lnTo>
                  <a:lnTo>
                    <a:pt x="70491" y="303545"/>
                  </a:lnTo>
                  <a:lnTo>
                    <a:pt x="74898" y="306565"/>
                  </a:lnTo>
                  <a:lnTo>
                    <a:pt x="79400" y="309442"/>
                  </a:lnTo>
                  <a:lnTo>
                    <a:pt x="83991" y="312174"/>
                  </a:lnTo>
                  <a:lnTo>
                    <a:pt x="88668" y="314758"/>
                  </a:lnTo>
                  <a:lnTo>
                    <a:pt x="93424" y="31719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890760" y="1238196"/>
              <a:ext cx="73740" cy="150024"/>
            </a:xfrm>
            <a:custGeom>
              <a:avLst/>
              <a:pathLst>
                <a:path w="73740" h="150024">
                  <a:moveTo>
                    <a:pt x="0" y="150024"/>
                  </a:moveTo>
                  <a:lnTo>
                    <a:pt x="737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890760" y="1085919"/>
              <a:ext cx="240907" cy="319431"/>
            </a:xfrm>
            <a:custGeom>
              <a:avLst/>
              <a:pathLst>
                <a:path w="240907" h="319431">
                  <a:moveTo>
                    <a:pt x="0" y="302301"/>
                  </a:moveTo>
                  <a:lnTo>
                    <a:pt x="4796" y="304565"/>
                  </a:lnTo>
                  <a:lnTo>
                    <a:pt x="9663" y="306675"/>
                  </a:lnTo>
                  <a:lnTo>
                    <a:pt x="14593" y="308631"/>
                  </a:lnTo>
                  <a:lnTo>
                    <a:pt x="19584" y="310428"/>
                  </a:lnTo>
                  <a:lnTo>
                    <a:pt x="24628" y="312067"/>
                  </a:lnTo>
                  <a:lnTo>
                    <a:pt x="29723" y="313545"/>
                  </a:lnTo>
                  <a:lnTo>
                    <a:pt x="34861" y="314860"/>
                  </a:lnTo>
                  <a:lnTo>
                    <a:pt x="40039" y="316012"/>
                  </a:lnTo>
                  <a:lnTo>
                    <a:pt x="45251" y="316998"/>
                  </a:lnTo>
                  <a:lnTo>
                    <a:pt x="50491" y="317819"/>
                  </a:lnTo>
                  <a:lnTo>
                    <a:pt x="55755" y="318474"/>
                  </a:lnTo>
                  <a:lnTo>
                    <a:pt x="61037" y="318961"/>
                  </a:lnTo>
                  <a:lnTo>
                    <a:pt x="66331" y="319280"/>
                  </a:lnTo>
                  <a:lnTo>
                    <a:pt x="71634" y="319431"/>
                  </a:lnTo>
                  <a:lnTo>
                    <a:pt x="76938" y="319413"/>
                  </a:lnTo>
                  <a:lnTo>
                    <a:pt x="82239" y="319228"/>
                  </a:lnTo>
                  <a:lnTo>
                    <a:pt x="87531" y="318874"/>
                  </a:lnTo>
                  <a:lnTo>
                    <a:pt x="92810" y="318353"/>
                  </a:lnTo>
                  <a:lnTo>
                    <a:pt x="98069" y="317664"/>
                  </a:lnTo>
                  <a:lnTo>
                    <a:pt x="103304" y="316809"/>
                  </a:lnTo>
                  <a:lnTo>
                    <a:pt x="108509" y="315788"/>
                  </a:lnTo>
                  <a:lnTo>
                    <a:pt x="113679" y="314603"/>
                  </a:lnTo>
                  <a:lnTo>
                    <a:pt x="118809" y="313254"/>
                  </a:lnTo>
                  <a:lnTo>
                    <a:pt x="123894" y="311743"/>
                  </a:lnTo>
                  <a:lnTo>
                    <a:pt x="128928" y="310072"/>
                  </a:lnTo>
                  <a:lnTo>
                    <a:pt x="133906" y="308241"/>
                  </a:lnTo>
                  <a:lnTo>
                    <a:pt x="138824" y="306254"/>
                  </a:lnTo>
                  <a:lnTo>
                    <a:pt x="143677" y="304112"/>
                  </a:lnTo>
                  <a:lnTo>
                    <a:pt x="148459" y="301816"/>
                  </a:lnTo>
                  <a:lnTo>
                    <a:pt x="153165" y="299370"/>
                  </a:lnTo>
                  <a:lnTo>
                    <a:pt x="157792" y="296777"/>
                  </a:lnTo>
                  <a:lnTo>
                    <a:pt x="162334" y="294037"/>
                  </a:lnTo>
                  <a:lnTo>
                    <a:pt x="166787" y="291155"/>
                  </a:lnTo>
                  <a:lnTo>
                    <a:pt x="171146" y="288133"/>
                  </a:lnTo>
                  <a:lnTo>
                    <a:pt x="175408" y="284974"/>
                  </a:lnTo>
                  <a:lnTo>
                    <a:pt x="179566" y="281682"/>
                  </a:lnTo>
                  <a:lnTo>
                    <a:pt x="183619" y="278259"/>
                  </a:lnTo>
                  <a:lnTo>
                    <a:pt x="187560" y="274710"/>
                  </a:lnTo>
                  <a:lnTo>
                    <a:pt x="191387" y="271037"/>
                  </a:lnTo>
                  <a:lnTo>
                    <a:pt x="195096" y="267245"/>
                  </a:lnTo>
                  <a:lnTo>
                    <a:pt x="198683" y="263337"/>
                  </a:lnTo>
                  <a:lnTo>
                    <a:pt x="202143" y="259317"/>
                  </a:lnTo>
                  <a:lnTo>
                    <a:pt x="205475" y="255189"/>
                  </a:lnTo>
                  <a:lnTo>
                    <a:pt x="208673" y="250958"/>
                  </a:lnTo>
                  <a:lnTo>
                    <a:pt x="211736" y="246628"/>
                  </a:lnTo>
                  <a:lnTo>
                    <a:pt x="214660" y="242202"/>
                  </a:lnTo>
                  <a:lnTo>
                    <a:pt x="217442" y="237686"/>
                  </a:lnTo>
                  <a:lnTo>
                    <a:pt x="220080" y="233084"/>
                  </a:lnTo>
                  <a:lnTo>
                    <a:pt x="222570" y="228400"/>
                  </a:lnTo>
                  <a:lnTo>
                    <a:pt x="224910" y="223640"/>
                  </a:lnTo>
                  <a:lnTo>
                    <a:pt x="227098" y="218808"/>
                  </a:lnTo>
                  <a:lnTo>
                    <a:pt x="229131" y="213909"/>
                  </a:lnTo>
                  <a:lnTo>
                    <a:pt x="231009" y="208948"/>
                  </a:lnTo>
                  <a:lnTo>
                    <a:pt x="232727" y="203930"/>
                  </a:lnTo>
                  <a:lnTo>
                    <a:pt x="234286" y="198860"/>
                  </a:lnTo>
                  <a:lnTo>
                    <a:pt x="235683" y="193743"/>
                  </a:lnTo>
                  <a:lnTo>
                    <a:pt x="236917" y="188584"/>
                  </a:lnTo>
                  <a:lnTo>
                    <a:pt x="237987" y="183389"/>
                  </a:lnTo>
                  <a:lnTo>
                    <a:pt x="238891" y="178163"/>
                  </a:lnTo>
                  <a:lnTo>
                    <a:pt x="239630" y="172910"/>
                  </a:lnTo>
                  <a:lnTo>
                    <a:pt x="240201" y="167636"/>
                  </a:lnTo>
                  <a:lnTo>
                    <a:pt x="240604" y="162347"/>
                  </a:lnTo>
                  <a:lnTo>
                    <a:pt x="240840" y="157048"/>
                  </a:lnTo>
                  <a:lnTo>
                    <a:pt x="240907" y="151745"/>
                  </a:lnTo>
                  <a:lnTo>
                    <a:pt x="240806" y="146441"/>
                  </a:lnTo>
                  <a:lnTo>
                    <a:pt x="240537" y="141144"/>
                  </a:lnTo>
                  <a:lnTo>
                    <a:pt x="240100" y="135858"/>
                  </a:lnTo>
                  <a:lnTo>
                    <a:pt x="239495" y="130588"/>
                  </a:lnTo>
                  <a:lnTo>
                    <a:pt x="238723" y="125340"/>
                  </a:lnTo>
                  <a:lnTo>
                    <a:pt x="237786" y="120119"/>
                  </a:lnTo>
                  <a:lnTo>
                    <a:pt x="236683" y="114931"/>
                  </a:lnTo>
                  <a:lnTo>
                    <a:pt x="235416" y="109780"/>
                  </a:lnTo>
                  <a:lnTo>
                    <a:pt x="233986" y="104672"/>
                  </a:lnTo>
                  <a:lnTo>
                    <a:pt x="232395" y="99612"/>
                  </a:lnTo>
                  <a:lnTo>
                    <a:pt x="230645" y="94605"/>
                  </a:lnTo>
                  <a:lnTo>
                    <a:pt x="228736" y="89656"/>
                  </a:lnTo>
                  <a:lnTo>
                    <a:pt x="226671" y="84770"/>
                  </a:lnTo>
                  <a:lnTo>
                    <a:pt x="224453" y="79952"/>
                  </a:lnTo>
                  <a:lnTo>
                    <a:pt x="222082" y="75207"/>
                  </a:lnTo>
                  <a:lnTo>
                    <a:pt x="219562" y="70540"/>
                  </a:lnTo>
                  <a:lnTo>
                    <a:pt x="216896" y="65954"/>
                  </a:lnTo>
                  <a:lnTo>
                    <a:pt x="214085" y="61456"/>
                  </a:lnTo>
                  <a:lnTo>
                    <a:pt x="211133" y="57049"/>
                  </a:lnTo>
                  <a:lnTo>
                    <a:pt x="208043" y="52738"/>
                  </a:lnTo>
                  <a:lnTo>
                    <a:pt x="204817" y="48527"/>
                  </a:lnTo>
                  <a:lnTo>
                    <a:pt x="201459" y="44421"/>
                  </a:lnTo>
                  <a:lnTo>
                    <a:pt x="197973" y="40423"/>
                  </a:lnTo>
                  <a:lnTo>
                    <a:pt x="194362" y="36538"/>
                  </a:lnTo>
                  <a:lnTo>
                    <a:pt x="190629" y="32769"/>
                  </a:lnTo>
                  <a:lnTo>
                    <a:pt x="186779" y="29121"/>
                  </a:lnTo>
                  <a:lnTo>
                    <a:pt x="182815" y="25597"/>
                  </a:lnTo>
                  <a:lnTo>
                    <a:pt x="178741" y="22200"/>
                  </a:lnTo>
                  <a:lnTo>
                    <a:pt x="174561" y="18934"/>
                  </a:lnTo>
                  <a:lnTo>
                    <a:pt x="170280" y="15803"/>
                  </a:lnTo>
                  <a:lnTo>
                    <a:pt x="165902" y="12809"/>
                  </a:lnTo>
                  <a:lnTo>
                    <a:pt x="161430" y="9955"/>
                  </a:lnTo>
                  <a:lnTo>
                    <a:pt x="156871" y="7244"/>
                  </a:lnTo>
                  <a:lnTo>
                    <a:pt x="152228" y="4680"/>
                  </a:lnTo>
                  <a:lnTo>
                    <a:pt x="147505" y="2264"/>
                  </a:lnTo>
                  <a:lnTo>
                    <a:pt x="142709" y="0"/>
                  </a:lnTo>
                  <a:lnTo>
                    <a:pt x="73740" y="1522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64501" y="1071028"/>
              <a:ext cx="68968" cy="167167"/>
            </a:xfrm>
            <a:custGeom>
              <a:avLst/>
              <a:pathLst>
                <a:path w="68968" h="167167">
                  <a:moveTo>
                    <a:pt x="68968" y="14890"/>
                  </a:moveTo>
                  <a:lnTo>
                    <a:pt x="63529" y="12542"/>
                  </a:lnTo>
                  <a:lnTo>
                    <a:pt x="58011" y="10388"/>
                  </a:lnTo>
                  <a:lnTo>
                    <a:pt x="52419" y="8431"/>
                  </a:lnTo>
                  <a:lnTo>
                    <a:pt x="46762" y="6673"/>
                  </a:lnTo>
                  <a:lnTo>
                    <a:pt x="41046" y="5117"/>
                  </a:lnTo>
                  <a:lnTo>
                    <a:pt x="35278" y="3765"/>
                  </a:lnTo>
                  <a:lnTo>
                    <a:pt x="29466" y="2617"/>
                  </a:lnTo>
                  <a:lnTo>
                    <a:pt x="23618" y="1676"/>
                  </a:lnTo>
                  <a:lnTo>
                    <a:pt x="17739" y="943"/>
                  </a:lnTo>
                  <a:lnTo>
                    <a:pt x="11838" y="419"/>
                  </a:lnTo>
                  <a:lnTo>
                    <a:pt x="592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84291" y="1322571"/>
              <a:ext cx="104429" cy="167167"/>
            </a:xfrm>
            <a:custGeom>
              <a:avLst/>
              <a:pathLst>
                <a:path w="104429" h="167167">
                  <a:moveTo>
                    <a:pt x="104429" y="0"/>
                  </a:moveTo>
                  <a:lnTo>
                    <a:pt x="98790" y="95"/>
                  </a:lnTo>
                  <a:lnTo>
                    <a:pt x="93158" y="380"/>
                  </a:lnTo>
                  <a:lnTo>
                    <a:pt x="87538" y="855"/>
                  </a:lnTo>
                  <a:lnTo>
                    <a:pt x="81938" y="1519"/>
                  </a:lnTo>
                  <a:lnTo>
                    <a:pt x="76363" y="2372"/>
                  </a:lnTo>
                  <a:lnTo>
                    <a:pt x="70821" y="3413"/>
                  </a:lnTo>
                  <a:lnTo>
                    <a:pt x="65316" y="4640"/>
                  </a:lnTo>
                  <a:lnTo>
                    <a:pt x="59856" y="6051"/>
                  </a:lnTo>
                  <a:lnTo>
                    <a:pt x="54447" y="7646"/>
                  </a:lnTo>
                  <a:lnTo>
                    <a:pt x="49095" y="9423"/>
                  </a:lnTo>
                  <a:lnTo>
                    <a:pt x="43805" y="11379"/>
                  </a:lnTo>
                  <a:lnTo>
                    <a:pt x="38585" y="13513"/>
                  </a:lnTo>
                  <a:lnTo>
                    <a:pt x="33440" y="15821"/>
                  </a:lnTo>
                  <a:lnTo>
                    <a:pt x="28375" y="18302"/>
                  </a:lnTo>
                  <a:lnTo>
                    <a:pt x="23397" y="20952"/>
                  </a:lnTo>
                  <a:lnTo>
                    <a:pt x="18511" y="23769"/>
                  </a:lnTo>
                  <a:lnTo>
                    <a:pt x="13723" y="26748"/>
                  </a:lnTo>
                  <a:lnTo>
                    <a:pt x="9038" y="29888"/>
                  </a:lnTo>
                  <a:lnTo>
                    <a:pt x="4462" y="33183"/>
                  </a:lnTo>
                  <a:lnTo>
                    <a:pt x="0" y="36632"/>
                  </a:lnTo>
                  <a:lnTo>
                    <a:pt x="10442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84291" y="1359203"/>
              <a:ext cx="104429" cy="130535"/>
            </a:xfrm>
            <a:custGeom>
              <a:avLst/>
              <a:pathLst>
                <a:path w="104429" h="130535">
                  <a:moveTo>
                    <a:pt x="0" y="0"/>
                  </a:moveTo>
                  <a:lnTo>
                    <a:pt x="104429" y="1305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321558" y="1359203"/>
              <a:ext cx="334322" cy="297698"/>
            </a:xfrm>
            <a:custGeom>
              <a:avLst/>
              <a:pathLst>
                <a:path w="334322" h="297698">
                  <a:moveTo>
                    <a:pt x="62732" y="0"/>
                  </a:moveTo>
                  <a:lnTo>
                    <a:pt x="58645" y="3377"/>
                  </a:lnTo>
                  <a:lnTo>
                    <a:pt x="54667" y="6883"/>
                  </a:lnTo>
                  <a:lnTo>
                    <a:pt x="50802" y="10513"/>
                  </a:lnTo>
                  <a:lnTo>
                    <a:pt x="47054" y="14263"/>
                  </a:lnTo>
                  <a:lnTo>
                    <a:pt x="43427" y="18131"/>
                  </a:lnTo>
                  <a:lnTo>
                    <a:pt x="39924" y="22112"/>
                  </a:lnTo>
                  <a:lnTo>
                    <a:pt x="36550" y="26202"/>
                  </a:lnTo>
                  <a:lnTo>
                    <a:pt x="33306" y="30396"/>
                  </a:lnTo>
                  <a:lnTo>
                    <a:pt x="30198" y="34692"/>
                  </a:lnTo>
                  <a:lnTo>
                    <a:pt x="27227" y="39084"/>
                  </a:lnTo>
                  <a:lnTo>
                    <a:pt x="24397" y="43568"/>
                  </a:lnTo>
                  <a:lnTo>
                    <a:pt x="21711" y="48140"/>
                  </a:lnTo>
                  <a:lnTo>
                    <a:pt x="19171" y="52794"/>
                  </a:lnTo>
                  <a:lnTo>
                    <a:pt x="16780" y="57527"/>
                  </a:lnTo>
                  <a:lnTo>
                    <a:pt x="14540" y="62333"/>
                  </a:lnTo>
                  <a:lnTo>
                    <a:pt x="12454" y="67207"/>
                  </a:lnTo>
                  <a:lnTo>
                    <a:pt x="10523" y="72146"/>
                  </a:lnTo>
                  <a:lnTo>
                    <a:pt x="8750" y="77143"/>
                  </a:lnTo>
                  <a:lnTo>
                    <a:pt x="7136" y="82194"/>
                  </a:lnTo>
                  <a:lnTo>
                    <a:pt x="5684" y="87293"/>
                  </a:lnTo>
                  <a:lnTo>
                    <a:pt x="4394" y="92436"/>
                  </a:lnTo>
                  <a:lnTo>
                    <a:pt x="3267" y="97617"/>
                  </a:lnTo>
                  <a:lnTo>
                    <a:pt x="2306" y="102832"/>
                  </a:lnTo>
                  <a:lnTo>
                    <a:pt x="1510" y="108074"/>
                  </a:lnTo>
                  <a:lnTo>
                    <a:pt x="881" y="113339"/>
                  </a:lnTo>
                  <a:lnTo>
                    <a:pt x="419" y="118621"/>
                  </a:lnTo>
                  <a:lnTo>
                    <a:pt x="125" y="123915"/>
                  </a:lnTo>
                  <a:lnTo>
                    <a:pt x="0" y="129216"/>
                  </a:lnTo>
                  <a:lnTo>
                    <a:pt x="42" y="134518"/>
                  </a:lnTo>
                  <a:lnTo>
                    <a:pt x="252" y="139817"/>
                  </a:lnTo>
                  <a:lnTo>
                    <a:pt x="631" y="145106"/>
                  </a:lnTo>
                  <a:lnTo>
                    <a:pt x="1176" y="150380"/>
                  </a:lnTo>
                  <a:lnTo>
                    <a:pt x="1889" y="155634"/>
                  </a:lnTo>
                  <a:lnTo>
                    <a:pt x="2768" y="160863"/>
                  </a:lnTo>
                  <a:lnTo>
                    <a:pt x="3813" y="166061"/>
                  </a:lnTo>
                  <a:lnTo>
                    <a:pt x="5022" y="171224"/>
                  </a:lnTo>
                  <a:lnTo>
                    <a:pt x="6394" y="176346"/>
                  </a:lnTo>
                  <a:lnTo>
                    <a:pt x="7928" y="181421"/>
                  </a:lnTo>
                  <a:lnTo>
                    <a:pt x="9622" y="186446"/>
                  </a:lnTo>
                  <a:lnTo>
                    <a:pt x="11474" y="191414"/>
                  </a:lnTo>
                  <a:lnTo>
                    <a:pt x="13483" y="196321"/>
                  </a:lnTo>
                  <a:lnTo>
                    <a:pt x="15647" y="201162"/>
                  </a:lnTo>
                  <a:lnTo>
                    <a:pt x="17963" y="205932"/>
                  </a:lnTo>
                  <a:lnTo>
                    <a:pt x="20429" y="210626"/>
                  </a:lnTo>
                  <a:lnTo>
                    <a:pt x="23043" y="215239"/>
                  </a:lnTo>
                  <a:lnTo>
                    <a:pt x="25802" y="219767"/>
                  </a:lnTo>
                  <a:lnTo>
                    <a:pt x="28703" y="224205"/>
                  </a:lnTo>
                  <a:lnTo>
                    <a:pt x="31743" y="228549"/>
                  </a:lnTo>
                  <a:lnTo>
                    <a:pt x="34920" y="232795"/>
                  </a:lnTo>
                  <a:lnTo>
                    <a:pt x="38230" y="236937"/>
                  </a:lnTo>
                  <a:lnTo>
                    <a:pt x="41669" y="240973"/>
                  </a:lnTo>
                  <a:lnTo>
                    <a:pt x="45235" y="244897"/>
                  </a:lnTo>
                  <a:lnTo>
                    <a:pt x="48923" y="248707"/>
                  </a:lnTo>
                  <a:lnTo>
                    <a:pt x="52730" y="252397"/>
                  </a:lnTo>
                  <a:lnTo>
                    <a:pt x="56653" y="255965"/>
                  </a:lnTo>
                  <a:lnTo>
                    <a:pt x="60686" y="259407"/>
                  </a:lnTo>
                  <a:lnTo>
                    <a:pt x="64827" y="262719"/>
                  </a:lnTo>
                  <a:lnTo>
                    <a:pt x="69071" y="265898"/>
                  </a:lnTo>
                  <a:lnTo>
                    <a:pt x="73413" y="268941"/>
                  </a:lnTo>
                  <a:lnTo>
                    <a:pt x="77850" y="271844"/>
                  </a:lnTo>
                  <a:lnTo>
                    <a:pt x="82376" y="274606"/>
                  </a:lnTo>
                  <a:lnTo>
                    <a:pt x="86988" y="277222"/>
                  </a:lnTo>
                  <a:lnTo>
                    <a:pt x="91681" y="279691"/>
                  </a:lnTo>
                  <a:lnTo>
                    <a:pt x="96449" y="282010"/>
                  </a:lnTo>
                  <a:lnTo>
                    <a:pt x="101289" y="284176"/>
                  </a:lnTo>
                  <a:lnTo>
                    <a:pt x="106194" y="286188"/>
                  </a:lnTo>
                  <a:lnTo>
                    <a:pt x="111162" y="288043"/>
                  </a:lnTo>
                  <a:lnTo>
                    <a:pt x="116185" y="289740"/>
                  </a:lnTo>
                  <a:lnTo>
                    <a:pt x="121260" y="291277"/>
                  </a:lnTo>
                  <a:lnTo>
                    <a:pt x="126381" y="292652"/>
                  </a:lnTo>
                  <a:lnTo>
                    <a:pt x="131543" y="293863"/>
                  </a:lnTo>
                  <a:lnTo>
                    <a:pt x="136741" y="294911"/>
                  </a:lnTo>
                  <a:lnTo>
                    <a:pt x="141969" y="295793"/>
                  </a:lnTo>
                  <a:lnTo>
                    <a:pt x="147223" y="296509"/>
                  </a:lnTo>
                  <a:lnTo>
                    <a:pt x="152497" y="297058"/>
                  </a:lnTo>
                  <a:lnTo>
                    <a:pt x="157785" y="297439"/>
                  </a:lnTo>
                  <a:lnTo>
                    <a:pt x="163084" y="297653"/>
                  </a:lnTo>
                  <a:lnTo>
                    <a:pt x="168386" y="297698"/>
                  </a:lnTo>
                  <a:lnTo>
                    <a:pt x="173687" y="297575"/>
                  </a:lnTo>
                  <a:lnTo>
                    <a:pt x="178981" y="297284"/>
                  </a:lnTo>
                  <a:lnTo>
                    <a:pt x="184263" y="296825"/>
                  </a:lnTo>
                  <a:lnTo>
                    <a:pt x="189529" y="296199"/>
                  </a:lnTo>
                  <a:lnTo>
                    <a:pt x="194771" y="295406"/>
                  </a:lnTo>
                  <a:lnTo>
                    <a:pt x="199986" y="294448"/>
                  </a:lnTo>
                  <a:lnTo>
                    <a:pt x="205168" y="293324"/>
                  </a:lnTo>
                  <a:lnTo>
                    <a:pt x="210312" y="292037"/>
                  </a:lnTo>
                  <a:lnTo>
                    <a:pt x="215412" y="290587"/>
                  </a:lnTo>
                  <a:lnTo>
                    <a:pt x="220464" y="288977"/>
                  </a:lnTo>
                  <a:lnTo>
                    <a:pt x="225462" y="287206"/>
                  </a:lnTo>
                  <a:lnTo>
                    <a:pt x="230402" y="285279"/>
                  </a:lnTo>
                  <a:lnTo>
                    <a:pt x="235278" y="283195"/>
                  </a:lnTo>
                  <a:lnTo>
                    <a:pt x="240085" y="280958"/>
                  </a:lnTo>
                  <a:lnTo>
                    <a:pt x="244819" y="278570"/>
                  </a:lnTo>
                  <a:lnTo>
                    <a:pt x="249475" y="276032"/>
                  </a:lnTo>
                  <a:lnTo>
                    <a:pt x="254048" y="273349"/>
                  </a:lnTo>
                  <a:lnTo>
                    <a:pt x="258533" y="270521"/>
                  </a:lnTo>
                  <a:lnTo>
                    <a:pt x="262927" y="267553"/>
                  </a:lnTo>
                  <a:lnTo>
                    <a:pt x="267224" y="264447"/>
                  </a:lnTo>
                  <a:lnTo>
                    <a:pt x="271421" y="261206"/>
                  </a:lnTo>
                  <a:lnTo>
                    <a:pt x="275513" y="257834"/>
                  </a:lnTo>
                  <a:lnTo>
                    <a:pt x="279496" y="254333"/>
                  </a:lnTo>
                  <a:lnTo>
                    <a:pt x="283365" y="250708"/>
                  </a:lnTo>
                  <a:lnTo>
                    <a:pt x="287118" y="246963"/>
                  </a:lnTo>
                  <a:lnTo>
                    <a:pt x="290750" y="243100"/>
                  </a:lnTo>
                  <a:lnTo>
                    <a:pt x="294258" y="239123"/>
                  </a:lnTo>
                  <a:lnTo>
                    <a:pt x="297638" y="235038"/>
                  </a:lnTo>
                  <a:lnTo>
                    <a:pt x="300887" y="230847"/>
                  </a:lnTo>
                  <a:lnTo>
                    <a:pt x="304001" y="226556"/>
                  </a:lnTo>
                  <a:lnTo>
                    <a:pt x="306977" y="222168"/>
                  </a:lnTo>
                  <a:lnTo>
                    <a:pt x="309813" y="217687"/>
                  </a:lnTo>
                  <a:lnTo>
                    <a:pt x="312505" y="213119"/>
                  </a:lnTo>
                  <a:lnTo>
                    <a:pt x="315051" y="208468"/>
                  </a:lnTo>
                  <a:lnTo>
                    <a:pt x="317449" y="203739"/>
                  </a:lnTo>
                  <a:lnTo>
                    <a:pt x="319695" y="198936"/>
                  </a:lnTo>
                  <a:lnTo>
                    <a:pt x="321787" y="194064"/>
                  </a:lnTo>
                  <a:lnTo>
                    <a:pt x="323724" y="189128"/>
                  </a:lnTo>
                  <a:lnTo>
                    <a:pt x="325504" y="184133"/>
                  </a:lnTo>
                  <a:lnTo>
                    <a:pt x="327124" y="179084"/>
                  </a:lnTo>
                  <a:lnTo>
                    <a:pt x="328583" y="173987"/>
                  </a:lnTo>
                  <a:lnTo>
                    <a:pt x="329880" y="168845"/>
                  </a:lnTo>
                  <a:lnTo>
                    <a:pt x="331013" y="163666"/>
                  </a:lnTo>
                  <a:lnTo>
                    <a:pt x="331982" y="158452"/>
                  </a:lnTo>
                  <a:lnTo>
                    <a:pt x="332784" y="153211"/>
                  </a:lnTo>
                  <a:lnTo>
                    <a:pt x="333420" y="147947"/>
                  </a:lnTo>
                  <a:lnTo>
                    <a:pt x="333888" y="142665"/>
                  </a:lnTo>
                  <a:lnTo>
                    <a:pt x="334189" y="137372"/>
                  </a:lnTo>
                  <a:lnTo>
                    <a:pt x="334322" y="132071"/>
                  </a:lnTo>
                  <a:lnTo>
                    <a:pt x="334287" y="126769"/>
                  </a:lnTo>
                  <a:lnTo>
                    <a:pt x="334083" y="121470"/>
                  </a:lnTo>
                  <a:lnTo>
                    <a:pt x="333712" y="116181"/>
                  </a:lnTo>
                  <a:lnTo>
                    <a:pt x="333173" y="110906"/>
                  </a:lnTo>
                  <a:lnTo>
                    <a:pt x="332467" y="105651"/>
                  </a:lnTo>
                  <a:lnTo>
                    <a:pt x="331594" y="100421"/>
                  </a:lnTo>
                  <a:lnTo>
                    <a:pt x="330557" y="95221"/>
                  </a:lnTo>
                  <a:lnTo>
                    <a:pt x="329354" y="90057"/>
                  </a:lnTo>
                  <a:lnTo>
                    <a:pt x="327989" y="84933"/>
                  </a:lnTo>
                  <a:lnTo>
                    <a:pt x="326462" y="79856"/>
                  </a:lnTo>
                  <a:lnTo>
                    <a:pt x="324775" y="74829"/>
                  </a:lnTo>
                  <a:lnTo>
                    <a:pt x="322929" y="69858"/>
                  </a:lnTo>
                  <a:lnTo>
                    <a:pt x="320926" y="64949"/>
                  </a:lnTo>
                  <a:lnTo>
                    <a:pt x="318768" y="60105"/>
                  </a:lnTo>
                  <a:lnTo>
                    <a:pt x="316459" y="55332"/>
                  </a:lnTo>
                  <a:lnTo>
                    <a:pt x="313998" y="50635"/>
                  </a:lnTo>
                  <a:lnTo>
                    <a:pt x="311391" y="46019"/>
                  </a:lnTo>
                  <a:lnTo>
                    <a:pt x="308638" y="41487"/>
                  </a:lnTo>
                  <a:lnTo>
                    <a:pt x="167162" y="1305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488720" y="1322571"/>
              <a:ext cx="141475" cy="167167"/>
            </a:xfrm>
            <a:custGeom>
              <a:avLst/>
              <a:pathLst>
                <a:path w="141475" h="167167">
                  <a:moveTo>
                    <a:pt x="141475" y="78119"/>
                  </a:moveTo>
                  <a:lnTo>
                    <a:pt x="138502" y="73562"/>
                  </a:lnTo>
                  <a:lnTo>
                    <a:pt x="135383" y="69104"/>
                  </a:lnTo>
                  <a:lnTo>
                    <a:pt x="132120" y="64750"/>
                  </a:lnTo>
                  <a:lnTo>
                    <a:pt x="128717" y="60505"/>
                  </a:lnTo>
                  <a:lnTo>
                    <a:pt x="125178" y="56373"/>
                  </a:lnTo>
                  <a:lnTo>
                    <a:pt x="121506" y="52358"/>
                  </a:lnTo>
                  <a:lnTo>
                    <a:pt x="117705" y="48464"/>
                  </a:lnTo>
                  <a:lnTo>
                    <a:pt x="113780" y="44696"/>
                  </a:lnTo>
                  <a:lnTo>
                    <a:pt x="109734" y="41059"/>
                  </a:lnTo>
                  <a:lnTo>
                    <a:pt x="105572" y="37554"/>
                  </a:lnTo>
                  <a:lnTo>
                    <a:pt x="101298" y="34187"/>
                  </a:lnTo>
                  <a:lnTo>
                    <a:pt x="96916" y="30961"/>
                  </a:lnTo>
                  <a:lnTo>
                    <a:pt x="92433" y="27879"/>
                  </a:lnTo>
                  <a:lnTo>
                    <a:pt x="87851" y="24945"/>
                  </a:lnTo>
                  <a:lnTo>
                    <a:pt x="83176" y="22161"/>
                  </a:lnTo>
                  <a:lnTo>
                    <a:pt x="78413" y="19531"/>
                  </a:lnTo>
                  <a:lnTo>
                    <a:pt x="73567" y="17058"/>
                  </a:lnTo>
                  <a:lnTo>
                    <a:pt x="68643" y="14743"/>
                  </a:lnTo>
                  <a:lnTo>
                    <a:pt x="63646" y="12590"/>
                  </a:lnTo>
                  <a:lnTo>
                    <a:pt x="58582" y="10600"/>
                  </a:lnTo>
                  <a:lnTo>
                    <a:pt x="53455" y="8777"/>
                  </a:lnTo>
                  <a:lnTo>
                    <a:pt x="48273" y="7121"/>
                  </a:lnTo>
                  <a:lnTo>
                    <a:pt x="43039" y="5635"/>
                  </a:lnTo>
                  <a:lnTo>
                    <a:pt x="37759" y="4320"/>
                  </a:lnTo>
                  <a:lnTo>
                    <a:pt x="32439" y="3177"/>
                  </a:lnTo>
                  <a:lnTo>
                    <a:pt x="27085" y="2208"/>
                  </a:lnTo>
                  <a:lnTo>
                    <a:pt x="21703" y="1414"/>
                  </a:lnTo>
                  <a:lnTo>
                    <a:pt x="16297" y="796"/>
                  </a:lnTo>
                  <a:lnTo>
                    <a:pt x="10874" y="354"/>
                  </a:lnTo>
                  <a:lnTo>
                    <a:pt x="5440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025757" y="1681503"/>
              <a:ext cx="60767" cy="167167"/>
            </a:xfrm>
            <a:custGeom>
              <a:avLst/>
              <a:pathLst>
                <a:path w="60767" h="167167">
                  <a:moveTo>
                    <a:pt x="60767" y="0"/>
                  </a:moveTo>
                  <a:lnTo>
                    <a:pt x="54550" y="115"/>
                  </a:lnTo>
                  <a:lnTo>
                    <a:pt x="48340" y="462"/>
                  </a:lnTo>
                  <a:lnTo>
                    <a:pt x="42148" y="1040"/>
                  </a:lnTo>
                  <a:lnTo>
                    <a:pt x="35982" y="1847"/>
                  </a:lnTo>
                  <a:lnTo>
                    <a:pt x="29850" y="2883"/>
                  </a:lnTo>
                  <a:lnTo>
                    <a:pt x="23761" y="4147"/>
                  </a:lnTo>
                  <a:lnTo>
                    <a:pt x="17723" y="5636"/>
                  </a:lnTo>
                  <a:lnTo>
                    <a:pt x="11745" y="7349"/>
                  </a:lnTo>
                  <a:lnTo>
                    <a:pt x="5834" y="9283"/>
                  </a:lnTo>
                  <a:lnTo>
                    <a:pt x="0" y="11436"/>
                  </a:lnTo>
                  <a:lnTo>
                    <a:pt x="607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25757" y="1692939"/>
              <a:ext cx="60767" cy="155731"/>
            </a:xfrm>
            <a:custGeom>
              <a:avLst/>
              <a:pathLst>
                <a:path w="60767" h="155731">
                  <a:moveTo>
                    <a:pt x="0" y="0"/>
                  </a:moveTo>
                  <a:lnTo>
                    <a:pt x="60767" y="1557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919358" y="1681503"/>
              <a:ext cx="334326" cy="334322"/>
            </a:xfrm>
            <a:custGeom>
              <a:avLst/>
              <a:pathLst>
                <a:path w="334326" h="334322">
                  <a:moveTo>
                    <a:pt x="106398" y="11436"/>
                  </a:moveTo>
                  <a:lnTo>
                    <a:pt x="101507" y="13434"/>
                  </a:lnTo>
                  <a:lnTo>
                    <a:pt x="96681" y="15586"/>
                  </a:lnTo>
                  <a:lnTo>
                    <a:pt x="91925" y="17890"/>
                  </a:lnTo>
                  <a:lnTo>
                    <a:pt x="87245" y="20342"/>
                  </a:lnTo>
                  <a:lnTo>
                    <a:pt x="82645" y="22941"/>
                  </a:lnTo>
                  <a:lnTo>
                    <a:pt x="78129" y="25685"/>
                  </a:lnTo>
                  <a:lnTo>
                    <a:pt x="73701" y="28569"/>
                  </a:lnTo>
                  <a:lnTo>
                    <a:pt x="69368" y="31593"/>
                  </a:lnTo>
                  <a:lnTo>
                    <a:pt x="65132" y="34751"/>
                  </a:lnTo>
                  <a:lnTo>
                    <a:pt x="60998" y="38042"/>
                  </a:lnTo>
                  <a:lnTo>
                    <a:pt x="56970" y="41462"/>
                  </a:lnTo>
                  <a:lnTo>
                    <a:pt x="53052" y="45008"/>
                  </a:lnTo>
                  <a:lnTo>
                    <a:pt x="49248" y="48676"/>
                  </a:lnTo>
                  <a:lnTo>
                    <a:pt x="45562" y="52462"/>
                  </a:lnTo>
                  <a:lnTo>
                    <a:pt x="41998" y="56362"/>
                  </a:lnTo>
                  <a:lnTo>
                    <a:pt x="38558" y="60374"/>
                  </a:lnTo>
                  <a:lnTo>
                    <a:pt x="35247" y="64492"/>
                  </a:lnTo>
                  <a:lnTo>
                    <a:pt x="32068" y="68712"/>
                  </a:lnTo>
                  <a:lnTo>
                    <a:pt x="29024" y="73031"/>
                  </a:lnTo>
                  <a:lnTo>
                    <a:pt x="26118" y="77444"/>
                  </a:lnTo>
                  <a:lnTo>
                    <a:pt x="23352" y="81947"/>
                  </a:lnTo>
                  <a:lnTo>
                    <a:pt x="20731" y="86535"/>
                  </a:lnTo>
                  <a:lnTo>
                    <a:pt x="18256" y="91203"/>
                  </a:lnTo>
                  <a:lnTo>
                    <a:pt x="15929" y="95947"/>
                  </a:lnTo>
                  <a:lnTo>
                    <a:pt x="13754" y="100763"/>
                  </a:lnTo>
                  <a:lnTo>
                    <a:pt x="11732" y="105645"/>
                  </a:lnTo>
                  <a:lnTo>
                    <a:pt x="9865" y="110588"/>
                  </a:lnTo>
                  <a:lnTo>
                    <a:pt x="8155" y="115588"/>
                  </a:lnTo>
                  <a:lnTo>
                    <a:pt x="6605" y="120639"/>
                  </a:lnTo>
                  <a:lnTo>
                    <a:pt x="5214" y="125737"/>
                  </a:lnTo>
                  <a:lnTo>
                    <a:pt x="3986" y="130876"/>
                  </a:lnTo>
                  <a:lnTo>
                    <a:pt x="2920" y="136052"/>
                  </a:lnTo>
                  <a:lnTo>
                    <a:pt x="2019" y="141258"/>
                  </a:lnTo>
                  <a:lnTo>
                    <a:pt x="1283" y="146491"/>
                  </a:lnTo>
                  <a:lnTo>
                    <a:pt x="712" y="151744"/>
                  </a:lnTo>
                  <a:lnTo>
                    <a:pt x="308" y="157012"/>
                  </a:lnTo>
                  <a:lnTo>
                    <a:pt x="70" y="162291"/>
                  </a:lnTo>
                  <a:lnTo>
                    <a:pt x="0" y="167575"/>
                  </a:lnTo>
                  <a:lnTo>
                    <a:pt x="96" y="172858"/>
                  </a:lnTo>
                  <a:lnTo>
                    <a:pt x="359" y="178135"/>
                  </a:lnTo>
                  <a:lnTo>
                    <a:pt x="789" y="183402"/>
                  </a:lnTo>
                  <a:lnTo>
                    <a:pt x="1385" y="188652"/>
                  </a:lnTo>
                  <a:lnTo>
                    <a:pt x="2147" y="193881"/>
                  </a:lnTo>
                  <a:lnTo>
                    <a:pt x="3074" y="199083"/>
                  </a:lnTo>
                  <a:lnTo>
                    <a:pt x="4165" y="204253"/>
                  </a:lnTo>
                  <a:lnTo>
                    <a:pt x="5418" y="209386"/>
                  </a:lnTo>
                  <a:lnTo>
                    <a:pt x="6833" y="214477"/>
                  </a:lnTo>
                  <a:lnTo>
                    <a:pt x="8409" y="219521"/>
                  </a:lnTo>
                  <a:lnTo>
                    <a:pt x="10143" y="224512"/>
                  </a:lnTo>
                  <a:lnTo>
                    <a:pt x="12034" y="229446"/>
                  </a:lnTo>
                  <a:lnTo>
                    <a:pt x="14079" y="234318"/>
                  </a:lnTo>
                  <a:lnTo>
                    <a:pt x="16278" y="239123"/>
                  </a:lnTo>
                  <a:lnTo>
                    <a:pt x="18628" y="243856"/>
                  </a:lnTo>
                  <a:lnTo>
                    <a:pt x="21126" y="248512"/>
                  </a:lnTo>
                  <a:lnTo>
                    <a:pt x="23770" y="253087"/>
                  </a:lnTo>
                  <a:lnTo>
                    <a:pt x="26557" y="257576"/>
                  </a:lnTo>
                  <a:lnTo>
                    <a:pt x="29484" y="261975"/>
                  </a:lnTo>
                  <a:lnTo>
                    <a:pt x="32550" y="266279"/>
                  </a:lnTo>
                  <a:lnTo>
                    <a:pt x="35749" y="270484"/>
                  </a:lnTo>
                  <a:lnTo>
                    <a:pt x="39080" y="274586"/>
                  </a:lnTo>
                  <a:lnTo>
                    <a:pt x="42539" y="278581"/>
                  </a:lnTo>
                  <a:lnTo>
                    <a:pt x="46123" y="282464"/>
                  </a:lnTo>
                  <a:lnTo>
                    <a:pt x="49827" y="286232"/>
                  </a:lnTo>
                  <a:lnTo>
                    <a:pt x="53649" y="289881"/>
                  </a:lnTo>
                  <a:lnTo>
                    <a:pt x="57584" y="293407"/>
                  </a:lnTo>
                  <a:lnTo>
                    <a:pt x="61629" y="296808"/>
                  </a:lnTo>
                  <a:lnTo>
                    <a:pt x="65779" y="300078"/>
                  </a:lnTo>
                  <a:lnTo>
                    <a:pt x="70030" y="303216"/>
                  </a:lnTo>
                  <a:lnTo>
                    <a:pt x="74378" y="306218"/>
                  </a:lnTo>
                  <a:lnTo>
                    <a:pt x="78820" y="309082"/>
                  </a:lnTo>
                  <a:lnTo>
                    <a:pt x="83349" y="311803"/>
                  </a:lnTo>
                  <a:lnTo>
                    <a:pt x="87962" y="314380"/>
                  </a:lnTo>
                  <a:lnTo>
                    <a:pt x="92654" y="316809"/>
                  </a:lnTo>
                  <a:lnTo>
                    <a:pt x="97421" y="319090"/>
                  </a:lnTo>
                  <a:lnTo>
                    <a:pt x="102257" y="321218"/>
                  </a:lnTo>
                  <a:lnTo>
                    <a:pt x="107159" y="323193"/>
                  </a:lnTo>
                  <a:lnTo>
                    <a:pt x="112120" y="325011"/>
                  </a:lnTo>
                  <a:lnTo>
                    <a:pt x="117136" y="326672"/>
                  </a:lnTo>
                  <a:lnTo>
                    <a:pt x="122202" y="328174"/>
                  </a:lnTo>
                  <a:lnTo>
                    <a:pt x="127313" y="329514"/>
                  </a:lnTo>
                  <a:lnTo>
                    <a:pt x="132464" y="330693"/>
                  </a:lnTo>
                  <a:lnTo>
                    <a:pt x="137650" y="331708"/>
                  </a:lnTo>
                  <a:lnTo>
                    <a:pt x="142865" y="332559"/>
                  </a:lnTo>
                  <a:lnTo>
                    <a:pt x="148104" y="333244"/>
                  </a:lnTo>
                  <a:lnTo>
                    <a:pt x="153363" y="333763"/>
                  </a:lnTo>
                  <a:lnTo>
                    <a:pt x="158635" y="334117"/>
                  </a:lnTo>
                  <a:lnTo>
                    <a:pt x="163916" y="334303"/>
                  </a:lnTo>
                  <a:lnTo>
                    <a:pt x="169200" y="334322"/>
                  </a:lnTo>
                  <a:lnTo>
                    <a:pt x="174481" y="334174"/>
                  </a:lnTo>
                  <a:lnTo>
                    <a:pt x="179756" y="333860"/>
                  </a:lnTo>
                  <a:lnTo>
                    <a:pt x="185018" y="333378"/>
                  </a:lnTo>
                  <a:lnTo>
                    <a:pt x="190262" y="332731"/>
                  </a:lnTo>
                  <a:lnTo>
                    <a:pt x="195484" y="331919"/>
                  </a:lnTo>
                  <a:lnTo>
                    <a:pt x="200676" y="330941"/>
                  </a:lnTo>
                  <a:lnTo>
                    <a:pt x="205836" y="329800"/>
                  </a:lnTo>
                  <a:lnTo>
                    <a:pt x="210956" y="328497"/>
                  </a:lnTo>
                  <a:lnTo>
                    <a:pt x="216033" y="327032"/>
                  </a:lnTo>
                  <a:lnTo>
                    <a:pt x="221062" y="325408"/>
                  </a:lnTo>
                  <a:lnTo>
                    <a:pt x="226036" y="323626"/>
                  </a:lnTo>
                  <a:lnTo>
                    <a:pt x="230951" y="321687"/>
                  </a:lnTo>
                  <a:lnTo>
                    <a:pt x="235803" y="319594"/>
                  </a:lnTo>
                  <a:lnTo>
                    <a:pt x="240586" y="317348"/>
                  </a:lnTo>
                  <a:lnTo>
                    <a:pt x="245296" y="314953"/>
                  </a:lnTo>
                  <a:lnTo>
                    <a:pt x="249928" y="312410"/>
                  </a:lnTo>
                  <a:lnTo>
                    <a:pt x="254477" y="309722"/>
                  </a:lnTo>
                  <a:lnTo>
                    <a:pt x="258939" y="306891"/>
                  </a:lnTo>
                  <a:lnTo>
                    <a:pt x="263309" y="303921"/>
                  </a:lnTo>
                  <a:lnTo>
                    <a:pt x="267583" y="300814"/>
                  </a:lnTo>
                  <a:lnTo>
                    <a:pt x="271757" y="297573"/>
                  </a:lnTo>
                  <a:lnTo>
                    <a:pt x="275826" y="294202"/>
                  </a:lnTo>
                  <a:lnTo>
                    <a:pt x="279787" y="290705"/>
                  </a:lnTo>
                  <a:lnTo>
                    <a:pt x="283635" y="287084"/>
                  </a:lnTo>
                  <a:lnTo>
                    <a:pt x="287367" y="283343"/>
                  </a:lnTo>
                  <a:lnTo>
                    <a:pt x="290979" y="279486"/>
                  </a:lnTo>
                  <a:lnTo>
                    <a:pt x="294467" y="275517"/>
                  </a:lnTo>
                  <a:lnTo>
                    <a:pt x="297827" y="271439"/>
                  </a:lnTo>
                  <a:lnTo>
                    <a:pt x="301058" y="267257"/>
                  </a:lnTo>
                  <a:lnTo>
                    <a:pt x="304154" y="262976"/>
                  </a:lnTo>
                  <a:lnTo>
                    <a:pt x="307114" y="258598"/>
                  </a:lnTo>
                  <a:lnTo>
                    <a:pt x="309933" y="254130"/>
                  </a:lnTo>
                  <a:lnTo>
                    <a:pt x="312611" y="249574"/>
                  </a:lnTo>
                  <a:lnTo>
                    <a:pt x="315142" y="244936"/>
                  </a:lnTo>
                  <a:lnTo>
                    <a:pt x="317526" y="240220"/>
                  </a:lnTo>
                  <a:lnTo>
                    <a:pt x="319760" y="235432"/>
                  </a:lnTo>
                  <a:lnTo>
                    <a:pt x="321841" y="230575"/>
                  </a:lnTo>
                  <a:lnTo>
                    <a:pt x="323768" y="225655"/>
                  </a:lnTo>
                  <a:lnTo>
                    <a:pt x="325539" y="220676"/>
                  </a:lnTo>
                  <a:lnTo>
                    <a:pt x="327151" y="215644"/>
                  </a:lnTo>
                  <a:lnTo>
                    <a:pt x="328603" y="210564"/>
                  </a:lnTo>
                  <a:lnTo>
                    <a:pt x="329894" y="205440"/>
                  </a:lnTo>
                  <a:lnTo>
                    <a:pt x="331022" y="200277"/>
                  </a:lnTo>
                  <a:lnTo>
                    <a:pt x="331987" y="195082"/>
                  </a:lnTo>
                  <a:lnTo>
                    <a:pt x="332787" y="189859"/>
                  </a:lnTo>
                  <a:lnTo>
                    <a:pt x="333421" y="184613"/>
                  </a:lnTo>
                  <a:lnTo>
                    <a:pt x="333889" y="179350"/>
                  </a:lnTo>
                  <a:lnTo>
                    <a:pt x="334191" y="174075"/>
                  </a:lnTo>
                  <a:lnTo>
                    <a:pt x="334326" y="168792"/>
                  </a:lnTo>
                  <a:lnTo>
                    <a:pt x="334294" y="163509"/>
                  </a:lnTo>
                  <a:lnTo>
                    <a:pt x="334095" y="158228"/>
                  </a:lnTo>
                  <a:lnTo>
                    <a:pt x="333729" y="152957"/>
                  </a:lnTo>
                  <a:lnTo>
                    <a:pt x="333197" y="147700"/>
                  </a:lnTo>
                  <a:lnTo>
                    <a:pt x="332498" y="142462"/>
                  </a:lnTo>
                  <a:lnTo>
                    <a:pt x="331635" y="137249"/>
                  </a:lnTo>
                  <a:lnTo>
                    <a:pt x="330607" y="132066"/>
                  </a:lnTo>
                  <a:lnTo>
                    <a:pt x="329416" y="126918"/>
                  </a:lnTo>
                  <a:lnTo>
                    <a:pt x="328063" y="121810"/>
                  </a:lnTo>
                  <a:lnTo>
                    <a:pt x="326549" y="116748"/>
                  </a:lnTo>
                  <a:lnTo>
                    <a:pt x="324876" y="111736"/>
                  </a:lnTo>
                  <a:lnTo>
                    <a:pt x="323045" y="106779"/>
                  </a:lnTo>
                  <a:lnTo>
                    <a:pt x="321059" y="101882"/>
                  </a:lnTo>
                  <a:lnTo>
                    <a:pt x="318919" y="97051"/>
                  </a:lnTo>
                  <a:lnTo>
                    <a:pt x="316627" y="92290"/>
                  </a:lnTo>
                  <a:lnTo>
                    <a:pt x="314186" y="87604"/>
                  </a:lnTo>
                  <a:lnTo>
                    <a:pt x="311598" y="82997"/>
                  </a:lnTo>
                  <a:lnTo>
                    <a:pt x="308865" y="78474"/>
                  </a:lnTo>
                  <a:lnTo>
                    <a:pt x="305991" y="74040"/>
                  </a:lnTo>
                  <a:lnTo>
                    <a:pt x="302979" y="69699"/>
                  </a:lnTo>
                  <a:lnTo>
                    <a:pt x="299830" y="65455"/>
                  </a:lnTo>
                  <a:lnTo>
                    <a:pt x="296550" y="61313"/>
                  </a:lnTo>
                  <a:lnTo>
                    <a:pt x="293139" y="57277"/>
                  </a:lnTo>
                  <a:lnTo>
                    <a:pt x="289603" y="53351"/>
                  </a:lnTo>
                  <a:lnTo>
                    <a:pt x="285945" y="49538"/>
                  </a:lnTo>
                  <a:lnTo>
                    <a:pt x="282168" y="45843"/>
                  </a:lnTo>
                  <a:lnTo>
                    <a:pt x="278276" y="42269"/>
                  </a:lnTo>
                  <a:lnTo>
                    <a:pt x="274273" y="38819"/>
                  </a:lnTo>
                  <a:lnTo>
                    <a:pt x="270163" y="35498"/>
                  </a:lnTo>
                  <a:lnTo>
                    <a:pt x="265950" y="32309"/>
                  </a:lnTo>
                  <a:lnTo>
                    <a:pt x="261639" y="29254"/>
                  </a:lnTo>
                  <a:lnTo>
                    <a:pt x="257233" y="26337"/>
                  </a:lnTo>
                  <a:lnTo>
                    <a:pt x="252737" y="23561"/>
                  </a:lnTo>
                  <a:lnTo>
                    <a:pt x="248155" y="20928"/>
                  </a:lnTo>
                  <a:lnTo>
                    <a:pt x="243493" y="18442"/>
                  </a:lnTo>
                  <a:lnTo>
                    <a:pt x="238754" y="16104"/>
                  </a:lnTo>
                  <a:lnTo>
                    <a:pt x="233944" y="13917"/>
                  </a:lnTo>
                  <a:lnTo>
                    <a:pt x="229067" y="11883"/>
                  </a:lnTo>
                  <a:lnTo>
                    <a:pt x="224129" y="10004"/>
                  </a:lnTo>
                  <a:lnTo>
                    <a:pt x="219133" y="8282"/>
                  </a:lnTo>
                  <a:lnTo>
                    <a:pt x="214086" y="6719"/>
                  </a:lnTo>
                  <a:lnTo>
                    <a:pt x="208991" y="5316"/>
                  </a:lnTo>
                  <a:lnTo>
                    <a:pt x="203855" y="4075"/>
                  </a:lnTo>
                  <a:lnTo>
                    <a:pt x="198682" y="2997"/>
                  </a:lnTo>
                  <a:lnTo>
                    <a:pt x="193478" y="2083"/>
                  </a:lnTo>
                  <a:lnTo>
                    <a:pt x="188247" y="1334"/>
                  </a:lnTo>
                  <a:lnTo>
                    <a:pt x="182995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83448" y="2126963"/>
              <a:ext cx="97839" cy="167167"/>
            </a:xfrm>
            <a:custGeom>
              <a:avLst/>
              <a:pathLst>
                <a:path w="97839" h="167167">
                  <a:moveTo>
                    <a:pt x="97839" y="0"/>
                  </a:moveTo>
                  <a:lnTo>
                    <a:pt x="92034" y="100"/>
                  </a:lnTo>
                  <a:lnTo>
                    <a:pt x="86235" y="403"/>
                  </a:lnTo>
                  <a:lnTo>
                    <a:pt x="80451" y="906"/>
                  </a:lnTo>
                  <a:lnTo>
                    <a:pt x="74688" y="1610"/>
                  </a:lnTo>
                  <a:lnTo>
                    <a:pt x="68952" y="2514"/>
                  </a:lnTo>
                  <a:lnTo>
                    <a:pt x="63252" y="3617"/>
                  </a:lnTo>
                  <a:lnTo>
                    <a:pt x="57593" y="4917"/>
                  </a:lnTo>
                  <a:lnTo>
                    <a:pt x="51982" y="6412"/>
                  </a:lnTo>
                  <a:lnTo>
                    <a:pt x="46428" y="8102"/>
                  </a:lnTo>
                  <a:lnTo>
                    <a:pt x="40935" y="9983"/>
                  </a:lnTo>
                  <a:lnTo>
                    <a:pt x="35510" y="12054"/>
                  </a:lnTo>
                  <a:lnTo>
                    <a:pt x="30161" y="14312"/>
                  </a:lnTo>
                  <a:lnTo>
                    <a:pt x="24894" y="16754"/>
                  </a:lnTo>
                  <a:lnTo>
                    <a:pt x="19714" y="19378"/>
                  </a:lnTo>
                  <a:lnTo>
                    <a:pt x="14629" y="22181"/>
                  </a:lnTo>
                  <a:lnTo>
                    <a:pt x="9644" y="25158"/>
                  </a:lnTo>
                  <a:lnTo>
                    <a:pt x="4766" y="28306"/>
                  </a:lnTo>
                  <a:lnTo>
                    <a:pt x="0" y="31622"/>
                  </a:lnTo>
                  <a:lnTo>
                    <a:pt x="97839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83448" y="2158586"/>
              <a:ext cx="97839" cy="135544"/>
            </a:xfrm>
            <a:custGeom>
              <a:avLst/>
              <a:pathLst>
                <a:path w="97839" h="135544">
                  <a:moveTo>
                    <a:pt x="0" y="0"/>
                  </a:moveTo>
                  <a:lnTo>
                    <a:pt x="97839" y="1355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614120" y="2127712"/>
              <a:ext cx="334326" cy="333572"/>
            </a:xfrm>
            <a:custGeom>
              <a:avLst/>
              <a:pathLst>
                <a:path w="334326" h="333572">
                  <a:moveTo>
                    <a:pt x="69327" y="30873"/>
                  </a:moveTo>
                  <a:lnTo>
                    <a:pt x="65092" y="34033"/>
                  </a:lnTo>
                  <a:lnTo>
                    <a:pt x="60959" y="37325"/>
                  </a:lnTo>
                  <a:lnTo>
                    <a:pt x="56932" y="40746"/>
                  </a:lnTo>
                  <a:lnTo>
                    <a:pt x="53016" y="44293"/>
                  </a:lnTo>
                  <a:lnTo>
                    <a:pt x="49213" y="47961"/>
                  </a:lnTo>
                  <a:lnTo>
                    <a:pt x="45528" y="51748"/>
                  </a:lnTo>
                  <a:lnTo>
                    <a:pt x="41965" y="55650"/>
                  </a:lnTo>
                  <a:lnTo>
                    <a:pt x="38527" y="59662"/>
                  </a:lnTo>
                  <a:lnTo>
                    <a:pt x="35217" y="63781"/>
                  </a:lnTo>
                  <a:lnTo>
                    <a:pt x="32039" y="68002"/>
                  </a:lnTo>
                  <a:lnTo>
                    <a:pt x="28996" y="72322"/>
                  </a:lnTo>
                  <a:lnTo>
                    <a:pt x="26092" y="76736"/>
                  </a:lnTo>
                  <a:lnTo>
                    <a:pt x="23328" y="81239"/>
                  </a:lnTo>
                  <a:lnTo>
                    <a:pt x="20708" y="85828"/>
                  </a:lnTo>
                  <a:lnTo>
                    <a:pt x="18234" y="90496"/>
                  </a:lnTo>
                  <a:lnTo>
                    <a:pt x="15909" y="95241"/>
                  </a:lnTo>
                  <a:lnTo>
                    <a:pt x="13735" y="100057"/>
                  </a:lnTo>
                  <a:lnTo>
                    <a:pt x="11714" y="104939"/>
                  </a:lnTo>
                  <a:lnTo>
                    <a:pt x="9849" y="109883"/>
                  </a:lnTo>
                  <a:lnTo>
                    <a:pt x="8141" y="114883"/>
                  </a:lnTo>
                  <a:lnTo>
                    <a:pt x="6591" y="119935"/>
                  </a:lnTo>
                  <a:lnTo>
                    <a:pt x="5203" y="125033"/>
                  </a:lnTo>
                  <a:lnTo>
                    <a:pt x="3976" y="130172"/>
                  </a:lnTo>
                  <a:lnTo>
                    <a:pt x="2912" y="135348"/>
                  </a:lnTo>
                  <a:lnTo>
                    <a:pt x="2012" y="140554"/>
                  </a:lnTo>
                  <a:lnTo>
                    <a:pt x="1277" y="145787"/>
                  </a:lnTo>
                  <a:lnTo>
                    <a:pt x="708" y="151040"/>
                  </a:lnTo>
                  <a:lnTo>
                    <a:pt x="305" y="156309"/>
                  </a:lnTo>
                  <a:lnTo>
                    <a:pt x="69" y="161587"/>
                  </a:lnTo>
                  <a:lnTo>
                    <a:pt x="0" y="166870"/>
                  </a:lnTo>
                  <a:lnTo>
                    <a:pt x="97" y="172153"/>
                  </a:lnTo>
                  <a:lnTo>
                    <a:pt x="362" y="177431"/>
                  </a:lnTo>
                  <a:lnTo>
                    <a:pt x="793" y="182697"/>
                  </a:lnTo>
                  <a:lnTo>
                    <a:pt x="1391" y="187947"/>
                  </a:lnTo>
                  <a:lnTo>
                    <a:pt x="2154" y="193175"/>
                  </a:lnTo>
                  <a:lnTo>
                    <a:pt x="3082" y="198377"/>
                  </a:lnTo>
                  <a:lnTo>
                    <a:pt x="4174" y="203547"/>
                  </a:lnTo>
                  <a:lnTo>
                    <a:pt x="5429" y="208679"/>
                  </a:lnTo>
                  <a:lnTo>
                    <a:pt x="6846" y="213770"/>
                  </a:lnTo>
                  <a:lnTo>
                    <a:pt x="8422" y="218813"/>
                  </a:lnTo>
                  <a:lnTo>
                    <a:pt x="10157" y="223804"/>
                  </a:lnTo>
                  <a:lnTo>
                    <a:pt x="12049" y="228737"/>
                  </a:lnTo>
                  <a:lnTo>
                    <a:pt x="14096" y="233608"/>
                  </a:lnTo>
                  <a:lnTo>
                    <a:pt x="16296" y="238412"/>
                  </a:lnTo>
                  <a:lnTo>
                    <a:pt x="18647" y="243145"/>
                  </a:lnTo>
                  <a:lnTo>
                    <a:pt x="21146" y="247800"/>
                  </a:lnTo>
                  <a:lnTo>
                    <a:pt x="23791" y="252374"/>
                  </a:lnTo>
                  <a:lnTo>
                    <a:pt x="26579" y="256863"/>
                  </a:lnTo>
                  <a:lnTo>
                    <a:pt x="29508" y="261260"/>
                  </a:lnTo>
                  <a:lnTo>
                    <a:pt x="32574" y="265564"/>
                  </a:lnTo>
                  <a:lnTo>
                    <a:pt x="35775" y="269768"/>
                  </a:lnTo>
                  <a:lnTo>
                    <a:pt x="39107" y="273869"/>
                  </a:lnTo>
                  <a:lnTo>
                    <a:pt x="42567" y="277862"/>
                  </a:lnTo>
                  <a:lnTo>
                    <a:pt x="46151" y="281744"/>
                  </a:lnTo>
                  <a:lnTo>
                    <a:pt x="49856" y="285511"/>
                  </a:lnTo>
                  <a:lnTo>
                    <a:pt x="53679" y="289159"/>
                  </a:lnTo>
                  <a:lnTo>
                    <a:pt x="57615" y="292685"/>
                  </a:lnTo>
                  <a:lnTo>
                    <a:pt x="61660" y="296084"/>
                  </a:lnTo>
                  <a:lnTo>
                    <a:pt x="65811" y="299354"/>
                  </a:lnTo>
                  <a:lnTo>
                    <a:pt x="70062" y="302490"/>
                  </a:lnTo>
                  <a:lnTo>
                    <a:pt x="74411" y="305491"/>
                  </a:lnTo>
                  <a:lnTo>
                    <a:pt x="78853" y="308353"/>
                  </a:lnTo>
                  <a:lnTo>
                    <a:pt x="83383" y="311073"/>
                  </a:lnTo>
                  <a:lnTo>
                    <a:pt x="87996" y="313649"/>
                  </a:lnTo>
                  <a:lnTo>
                    <a:pt x="92689" y="316078"/>
                  </a:lnTo>
                  <a:lnTo>
                    <a:pt x="97456" y="318357"/>
                  </a:lnTo>
                  <a:lnTo>
                    <a:pt x="102293" y="320484"/>
                  </a:lnTo>
                  <a:lnTo>
                    <a:pt x="107194" y="322457"/>
                  </a:lnTo>
                  <a:lnTo>
                    <a:pt x="112156" y="324275"/>
                  </a:lnTo>
                  <a:lnTo>
                    <a:pt x="117172" y="325934"/>
                  </a:lnTo>
                  <a:lnTo>
                    <a:pt x="122239" y="327435"/>
                  </a:lnTo>
                  <a:lnTo>
                    <a:pt x="127350" y="328774"/>
                  </a:lnTo>
                  <a:lnTo>
                    <a:pt x="132501" y="329951"/>
                  </a:lnTo>
                  <a:lnTo>
                    <a:pt x="137687" y="330965"/>
                  </a:lnTo>
                  <a:lnTo>
                    <a:pt x="142902" y="331815"/>
                  </a:lnTo>
                  <a:lnTo>
                    <a:pt x="148141" y="332499"/>
                  </a:lnTo>
                  <a:lnTo>
                    <a:pt x="153399" y="333017"/>
                  </a:lnTo>
                  <a:lnTo>
                    <a:pt x="158672" y="333369"/>
                  </a:lnTo>
                  <a:lnTo>
                    <a:pt x="163952" y="333554"/>
                  </a:lnTo>
                  <a:lnTo>
                    <a:pt x="169236" y="333572"/>
                  </a:lnTo>
                  <a:lnTo>
                    <a:pt x="174518" y="333423"/>
                  </a:lnTo>
                  <a:lnTo>
                    <a:pt x="179792" y="333108"/>
                  </a:lnTo>
                  <a:lnTo>
                    <a:pt x="185054" y="332625"/>
                  </a:lnTo>
                  <a:lnTo>
                    <a:pt x="190298" y="331977"/>
                  </a:lnTo>
                  <a:lnTo>
                    <a:pt x="195519" y="331163"/>
                  </a:lnTo>
                  <a:lnTo>
                    <a:pt x="200711" y="330185"/>
                  </a:lnTo>
                  <a:lnTo>
                    <a:pt x="205870" y="329043"/>
                  </a:lnTo>
                  <a:lnTo>
                    <a:pt x="210990" y="327739"/>
                  </a:lnTo>
                  <a:lnTo>
                    <a:pt x="216067" y="326273"/>
                  </a:lnTo>
                  <a:lnTo>
                    <a:pt x="221094" y="324648"/>
                  </a:lnTo>
                  <a:lnTo>
                    <a:pt x="226068" y="322864"/>
                  </a:lnTo>
                  <a:lnTo>
                    <a:pt x="230983" y="320925"/>
                  </a:lnTo>
                  <a:lnTo>
                    <a:pt x="235834" y="318831"/>
                  </a:lnTo>
                  <a:lnTo>
                    <a:pt x="240617" y="316584"/>
                  </a:lnTo>
                  <a:lnTo>
                    <a:pt x="245326" y="314188"/>
                  </a:lnTo>
                  <a:lnTo>
                    <a:pt x="249957" y="311644"/>
                  </a:lnTo>
                  <a:lnTo>
                    <a:pt x="254506" y="308955"/>
                  </a:lnTo>
                  <a:lnTo>
                    <a:pt x="258967" y="306123"/>
                  </a:lnTo>
                  <a:lnTo>
                    <a:pt x="263336" y="303152"/>
                  </a:lnTo>
                  <a:lnTo>
                    <a:pt x="267609" y="300045"/>
                  </a:lnTo>
                  <a:lnTo>
                    <a:pt x="271782" y="296803"/>
                  </a:lnTo>
                  <a:lnTo>
                    <a:pt x="275851" y="293432"/>
                  </a:lnTo>
                  <a:lnTo>
                    <a:pt x="279811" y="289934"/>
                  </a:lnTo>
                  <a:lnTo>
                    <a:pt x="283658" y="286312"/>
                  </a:lnTo>
                  <a:lnTo>
                    <a:pt x="287389" y="282570"/>
                  </a:lnTo>
                  <a:lnTo>
                    <a:pt x="291000" y="278713"/>
                  </a:lnTo>
                  <a:lnTo>
                    <a:pt x="294487" y="274743"/>
                  </a:lnTo>
                  <a:lnTo>
                    <a:pt x="297847" y="270665"/>
                  </a:lnTo>
                  <a:lnTo>
                    <a:pt x="301076" y="266483"/>
                  </a:lnTo>
                  <a:lnTo>
                    <a:pt x="304172" y="262201"/>
                  </a:lnTo>
                  <a:lnTo>
                    <a:pt x="307131" y="257823"/>
                  </a:lnTo>
                  <a:lnTo>
                    <a:pt x="309949" y="253354"/>
                  </a:lnTo>
                  <a:lnTo>
                    <a:pt x="312626" y="248798"/>
                  </a:lnTo>
                  <a:lnTo>
                    <a:pt x="315157" y="244160"/>
                  </a:lnTo>
                  <a:lnTo>
                    <a:pt x="317540" y="239444"/>
                  </a:lnTo>
                  <a:lnTo>
                    <a:pt x="319772" y="234655"/>
                  </a:lnTo>
                  <a:lnTo>
                    <a:pt x="321853" y="229798"/>
                  </a:lnTo>
                  <a:lnTo>
                    <a:pt x="323779" y="224878"/>
                  </a:lnTo>
                  <a:lnTo>
                    <a:pt x="325548" y="219899"/>
                  </a:lnTo>
                  <a:lnTo>
                    <a:pt x="327159" y="214867"/>
                  </a:lnTo>
                  <a:lnTo>
                    <a:pt x="328610" y="209786"/>
                  </a:lnTo>
                  <a:lnTo>
                    <a:pt x="329900" y="204662"/>
                  </a:lnTo>
                  <a:lnTo>
                    <a:pt x="331028" y="199500"/>
                  </a:lnTo>
                  <a:lnTo>
                    <a:pt x="331991" y="194305"/>
                  </a:lnTo>
                  <a:lnTo>
                    <a:pt x="332790" y="189081"/>
                  </a:lnTo>
                  <a:lnTo>
                    <a:pt x="333424" y="183836"/>
                  </a:lnTo>
                  <a:lnTo>
                    <a:pt x="333891" y="178573"/>
                  </a:lnTo>
                  <a:lnTo>
                    <a:pt x="334192" y="173297"/>
                  </a:lnTo>
                  <a:lnTo>
                    <a:pt x="334326" y="168015"/>
                  </a:lnTo>
                  <a:lnTo>
                    <a:pt x="334293" y="162731"/>
                  </a:lnTo>
                  <a:lnTo>
                    <a:pt x="334093" y="157451"/>
                  </a:lnTo>
                  <a:lnTo>
                    <a:pt x="333726" y="152180"/>
                  </a:lnTo>
                  <a:lnTo>
                    <a:pt x="333193" y="146923"/>
                  </a:lnTo>
                  <a:lnTo>
                    <a:pt x="332494" y="141686"/>
                  </a:lnTo>
                  <a:lnTo>
                    <a:pt x="331630" y="136473"/>
                  </a:lnTo>
                  <a:lnTo>
                    <a:pt x="330601" y="131291"/>
                  </a:lnTo>
                  <a:lnTo>
                    <a:pt x="329410" y="126143"/>
                  </a:lnTo>
                  <a:lnTo>
                    <a:pt x="328056" y="121035"/>
                  </a:lnTo>
                  <a:lnTo>
                    <a:pt x="326541" y="115973"/>
                  </a:lnTo>
                  <a:lnTo>
                    <a:pt x="324867" y="110962"/>
                  </a:lnTo>
                  <a:lnTo>
                    <a:pt x="323036" y="106005"/>
                  </a:lnTo>
                  <a:lnTo>
                    <a:pt x="321049" y="101109"/>
                  </a:lnTo>
                  <a:lnTo>
                    <a:pt x="318908" y="96279"/>
                  </a:lnTo>
                  <a:lnTo>
                    <a:pt x="316615" y="91518"/>
                  </a:lnTo>
                  <a:lnTo>
                    <a:pt x="314174" y="86832"/>
                  </a:lnTo>
                  <a:lnTo>
                    <a:pt x="311585" y="82226"/>
                  </a:lnTo>
                  <a:lnTo>
                    <a:pt x="308852" y="77704"/>
                  </a:lnTo>
                  <a:lnTo>
                    <a:pt x="305977" y="73270"/>
                  </a:lnTo>
                  <a:lnTo>
                    <a:pt x="302964" y="68930"/>
                  </a:lnTo>
                  <a:lnTo>
                    <a:pt x="299815" y="64687"/>
                  </a:lnTo>
                  <a:lnTo>
                    <a:pt x="296534" y="60545"/>
                  </a:lnTo>
                  <a:lnTo>
                    <a:pt x="293123" y="56510"/>
                  </a:lnTo>
                  <a:lnTo>
                    <a:pt x="289587" y="52584"/>
                  </a:lnTo>
                  <a:lnTo>
                    <a:pt x="285928" y="48772"/>
                  </a:lnTo>
                  <a:lnTo>
                    <a:pt x="282151" y="45077"/>
                  </a:lnTo>
                  <a:lnTo>
                    <a:pt x="278258" y="41504"/>
                  </a:lnTo>
                  <a:lnTo>
                    <a:pt x="274255" y="38055"/>
                  </a:lnTo>
                  <a:lnTo>
                    <a:pt x="270145" y="34735"/>
                  </a:lnTo>
                  <a:lnTo>
                    <a:pt x="265932" y="31546"/>
                  </a:lnTo>
                  <a:lnTo>
                    <a:pt x="261620" y="28492"/>
                  </a:lnTo>
                  <a:lnTo>
                    <a:pt x="257214" y="25576"/>
                  </a:lnTo>
                  <a:lnTo>
                    <a:pt x="252718" y="22800"/>
                  </a:lnTo>
                  <a:lnTo>
                    <a:pt x="248136" y="20168"/>
                  </a:lnTo>
                  <a:lnTo>
                    <a:pt x="243473" y="17682"/>
                  </a:lnTo>
                  <a:lnTo>
                    <a:pt x="238735" y="15345"/>
                  </a:lnTo>
                  <a:lnTo>
                    <a:pt x="233924" y="13159"/>
                  </a:lnTo>
                  <a:lnTo>
                    <a:pt x="229047" y="11125"/>
                  </a:lnTo>
                  <a:lnTo>
                    <a:pt x="224109" y="9247"/>
                  </a:lnTo>
                  <a:lnTo>
                    <a:pt x="219113" y="7526"/>
                  </a:lnTo>
                  <a:lnTo>
                    <a:pt x="214065" y="5964"/>
                  </a:lnTo>
                  <a:lnTo>
                    <a:pt x="208971" y="4562"/>
                  </a:lnTo>
                  <a:lnTo>
                    <a:pt x="203835" y="3321"/>
                  </a:lnTo>
                  <a:lnTo>
                    <a:pt x="198662" y="2244"/>
                  </a:lnTo>
                  <a:lnTo>
                    <a:pt x="193458" y="1331"/>
                  </a:lnTo>
                  <a:lnTo>
                    <a:pt x="188227" y="582"/>
                  </a:lnTo>
                  <a:lnTo>
                    <a:pt x="182975" y="0"/>
                  </a:lnTo>
                  <a:lnTo>
                    <a:pt x="167166" y="166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2126963"/>
              <a:ext cx="15809" cy="167167"/>
            </a:xfrm>
            <a:custGeom>
              <a:avLst/>
              <a:pathLst>
                <a:path w="15809" h="167167">
                  <a:moveTo>
                    <a:pt x="15809" y="749"/>
                  </a:moveTo>
                  <a:lnTo>
                    <a:pt x="7913" y="1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423599" y="2633064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0" y="1343"/>
                  </a:lnTo>
                  <a:lnTo>
                    <a:pt x="140753" y="2097"/>
                  </a:lnTo>
                  <a:lnTo>
                    <a:pt x="135533" y="3016"/>
                  </a:lnTo>
                  <a:lnTo>
                    <a:pt x="130344" y="4101"/>
                  </a:lnTo>
                  <a:lnTo>
                    <a:pt x="125192" y="5350"/>
                  </a:lnTo>
                  <a:lnTo>
                    <a:pt x="120082" y="6762"/>
                  </a:lnTo>
                  <a:lnTo>
                    <a:pt x="115020" y="8335"/>
                  </a:lnTo>
                  <a:lnTo>
                    <a:pt x="110010" y="10068"/>
                  </a:lnTo>
                  <a:lnTo>
                    <a:pt x="105058" y="11958"/>
                  </a:lnTo>
                  <a:lnTo>
                    <a:pt x="100168" y="14005"/>
                  </a:lnTo>
                  <a:lnTo>
                    <a:pt x="95345" y="16206"/>
                  </a:lnTo>
                  <a:lnTo>
                    <a:pt x="90595" y="18559"/>
                  </a:lnTo>
                  <a:lnTo>
                    <a:pt x="85921" y="21061"/>
                  </a:lnTo>
                  <a:lnTo>
                    <a:pt x="81330" y="23709"/>
                  </a:lnTo>
                  <a:lnTo>
                    <a:pt x="76824" y="26503"/>
                  </a:lnTo>
                  <a:lnTo>
                    <a:pt x="72409" y="29437"/>
                  </a:lnTo>
                  <a:lnTo>
                    <a:pt x="68090" y="32510"/>
                  </a:lnTo>
                  <a:lnTo>
                    <a:pt x="63870" y="35719"/>
                  </a:lnTo>
                  <a:lnTo>
                    <a:pt x="59755" y="39060"/>
                  </a:lnTo>
                  <a:lnTo>
                    <a:pt x="55747" y="42529"/>
                  </a:lnTo>
                  <a:lnTo>
                    <a:pt x="51851" y="46124"/>
                  </a:lnTo>
                  <a:lnTo>
                    <a:pt x="48071" y="49841"/>
                  </a:lnTo>
                  <a:lnTo>
                    <a:pt x="44411" y="53675"/>
                  </a:lnTo>
                  <a:lnTo>
                    <a:pt x="40874" y="57624"/>
                  </a:lnTo>
                  <a:lnTo>
                    <a:pt x="37464" y="61683"/>
                  </a:lnTo>
                  <a:lnTo>
                    <a:pt x="34185" y="65848"/>
                  </a:lnTo>
                  <a:lnTo>
                    <a:pt x="31039" y="70115"/>
                  </a:lnTo>
                  <a:lnTo>
                    <a:pt x="28030" y="74479"/>
                  </a:lnTo>
                  <a:lnTo>
                    <a:pt x="25161" y="78937"/>
                  </a:lnTo>
                  <a:lnTo>
                    <a:pt x="22435" y="83483"/>
                  </a:lnTo>
                  <a:lnTo>
                    <a:pt x="19855" y="88114"/>
                  </a:lnTo>
                  <a:lnTo>
                    <a:pt x="17422" y="92824"/>
                  </a:lnTo>
                  <a:lnTo>
                    <a:pt x="15140" y="97608"/>
                  </a:lnTo>
                  <a:lnTo>
                    <a:pt x="13011" y="102463"/>
                  </a:lnTo>
                  <a:lnTo>
                    <a:pt x="11037" y="107383"/>
                  </a:lnTo>
                  <a:lnTo>
                    <a:pt x="9220" y="112363"/>
                  </a:lnTo>
                  <a:lnTo>
                    <a:pt x="7562" y="117398"/>
                  </a:lnTo>
                  <a:lnTo>
                    <a:pt x="6064" y="122483"/>
                  </a:lnTo>
                  <a:lnTo>
                    <a:pt x="4728" y="127613"/>
                  </a:lnTo>
                  <a:lnTo>
                    <a:pt x="3556" y="132782"/>
                  </a:lnTo>
                  <a:lnTo>
                    <a:pt x="2548" y="137987"/>
                  </a:lnTo>
                  <a:lnTo>
                    <a:pt x="1705" y="143220"/>
                  </a:lnTo>
                  <a:lnTo>
                    <a:pt x="1029" y="148478"/>
                  </a:lnTo>
                  <a:lnTo>
                    <a:pt x="520" y="153755"/>
                  </a:lnTo>
                  <a:lnTo>
                    <a:pt x="179" y="159045"/>
                  </a:lnTo>
                  <a:lnTo>
                    <a:pt x="5" y="164343"/>
                  </a:lnTo>
                  <a:lnTo>
                    <a:pt x="0" y="169644"/>
                  </a:lnTo>
                  <a:lnTo>
                    <a:pt x="162" y="174943"/>
                  </a:lnTo>
                  <a:lnTo>
                    <a:pt x="493" y="180233"/>
                  </a:lnTo>
                  <a:lnTo>
                    <a:pt x="991" y="185511"/>
                  </a:lnTo>
                  <a:lnTo>
                    <a:pt x="1656" y="190770"/>
                  </a:lnTo>
                  <a:lnTo>
                    <a:pt x="2487" y="196005"/>
                  </a:lnTo>
                  <a:lnTo>
                    <a:pt x="3485" y="201212"/>
                  </a:lnTo>
                  <a:lnTo>
                    <a:pt x="4646" y="206384"/>
                  </a:lnTo>
                  <a:lnTo>
                    <a:pt x="5972" y="211517"/>
                  </a:lnTo>
                  <a:lnTo>
                    <a:pt x="7459" y="216605"/>
                  </a:lnTo>
                  <a:lnTo>
                    <a:pt x="9107" y="221643"/>
                  </a:lnTo>
                  <a:lnTo>
                    <a:pt x="10913" y="226627"/>
                  </a:lnTo>
                  <a:lnTo>
                    <a:pt x="12877" y="231551"/>
                  </a:lnTo>
                  <a:lnTo>
                    <a:pt x="14996" y="236410"/>
                  </a:lnTo>
                  <a:lnTo>
                    <a:pt x="17268" y="241199"/>
                  </a:lnTo>
                  <a:lnTo>
                    <a:pt x="19691" y="245914"/>
                  </a:lnTo>
                  <a:lnTo>
                    <a:pt x="22262" y="250550"/>
                  </a:lnTo>
                  <a:lnTo>
                    <a:pt x="24979" y="255102"/>
                  </a:lnTo>
                  <a:lnTo>
                    <a:pt x="27838" y="259566"/>
                  </a:lnTo>
                  <a:lnTo>
                    <a:pt x="30838" y="263936"/>
                  </a:lnTo>
                  <a:lnTo>
                    <a:pt x="33975" y="268210"/>
                  </a:lnTo>
                  <a:lnTo>
                    <a:pt x="37245" y="272382"/>
                  </a:lnTo>
                  <a:lnTo>
                    <a:pt x="40647" y="276448"/>
                  </a:lnTo>
                  <a:lnTo>
                    <a:pt x="44175" y="280404"/>
                  </a:lnTo>
                  <a:lnTo>
                    <a:pt x="47828" y="284246"/>
                  </a:lnTo>
                  <a:lnTo>
                    <a:pt x="51600" y="287970"/>
                  </a:lnTo>
                  <a:lnTo>
                    <a:pt x="55488" y="291573"/>
                  </a:lnTo>
                  <a:lnTo>
                    <a:pt x="59489" y="295051"/>
                  </a:lnTo>
                  <a:lnTo>
                    <a:pt x="63598" y="298400"/>
                  </a:lnTo>
                  <a:lnTo>
                    <a:pt x="67811" y="301618"/>
                  </a:lnTo>
                  <a:lnTo>
                    <a:pt x="72124" y="304700"/>
                  </a:lnTo>
                  <a:lnTo>
                    <a:pt x="76532" y="307643"/>
                  </a:lnTo>
                  <a:lnTo>
                    <a:pt x="81032" y="310446"/>
                  </a:lnTo>
                  <a:lnTo>
                    <a:pt x="85618" y="313104"/>
                  </a:lnTo>
                  <a:lnTo>
                    <a:pt x="90286" y="315616"/>
                  </a:lnTo>
                  <a:lnTo>
                    <a:pt x="95032" y="317979"/>
                  </a:lnTo>
                  <a:lnTo>
                    <a:pt x="99850" y="320189"/>
                  </a:lnTo>
                  <a:lnTo>
                    <a:pt x="104736" y="322246"/>
                  </a:lnTo>
                  <a:lnTo>
                    <a:pt x="109684" y="324147"/>
                  </a:lnTo>
                  <a:lnTo>
                    <a:pt x="114690" y="325890"/>
                  </a:lnTo>
                  <a:lnTo>
                    <a:pt x="119750" y="327474"/>
                  </a:lnTo>
                  <a:lnTo>
                    <a:pt x="124856" y="328896"/>
                  </a:lnTo>
                  <a:lnTo>
                    <a:pt x="130005" y="330156"/>
                  </a:lnTo>
                  <a:lnTo>
                    <a:pt x="135192" y="331251"/>
                  </a:lnTo>
                  <a:lnTo>
                    <a:pt x="140411" y="332182"/>
                  </a:lnTo>
                  <a:lnTo>
                    <a:pt x="145656" y="332947"/>
                  </a:lnTo>
                  <a:lnTo>
                    <a:pt x="150923" y="333545"/>
                  </a:lnTo>
                  <a:lnTo>
                    <a:pt x="156207" y="333976"/>
                  </a:lnTo>
                  <a:lnTo>
                    <a:pt x="161501" y="334239"/>
                  </a:lnTo>
                  <a:lnTo>
                    <a:pt x="166802" y="334334"/>
                  </a:lnTo>
                  <a:lnTo>
                    <a:pt x="172102" y="334261"/>
                  </a:lnTo>
                  <a:lnTo>
                    <a:pt x="177398" y="334020"/>
                  </a:lnTo>
                  <a:lnTo>
                    <a:pt x="182683" y="333611"/>
                  </a:lnTo>
                  <a:lnTo>
                    <a:pt x="187953" y="333035"/>
                  </a:lnTo>
                  <a:lnTo>
                    <a:pt x="193201" y="332292"/>
                  </a:lnTo>
                  <a:lnTo>
                    <a:pt x="198424" y="331383"/>
                  </a:lnTo>
                  <a:lnTo>
                    <a:pt x="203615" y="330308"/>
                  </a:lnTo>
                  <a:lnTo>
                    <a:pt x="208769" y="329070"/>
                  </a:lnTo>
                  <a:lnTo>
                    <a:pt x="213882" y="327669"/>
                  </a:lnTo>
                  <a:lnTo>
                    <a:pt x="218947" y="326107"/>
                  </a:lnTo>
                  <a:lnTo>
                    <a:pt x="223961" y="324384"/>
                  </a:lnTo>
                  <a:lnTo>
                    <a:pt x="228917" y="322504"/>
                  </a:lnTo>
                  <a:lnTo>
                    <a:pt x="233811" y="320467"/>
                  </a:lnTo>
                  <a:lnTo>
                    <a:pt x="238639" y="318277"/>
                  </a:lnTo>
                  <a:lnTo>
                    <a:pt x="243394" y="315934"/>
                  </a:lnTo>
                  <a:lnTo>
                    <a:pt x="248072" y="313442"/>
                  </a:lnTo>
                  <a:lnTo>
                    <a:pt x="252670" y="310802"/>
                  </a:lnTo>
                  <a:lnTo>
                    <a:pt x="257181" y="308018"/>
                  </a:lnTo>
                  <a:lnTo>
                    <a:pt x="261602" y="305093"/>
                  </a:lnTo>
                  <a:lnTo>
                    <a:pt x="265927" y="302029"/>
                  </a:lnTo>
                  <a:lnTo>
                    <a:pt x="270154" y="298829"/>
                  </a:lnTo>
                  <a:lnTo>
                    <a:pt x="274277" y="295497"/>
                  </a:lnTo>
                  <a:lnTo>
                    <a:pt x="278292" y="292036"/>
                  </a:lnTo>
                  <a:lnTo>
                    <a:pt x="282195" y="288449"/>
                  </a:lnTo>
                  <a:lnTo>
                    <a:pt x="285983" y="284740"/>
                  </a:lnTo>
                  <a:lnTo>
                    <a:pt x="289651" y="280913"/>
                  </a:lnTo>
                  <a:lnTo>
                    <a:pt x="293196" y="276972"/>
                  </a:lnTo>
                  <a:lnTo>
                    <a:pt x="296614" y="272920"/>
                  </a:lnTo>
                  <a:lnTo>
                    <a:pt x="299902" y="268762"/>
                  </a:lnTo>
                  <a:lnTo>
                    <a:pt x="303056" y="264501"/>
                  </a:lnTo>
                  <a:lnTo>
                    <a:pt x="306074" y="260143"/>
                  </a:lnTo>
                  <a:lnTo>
                    <a:pt x="308952" y="255692"/>
                  </a:lnTo>
                  <a:lnTo>
                    <a:pt x="311688" y="251151"/>
                  </a:lnTo>
                  <a:lnTo>
                    <a:pt x="314278" y="246526"/>
                  </a:lnTo>
                  <a:lnTo>
                    <a:pt x="316720" y="241821"/>
                  </a:lnTo>
                  <a:lnTo>
                    <a:pt x="319012" y="237041"/>
                  </a:lnTo>
                  <a:lnTo>
                    <a:pt x="321151" y="232191"/>
                  </a:lnTo>
                  <a:lnTo>
                    <a:pt x="323136" y="227275"/>
                  </a:lnTo>
                  <a:lnTo>
                    <a:pt x="324963" y="222299"/>
                  </a:lnTo>
                  <a:lnTo>
                    <a:pt x="326632" y="217267"/>
                  </a:lnTo>
                  <a:lnTo>
                    <a:pt x="328140" y="212185"/>
                  </a:lnTo>
                  <a:lnTo>
                    <a:pt x="329487" y="207058"/>
                  </a:lnTo>
                  <a:lnTo>
                    <a:pt x="330670" y="201891"/>
                  </a:lnTo>
                  <a:lnTo>
                    <a:pt x="331689" y="196689"/>
                  </a:lnTo>
                  <a:lnTo>
                    <a:pt x="332542" y="191457"/>
                  </a:lnTo>
                  <a:lnTo>
                    <a:pt x="333229" y="186200"/>
                  </a:lnTo>
                  <a:lnTo>
                    <a:pt x="333749" y="180925"/>
                  </a:lnTo>
                  <a:lnTo>
                    <a:pt x="334101" y="175636"/>
                  </a:lnTo>
                  <a:lnTo>
                    <a:pt x="334286" y="170338"/>
                  </a:lnTo>
                  <a:lnTo>
                    <a:pt x="334302" y="165037"/>
                  </a:lnTo>
                  <a:lnTo>
                    <a:pt x="334151" y="159738"/>
                  </a:lnTo>
                  <a:lnTo>
                    <a:pt x="333831" y="154447"/>
                  </a:lnTo>
                  <a:lnTo>
                    <a:pt x="333344" y="149168"/>
                  </a:lnTo>
                  <a:lnTo>
                    <a:pt x="332690" y="14390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776972"/>
              <a:ext cx="165541" cy="23259"/>
            </a:xfrm>
            <a:custGeom>
              <a:avLst/>
              <a:pathLst>
                <a:path w="165541" h="23259">
                  <a:moveTo>
                    <a:pt x="165541" y="0"/>
                  </a:moveTo>
                  <a:lnTo>
                    <a:pt x="0" y="232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39171"/>
              <a:ext cx="165541" cy="161060"/>
            </a:xfrm>
            <a:custGeom>
              <a:avLst/>
              <a:pathLst>
                <a:path w="165541" h="161060">
                  <a:moveTo>
                    <a:pt x="165541" y="137800"/>
                  </a:moveTo>
                  <a:lnTo>
                    <a:pt x="164679" y="132327"/>
                  </a:lnTo>
                  <a:lnTo>
                    <a:pt x="163637" y="126886"/>
                  </a:lnTo>
                  <a:lnTo>
                    <a:pt x="162414" y="121482"/>
                  </a:lnTo>
                  <a:lnTo>
                    <a:pt x="161013" y="116121"/>
                  </a:lnTo>
                  <a:lnTo>
                    <a:pt x="159436" y="110810"/>
                  </a:lnTo>
                  <a:lnTo>
                    <a:pt x="157683" y="105554"/>
                  </a:lnTo>
                  <a:lnTo>
                    <a:pt x="155757" y="100359"/>
                  </a:lnTo>
                  <a:lnTo>
                    <a:pt x="153660" y="95231"/>
                  </a:lnTo>
                  <a:lnTo>
                    <a:pt x="151394" y="90175"/>
                  </a:lnTo>
                  <a:lnTo>
                    <a:pt x="148962" y="85197"/>
                  </a:lnTo>
                  <a:lnTo>
                    <a:pt x="146366" y="80302"/>
                  </a:lnTo>
                  <a:lnTo>
                    <a:pt x="143609" y="75496"/>
                  </a:lnTo>
                  <a:lnTo>
                    <a:pt x="140695" y="70784"/>
                  </a:lnTo>
                  <a:lnTo>
                    <a:pt x="137626" y="66171"/>
                  </a:lnTo>
                  <a:lnTo>
                    <a:pt x="134406" y="61663"/>
                  </a:lnTo>
                  <a:lnTo>
                    <a:pt x="131038" y="57263"/>
                  </a:lnTo>
                  <a:lnTo>
                    <a:pt x="127527" y="52978"/>
                  </a:lnTo>
                  <a:lnTo>
                    <a:pt x="123875" y="48811"/>
                  </a:lnTo>
                  <a:lnTo>
                    <a:pt x="120087" y="44768"/>
                  </a:lnTo>
                  <a:lnTo>
                    <a:pt x="116167" y="40852"/>
                  </a:lnTo>
                  <a:lnTo>
                    <a:pt x="112120" y="37068"/>
                  </a:lnTo>
                  <a:lnTo>
                    <a:pt x="107950" y="33421"/>
                  </a:lnTo>
                  <a:lnTo>
                    <a:pt x="103661" y="29914"/>
                  </a:lnTo>
                  <a:lnTo>
                    <a:pt x="99258" y="26550"/>
                  </a:lnTo>
                  <a:lnTo>
                    <a:pt x="94746" y="23335"/>
                  </a:lnTo>
                  <a:lnTo>
                    <a:pt x="90130" y="20271"/>
                  </a:lnTo>
                  <a:lnTo>
                    <a:pt x="85414" y="17361"/>
                  </a:lnTo>
                  <a:lnTo>
                    <a:pt x="80606" y="14610"/>
                  </a:lnTo>
                  <a:lnTo>
                    <a:pt x="75708" y="12019"/>
                  </a:lnTo>
                  <a:lnTo>
                    <a:pt x="70728" y="9592"/>
                  </a:lnTo>
                  <a:lnTo>
                    <a:pt x="65669" y="7331"/>
                  </a:lnTo>
                  <a:lnTo>
                    <a:pt x="60539" y="5240"/>
                  </a:lnTo>
                  <a:lnTo>
                    <a:pt x="55342" y="3319"/>
                  </a:lnTo>
                  <a:lnTo>
                    <a:pt x="50084" y="1572"/>
                  </a:lnTo>
                  <a:lnTo>
                    <a:pt x="44771" y="0"/>
                  </a:lnTo>
                  <a:lnTo>
                    <a:pt x="0" y="1610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90748" y="2633064"/>
              <a:ext cx="44771" cy="167167"/>
            </a:xfrm>
            <a:custGeom>
              <a:avLst/>
              <a:pathLst>
                <a:path w="44771" h="167167">
                  <a:moveTo>
                    <a:pt x="44771" y="6107"/>
                  </a:moveTo>
                  <a:lnTo>
                    <a:pt x="38501" y="4494"/>
                  </a:lnTo>
                  <a:lnTo>
                    <a:pt x="32173" y="3125"/>
                  </a:lnTo>
                  <a:lnTo>
                    <a:pt x="25796" y="2002"/>
                  </a:lnTo>
                  <a:lnTo>
                    <a:pt x="19381" y="1127"/>
                  </a:lnTo>
                  <a:lnTo>
                    <a:pt x="12937" y="501"/>
                  </a:lnTo>
                  <a:lnTo>
                    <a:pt x="6473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358822" y="3170392"/>
              <a:ext cx="334325" cy="334326"/>
            </a:xfrm>
            <a:custGeom>
              <a:avLst/>
              <a:pathLst>
                <a:path w="334325" h="334326">
                  <a:moveTo>
                    <a:pt x="167157" y="0"/>
                  </a:moveTo>
                  <a:lnTo>
                    <a:pt x="161871" y="83"/>
                  </a:lnTo>
                  <a:lnTo>
                    <a:pt x="156589" y="334"/>
                  </a:lnTo>
                  <a:lnTo>
                    <a:pt x="151318" y="752"/>
                  </a:lnTo>
                  <a:lnTo>
                    <a:pt x="146064" y="1336"/>
                  </a:lnTo>
                  <a:lnTo>
                    <a:pt x="140830" y="2086"/>
                  </a:lnTo>
                  <a:lnTo>
                    <a:pt x="135622" y="3001"/>
                  </a:lnTo>
                  <a:lnTo>
                    <a:pt x="130446" y="4080"/>
                  </a:lnTo>
                  <a:lnTo>
                    <a:pt x="125307" y="5323"/>
                  </a:lnTo>
                  <a:lnTo>
                    <a:pt x="120210" y="6727"/>
                  </a:lnTo>
                  <a:lnTo>
                    <a:pt x="115159" y="8292"/>
                  </a:lnTo>
                  <a:lnTo>
                    <a:pt x="110161" y="10016"/>
                  </a:lnTo>
                  <a:lnTo>
                    <a:pt x="105219" y="11897"/>
                  </a:lnTo>
                  <a:lnTo>
                    <a:pt x="100340" y="13934"/>
                  </a:lnTo>
                  <a:lnTo>
                    <a:pt x="95527" y="16124"/>
                  </a:lnTo>
                  <a:lnTo>
                    <a:pt x="90786" y="18464"/>
                  </a:lnTo>
                  <a:lnTo>
                    <a:pt x="86122" y="20954"/>
                  </a:lnTo>
                  <a:lnTo>
                    <a:pt x="81538" y="23590"/>
                  </a:lnTo>
                  <a:lnTo>
                    <a:pt x="77041" y="26369"/>
                  </a:lnTo>
                  <a:lnTo>
                    <a:pt x="72633" y="29290"/>
                  </a:lnTo>
                  <a:lnTo>
                    <a:pt x="68320" y="32348"/>
                  </a:lnTo>
                  <a:lnTo>
                    <a:pt x="64106" y="35541"/>
                  </a:lnTo>
                  <a:lnTo>
                    <a:pt x="59995" y="38866"/>
                  </a:lnTo>
                  <a:lnTo>
                    <a:pt x="55991" y="42319"/>
                  </a:lnTo>
                  <a:lnTo>
                    <a:pt x="52098" y="45897"/>
                  </a:lnTo>
                  <a:lnTo>
                    <a:pt x="48320" y="49597"/>
                  </a:lnTo>
                  <a:lnTo>
                    <a:pt x="44662" y="53414"/>
                  </a:lnTo>
                  <a:lnTo>
                    <a:pt x="41126" y="57345"/>
                  </a:lnTo>
                  <a:lnTo>
                    <a:pt x="37715" y="61385"/>
                  </a:lnTo>
                  <a:lnTo>
                    <a:pt x="34435" y="65532"/>
                  </a:lnTo>
                  <a:lnTo>
                    <a:pt x="31287" y="69780"/>
                  </a:lnTo>
                  <a:lnTo>
                    <a:pt x="28275" y="74126"/>
                  </a:lnTo>
                  <a:lnTo>
                    <a:pt x="25402" y="78564"/>
                  </a:lnTo>
                  <a:lnTo>
                    <a:pt x="22671" y="83092"/>
                  </a:lnTo>
                  <a:lnTo>
                    <a:pt x="20084" y="87703"/>
                  </a:lnTo>
                  <a:lnTo>
                    <a:pt x="17645" y="92394"/>
                  </a:lnTo>
                  <a:lnTo>
                    <a:pt x="15355" y="97160"/>
                  </a:lnTo>
                  <a:lnTo>
                    <a:pt x="13217" y="101996"/>
                  </a:lnTo>
                  <a:lnTo>
                    <a:pt x="11233" y="106897"/>
                  </a:lnTo>
                  <a:lnTo>
                    <a:pt x="9405" y="111858"/>
                  </a:lnTo>
                  <a:lnTo>
                    <a:pt x="7735" y="116874"/>
                  </a:lnTo>
                  <a:lnTo>
                    <a:pt x="6224" y="121941"/>
                  </a:lnTo>
                  <a:lnTo>
                    <a:pt x="4874" y="127053"/>
                  </a:lnTo>
                  <a:lnTo>
                    <a:pt x="3687" y="132206"/>
                  </a:lnTo>
                  <a:lnTo>
                    <a:pt x="2663" y="137393"/>
                  </a:lnTo>
                  <a:lnTo>
                    <a:pt x="1803" y="142610"/>
                  </a:lnTo>
                  <a:lnTo>
                    <a:pt x="1110" y="147852"/>
                  </a:lnTo>
                  <a:lnTo>
                    <a:pt x="582" y="153112"/>
                  </a:lnTo>
                  <a:lnTo>
                    <a:pt x="221" y="158387"/>
                  </a:lnTo>
                  <a:lnTo>
                    <a:pt x="26" y="163671"/>
                  </a:lnTo>
                  <a:lnTo>
                    <a:pt x="0" y="168958"/>
                  </a:lnTo>
                  <a:lnTo>
                    <a:pt x="140" y="174244"/>
                  </a:lnTo>
                  <a:lnTo>
                    <a:pt x="447" y="179522"/>
                  </a:lnTo>
                  <a:lnTo>
                    <a:pt x="921" y="184788"/>
                  </a:lnTo>
                  <a:lnTo>
                    <a:pt x="1562" y="190037"/>
                  </a:lnTo>
                  <a:lnTo>
                    <a:pt x="2368" y="195262"/>
                  </a:lnTo>
                  <a:lnTo>
                    <a:pt x="3339" y="200460"/>
                  </a:lnTo>
                  <a:lnTo>
                    <a:pt x="4474" y="205624"/>
                  </a:lnTo>
                  <a:lnTo>
                    <a:pt x="5771" y="210749"/>
                  </a:lnTo>
                  <a:lnTo>
                    <a:pt x="7230" y="215831"/>
                  </a:lnTo>
                  <a:lnTo>
                    <a:pt x="8849" y="220865"/>
                  </a:lnTo>
                  <a:lnTo>
                    <a:pt x="10627" y="225844"/>
                  </a:lnTo>
                  <a:lnTo>
                    <a:pt x="12560" y="230765"/>
                  </a:lnTo>
                  <a:lnTo>
                    <a:pt x="14649" y="235623"/>
                  </a:lnTo>
                  <a:lnTo>
                    <a:pt x="16890" y="240412"/>
                  </a:lnTo>
                  <a:lnTo>
                    <a:pt x="19282" y="245127"/>
                  </a:lnTo>
                  <a:lnTo>
                    <a:pt x="21821" y="249765"/>
                  </a:lnTo>
                  <a:lnTo>
                    <a:pt x="24506" y="254320"/>
                  </a:lnTo>
                  <a:lnTo>
                    <a:pt x="27334" y="258787"/>
                  </a:lnTo>
                  <a:lnTo>
                    <a:pt x="30301" y="263163"/>
                  </a:lnTo>
                  <a:lnTo>
                    <a:pt x="33405" y="267444"/>
                  </a:lnTo>
                  <a:lnTo>
                    <a:pt x="36644" y="271623"/>
                  </a:lnTo>
                  <a:lnTo>
                    <a:pt x="40012" y="275699"/>
                  </a:lnTo>
                  <a:lnTo>
                    <a:pt x="43508" y="279665"/>
                  </a:lnTo>
                  <a:lnTo>
                    <a:pt x="47128" y="283519"/>
                  </a:lnTo>
                  <a:lnTo>
                    <a:pt x="50868" y="287257"/>
                  </a:lnTo>
                  <a:lnTo>
                    <a:pt x="54724" y="290875"/>
                  </a:lnTo>
                  <a:lnTo>
                    <a:pt x="58692" y="294369"/>
                  </a:lnTo>
                  <a:lnTo>
                    <a:pt x="62769" y="297735"/>
                  </a:lnTo>
                  <a:lnTo>
                    <a:pt x="66950" y="300971"/>
                  </a:lnTo>
                  <a:lnTo>
                    <a:pt x="71232" y="304073"/>
                  </a:lnTo>
                  <a:lnTo>
                    <a:pt x="75610" y="307038"/>
                  </a:lnTo>
                  <a:lnTo>
                    <a:pt x="80079" y="309864"/>
                  </a:lnTo>
                  <a:lnTo>
                    <a:pt x="84635" y="312546"/>
                  </a:lnTo>
                  <a:lnTo>
                    <a:pt x="89274" y="315083"/>
                  </a:lnTo>
                  <a:lnTo>
                    <a:pt x="93991" y="317472"/>
                  </a:lnTo>
                  <a:lnTo>
                    <a:pt x="98781" y="319711"/>
                  </a:lnTo>
                  <a:lnTo>
                    <a:pt x="103639" y="321797"/>
                  </a:lnTo>
                  <a:lnTo>
                    <a:pt x="108561" y="323728"/>
                  </a:lnTo>
                  <a:lnTo>
                    <a:pt x="113542" y="325503"/>
                  </a:lnTo>
                  <a:lnTo>
                    <a:pt x="118576" y="327120"/>
                  </a:lnTo>
                  <a:lnTo>
                    <a:pt x="123659" y="328576"/>
                  </a:lnTo>
                  <a:lnTo>
                    <a:pt x="128785" y="329871"/>
                  </a:lnTo>
                  <a:lnTo>
                    <a:pt x="133950" y="331003"/>
                  </a:lnTo>
                  <a:lnTo>
                    <a:pt x="139148" y="331971"/>
                  </a:lnTo>
                  <a:lnTo>
                    <a:pt x="144374" y="332775"/>
                  </a:lnTo>
                  <a:lnTo>
                    <a:pt x="149623" y="333412"/>
                  </a:lnTo>
                  <a:lnTo>
                    <a:pt x="154889" y="333884"/>
                  </a:lnTo>
                  <a:lnTo>
                    <a:pt x="160167" y="334188"/>
                  </a:lnTo>
                  <a:lnTo>
                    <a:pt x="165453" y="334326"/>
                  </a:lnTo>
                  <a:lnTo>
                    <a:pt x="170740" y="334296"/>
                  </a:lnTo>
                  <a:lnTo>
                    <a:pt x="176024" y="334099"/>
                  </a:lnTo>
                  <a:lnTo>
                    <a:pt x="181299" y="333735"/>
                  </a:lnTo>
                  <a:lnTo>
                    <a:pt x="186559" y="333205"/>
                  </a:lnTo>
                  <a:lnTo>
                    <a:pt x="191801" y="332508"/>
                  </a:lnTo>
                  <a:lnTo>
                    <a:pt x="197017" y="331646"/>
                  </a:lnTo>
                  <a:lnTo>
                    <a:pt x="202204" y="330619"/>
                  </a:lnTo>
                  <a:lnTo>
                    <a:pt x="207355" y="329429"/>
                  </a:lnTo>
                  <a:lnTo>
                    <a:pt x="212467" y="328077"/>
                  </a:lnTo>
                  <a:lnTo>
                    <a:pt x="217533" y="326563"/>
                  </a:lnTo>
                  <a:lnTo>
                    <a:pt x="222549" y="324891"/>
                  </a:lnTo>
                  <a:lnTo>
                    <a:pt x="227509" y="323060"/>
                  </a:lnTo>
                  <a:lnTo>
                    <a:pt x="232409" y="321073"/>
                  </a:lnTo>
                  <a:lnTo>
                    <a:pt x="237244" y="318933"/>
                  </a:lnTo>
                  <a:lnTo>
                    <a:pt x="242008" y="316640"/>
                  </a:lnTo>
                  <a:lnTo>
                    <a:pt x="246698" y="314198"/>
                  </a:lnTo>
                  <a:lnTo>
                    <a:pt x="251308" y="311609"/>
                  </a:lnTo>
                  <a:lnTo>
                    <a:pt x="255834" y="308876"/>
                  </a:lnTo>
                  <a:lnTo>
                    <a:pt x="260271" y="306001"/>
                  </a:lnTo>
                  <a:lnTo>
                    <a:pt x="264615" y="302986"/>
                  </a:lnTo>
                  <a:lnTo>
                    <a:pt x="268862" y="299836"/>
                  </a:lnTo>
                  <a:lnTo>
                    <a:pt x="273006" y="296554"/>
                  </a:lnTo>
                  <a:lnTo>
                    <a:pt x="277045" y="293141"/>
                  </a:lnTo>
                  <a:lnTo>
                    <a:pt x="280974" y="289603"/>
                  </a:lnTo>
                  <a:lnTo>
                    <a:pt x="284789" y="285943"/>
                  </a:lnTo>
                  <a:lnTo>
                    <a:pt x="288487" y="282163"/>
                  </a:lnTo>
                  <a:lnTo>
                    <a:pt x="292063" y="278268"/>
                  </a:lnTo>
                  <a:lnTo>
                    <a:pt x="295514" y="274263"/>
                  </a:lnTo>
                  <a:lnTo>
                    <a:pt x="298837" y="270150"/>
                  </a:lnTo>
                  <a:lnTo>
                    <a:pt x="302028" y="265934"/>
                  </a:lnTo>
                  <a:lnTo>
                    <a:pt x="305084" y="261619"/>
                  </a:lnTo>
                  <a:lnTo>
                    <a:pt x="308002" y="257210"/>
                  </a:lnTo>
                  <a:lnTo>
                    <a:pt x="310779" y="252711"/>
                  </a:lnTo>
                  <a:lnTo>
                    <a:pt x="313412" y="248126"/>
                  </a:lnTo>
                  <a:lnTo>
                    <a:pt x="315900" y="243460"/>
                  </a:lnTo>
                  <a:lnTo>
                    <a:pt x="318238" y="238718"/>
                  </a:lnTo>
                  <a:lnTo>
                    <a:pt x="320425" y="233904"/>
                  </a:lnTo>
                  <a:lnTo>
                    <a:pt x="322459" y="229024"/>
                  </a:lnTo>
                  <a:lnTo>
                    <a:pt x="324338" y="224082"/>
                  </a:lnTo>
                  <a:lnTo>
                    <a:pt x="326059" y="219082"/>
                  </a:lnTo>
                  <a:lnTo>
                    <a:pt x="327621" y="214031"/>
                  </a:lnTo>
                  <a:lnTo>
                    <a:pt x="329023" y="208933"/>
                  </a:lnTo>
                  <a:lnTo>
                    <a:pt x="330263" y="203793"/>
                  </a:lnTo>
                  <a:lnTo>
                    <a:pt x="331340" y="198617"/>
                  </a:lnTo>
                  <a:lnTo>
                    <a:pt x="332252" y="193409"/>
                  </a:lnTo>
                  <a:lnTo>
                    <a:pt x="333000" y="188174"/>
                  </a:lnTo>
                  <a:lnTo>
                    <a:pt x="333581" y="182919"/>
                  </a:lnTo>
                  <a:lnTo>
                    <a:pt x="333996" y="177648"/>
                  </a:lnTo>
                  <a:lnTo>
                    <a:pt x="334244" y="172366"/>
                  </a:lnTo>
                  <a:lnTo>
                    <a:pt x="334325" y="167080"/>
                  </a:lnTo>
                  <a:lnTo>
                    <a:pt x="334238" y="161793"/>
                  </a:lnTo>
                  <a:lnTo>
                    <a:pt x="333985" y="156512"/>
                  </a:lnTo>
                  <a:lnTo>
                    <a:pt x="333564" y="151241"/>
                  </a:lnTo>
                  <a:lnTo>
                    <a:pt x="332978" y="145987"/>
                  </a:lnTo>
                  <a:lnTo>
                    <a:pt x="332225" y="140753"/>
                  </a:lnTo>
                  <a:lnTo>
                    <a:pt x="331307" y="135546"/>
                  </a:lnTo>
                  <a:lnTo>
                    <a:pt x="330225" y="130371"/>
                  </a:lnTo>
                  <a:lnTo>
                    <a:pt x="328980" y="125232"/>
                  </a:lnTo>
                  <a:lnTo>
                    <a:pt x="327572" y="120135"/>
                  </a:lnTo>
                  <a:lnTo>
                    <a:pt x="326005" y="115086"/>
                  </a:lnTo>
                  <a:lnTo>
                    <a:pt x="324278" y="110088"/>
                  </a:lnTo>
                  <a:lnTo>
                    <a:pt x="322395" y="105148"/>
                  </a:lnTo>
                  <a:lnTo>
                    <a:pt x="320356" y="100270"/>
                  </a:lnTo>
                  <a:lnTo>
                    <a:pt x="318163" y="95458"/>
                  </a:lnTo>
                  <a:lnTo>
                    <a:pt x="315820" y="90718"/>
                  </a:lnTo>
                  <a:lnTo>
                    <a:pt x="313328" y="86055"/>
                  </a:lnTo>
                  <a:lnTo>
                    <a:pt x="310690" y="81473"/>
                  </a:lnTo>
                  <a:lnTo>
                    <a:pt x="307908" y="76977"/>
                  </a:lnTo>
                  <a:lnTo>
                    <a:pt x="304985" y="72571"/>
                  </a:lnTo>
                  <a:lnTo>
                    <a:pt x="301925" y="68259"/>
                  </a:lnTo>
                  <a:lnTo>
                    <a:pt x="298729" y="64047"/>
                  </a:lnTo>
                  <a:lnTo>
                    <a:pt x="295402" y="59937"/>
                  </a:lnTo>
                  <a:lnTo>
                    <a:pt x="291947" y="55935"/>
                  </a:lnTo>
                  <a:lnTo>
                    <a:pt x="288367" y="52044"/>
                  </a:lnTo>
                  <a:lnTo>
                    <a:pt x="284665" y="48269"/>
                  </a:lnTo>
                  <a:lnTo>
                    <a:pt x="280847" y="44612"/>
                  </a:lnTo>
                  <a:lnTo>
                    <a:pt x="276914" y="41078"/>
                  </a:lnTo>
                  <a:lnTo>
                    <a:pt x="272871" y="37670"/>
                  </a:lnTo>
                  <a:lnTo>
                    <a:pt x="268723" y="34391"/>
                  </a:lnTo>
                  <a:lnTo>
                    <a:pt x="264473" y="31246"/>
                  </a:lnTo>
                  <a:lnTo>
                    <a:pt x="260126" y="28236"/>
                  </a:lnTo>
                  <a:lnTo>
                    <a:pt x="255686" y="25366"/>
                  </a:lnTo>
                  <a:lnTo>
                    <a:pt x="251157" y="22637"/>
                  </a:lnTo>
                  <a:lnTo>
                    <a:pt x="246544" y="20053"/>
                  </a:lnTo>
                  <a:lnTo>
                    <a:pt x="241852" y="17616"/>
                  </a:lnTo>
                  <a:lnTo>
                    <a:pt x="237085" y="15328"/>
                  </a:lnTo>
                  <a:lnTo>
                    <a:pt x="232248" y="13193"/>
                  </a:lnTo>
                  <a:lnTo>
                    <a:pt x="227346" y="1121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81604"/>
              <a:ext cx="60189" cy="155955"/>
            </a:xfrm>
            <a:custGeom>
              <a:avLst/>
              <a:pathLst>
                <a:path w="60189" h="155955">
                  <a:moveTo>
                    <a:pt x="60189" y="0"/>
                  </a:moveTo>
                  <a:lnTo>
                    <a:pt x="0" y="1559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76416"/>
              <a:ext cx="60189" cy="161143"/>
            </a:xfrm>
            <a:custGeom>
              <a:avLst/>
              <a:pathLst>
                <a:path w="60189" h="161143">
                  <a:moveTo>
                    <a:pt x="60189" y="5187"/>
                  </a:moveTo>
                  <a:lnTo>
                    <a:pt x="52395" y="2399"/>
                  </a:lnTo>
                  <a:lnTo>
                    <a:pt x="44472" y="0"/>
                  </a:lnTo>
                  <a:lnTo>
                    <a:pt x="0" y="1611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3170392"/>
              <a:ext cx="44472" cy="167167"/>
            </a:xfrm>
            <a:custGeom>
              <a:avLst/>
              <a:pathLst>
                <a:path w="44472" h="167167">
                  <a:moveTo>
                    <a:pt x="44472" y="6024"/>
                  </a:moveTo>
                  <a:lnTo>
                    <a:pt x="38242" y="4433"/>
                  </a:lnTo>
                  <a:lnTo>
                    <a:pt x="31955" y="3082"/>
                  </a:lnTo>
                  <a:lnTo>
                    <a:pt x="25621" y="1975"/>
                  </a:lnTo>
                  <a:lnTo>
                    <a:pt x="19249" y="1111"/>
                  </a:lnTo>
                  <a:lnTo>
                    <a:pt x="12848" y="494"/>
                  </a:lnTo>
                  <a:lnTo>
                    <a:pt x="6429" y="12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7" y="3014"/>
                  </a:lnTo>
                  <a:lnTo>
                    <a:pt x="130361" y="4098"/>
                  </a:lnTo>
                  <a:lnTo>
                    <a:pt x="125211" y="5346"/>
                  </a:lnTo>
                  <a:lnTo>
                    <a:pt x="120103" y="6756"/>
                  </a:lnTo>
                  <a:lnTo>
                    <a:pt x="115043" y="8328"/>
                  </a:lnTo>
                  <a:lnTo>
                    <a:pt x="110035" y="10059"/>
                  </a:lnTo>
                  <a:lnTo>
                    <a:pt x="105084" y="11948"/>
                  </a:lnTo>
                  <a:lnTo>
                    <a:pt x="100196" y="13993"/>
                  </a:lnTo>
                  <a:lnTo>
                    <a:pt x="95375" y="16192"/>
                  </a:lnTo>
                  <a:lnTo>
                    <a:pt x="90626" y="18543"/>
                  </a:lnTo>
                  <a:lnTo>
                    <a:pt x="85954" y="21043"/>
                  </a:lnTo>
                  <a:lnTo>
                    <a:pt x="81364" y="23690"/>
                  </a:lnTo>
                  <a:lnTo>
                    <a:pt x="76860" y="26481"/>
                  </a:lnTo>
                  <a:lnTo>
                    <a:pt x="72446" y="29413"/>
                  </a:lnTo>
                  <a:lnTo>
                    <a:pt x="68128" y="32484"/>
                  </a:lnTo>
                  <a:lnTo>
                    <a:pt x="63909" y="35690"/>
                  </a:lnTo>
                  <a:lnTo>
                    <a:pt x="59794" y="39028"/>
                  </a:lnTo>
                  <a:lnTo>
                    <a:pt x="55787" y="42495"/>
                  </a:lnTo>
                  <a:lnTo>
                    <a:pt x="51891" y="46087"/>
                  </a:lnTo>
                  <a:lnTo>
                    <a:pt x="48112" y="49801"/>
                  </a:lnTo>
                  <a:lnTo>
                    <a:pt x="44452" y="53633"/>
                  </a:lnTo>
                  <a:lnTo>
                    <a:pt x="40915" y="57578"/>
                  </a:lnTo>
                  <a:lnTo>
                    <a:pt x="37505" y="61634"/>
                  </a:lnTo>
                  <a:lnTo>
                    <a:pt x="34226" y="65796"/>
                  </a:lnTo>
                  <a:lnTo>
                    <a:pt x="31080" y="70060"/>
                  </a:lnTo>
                  <a:lnTo>
                    <a:pt x="28070" y="74421"/>
                  </a:lnTo>
                  <a:lnTo>
                    <a:pt x="25201" y="78876"/>
                  </a:lnTo>
                  <a:lnTo>
                    <a:pt x="22474" y="83419"/>
                  </a:lnTo>
                  <a:lnTo>
                    <a:pt x="19892" y="88046"/>
                  </a:lnTo>
                  <a:lnTo>
                    <a:pt x="17459" y="92753"/>
                  </a:lnTo>
                  <a:lnTo>
                    <a:pt x="15175" y="97535"/>
                  </a:lnTo>
                  <a:lnTo>
                    <a:pt x="13045" y="102386"/>
                  </a:lnTo>
                  <a:lnTo>
                    <a:pt x="11069" y="107303"/>
                  </a:lnTo>
                  <a:lnTo>
                    <a:pt x="9250" y="112280"/>
                  </a:lnTo>
                  <a:lnTo>
                    <a:pt x="7590" y="117312"/>
                  </a:lnTo>
                  <a:lnTo>
                    <a:pt x="6090" y="122394"/>
                  </a:lnTo>
                  <a:lnTo>
                    <a:pt x="4752" y="127521"/>
                  </a:lnTo>
                  <a:lnTo>
                    <a:pt x="3577" y="132688"/>
                  </a:lnTo>
                  <a:lnTo>
                    <a:pt x="2567" y="137890"/>
                  </a:lnTo>
                  <a:lnTo>
                    <a:pt x="1721" y="143120"/>
                  </a:lnTo>
                  <a:lnTo>
                    <a:pt x="1042" y="148376"/>
                  </a:lnTo>
                  <a:lnTo>
                    <a:pt x="530" y="153650"/>
                  </a:lnTo>
                  <a:lnTo>
                    <a:pt x="185" y="158937"/>
                  </a:lnTo>
                  <a:lnTo>
                    <a:pt x="9" y="164233"/>
                  </a:lnTo>
                  <a:lnTo>
                    <a:pt x="0" y="169532"/>
                  </a:lnTo>
                  <a:lnTo>
                    <a:pt x="158" y="174828"/>
                  </a:lnTo>
                  <a:lnTo>
                    <a:pt x="485" y="180117"/>
                  </a:lnTo>
                  <a:lnTo>
                    <a:pt x="979" y="185393"/>
                  </a:lnTo>
                  <a:lnTo>
                    <a:pt x="1640" y="190650"/>
                  </a:lnTo>
                  <a:lnTo>
                    <a:pt x="2468" y="195884"/>
                  </a:lnTo>
                  <a:lnTo>
                    <a:pt x="3461" y="201089"/>
                  </a:lnTo>
                  <a:lnTo>
                    <a:pt x="4618" y="206260"/>
                  </a:lnTo>
                  <a:lnTo>
                    <a:pt x="5939" y="211391"/>
                  </a:lnTo>
                  <a:lnTo>
                    <a:pt x="7421" y="216478"/>
                  </a:lnTo>
                  <a:lnTo>
                    <a:pt x="9064" y="221516"/>
                  </a:lnTo>
                  <a:lnTo>
                    <a:pt x="10866" y="226499"/>
                  </a:lnTo>
                  <a:lnTo>
                    <a:pt x="12825" y="231422"/>
                  </a:lnTo>
                  <a:lnTo>
                    <a:pt x="14939" y="236281"/>
                  </a:lnTo>
                  <a:lnTo>
                    <a:pt x="17206" y="241071"/>
                  </a:lnTo>
                  <a:lnTo>
                    <a:pt x="19624" y="245786"/>
                  </a:lnTo>
                  <a:lnTo>
                    <a:pt x="22190" y="250422"/>
                  </a:lnTo>
                  <a:lnTo>
                    <a:pt x="24901" y="254974"/>
                  </a:lnTo>
                  <a:lnTo>
                    <a:pt x="27755" y="259439"/>
                  </a:lnTo>
                  <a:lnTo>
                    <a:pt x="30750" y="263810"/>
                  </a:lnTo>
                  <a:lnTo>
                    <a:pt x="33881" y="268085"/>
                  </a:lnTo>
                  <a:lnTo>
                    <a:pt x="37147" y="272258"/>
                  </a:lnTo>
                  <a:lnTo>
                    <a:pt x="40543" y="276325"/>
                  </a:lnTo>
                  <a:lnTo>
                    <a:pt x="44066" y="280283"/>
                  </a:lnTo>
                  <a:lnTo>
                    <a:pt x="47713" y="284127"/>
                  </a:lnTo>
                  <a:lnTo>
                    <a:pt x="51480" y="287854"/>
                  </a:lnTo>
                  <a:lnTo>
                    <a:pt x="55363" y="291459"/>
                  </a:lnTo>
                  <a:lnTo>
                    <a:pt x="59358" y="294940"/>
                  </a:lnTo>
                  <a:lnTo>
                    <a:pt x="63462" y="298292"/>
                  </a:lnTo>
                  <a:lnTo>
                    <a:pt x="67670" y="301512"/>
                  </a:lnTo>
                  <a:lnTo>
                    <a:pt x="71978" y="304598"/>
                  </a:lnTo>
                  <a:lnTo>
                    <a:pt x="76381" y="307545"/>
                  </a:lnTo>
                  <a:lnTo>
                    <a:pt x="80876" y="310351"/>
                  </a:lnTo>
                  <a:lnTo>
                    <a:pt x="85457" y="313014"/>
                  </a:lnTo>
                  <a:lnTo>
                    <a:pt x="90121" y="315529"/>
                  </a:lnTo>
                  <a:lnTo>
                    <a:pt x="94862" y="317896"/>
                  </a:lnTo>
                  <a:lnTo>
                    <a:pt x="99675" y="320112"/>
                  </a:lnTo>
                  <a:lnTo>
                    <a:pt x="104556" y="322173"/>
                  </a:lnTo>
                  <a:lnTo>
                    <a:pt x="109500" y="324079"/>
                  </a:lnTo>
                  <a:lnTo>
                    <a:pt x="114503" y="325828"/>
                  </a:lnTo>
                  <a:lnTo>
                    <a:pt x="119557" y="327416"/>
                  </a:lnTo>
                  <a:lnTo>
                    <a:pt x="124660" y="328844"/>
                  </a:lnTo>
                  <a:lnTo>
                    <a:pt x="129806" y="330110"/>
                  </a:lnTo>
                  <a:lnTo>
                    <a:pt x="134989" y="331211"/>
                  </a:lnTo>
                  <a:lnTo>
                    <a:pt x="140204" y="332148"/>
                  </a:lnTo>
                  <a:lnTo>
                    <a:pt x="145446" y="332919"/>
                  </a:lnTo>
                  <a:lnTo>
                    <a:pt x="150711" y="333524"/>
                  </a:lnTo>
                  <a:lnTo>
                    <a:pt x="155991" y="333962"/>
                  </a:lnTo>
                  <a:lnTo>
                    <a:pt x="161283" y="334231"/>
                  </a:lnTo>
                  <a:lnTo>
                    <a:pt x="166581" y="334333"/>
                  </a:lnTo>
                  <a:lnTo>
                    <a:pt x="171879" y="334267"/>
                  </a:lnTo>
                  <a:lnTo>
                    <a:pt x="177173" y="334034"/>
                  </a:lnTo>
                  <a:lnTo>
                    <a:pt x="182457" y="333632"/>
                  </a:lnTo>
                  <a:lnTo>
                    <a:pt x="187725" y="333063"/>
                  </a:lnTo>
                  <a:lnTo>
                    <a:pt x="192972" y="332328"/>
                  </a:lnTo>
                  <a:lnTo>
                    <a:pt x="198194" y="331427"/>
                  </a:lnTo>
                  <a:lnTo>
                    <a:pt x="203384" y="330360"/>
                  </a:lnTo>
                  <a:lnTo>
                    <a:pt x="208538" y="329130"/>
                  </a:lnTo>
                  <a:lnTo>
                    <a:pt x="213651" y="327737"/>
                  </a:lnTo>
                  <a:lnTo>
                    <a:pt x="218716" y="326182"/>
                  </a:lnTo>
                  <a:lnTo>
                    <a:pt x="223730" y="324468"/>
                  </a:lnTo>
                  <a:lnTo>
                    <a:pt x="228687" y="322596"/>
                  </a:lnTo>
                  <a:lnTo>
                    <a:pt x="233582" y="320567"/>
                  </a:lnTo>
                  <a:lnTo>
                    <a:pt x="238411" y="318385"/>
                  </a:lnTo>
                  <a:lnTo>
                    <a:pt x="243168" y="316050"/>
                  </a:lnTo>
                  <a:lnTo>
                    <a:pt x="247848" y="313566"/>
                  </a:lnTo>
                  <a:lnTo>
                    <a:pt x="252447" y="310935"/>
                  </a:lnTo>
                  <a:lnTo>
                    <a:pt x="256961" y="308160"/>
                  </a:lnTo>
                  <a:lnTo>
                    <a:pt x="261385" y="305242"/>
                  </a:lnTo>
                  <a:lnTo>
                    <a:pt x="265713" y="302186"/>
                  </a:lnTo>
                  <a:lnTo>
                    <a:pt x="269943" y="298995"/>
                  </a:lnTo>
                  <a:lnTo>
                    <a:pt x="274070" y="295671"/>
                  </a:lnTo>
                  <a:lnTo>
                    <a:pt x="278089" y="292217"/>
                  </a:lnTo>
                  <a:lnTo>
                    <a:pt x="281996" y="288639"/>
                  </a:lnTo>
                  <a:lnTo>
                    <a:pt x="285788" y="284938"/>
                  </a:lnTo>
                  <a:lnTo>
                    <a:pt x="289461" y="281118"/>
                  </a:lnTo>
                  <a:lnTo>
                    <a:pt x="293011" y="277185"/>
                  </a:lnTo>
                  <a:lnTo>
                    <a:pt x="296435" y="273140"/>
                  </a:lnTo>
                  <a:lnTo>
                    <a:pt x="299729" y="268990"/>
                  </a:lnTo>
                  <a:lnTo>
                    <a:pt x="302889" y="264737"/>
                  </a:lnTo>
                  <a:lnTo>
                    <a:pt x="305913" y="260386"/>
                  </a:lnTo>
                  <a:lnTo>
                    <a:pt x="308798" y="255941"/>
                  </a:lnTo>
                  <a:lnTo>
                    <a:pt x="311541" y="251407"/>
                  </a:lnTo>
                  <a:lnTo>
                    <a:pt x="314138" y="246788"/>
                  </a:lnTo>
                  <a:lnTo>
                    <a:pt x="316588" y="242090"/>
                  </a:lnTo>
                  <a:lnTo>
                    <a:pt x="318887" y="237316"/>
                  </a:lnTo>
                  <a:lnTo>
                    <a:pt x="321034" y="232472"/>
                  </a:lnTo>
                  <a:lnTo>
                    <a:pt x="323027" y="227562"/>
                  </a:lnTo>
                  <a:lnTo>
                    <a:pt x="324862" y="222591"/>
                  </a:lnTo>
                  <a:lnTo>
                    <a:pt x="326540" y="217565"/>
                  </a:lnTo>
                  <a:lnTo>
                    <a:pt x="328057" y="212488"/>
                  </a:lnTo>
                  <a:lnTo>
                    <a:pt x="329412" y="207365"/>
                  </a:lnTo>
                  <a:lnTo>
                    <a:pt x="330605" y="202203"/>
                  </a:lnTo>
                  <a:lnTo>
                    <a:pt x="331633" y="197005"/>
                  </a:lnTo>
                  <a:lnTo>
                    <a:pt x="332496" y="191776"/>
                  </a:lnTo>
                  <a:lnTo>
                    <a:pt x="333193" y="186524"/>
                  </a:lnTo>
                  <a:lnTo>
                    <a:pt x="333723" y="181251"/>
                  </a:lnTo>
                  <a:lnTo>
                    <a:pt x="334086" y="175965"/>
                  </a:lnTo>
                  <a:lnTo>
                    <a:pt x="334281" y="170670"/>
                  </a:lnTo>
                  <a:lnTo>
                    <a:pt x="334308" y="165371"/>
                  </a:lnTo>
                  <a:lnTo>
                    <a:pt x="334167" y="160074"/>
                  </a:lnTo>
                  <a:lnTo>
                    <a:pt x="333858" y="154784"/>
                  </a:lnTo>
                  <a:lnTo>
                    <a:pt x="333382" y="149507"/>
                  </a:lnTo>
                  <a:lnTo>
                    <a:pt x="332739" y="144248"/>
                  </a:lnTo>
                  <a:lnTo>
                    <a:pt x="331929" y="139011"/>
                  </a:lnTo>
                  <a:lnTo>
                    <a:pt x="330954" y="133803"/>
                  </a:lnTo>
                  <a:lnTo>
                    <a:pt x="329815" y="128628"/>
                  </a:lnTo>
                  <a:lnTo>
                    <a:pt x="328511" y="123492"/>
                  </a:lnTo>
                  <a:lnTo>
                    <a:pt x="327046" y="118400"/>
                  </a:lnTo>
                  <a:lnTo>
                    <a:pt x="325420" y="113356"/>
                  </a:lnTo>
                  <a:lnTo>
                    <a:pt x="323635" y="108367"/>
                  </a:lnTo>
                  <a:lnTo>
                    <a:pt x="321693" y="103437"/>
                  </a:lnTo>
                  <a:lnTo>
                    <a:pt x="319596" y="98571"/>
                  </a:lnTo>
                  <a:lnTo>
                    <a:pt x="317345" y="93774"/>
                  </a:lnTo>
                  <a:lnTo>
                    <a:pt x="314943" y="89051"/>
                  </a:lnTo>
                  <a:lnTo>
                    <a:pt x="312393" y="84406"/>
                  </a:lnTo>
                  <a:lnTo>
                    <a:pt x="309697" y="79844"/>
                  </a:lnTo>
                  <a:lnTo>
                    <a:pt x="306858" y="75370"/>
                  </a:lnTo>
                  <a:lnTo>
                    <a:pt x="303879" y="70989"/>
                  </a:lnTo>
                  <a:lnTo>
                    <a:pt x="300762" y="66704"/>
                  </a:lnTo>
                  <a:lnTo>
                    <a:pt x="297511" y="62519"/>
                  </a:lnTo>
                  <a:lnTo>
                    <a:pt x="294129" y="58440"/>
                  </a:lnTo>
                  <a:lnTo>
                    <a:pt x="290619" y="54471"/>
                  </a:lnTo>
                  <a:lnTo>
                    <a:pt x="286985" y="50614"/>
                  </a:lnTo>
                  <a:lnTo>
                    <a:pt x="283231" y="46875"/>
                  </a:lnTo>
                  <a:lnTo>
                    <a:pt x="279360" y="43256"/>
                  </a:lnTo>
                  <a:lnTo>
                    <a:pt x="275377" y="39762"/>
                  </a:lnTo>
                  <a:lnTo>
                    <a:pt x="271284" y="36396"/>
                  </a:lnTo>
                  <a:lnTo>
                    <a:pt x="267087" y="33161"/>
                  </a:lnTo>
                  <a:lnTo>
                    <a:pt x="262790" y="30061"/>
                  </a:lnTo>
                  <a:lnTo>
                    <a:pt x="258397" y="27099"/>
                  </a:lnTo>
                  <a:lnTo>
                    <a:pt x="253911" y="24277"/>
                  </a:lnTo>
                  <a:lnTo>
                    <a:pt x="249339" y="21599"/>
                  </a:lnTo>
                  <a:lnTo>
                    <a:pt x="244684" y="19068"/>
                  </a:lnTo>
                  <a:lnTo>
                    <a:pt x="239952" y="16685"/>
                  </a:lnTo>
                  <a:lnTo>
                    <a:pt x="235146" y="14453"/>
                  </a:lnTo>
                  <a:lnTo>
                    <a:pt x="230272" y="12375"/>
                  </a:lnTo>
                  <a:lnTo>
                    <a:pt x="225334" y="10452"/>
                  </a:lnTo>
                  <a:lnTo>
                    <a:pt x="220338" y="8687"/>
                  </a:lnTo>
                  <a:lnTo>
                    <a:pt x="215288" y="7080"/>
                  </a:lnTo>
                  <a:lnTo>
                    <a:pt x="210190" y="5635"/>
                  </a:lnTo>
                  <a:lnTo>
                    <a:pt x="205049" y="4352"/>
                  </a:lnTo>
                  <a:lnTo>
                    <a:pt x="199870" y="3233"/>
                  </a:lnTo>
                  <a:lnTo>
                    <a:pt x="194658" y="2278"/>
                  </a:lnTo>
                  <a:lnTo>
                    <a:pt x="189418" y="1489"/>
                  </a:lnTo>
                  <a:lnTo>
                    <a:pt x="184156" y="867"/>
                  </a:lnTo>
                  <a:lnTo>
                    <a:pt x="178877" y="411"/>
                  </a:lnTo>
                  <a:lnTo>
                    <a:pt x="173586" y="123"/>
                  </a:lnTo>
                  <a:lnTo>
                    <a:pt x="168289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07724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20"/>
              <a:ext cx="1138" cy="167167"/>
            </a:xfrm>
            <a:custGeom>
              <a:avLst/>
              <a:pathLst>
                <a:path w="1138" h="167167">
                  <a:moveTo>
                    <a:pt x="1138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614137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1" y="1341"/>
                  </a:lnTo>
                  <a:lnTo>
                    <a:pt x="140766" y="2095"/>
                  </a:lnTo>
                  <a:lnTo>
                    <a:pt x="135547" y="3014"/>
                  </a:lnTo>
                  <a:lnTo>
                    <a:pt x="130361" y="4098"/>
                  </a:lnTo>
                  <a:lnTo>
                    <a:pt x="125211" y="5346"/>
                  </a:lnTo>
                  <a:lnTo>
                    <a:pt x="120103" y="6756"/>
                  </a:lnTo>
                  <a:lnTo>
                    <a:pt x="115043" y="8328"/>
                  </a:lnTo>
                  <a:lnTo>
                    <a:pt x="110035" y="10059"/>
                  </a:lnTo>
                  <a:lnTo>
                    <a:pt x="105084" y="11948"/>
                  </a:lnTo>
                  <a:lnTo>
                    <a:pt x="100196" y="13993"/>
                  </a:lnTo>
                  <a:lnTo>
                    <a:pt x="95375" y="16192"/>
                  </a:lnTo>
                  <a:lnTo>
                    <a:pt x="90626" y="18543"/>
                  </a:lnTo>
                  <a:lnTo>
                    <a:pt x="85954" y="21043"/>
                  </a:lnTo>
                  <a:lnTo>
                    <a:pt x="81364" y="23690"/>
                  </a:lnTo>
                  <a:lnTo>
                    <a:pt x="76860" y="26481"/>
                  </a:lnTo>
                  <a:lnTo>
                    <a:pt x="72446" y="29413"/>
                  </a:lnTo>
                  <a:lnTo>
                    <a:pt x="68128" y="32484"/>
                  </a:lnTo>
                  <a:lnTo>
                    <a:pt x="63909" y="35690"/>
                  </a:lnTo>
                  <a:lnTo>
                    <a:pt x="59794" y="39028"/>
                  </a:lnTo>
                  <a:lnTo>
                    <a:pt x="55787" y="42495"/>
                  </a:lnTo>
                  <a:lnTo>
                    <a:pt x="51891" y="46087"/>
                  </a:lnTo>
                  <a:lnTo>
                    <a:pt x="48112" y="49801"/>
                  </a:lnTo>
                  <a:lnTo>
                    <a:pt x="44452" y="53633"/>
                  </a:lnTo>
                  <a:lnTo>
                    <a:pt x="40915" y="57578"/>
                  </a:lnTo>
                  <a:lnTo>
                    <a:pt x="37505" y="61634"/>
                  </a:lnTo>
                  <a:lnTo>
                    <a:pt x="34226" y="65796"/>
                  </a:lnTo>
                  <a:lnTo>
                    <a:pt x="31080" y="70060"/>
                  </a:lnTo>
                  <a:lnTo>
                    <a:pt x="28070" y="74421"/>
                  </a:lnTo>
                  <a:lnTo>
                    <a:pt x="25201" y="78876"/>
                  </a:lnTo>
                  <a:lnTo>
                    <a:pt x="22474" y="83419"/>
                  </a:lnTo>
                  <a:lnTo>
                    <a:pt x="19892" y="88046"/>
                  </a:lnTo>
                  <a:lnTo>
                    <a:pt x="17459" y="92753"/>
                  </a:lnTo>
                  <a:lnTo>
                    <a:pt x="15175" y="97535"/>
                  </a:lnTo>
                  <a:lnTo>
                    <a:pt x="13045" y="102386"/>
                  </a:lnTo>
                  <a:lnTo>
                    <a:pt x="11069" y="107303"/>
                  </a:lnTo>
                  <a:lnTo>
                    <a:pt x="9250" y="112280"/>
                  </a:lnTo>
                  <a:lnTo>
                    <a:pt x="7590" y="117312"/>
                  </a:lnTo>
                  <a:lnTo>
                    <a:pt x="6090" y="122394"/>
                  </a:lnTo>
                  <a:lnTo>
                    <a:pt x="4752" y="127521"/>
                  </a:lnTo>
                  <a:lnTo>
                    <a:pt x="3577" y="132688"/>
                  </a:lnTo>
                  <a:lnTo>
                    <a:pt x="2567" y="137890"/>
                  </a:lnTo>
                  <a:lnTo>
                    <a:pt x="1721" y="143120"/>
                  </a:lnTo>
                  <a:lnTo>
                    <a:pt x="1042" y="148376"/>
                  </a:lnTo>
                  <a:lnTo>
                    <a:pt x="530" y="153650"/>
                  </a:lnTo>
                  <a:lnTo>
                    <a:pt x="185" y="158937"/>
                  </a:lnTo>
                  <a:lnTo>
                    <a:pt x="9" y="164233"/>
                  </a:lnTo>
                  <a:lnTo>
                    <a:pt x="0" y="169532"/>
                  </a:lnTo>
                  <a:lnTo>
                    <a:pt x="158" y="174828"/>
                  </a:lnTo>
                  <a:lnTo>
                    <a:pt x="485" y="180117"/>
                  </a:lnTo>
                  <a:lnTo>
                    <a:pt x="979" y="185393"/>
                  </a:lnTo>
                  <a:lnTo>
                    <a:pt x="1640" y="190650"/>
                  </a:lnTo>
                  <a:lnTo>
                    <a:pt x="2468" y="195884"/>
                  </a:lnTo>
                  <a:lnTo>
                    <a:pt x="3461" y="201089"/>
                  </a:lnTo>
                  <a:lnTo>
                    <a:pt x="4618" y="206260"/>
                  </a:lnTo>
                  <a:lnTo>
                    <a:pt x="5939" y="211391"/>
                  </a:lnTo>
                  <a:lnTo>
                    <a:pt x="7421" y="216478"/>
                  </a:lnTo>
                  <a:lnTo>
                    <a:pt x="9064" y="221516"/>
                  </a:lnTo>
                  <a:lnTo>
                    <a:pt x="10866" y="226499"/>
                  </a:lnTo>
                  <a:lnTo>
                    <a:pt x="12825" y="231422"/>
                  </a:lnTo>
                  <a:lnTo>
                    <a:pt x="14939" y="236281"/>
                  </a:lnTo>
                  <a:lnTo>
                    <a:pt x="17206" y="241071"/>
                  </a:lnTo>
                  <a:lnTo>
                    <a:pt x="19624" y="245786"/>
                  </a:lnTo>
                  <a:lnTo>
                    <a:pt x="22190" y="250422"/>
                  </a:lnTo>
                  <a:lnTo>
                    <a:pt x="24901" y="254974"/>
                  </a:lnTo>
                  <a:lnTo>
                    <a:pt x="27755" y="259439"/>
                  </a:lnTo>
                  <a:lnTo>
                    <a:pt x="30750" y="263810"/>
                  </a:lnTo>
                  <a:lnTo>
                    <a:pt x="33881" y="268085"/>
                  </a:lnTo>
                  <a:lnTo>
                    <a:pt x="37147" y="272258"/>
                  </a:lnTo>
                  <a:lnTo>
                    <a:pt x="40543" y="276325"/>
                  </a:lnTo>
                  <a:lnTo>
                    <a:pt x="44066" y="280283"/>
                  </a:lnTo>
                  <a:lnTo>
                    <a:pt x="47713" y="284127"/>
                  </a:lnTo>
                  <a:lnTo>
                    <a:pt x="51480" y="287854"/>
                  </a:lnTo>
                  <a:lnTo>
                    <a:pt x="55363" y="291459"/>
                  </a:lnTo>
                  <a:lnTo>
                    <a:pt x="59358" y="294940"/>
                  </a:lnTo>
                  <a:lnTo>
                    <a:pt x="63462" y="298292"/>
                  </a:lnTo>
                  <a:lnTo>
                    <a:pt x="67670" y="301512"/>
                  </a:lnTo>
                  <a:lnTo>
                    <a:pt x="71978" y="304598"/>
                  </a:lnTo>
                  <a:lnTo>
                    <a:pt x="76381" y="307545"/>
                  </a:lnTo>
                  <a:lnTo>
                    <a:pt x="80876" y="310351"/>
                  </a:lnTo>
                  <a:lnTo>
                    <a:pt x="85457" y="313014"/>
                  </a:lnTo>
                  <a:lnTo>
                    <a:pt x="90121" y="315529"/>
                  </a:lnTo>
                  <a:lnTo>
                    <a:pt x="94862" y="317896"/>
                  </a:lnTo>
                  <a:lnTo>
                    <a:pt x="99675" y="320112"/>
                  </a:lnTo>
                  <a:lnTo>
                    <a:pt x="104556" y="322173"/>
                  </a:lnTo>
                  <a:lnTo>
                    <a:pt x="109500" y="324079"/>
                  </a:lnTo>
                  <a:lnTo>
                    <a:pt x="114503" y="325828"/>
                  </a:lnTo>
                  <a:lnTo>
                    <a:pt x="119557" y="327416"/>
                  </a:lnTo>
                  <a:lnTo>
                    <a:pt x="124660" y="328844"/>
                  </a:lnTo>
                  <a:lnTo>
                    <a:pt x="129806" y="330110"/>
                  </a:lnTo>
                  <a:lnTo>
                    <a:pt x="134989" y="331211"/>
                  </a:lnTo>
                  <a:lnTo>
                    <a:pt x="140204" y="332148"/>
                  </a:lnTo>
                  <a:lnTo>
                    <a:pt x="145446" y="332919"/>
                  </a:lnTo>
                  <a:lnTo>
                    <a:pt x="150711" y="333524"/>
                  </a:lnTo>
                  <a:lnTo>
                    <a:pt x="155991" y="333962"/>
                  </a:lnTo>
                  <a:lnTo>
                    <a:pt x="161283" y="334231"/>
                  </a:lnTo>
                  <a:lnTo>
                    <a:pt x="166581" y="334333"/>
                  </a:lnTo>
                  <a:lnTo>
                    <a:pt x="171879" y="334267"/>
                  </a:lnTo>
                  <a:lnTo>
                    <a:pt x="177173" y="334034"/>
                  </a:lnTo>
                  <a:lnTo>
                    <a:pt x="182457" y="333632"/>
                  </a:lnTo>
                  <a:lnTo>
                    <a:pt x="187725" y="333063"/>
                  </a:lnTo>
                  <a:lnTo>
                    <a:pt x="192972" y="332328"/>
                  </a:lnTo>
                  <a:lnTo>
                    <a:pt x="198194" y="331427"/>
                  </a:lnTo>
                  <a:lnTo>
                    <a:pt x="203384" y="330360"/>
                  </a:lnTo>
                  <a:lnTo>
                    <a:pt x="208538" y="329130"/>
                  </a:lnTo>
                  <a:lnTo>
                    <a:pt x="213651" y="327737"/>
                  </a:lnTo>
                  <a:lnTo>
                    <a:pt x="218716" y="326182"/>
                  </a:lnTo>
                  <a:lnTo>
                    <a:pt x="223730" y="324468"/>
                  </a:lnTo>
                  <a:lnTo>
                    <a:pt x="228687" y="322596"/>
                  </a:lnTo>
                  <a:lnTo>
                    <a:pt x="233582" y="320567"/>
                  </a:lnTo>
                  <a:lnTo>
                    <a:pt x="238411" y="318385"/>
                  </a:lnTo>
                  <a:lnTo>
                    <a:pt x="243168" y="316050"/>
                  </a:lnTo>
                  <a:lnTo>
                    <a:pt x="247848" y="313566"/>
                  </a:lnTo>
                  <a:lnTo>
                    <a:pt x="252447" y="310935"/>
                  </a:lnTo>
                  <a:lnTo>
                    <a:pt x="256961" y="308160"/>
                  </a:lnTo>
                  <a:lnTo>
                    <a:pt x="261385" y="305242"/>
                  </a:lnTo>
                  <a:lnTo>
                    <a:pt x="265713" y="302186"/>
                  </a:lnTo>
                  <a:lnTo>
                    <a:pt x="269943" y="298995"/>
                  </a:lnTo>
                  <a:lnTo>
                    <a:pt x="274070" y="295671"/>
                  </a:lnTo>
                  <a:lnTo>
                    <a:pt x="278089" y="292217"/>
                  </a:lnTo>
                  <a:lnTo>
                    <a:pt x="281996" y="288639"/>
                  </a:lnTo>
                  <a:lnTo>
                    <a:pt x="285788" y="284938"/>
                  </a:lnTo>
                  <a:lnTo>
                    <a:pt x="289461" y="281118"/>
                  </a:lnTo>
                  <a:lnTo>
                    <a:pt x="293011" y="277185"/>
                  </a:lnTo>
                  <a:lnTo>
                    <a:pt x="296435" y="273140"/>
                  </a:lnTo>
                  <a:lnTo>
                    <a:pt x="299729" y="268990"/>
                  </a:lnTo>
                  <a:lnTo>
                    <a:pt x="302889" y="264737"/>
                  </a:lnTo>
                  <a:lnTo>
                    <a:pt x="305913" y="260386"/>
                  </a:lnTo>
                  <a:lnTo>
                    <a:pt x="308798" y="255941"/>
                  </a:lnTo>
                  <a:lnTo>
                    <a:pt x="311541" y="251407"/>
                  </a:lnTo>
                  <a:lnTo>
                    <a:pt x="314138" y="246788"/>
                  </a:lnTo>
                  <a:lnTo>
                    <a:pt x="316588" y="242090"/>
                  </a:lnTo>
                  <a:lnTo>
                    <a:pt x="318887" y="237316"/>
                  </a:lnTo>
                  <a:lnTo>
                    <a:pt x="321034" y="232472"/>
                  </a:lnTo>
                  <a:lnTo>
                    <a:pt x="323027" y="227562"/>
                  </a:lnTo>
                  <a:lnTo>
                    <a:pt x="324862" y="222591"/>
                  </a:lnTo>
                  <a:lnTo>
                    <a:pt x="326540" y="217565"/>
                  </a:lnTo>
                  <a:lnTo>
                    <a:pt x="328057" y="212488"/>
                  </a:lnTo>
                  <a:lnTo>
                    <a:pt x="329412" y="207365"/>
                  </a:lnTo>
                  <a:lnTo>
                    <a:pt x="330605" y="202203"/>
                  </a:lnTo>
                  <a:lnTo>
                    <a:pt x="331633" y="197005"/>
                  </a:lnTo>
                  <a:lnTo>
                    <a:pt x="332496" y="191776"/>
                  </a:lnTo>
                  <a:lnTo>
                    <a:pt x="333193" y="186524"/>
                  </a:lnTo>
                  <a:lnTo>
                    <a:pt x="333723" y="181251"/>
                  </a:lnTo>
                  <a:lnTo>
                    <a:pt x="334086" y="175965"/>
                  </a:lnTo>
                  <a:lnTo>
                    <a:pt x="334281" y="170670"/>
                  </a:lnTo>
                  <a:lnTo>
                    <a:pt x="334308" y="165371"/>
                  </a:lnTo>
                  <a:lnTo>
                    <a:pt x="334167" y="160074"/>
                  </a:lnTo>
                  <a:lnTo>
                    <a:pt x="333858" y="154784"/>
                  </a:lnTo>
                  <a:lnTo>
                    <a:pt x="333382" y="149507"/>
                  </a:lnTo>
                  <a:lnTo>
                    <a:pt x="332739" y="144248"/>
                  </a:lnTo>
                  <a:lnTo>
                    <a:pt x="331929" y="139011"/>
                  </a:lnTo>
                  <a:lnTo>
                    <a:pt x="330954" y="133803"/>
                  </a:lnTo>
                  <a:lnTo>
                    <a:pt x="329815" y="128628"/>
                  </a:lnTo>
                  <a:lnTo>
                    <a:pt x="328511" y="123492"/>
                  </a:lnTo>
                  <a:lnTo>
                    <a:pt x="327046" y="118400"/>
                  </a:lnTo>
                  <a:lnTo>
                    <a:pt x="325420" y="113356"/>
                  </a:lnTo>
                  <a:lnTo>
                    <a:pt x="323635" y="108367"/>
                  </a:lnTo>
                  <a:lnTo>
                    <a:pt x="321693" y="103437"/>
                  </a:lnTo>
                  <a:lnTo>
                    <a:pt x="319596" y="98571"/>
                  </a:lnTo>
                  <a:lnTo>
                    <a:pt x="317345" y="93774"/>
                  </a:lnTo>
                  <a:lnTo>
                    <a:pt x="314943" y="89051"/>
                  </a:lnTo>
                  <a:lnTo>
                    <a:pt x="312393" y="84406"/>
                  </a:lnTo>
                  <a:lnTo>
                    <a:pt x="309697" y="79844"/>
                  </a:lnTo>
                  <a:lnTo>
                    <a:pt x="306858" y="75370"/>
                  </a:lnTo>
                  <a:lnTo>
                    <a:pt x="303879" y="70989"/>
                  </a:lnTo>
                  <a:lnTo>
                    <a:pt x="300762" y="66704"/>
                  </a:lnTo>
                  <a:lnTo>
                    <a:pt x="297511" y="62519"/>
                  </a:lnTo>
                  <a:lnTo>
                    <a:pt x="294129" y="58440"/>
                  </a:lnTo>
                  <a:lnTo>
                    <a:pt x="290619" y="54471"/>
                  </a:lnTo>
                  <a:lnTo>
                    <a:pt x="286985" y="50614"/>
                  </a:lnTo>
                  <a:lnTo>
                    <a:pt x="283231" y="46875"/>
                  </a:lnTo>
                  <a:lnTo>
                    <a:pt x="279360" y="43256"/>
                  </a:lnTo>
                  <a:lnTo>
                    <a:pt x="275377" y="39762"/>
                  </a:lnTo>
                  <a:lnTo>
                    <a:pt x="271284" y="36396"/>
                  </a:lnTo>
                  <a:lnTo>
                    <a:pt x="267087" y="33161"/>
                  </a:lnTo>
                  <a:lnTo>
                    <a:pt x="262790" y="30061"/>
                  </a:lnTo>
                  <a:lnTo>
                    <a:pt x="258397" y="27099"/>
                  </a:lnTo>
                  <a:lnTo>
                    <a:pt x="253911" y="24277"/>
                  </a:lnTo>
                  <a:lnTo>
                    <a:pt x="249339" y="21599"/>
                  </a:lnTo>
                  <a:lnTo>
                    <a:pt x="244684" y="19068"/>
                  </a:lnTo>
                  <a:lnTo>
                    <a:pt x="239952" y="16685"/>
                  </a:lnTo>
                  <a:lnTo>
                    <a:pt x="235146" y="14453"/>
                  </a:lnTo>
                  <a:lnTo>
                    <a:pt x="230272" y="12375"/>
                  </a:lnTo>
                  <a:lnTo>
                    <a:pt x="225334" y="10452"/>
                  </a:lnTo>
                  <a:lnTo>
                    <a:pt x="220338" y="8687"/>
                  </a:lnTo>
                  <a:lnTo>
                    <a:pt x="215288" y="7080"/>
                  </a:lnTo>
                  <a:lnTo>
                    <a:pt x="210190" y="5635"/>
                  </a:lnTo>
                  <a:lnTo>
                    <a:pt x="205049" y="4352"/>
                  </a:lnTo>
                  <a:lnTo>
                    <a:pt x="199870" y="3233"/>
                  </a:lnTo>
                  <a:lnTo>
                    <a:pt x="194658" y="2278"/>
                  </a:lnTo>
                  <a:lnTo>
                    <a:pt x="189418" y="1489"/>
                  </a:lnTo>
                  <a:lnTo>
                    <a:pt x="184156" y="867"/>
                  </a:lnTo>
                  <a:lnTo>
                    <a:pt x="178877" y="411"/>
                  </a:lnTo>
                  <a:lnTo>
                    <a:pt x="173586" y="123"/>
                  </a:lnTo>
                  <a:lnTo>
                    <a:pt x="168289" y="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3825"/>
              <a:ext cx="1138" cy="167163"/>
            </a:xfrm>
            <a:custGeom>
              <a:avLst/>
              <a:pathLst>
                <a:path w="1138" h="167163">
                  <a:moveTo>
                    <a:pt x="1138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21"/>
              <a:ext cx="1138" cy="167167"/>
            </a:xfrm>
            <a:custGeom>
              <a:avLst/>
              <a:pathLst>
                <a:path w="1138" h="167167">
                  <a:moveTo>
                    <a:pt x="1138" y="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24596" y="4659281"/>
              <a:ext cx="161928" cy="167167"/>
            </a:xfrm>
            <a:custGeom>
              <a:avLst/>
              <a:pathLst>
                <a:path w="161928" h="167167">
                  <a:moveTo>
                    <a:pt x="161928" y="0"/>
                  </a:moveTo>
                  <a:lnTo>
                    <a:pt x="156548" y="86"/>
                  </a:lnTo>
                  <a:lnTo>
                    <a:pt x="151173" y="346"/>
                  </a:lnTo>
                  <a:lnTo>
                    <a:pt x="145810" y="778"/>
                  </a:lnTo>
                  <a:lnTo>
                    <a:pt x="140463" y="1383"/>
                  </a:lnTo>
                  <a:lnTo>
                    <a:pt x="135139" y="2160"/>
                  </a:lnTo>
                  <a:lnTo>
                    <a:pt x="129842" y="3108"/>
                  </a:lnTo>
                  <a:lnTo>
                    <a:pt x="124578" y="4225"/>
                  </a:lnTo>
                  <a:lnTo>
                    <a:pt x="119354" y="5512"/>
                  </a:lnTo>
                  <a:lnTo>
                    <a:pt x="114173" y="6966"/>
                  </a:lnTo>
                  <a:lnTo>
                    <a:pt x="109042" y="8586"/>
                  </a:lnTo>
                  <a:lnTo>
                    <a:pt x="103965" y="10370"/>
                  </a:lnTo>
                  <a:lnTo>
                    <a:pt x="98949" y="12317"/>
                  </a:lnTo>
                  <a:lnTo>
                    <a:pt x="93998" y="14424"/>
                  </a:lnTo>
                  <a:lnTo>
                    <a:pt x="89117" y="16689"/>
                  </a:lnTo>
                  <a:lnTo>
                    <a:pt x="84312" y="19111"/>
                  </a:lnTo>
                  <a:lnTo>
                    <a:pt x="79587" y="21685"/>
                  </a:lnTo>
                  <a:lnTo>
                    <a:pt x="74947" y="24411"/>
                  </a:lnTo>
                  <a:lnTo>
                    <a:pt x="70398" y="27284"/>
                  </a:lnTo>
                  <a:lnTo>
                    <a:pt x="65943" y="30302"/>
                  </a:lnTo>
                  <a:lnTo>
                    <a:pt x="61588" y="33462"/>
                  </a:lnTo>
                  <a:lnTo>
                    <a:pt x="57337" y="36761"/>
                  </a:lnTo>
                  <a:lnTo>
                    <a:pt x="53194" y="40195"/>
                  </a:lnTo>
                  <a:lnTo>
                    <a:pt x="49164" y="43760"/>
                  </a:lnTo>
                  <a:lnTo>
                    <a:pt x="45251" y="47453"/>
                  </a:lnTo>
                  <a:lnTo>
                    <a:pt x="41458" y="51270"/>
                  </a:lnTo>
                  <a:lnTo>
                    <a:pt x="37791" y="55208"/>
                  </a:lnTo>
                  <a:lnTo>
                    <a:pt x="34252" y="59261"/>
                  </a:lnTo>
                  <a:lnTo>
                    <a:pt x="30845" y="63426"/>
                  </a:lnTo>
                  <a:lnTo>
                    <a:pt x="27574" y="67698"/>
                  </a:lnTo>
                  <a:lnTo>
                    <a:pt x="24442" y="72074"/>
                  </a:lnTo>
                  <a:lnTo>
                    <a:pt x="21453" y="76548"/>
                  </a:lnTo>
                  <a:lnTo>
                    <a:pt x="18609" y="81116"/>
                  </a:lnTo>
                  <a:lnTo>
                    <a:pt x="15914" y="85773"/>
                  </a:lnTo>
                  <a:lnTo>
                    <a:pt x="13370" y="90515"/>
                  </a:lnTo>
                  <a:lnTo>
                    <a:pt x="10980" y="95336"/>
                  </a:lnTo>
                  <a:lnTo>
                    <a:pt x="8747" y="100231"/>
                  </a:lnTo>
                  <a:lnTo>
                    <a:pt x="6672" y="105196"/>
                  </a:lnTo>
                  <a:lnTo>
                    <a:pt x="4758" y="110225"/>
                  </a:lnTo>
                  <a:lnTo>
                    <a:pt x="3006" y="115313"/>
                  </a:lnTo>
                  <a:lnTo>
                    <a:pt x="1420" y="120454"/>
                  </a:lnTo>
                  <a:lnTo>
                    <a:pt x="0" y="125644"/>
                  </a:lnTo>
                  <a:lnTo>
                    <a:pt x="16192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4596" y="4784926"/>
              <a:ext cx="161928" cy="41522"/>
            </a:xfrm>
            <a:custGeom>
              <a:avLst/>
              <a:pathLst>
                <a:path w="161928" h="41522">
                  <a:moveTo>
                    <a:pt x="0" y="0"/>
                  </a:moveTo>
                  <a:lnTo>
                    <a:pt x="161928" y="415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20555" y="4784926"/>
              <a:ext cx="165969" cy="41522"/>
            </a:xfrm>
            <a:custGeom>
              <a:avLst/>
              <a:pathLst>
                <a:path w="165969" h="41522">
                  <a:moveTo>
                    <a:pt x="4041" y="0"/>
                  </a:moveTo>
                  <a:lnTo>
                    <a:pt x="2380" y="7121"/>
                  </a:lnTo>
                  <a:lnTo>
                    <a:pt x="1032" y="14307"/>
                  </a:lnTo>
                  <a:lnTo>
                    <a:pt x="0" y="21546"/>
                  </a:lnTo>
                  <a:lnTo>
                    <a:pt x="165969" y="415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919362" y="4659281"/>
              <a:ext cx="334316" cy="334332"/>
            </a:xfrm>
            <a:custGeom>
              <a:avLst/>
              <a:pathLst>
                <a:path w="334316" h="334332">
                  <a:moveTo>
                    <a:pt x="1193" y="147191"/>
                  </a:moveTo>
                  <a:lnTo>
                    <a:pt x="642" y="152476"/>
                  </a:lnTo>
                  <a:lnTo>
                    <a:pt x="259" y="157777"/>
                  </a:lnTo>
                  <a:lnTo>
                    <a:pt x="45" y="163087"/>
                  </a:lnTo>
                  <a:lnTo>
                    <a:pt x="0" y="168401"/>
                  </a:lnTo>
                  <a:lnTo>
                    <a:pt x="123" y="173713"/>
                  </a:lnTo>
                  <a:lnTo>
                    <a:pt x="416" y="179019"/>
                  </a:lnTo>
                  <a:lnTo>
                    <a:pt x="877" y="184313"/>
                  </a:lnTo>
                  <a:lnTo>
                    <a:pt x="1506" y="189590"/>
                  </a:lnTo>
                  <a:lnTo>
                    <a:pt x="2302" y="194844"/>
                  </a:lnTo>
                  <a:lnTo>
                    <a:pt x="3265" y="200070"/>
                  </a:lnTo>
                  <a:lnTo>
                    <a:pt x="4394" y="205263"/>
                  </a:lnTo>
                  <a:lnTo>
                    <a:pt x="5687" y="210418"/>
                  </a:lnTo>
                  <a:lnTo>
                    <a:pt x="7143" y="215528"/>
                  </a:lnTo>
                  <a:lnTo>
                    <a:pt x="8761" y="220590"/>
                  </a:lnTo>
                  <a:lnTo>
                    <a:pt x="10539" y="225598"/>
                  </a:lnTo>
                  <a:lnTo>
                    <a:pt x="12476" y="230547"/>
                  </a:lnTo>
                  <a:lnTo>
                    <a:pt x="14568" y="235432"/>
                  </a:lnTo>
                  <a:lnTo>
                    <a:pt x="16815" y="240247"/>
                  </a:lnTo>
                  <a:lnTo>
                    <a:pt x="19214" y="244989"/>
                  </a:lnTo>
                  <a:lnTo>
                    <a:pt x="21763" y="249652"/>
                  </a:lnTo>
                  <a:lnTo>
                    <a:pt x="24458" y="254232"/>
                  </a:lnTo>
                  <a:lnTo>
                    <a:pt x="27297" y="258724"/>
                  </a:lnTo>
                  <a:lnTo>
                    <a:pt x="30278" y="263124"/>
                  </a:lnTo>
                  <a:lnTo>
                    <a:pt x="33397" y="267426"/>
                  </a:lnTo>
                  <a:lnTo>
                    <a:pt x="36652" y="271627"/>
                  </a:lnTo>
                  <a:lnTo>
                    <a:pt x="40038" y="275723"/>
                  </a:lnTo>
                  <a:lnTo>
                    <a:pt x="43553" y="279708"/>
                  </a:lnTo>
                  <a:lnTo>
                    <a:pt x="47192" y="283581"/>
                  </a:lnTo>
                  <a:lnTo>
                    <a:pt x="50953" y="287335"/>
                  </a:lnTo>
                  <a:lnTo>
                    <a:pt x="54831" y="290968"/>
                  </a:lnTo>
                  <a:lnTo>
                    <a:pt x="58823" y="294476"/>
                  </a:lnTo>
                  <a:lnTo>
                    <a:pt x="62925" y="297855"/>
                  </a:lnTo>
                  <a:lnTo>
                    <a:pt x="67131" y="301102"/>
                  </a:lnTo>
                  <a:lnTo>
                    <a:pt x="71439" y="304214"/>
                  </a:lnTo>
                  <a:lnTo>
                    <a:pt x="75843" y="307188"/>
                  </a:lnTo>
                  <a:lnTo>
                    <a:pt x="80340" y="310019"/>
                  </a:lnTo>
                  <a:lnTo>
                    <a:pt x="84925" y="312707"/>
                  </a:lnTo>
                  <a:lnTo>
                    <a:pt x="89592" y="315247"/>
                  </a:lnTo>
                  <a:lnTo>
                    <a:pt x="94338" y="317638"/>
                  </a:lnTo>
                  <a:lnTo>
                    <a:pt x="99158" y="319877"/>
                  </a:lnTo>
                  <a:lnTo>
                    <a:pt x="104046" y="321961"/>
                  </a:lnTo>
                  <a:lnTo>
                    <a:pt x="108998" y="323889"/>
                  </a:lnTo>
                  <a:lnTo>
                    <a:pt x="114009" y="325659"/>
                  </a:lnTo>
                  <a:lnTo>
                    <a:pt x="119073" y="327268"/>
                  </a:lnTo>
                  <a:lnTo>
                    <a:pt x="124187" y="328716"/>
                  </a:lnTo>
                  <a:lnTo>
                    <a:pt x="129343" y="330000"/>
                  </a:lnTo>
                  <a:lnTo>
                    <a:pt x="134538" y="331120"/>
                  </a:lnTo>
                  <a:lnTo>
                    <a:pt x="139766" y="332074"/>
                  </a:lnTo>
                  <a:lnTo>
                    <a:pt x="145021" y="332862"/>
                  </a:lnTo>
                  <a:lnTo>
                    <a:pt x="150299" y="333482"/>
                  </a:lnTo>
                  <a:lnTo>
                    <a:pt x="155594" y="333934"/>
                  </a:lnTo>
                  <a:lnTo>
                    <a:pt x="160900" y="334217"/>
                  </a:lnTo>
                  <a:lnTo>
                    <a:pt x="166213" y="334332"/>
                  </a:lnTo>
                  <a:lnTo>
                    <a:pt x="171527" y="334277"/>
                  </a:lnTo>
                  <a:lnTo>
                    <a:pt x="176837" y="334054"/>
                  </a:lnTo>
                  <a:lnTo>
                    <a:pt x="182136" y="333662"/>
                  </a:lnTo>
                  <a:lnTo>
                    <a:pt x="187421" y="333102"/>
                  </a:lnTo>
                  <a:lnTo>
                    <a:pt x="192685" y="332375"/>
                  </a:lnTo>
                  <a:lnTo>
                    <a:pt x="197923" y="331480"/>
                  </a:lnTo>
                  <a:lnTo>
                    <a:pt x="203130" y="330419"/>
                  </a:lnTo>
                  <a:lnTo>
                    <a:pt x="208301" y="329193"/>
                  </a:lnTo>
                  <a:lnTo>
                    <a:pt x="213430" y="327804"/>
                  </a:lnTo>
                  <a:lnTo>
                    <a:pt x="218513" y="326252"/>
                  </a:lnTo>
                  <a:lnTo>
                    <a:pt x="223544" y="324539"/>
                  </a:lnTo>
                  <a:lnTo>
                    <a:pt x="228517" y="322668"/>
                  </a:lnTo>
                  <a:lnTo>
                    <a:pt x="233429" y="320639"/>
                  </a:lnTo>
                  <a:lnTo>
                    <a:pt x="238274" y="318455"/>
                  </a:lnTo>
                  <a:lnTo>
                    <a:pt x="243046" y="316119"/>
                  </a:lnTo>
                  <a:lnTo>
                    <a:pt x="247742" y="313631"/>
                  </a:lnTo>
                  <a:lnTo>
                    <a:pt x="252357" y="310996"/>
                  </a:lnTo>
                  <a:lnTo>
                    <a:pt x="256886" y="308215"/>
                  </a:lnTo>
                  <a:lnTo>
                    <a:pt x="261324" y="305292"/>
                  </a:lnTo>
                  <a:lnTo>
                    <a:pt x="265666" y="302230"/>
                  </a:lnTo>
                  <a:lnTo>
                    <a:pt x="269910" y="299030"/>
                  </a:lnTo>
                  <a:lnTo>
                    <a:pt x="274049" y="295698"/>
                  </a:lnTo>
                  <a:lnTo>
                    <a:pt x="278080" y="292235"/>
                  </a:lnTo>
                  <a:lnTo>
                    <a:pt x="282000" y="288647"/>
                  </a:lnTo>
                  <a:lnTo>
                    <a:pt x="285803" y="284935"/>
                  </a:lnTo>
                  <a:lnTo>
                    <a:pt x="289486" y="281105"/>
                  </a:lnTo>
                  <a:lnTo>
                    <a:pt x="293046" y="277159"/>
                  </a:lnTo>
                  <a:lnTo>
                    <a:pt x="296479" y="273102"/>
                  </a:lnTo>
                  <a:lnTo>
                    <a:pt x="299780" y="268938"/>
                  </a:lnTo>
                  <a:lnTo>
                    <a:pt x="302948" y="264672"/>
                  </a:lnTo>
                  <a:lnTo>
                    <a:pt x="305979" y="260306"/>
                  </a:lnTo>
                  <a:lnTo>
                    <a:pt x="308869" y="255847"/>
                  </a:lnTo>
                  <a:lnTo>
                    <a:pt x="311616" y="251298"/>
                  </a:lnTo>
                  <a:lnTo>
                    <a:pt x="314217" y="246664"/>
                  </a:lnTo>
                  <a:lnTo>
                    <a:pt x="316670" y="241950"/>
                  </a:lnTo>
                  <a:lnTo>
                    <a:pt x="318971" y="237160"/>
                  </a:lnTo>
                  <a:lnTo>
                    <a:pt x="321119" y="232299"/>
                  </a:lnTo>
                  <a:lnTo>
                    <a:pt x="323112" y="227373"/>
                  </a:lnTo>
                  <a:lnTo>
                    <a:pt x="324947" y="222385"/>
                  </a:lnTo>
                  <a:lnTo>
                    <a:pt x="326622" y="217342"/>
                  </a:lnTo>
                  <a:lnTo>
                    <a:pt x="328136" y="212248"/>
                  </a:lnTo>
                  <a:lnTo>
                    <a:pt x="329488" y="207109"/>
                  </a:lnTo>
                  <a:lnTo>
                    <a:pt x="330676" y="201929"/>
                  </a:lnTo>
                  <a:lnTo>
                    <a:pt x="331698" y="196714"/>
                  </a:lnTo>
                  <a:lnTo>
                    <a:pt x="332554" y="191470"/>
                  </a:lnTo>
                  <a:lnTo>
                    <a:pt x="333243" y="186200"/>
                  </a:lnTo>
                  <a:lnTo>
                    <a:pt x="333764" y="180912"/>
                  </a:lnTo>
                  <a:lnTo>
                    <a:pt x="334117" y="175609"/>
                  </a:lnTo>
                  <a:lnTo>
                    <a:pt x="334300" y="170298"/>
                  </a:lnTo>
                  <a:lnTo>
                    <a:pt x="334316" y="164984"/>
                  </a:lnTo>
                  <a:lnTo>
                    <a:pt x="334162" y="159672"/>
                  </a:lnTo>
                  <a:lnTo>
                    <a:pt x="333839" y="154368"/>
                  </a:lnTo>
                  <a:lnTo>
                    <a:pt x="333348" y="149077"/>
                  </a:lnTo>
                  <a:lnTo>
                    <a:pt x="332689" y="143804"/>
                  </a:lnTo>
                  <a:lnTo>
                    <a:pt x="331863" y="138554"/>
                  </a:lnTo>
                  <a:lnTo>
                    <a:pt x="330870" y="133334"/>
                  </a:lnTo>
                  <a:lnTo>
                    <a:pt x="329712" y="128147"/>
                  </a:lnTo>
                  <a:lnTo>
                    <a:pt x="328390" y="123000"/>
                  </a:lnTo>
                  <a:lnTo>
                    <a:pt x="326904" y="117898"/>
                  </a:lnTo>
                  <a:lnTo>
                    <a:pt x="325258" y="112845"/>
                  </a:lnTo>
                  <a:lnTo>
                    <a:pt x="323451" y="107848"/>
                  </a:lnTo>
                  <a:lnTo>
                    <a:pt x="321487" y="102910"/>
                  </a:lnTo>
                  <a:lnTo>
                    <a:pt x="319366" y="98037"/>
                  </a:lnTo>
                  <a:lnTo>
                    <a:pt x="317092" y="93234"/>
                  </a:lnTo>
                  <a:lnTo>
                    <a:pt x="314666" y="88506"/>
                  </a:lnTo>
                  <a:lnTo>
                    <a:pt x="312092" y="83857"/>
                  </a:lnTo>
                  <a:lnTo>
                    <a:pt x="309370" y="79293"/>
                  </a:lnTo>
                  <a:lnTo>
                    <a:pt x="306505" y="74817"/>
                  </a:lnTo>
                  <a:lnTo>
                    <a:pt x="303500" y="70435"/>
                  </a:lnTo>
                  <a:lnTo>
                    <a:pt x="300356" y="66150"/>
                  </a:lnTo>
                  <a:lnTo>
                    <a:pt x="297078" y="61968"/>
                  </a:lnTo>
                  <a:lnTo>
                    <a:pt x="293668" y="57891"/>
                  </a:lnTo>
                  <a:lnTo>
                    <a:pt x="290131" y="53925"/>
                  </a:lnTo>
                  <a:lnTo>
                    <a:pt x="286470" y="50074"/>
                  </a:lnTo>
                  <a:lnTo>
                    <a:pt x="282688" y="46341"/>
                  </a:lnTo>
                  <a:lnTo>
                    <a:pt x="278789" y="42730"/>
                  </a:lnTo>
                  <a:lnTo>
                    <a:pt x="274777" y="39245"/>
                  </a:lnTo>
                  <a:lnTo>
                    <a:pt x="270657" y="35889"/>
                  </a:lnTo>
                  <a:lnTo>
                    <a:pt x="266432" y="32666"/>
                  </a:lnTo>
                  <a:lnTo>
                    <a:pt x="262106" y="29578"/>
                  </a:lnTo>
                  <a:lnTo>
                    <a:pt x="257685" y="26630"/>
                  </a:lnTo>
                  <a:lnTo>
                    <a:pt x="253172" y="23824"/>
                  </a:lnTo>
                  <a:lnTo>
                    <a:pt x="248573" y="21162"/>
                  </a:lnTo>
                  <a:lnTo>
                    <a:pt x="243891" y="18649"/>
                  </a:lnTo>
                  <a:lnTo>
                    <a:pt x="239131" y="16285"/>
                  </a:lnTo>
                  <a:lnTo>
                    <a:pt x="234299" y="14073"/>
                  </a:lnTo>
                  <a:lnTo>
                    <a:pt x="229399" y="12017"/>
                  </a:lnTo>
                  <a:lnTo>
                    <a:pt x="224436" y="10117"/>
                  </a:lnTo>
                  <a:lnTo>
                    <a:pt x="219415" y="8376"/>
                  </a:lnTo>
                  <a:lnTo>
                    <a:pt x="214342" y="6795"/>
                  </a:lnTo>
                  <a:lnTo>
                    <a:pt x="209220" y="5377"/>
                  </a:lnTo>
                  <a:lnTo>
                    <a:pt x="204057" y="4122"/>
                  </a:lnTo>
                  <a:lnTo>
                    <a:pt x="198856" y="3031"/>
                  </a:lnTo>
                  <a:lnTo>
                    <a:pt x="193622" y="2107"/>
                  </a:lnTo>
                  <a:lnTo>
                    <a:pt x="188363" y="1349"/>
                  </a:lnTo>
                  <a:lnTo>
                    <a:pt x="183081" y="759"/>
                  </a:lnTo>
                  <a:lnTo>
                    <a:pt x="177784" y="337"/>
                  </a:lnTo>
                  <a:lnTo>
                    <a:pt x="172476" y="84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6754" y="5018213"/>
              <a:ext cx="1966" cy="167167"/>
            </a:xfrm>
            <a:custGeom>
              <a:avLst/>
              <a:pathLst>
                <a:path w="1966" h="167167">
                  <a:moveTo>
                    <a:pt x="1966" y="0"/>
                  </a:moveTo>
                  <a:lnTo>
                    <a:pt x="0" y="11"/>
                  </a:lnTo>
                  <a:lnTo>
                    <a:pt x="196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486754" y="5018224"/>
              <a:ext cx="1966" cy="167155"/>
            </a:xfrm>
            <a:custGeom>
              <a:avLst/>
              <a:pathLst>
                <a:path w="1966" h="167155">
                  <a:moveTo>
                    <a:pt x="0" y="0"/>
                  </a:moveTo>
                  <a:lnTo>
                    <a:pt x="1966" y="1671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321561" y="5018223"/>
              <a:ext cx="334317" cy="334324"/>
            </a:xfrm>
            <a:custGeom>
              <a:avLst/>
              <a:pathLst>
                <a:path w="334317" h="334324">
                  <a:moveTo>
                    <a:pt x="165193" y="1"/>
                  </a:moveTo>
                  <a:lnTo>
                    <a:pt x="159910" y="146"/>
                  </a:lnTo>
                  <a:lnTo>
                    <a:pt x="154634" y="459"/>
                  </a:lnTo>
                  <a:lnTo>
                    <a:pt x="149370" y="938"/>
                  </a:lnTo>
                  <a:lnTo>
                    <a:pt x="144125" y="1584"/>
                  </a:lnTo>
                  <a:lnTo>
                    <a:pt x="138902" y="2395"/>
                  </a:lnTo>
                  <a:lnTo>
                    <a:pt x="133708" y="3370"/>
                  </a:lnTo>
                  <a:lnTo>
                    <a:pt x="128547" y="4510"/>
                  </a:lnTo>
                  <a:lnTo>
                    <a:pt x="123424" y="5811"/>
                  </a:lnTo>
                  <a:lnTo>
                    <a:pt x="118346" y="7275"/>
                  </a:lnTo>
                  <a:lnTo>
                    <a:pt x="113316" y="8898"/>
                  </a:lnTo>
                  <a:lnTo>
                    <a:pt x="108340" y="10679"/>
                  </a:lnTo>
                  <a:lnTo>
                    <a:pt x="103423" y="12617"/>
                  </a:lnTo>
                  <a:lnTo>
                    <a:pt x="98569" y="14709"/>
                  </a:lnTo>
                  <a:lnTo>
                    <a:pt x="93784" y="16953"/>
                  </a:lnTo>
                  <a:lnTo>
                    <a:pt x="89073" y="19348"/>
                  </a:lnTo>
                  <a:lnTo>
                    <a:pt x="84439" y="21890"/>
                  </a:lnTo>
                  <a:lnTo>
                    <a:pt x="79888" y="24578"/>
                  </a:lnTo>
                  <a:lnTo>
                    <a:pt x="75424" y="27408"/>
                  </a:lnTo>
                  <a:lnTo>
                    <a:pt x="71053" y="30378"/>
                  </a:lnTo>
                  <a:lnTo>
                    <a:pt x="66777" y="33484"/>
                  </a:lnTo>
                  <a:lnTo>
                    <a:pt x="62601" y="36724"/>
                  </a:lnTo>
                  <a:lnTo>
                    <a:pt x="58530" y="40095"/>
                  </a:lnTo>
                  <a:lnTo>
                    <a:pt x="54568" y="43592"/>
                  </a:lnTo>
                  <a:lnTo>
                    <a:pt x="50718" y="47213"/>
                  </a:lnTo>
                  <a:lnTo>
                    <a:pt x="46984" y="50954"/>
                  </a:lnTo>
                  <a:lnTo>
                    <a:pt x="43371" y="54811"/>
                  </a:lnTo>
                  <a:lnTo>
                    <a:pt x="39881" y="58781"/>
                  </a:lnTo>
                  <a:lnTo>
                    <a:pt x="36519" y="62858"/>
                  </a:lnTo>
                  <a:lnTo>
                    <a:pt x="33287" y="67040"/>
                  </a:lnTo>
                  <a:lnTo>
                    <a:pt x="30189" y="71322"/>
                  </a:lnTo>
                  <a:lnTo>
                    <a:pt x="27228" y="75700"/>
                  </a:lnTo>
                  <a:lnTo>
                    <a:pt x="24407" y="80169"/>
                  </a:lnTo>
                  <a:lnTo>
                    <a:pt x="21728" y="84726"/>
                  </a:lnTo>
                  <a:lnTo>
                    <a:pt x="19195" y="89364"/>
                  </a:lnTo>
                  <a:lnTo>
                    <a:pt x="16810" y="94081"/>
                  </a:lnTo>
                  <a:lnTo>
                    <a:pt x="14575" y="98870"/>
                  </a:lnTo>
                  <a:lnTo>
                    <a:pt x="12492" y="103728"/>
                  </a:lnTo>
                  <a:lnTo>
                    <a:pt x="10565" y="108649"/>
                  </a:lnTo>
                  <a:lnTo>
                    <a:pt x="8793" y="113628"/>
                  </a:lnTo>
                  <a:lnTo>
                    <a:pt x="7180" y="118661"/>
                  </a:lnTo>
                  <a:lnTo>
                    <a:pt x="5727" y="123743"/>
                  </a:lnTo>
                  <a:lnTo>
                    <a:pt x="4436" y="128868"/>
                  </a:lnTo>
                  <a:lnTo>
                    <a:pt x="3306" y="134031"/>
                  </a:lnTo>
                  <a:lnTo>
                    <a:pt x="2341" y="139227"/>
                  </a:lnTo>
                  <a:lnTo>
                    <a:pt x="1541" y="144451"/>
                  </a:lnTo>
                  <a:lnTo>
                    <a:pt x="906" y="149698"/>
                  </a:lnTo>
                  <a:lnTo>
                    <a:pt x="437" y="154963"/>
                  </a:lnTo>
                  <a:lnTo>
                    <a:pt x="135" y="160239"/>
                  </a:lnTo>
                  <a:lnTo>
                    <a:pt x="0" y="165523"/>
                  </a:lnTo>
                  <a:lnTo>
                    <a:pt x="31" y="170808"/>
                  </a:lnTo>
                  <a:lnTo>
                    <a:pt x="230" y="176089"/>
                  </a:lnTo>
                  <a:lnTo>
                    <a:pt x="596" y="181362"/>
                  </a:lnTo>
                  <a:lnTo>
                    <a:pt x="1128" y="186620"/>
                  </a:lnTo>
                  <a:lnTo>
                    <a:pt x="1827" y="191859"/>
                  </a:lnTo>
                  <a:lnTo>
                    <a:pt x="2690" y="197073"/>
                  </a:lnTo>
                  <a:lnTo>
                    <a:pt x="3718" y="202258"/>
                  </a:lnTo>
                  <a:lnTo>
                    <a:pt x="4910" y="207407"/>
                  </a:lnTo>
                  <a:lnTo>
                    <a:pt x="6263" y="212516"/>
                  </a:lnTo>
                  <a:lnTo>
                    <a:pt x="7777" y="217579"/>
                  </a:lnTo>
                  <a:lnTo>
                    <a:pt x="9451" y="222593"/>
                  </a:lnTo>
                  <a:lnTo>
                    <a:pt x="11282" y="227550"/>
                  </a:lnTo>
                  <a:lnTo>
                    <a:pt x="13269" y="232448"/>
                  </a:lnTo>
                  <a:lnTo>
                    <a:pt x="15410" y="237280"/>
                  </a:lnTo>
                  <a:lnTo>
                    <a:pt x="17703" y="242042"/>
                  </a:lnTo>
                  <a:lnTo>
                    <a:pt x="20145" y="246729"/>
                  </a:lnTo>
                  <a:lnTo>
                    <a:pt x="22734" y="251337"/>
                  </a:lnTo>
                  <a:lnTo>
                    <a:pt x="25467" y="255861"/>
                  </a:lnTo>
                  <a:lnTo>
                    <a:pt x="28342" y="260295"/>
                  </a:lnTo>
                  <a:lnTo>
                    <a:pt x="31356" y="264637"/>
                  </a:lnTo>
                  <a:lnTo>
                    <a:pt x="34505" y="268882"/>
                  </a:lnTo>
                  <a:lnTo>
                    <a:pt x="37787" y="273024"/>
                  </a:lnTo>
                  <a:lnTo>
                    <a:pt x="41199" y="277061"/>
                  </a:lnTo>
                  <a:lnTo>
                    <a:pt x="44736" y="280988"/>
                  </a:lnTo>
                  <a:lnTo>
                    <a:pt x="48396" y="284801"/>
                  </a:lnTo>
                  <a:lnTo>
                    <a:pt x="52174" y="288497"/>
                  </a:lnTo>
                  <a:lnTo>
                    <a:pt x="56067" y="292071"/>
                  </a:lnTo>
                  <a:lnTo>
                    <a:pt x="60072" y="295520"/>
                  </a:lnTo>
                  <a:lnTo>
                    <a:pt x="64183" y="298842"/>
                  </a:lnTo>
                  <a:lnTo>
                    <a:pt x="68398" y="302031"/>
                  </a:lnTo>
                  <a:lnTo>
                    <a:pt x="72711" y="305086"/>
                  </a:lnTo>
                  <a:lnTo>
                    <a:pt x="77118" y="308003"/>
                  </a:lnTo>
                  <a:lnTo>
                    <a:pt x="81615" y="310779"/>
                  </a:lnTo>
                  <a:lnTo>
                    <a:pt x="86198" y="313411"/>
                  </a:lnTo>
                  <a:lnTo>
                    <a:pt x="90862" y="315897"/>
                  </a:lnTo>
                  <a:lnTo>
                    <a:pt x="95603" y="318235"/>
                  </a:lnTo>
                  <a:lnTo>
                    <a:pt x="100414" y="320421"/>
                  </a:lnTo>
                  <a:lnTo>
                    <a:pt x="105293" y="322455"/>
                  </a:lnTo>
                  <a:lnTo>
                    <a:pt x="110233" y="324333"/>
                  </a:lnTo>
                  <a:lnTo>
                    <a:pt x="115230" y="326054"/>
                  </a:lnTo>
                  <a:lnTo>
                    <a:pt x="120279" y="327616"/>
                  </a:lnTo>
                  <a:lnTo>
                    <a:pt x="125375" y="329018"/>
                  </a:lnTo>
                  <a:lnTo>
                    <a:pt x="130513" y="330258"/>
                  </a:lnTo>
                  <a:lnTo>
                    <a:pt x="135687" y="331335"/>
                  </a:lnTo>
                  <a:lnTo>
                    <a:pt x="140893" y="332248"/>
                  </a:lnTo>
                  <a:lnTo>
                    <a:pt x="146125" y="332995"/>
                  </a:lnTo>
                  <a:lnTo>
                    <a:pt x="151378" y="333577"/>
                  </a:lnTo>
                  <a:lnTo>
                    <a:pt x="156647" y="333993"/>
                  </a:lnTo>
                  <a:lnTo>
                    <a:pt x="161926" y="334242"/>
                  </a:lnTo>
                  <a:lnTo>
                    <a:pt x="167211" y="334324"/>
                  </a:lnTo>
                  <a:lnTo>
                    <a:pt x="172495" y="334239"/>
                  </a:lnTo>
                  <a:lnTo>
                    <a:pt x="177774" y="333987"/>
                  </a:lnTo>
                  <a:lnTo>
                    <a:pt x="183043" y="333568"/>
                  </a:lnTo>
                  <a:lnTo>
                    <a:pt x="188296" y="332982"/>
                  </a:lnTo>
                  <a:lnTo>
                    <a:pt x="193527" y="332231"/>
                  </a:lnTo>
                  <a:lnTo>
                    <a:pt x="198732" y="331315"/>
                  </a:lnTo>
                  <a:lnTo>
                    <a:pt x="203906" y="330235"/>
                  </a:lnTo>
                  <a:lnTo>
                    <a:pt x="209043" y="328992"/>
                  </a:lnTo>
                  <a:lnTo>
                    <a:pt x="214138" y="327587"/>
                  </a:lnTo>
                  <a:lnTo>
                    <a:pt x="219186" y="326022"/>
                  </a:lnTo>
                  <a:lnTo>
                    <a:pt x="224182" y="324298"/>
                  </a:lnTo>
                  <a:lnTo>
                    <a:pt x="229121" y="322416"/>
                  </a:lnTo>
                  <a:lnTo>
                    <a:pt x="233999" y="320380"/>
                  </a:lnTo>
                  <a:lnTo>
                    <a:pt x="238809" y="318190"/>
                  </a:lnTo>
                  <a:lnTo>
                    <a:pt x="243548" y="315850"/>
                  </a:lnTo>
                  <a:lnTo>
                    <a:pt x="248210" y="313361"/>
                  </a:lnTo>
                  <a:lnTo>
                    <a:pt x="252791" y="310726"/>
                  </a:lnTo>
                  <a:lnTo>
                    <a:pt x="257287" y="307947"/>
                  </a:lnTo>
                  <a:lnTo>
                    <a:pt x="261693" y="305027"/>
                  </a:lnTo>
                  <a:lnTo>
                    <a:pt x="266004" y="301970"/>
                  </a:lnTo>
                  <a:lnTo>
                    <a:pt x="270216" y="298778"/>
                  </a:lnTo>
                  <a:lnTo>
                    <a:pt x="274326" y="295454"/>
                  </a:lnTo>
                  <a:lnTo>
                    <a:pt x="278328" y="292002"/>
                  </a:lnTo>
                  <a:lnTo>
                    <a:pt x="282219" y="288426"/>
                  </a:lnTo>
                  <a:lnTo>
                    <a:pt x="285995" y="284728"/>
                  </a:lnTo>
                  <a:lnTo>
                    <a:pt x="289652" y="280912"/>
                  </a:lnTo>
                  <a:lnTo>
                    <a:pt x="293187" y="276983"/>
                  </a:lnTo>
                  <a:lnTo>
                    <a:pt x="296596" y="272944"/>
                  </a:lnTo>
                  <a:lnTo>
                    <a:pt x="299876" y="268799"/>
                  </a:lnTo>
                  <a:lnTo>
                    <a:pt x="303022" y="264553"/>
                  </a:lnTo>
                  <a:lnTo>
                    <a:pt x="306033" y="260209"/>
                  </a:lnTo>
                  <a:lnTo>
                    <a:pt x="308906" y="255773"/>
                  </a:lnTo>
                  <a:lnTo>
                    <a:pt x="311636" y="251248"/>
                  </a:lnTo>
                  <a:lnTo>
                    <a:pt x="314222" y="246638"/>
                  </a:lnTo>
                  <a:lnTo>
                    <a:pt x="316661" y="241950"/>
                  </a:lnTo>
                  <a:lnTo>
                    <a:pt x="318951" y="237186"/>
                  </a:lnTo>
                  <a:lnTo>
                    <a:pt x="321089" y="232353"/>
                  </a:lnTo>
                  <a:lnTo>
                    <a:pt x="323073" y="227454"/>
                  </a:lnTo>
                  <a:lnTo>
                    <a:pt x="324901" y="222495"/>
                  </a:lnTo>
                  <a:lnTo>
                    <a:pt x="326572" y="217481"/>
                  </a:lnTo>
                  <a:lnTo>
                    <a:pt x="328083" y="212416"/>
                  </a:lnTo>
                  <a:lnTo>
                    <a:pt x="329433" y="207306"/>
                  </a:lnTo>
                  <a:lnTo>
                    <a:pt x="330621" y="202156"/>
                  </a:lnTo>
                  <a:lnTo>
                    <a:pt x="331646" y="196972"/>
                  </a:lnTo>
                  <a:lnTo>
                    <a:pt x="332506" y="191757"/>
                  </a:lnTo>
                  <a:lnTo>
                    <a:pt x="333201" y="186517"/>
                  </a:lnTo>
                  <a:lnTo>
                    <a:pt x="333731" y="181259"/>
                  </a:lnTo>
                  <a:lnTo>
                    <a:pt x="334093" y="175986"/>
                  </a:lnTo>
                  <a:lnTo>
                    <a:pt x="334289" y="170704"/>
                  </a:lnTo>
                  <a:lnTo>
                    <a:pt x="334317" y="165419"/>
                  </a:lnTo>
                  <a:lnTo>
                    <a:pt x="334179" y="160136"/>
                  </a:lnTo>
                  <a:lnTo>
                    <a:pt x="333873" y="154860"/>
                  </a:lnTo>
                  <a:lnTo>
                    <a:pt x="333401" y="149595"/>
                  </a:lnTo>
                  <a:lnTo>
                    <a:pt x="332763" y="144349"/>
                  </a:lnTo>
                  <a:lnTo>
                    <a:pt x="331959" y="139125"/>
                  </a:lnTo>
                  <a:lnTo>
                    <a:pt x="330991" y="133930"/>
                  </a:lnTo>
                  <a:lnTo>
                    <a:pt x="329859" y="128767"/>
                  </a:lnTo>
                  <a:lnTo>
                    <a:pt x="328564" y="123643"/>
                  </a:lnTo>
                  <a:lnTo>
                    <a:pt x="327108" y="118562"/>
                  </a:lnTo>
                  <a:lnTo>
                    <a:pt x="325491" y="113530"/>
                  </a:lnTo>
                  <a:lnTo>
                    <a:pt x="323717" y="108552"/>
                  </a:lnTo>
                  <a:lnTo>
                    <a:pt x="321786" y="103632"/>
                  </a:lnTo>
                  <a:lnTo>
                    <a:pt x="319701" y="98775"/>
                  </a:lnTo>
                  <a:lnTo>
                    <a:pt x="317463" y="93987"/>
                  </a:lnTo>
                  <a:lnTo>
                    <a:pt x="315075" y="89273"/>
                  </a:lnTo>
                  <a:lnTo>
                    <a:pt x="312539" y="84636"/>
                  </a:lnTo>
                  <a:lnTo>
                    <a:pt x="309857" y="80081"/>
                  </a:lnTo>
                  <a:lnTo>
                    <a:pt x="307033" y="75614"/>
                  </a:lnTo>
                  <a:lnTo>
                    <a:pt x="304069" y="71238"/>
                  </a:lnTo>
                  <a:lnTo>
                    <a:pt x="300969" y="66957"/>
                  </a:lnTo>
                  <a:lnTo>
                    <a:pt x="297734" y="62777"/>
                  </a:lnTo>
                  <a:lnTo>
                    <a:pt x="294369" y="58702"/>
                  </a:lnTo>
                  <a:lnTo>
                    <a:pt x="290877" y="54735"/>
                  </a:lnTo>
                  <a:lnTo>
                    <a:pt x="287262" y="50880"/>
                  </a:lnTo>
                  <a:lnTo>
                    <a:pt x="283526" y="47141"/>
                  </a:lnTo>
                  <a:lnTo>
                    <a:pt x="279674" y="43523"/>
                  </a:lnTo>
                  <a:lnTo>
                    <a:pt x="275709" y="40027"/>
                  </a:lnTo>
                  <a:lnTo>
                    <a:pt x="271636" y="36659"/>
                  </a:lnTo>
                  <a:lnTo>
                    <a:pt x="267459" y="33422"/>
                  </a:lnTo>
                  <a:lnTo>
                    <a:pt x="263181" y="30318"/>
                  </a:lnTo>
                  <a:lnTo>
                    <a:pt x="258807" y="27351"/>
                  </a:lnTo>
                  <a:lnTo>
                    <a:pt x="254342" y="24524"/>
                  </a:lnTo>
                  <a:lnTo>
                    <a:pt x="249789" y="21839"/>
                  </a:lnTo>
                  <a:lnTo>
                    <a:pt x="245154" y="19299"/>
                  </a:lnTo>
                  <a:lnTo>
                    <a:pt x="240441" y="16908"/>
                  </a:lnTo>
                  <a:lnTo>
                    <a:pt x="235654" y="14666"/>
                  </a:lnTo>
                  <a:lnTo>
                    <a:pt x="230800" y="12577"/>
                  </a:lnTo>
                  <a:lnTo>
                    <a:pt x="225881" y="10643"/>
                  </a:lnTo>
                  <a:lnTo>
                    <a:pt x="220904" y="8864"/>
                  </a:lnTo>
                  <a:lnTo>
                    <a:pt x="215873" y="7244"/>
                  </a:lnTo>
                  <a:lnTo>
                    <a:pt x="210794" y="5784"/>
                  </a:lnTo>
                  <a:lnTo>
                    <a:pt x="205671" y="4486"/>
                  </a:lnTo>
                  <a:lnTo>
                    <a:pt x="200509" y="3350"/>
                  </a:lnTo>
                  <a:lnTo>
                    <a:pt x="195314" y="2377"/>
                  </a:lnTo>
                  <a:lnTo>
                    <a:pt x="190091" y="1569"/>
                  </a:lnTo>
                  <a:lnTo>
                    <a:pt x="184845" y="927"/>
                  </a:lnTo>
                  <a:lnTo>
                    <a:pt x="179581" y="451"/>
                  </a:lnTo>
                  <a:lnTo>
                    <a:pt x="174305" y="142"/>
                  </a:lnTo>
                  <a:lnTo>
                    <a:pt x="169022" y="0"/>
                  </a:lnTo>
                  <a:lnTo>
                    <a:pt x="167159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488720" y="5018213"/>
              <a:ext cx="1862" cy="167167"/>
            </a:xfrm>
            <a:custGeom>
              <a:avLst/>
              <a:pathLst>
                <a:path w="1862" h="167167">
                  <a:moveTo>
                    <a:pt x="1862" y="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800432" y="5269756"/>
              <a:ext cx="164069" cy="167167"/>
            </a:xfrm>
            <a:custGeom>
              <a:avLst/>
              <a:pathLst>
                <a:path w="164069" h="167167">
                  <a:moveTo>
                    <a:pt x="164069" y="0"/>
                  </a:moveTo>
                  <a:lnTo>
                    <a:pt x="158585" y="89"/>
                  </a:lnTo>
                  <a:lnTo>
                    <a:pt x="153107" y="359"/>
                  </a:lnTo>
                  <a:lnTo>
                    <a:pt x="147642" y="809"/>
                  </a:lnTo>
                  <a:lnTo>
                    <a:pt x="142193" y="1437"/>
                  </a:lnTo>
                  <a:lnTo>
                    <a:pt x="136769" y="2244"/>
                  </a:lnTo>
                  <a:lnTo>
                    <a:pt x="131373" y="3228"/>
                  </a:lnTo>
                  <a:lnTo>
                    <a:pt x="126013" y="4389"/>
                  </a:lnTo>
                  <a:lnTo>
                    <a:pt x="120694" y="5725"/>
                  </a:lnTo>
                  <a:lnTo>
                    <a:pt x="115422" y="7234"/>
                  </a:lnTo>
                  <a:lnTo>
                    <a:pt x="110202" y="8916"/>
                  </a:lnTo>
                  <a:lnTo>
                    <a:pt x="105040" y="10768"/>
                  </a:lnTo>
                  <a:lnTo>
                    <a:pt x="99941" y="12789"/>
                  </a:lnTo>
                  <a:lnTo>
                    <a:pt x="94912" y="14975"/>
                  </a:lnTo>
                  <a:lnTo>
                    <a:pt x="89957" y="17326"/>
                  </a:lnTo>
                  <a:lnTo>
                    <a:pt x="85081" y="19838"/>
                  </a:lnTo>
                  <a:lnTo>
                    <a:pt x="80291" y="22508"/>
                  </a:lnTo>
                  <a:lnTo>
                    <a:pt x="75591" y="25334"/>
                  </a:lnTo>
                  <a:lnTo>
                    <a:pt x="70986" y="28313"/>
                  </a:lnTo>
                  <a:lnTo>
                    <a:pt x="66481" y="31441"/>
                  </a:lnTo>
                  <a:lnTo>
                    <a:pt x="62081" y="34715"/>
                  </a:lnTo>
                  <a:lnTo>
                    <a:pt x="57791" y="38132"/>
                  </a:lnTo>
                  <a:lnTo>
                    <a:pt x="53616" y="41687"/>
                  </a:lnTo>
                  <a:lnTo>
                    <a:pt x="49559" y="45378"/>
                  </a:lnTo>
                  <a:lnTo>
                    <a:pt x="45626" y="49200"/>
                  </a:lnTo>
                  <a:lnTo>
                    <a:pt x="41820" y="53149"/>
                  </a:lnTo>
                  <a:lnTo>
                    <a:pt x="38146" y="57220"/>
                  </a:lnTo>
                  <a:lnTo>
                    <a:pt x="34607" y="61410"/>
                  </a:lnTo>
                  <a:lnTo>
                    <a:pt x="31207" y="65713"/>
                  </a:lnTo>
                  <a:lnTo>
                    <a:pt x="27951" y="70126"/>
                  </a:lnTo>
                  <a:lnTo>
                    <a:pt x="24841" y="74644"/>
                  </a:lnTo>
                  <a:lnTo>
                    <a:pt x="21881" y="79260"/>
                  </a:lnTo>
                  <a:lnTo>
                    <a:pt x="19074" y="83972"/>
                  </a:lnTo>
                  <a:lnTo>
                    <a:pt x="16423" y="88773"/>
                  </a:lnTo>
                  <a:lnTo>
                    <a:pt x="13931" y="93658"/>
                  </a:lnTo>
                  <a:lnTo>
                    <a:pt x="11600" y="98623"/>
                  </a:lnTo>
                  <a:lnTo>
                    <a:pt x="9434" y="103661"/>
                  </a:lnTo>
                  <a:lnTo>
                    <a:pt x="7434" y="108768"/>
                  </a:lnTo>
                  <a:lnTo>
                    <a:pt x="5602" y="113937"/>
                  </a:lnTo>
                  <a:lnTo>
                    <a:pt x="3942" y="119164"/>
                  </a:lnTo>
                  <a:lnTo>
                    <a:pt x="2453" y="124442"/>
                  </a:lnTo>
                  <a:lnTo>
                    <a:pt x="1139" y="129767"/>
                  </a:lnTo>
                  <a:lnTo>
                    <a:pt x="0" y="135132"/>
                  </a:lnTo>
                  <a:lnTo>
                    <a:pt x="16406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797334" y="5269756"/>
              <a:ext cx="334323" cy="334328"/>
            </a:xfrm>
            <a:custGeom>
              <a:avLst/>
              <a:pathLst>
                <a:path w="334323" h="334328">
                  <a:moveTo>
                    <a:pt x="3097" y="135132"/>
                  </a:moveTo>
                  <a:lnTo>
                    <a:pt x="2166" y="140339"/>
                  </a:lnTo>
                  <a:lnTo>
                    <a:pt x="1399" y="145573"/>
                  </a:lnTo>
                  <a:lnTo>
                    <a:pt x="799" y="150829"/>
                  </a:lnTo>
                  <a:lnTo>
                    <a:pt x="365" y="156101"/>
                  </a:lnTo>
                  <a:lnTo>
                    <a:pt x="99" y="161385"/>
                  </a:lnTo>
                  <a:lnTo>
                    <a:pt x="0" y="166674"/>
                  </a:lnTo>
                  <a:lnTo>
                    <a:pt x="68" y="171964"/>
                  </a:lnTo>
                  <a:lnTo>
                    <a:pt x="303" y="177248"/>
                  </a:lnTo>
                  <a:lnTo>
                    <a:pt x="706" y="182523"/>
                  </a:lnTo>
                  <a:lnTo>
                    <a:pt x="1275" y="187782"/>
                  </a:lnTo>
                  <a:lnTo>
                    <a:pt x="2010" y="193021"/>
                  </a:lnTo>
                  <a:lnTo>
                    <a:pt x="2911" y="198234"/>
                  </a:lnTo>
                  <a:lnTo>
                    <a:pt x="3976" y="203416"/>
                  </a:lnTo>
                  <a:lnTo>
                    <a:pt x="5205" y="208561"/>
                  </a:lnTo>
                  <a:lnTo>
                    <a:pt x="6596" y="213665"/>
                  </a:lnTo>
                  <a:lnTo>
                    <a:pt x="8147" y="218722"/>
                  </a:lnTo>
                  <a:lnTo>
                    <a:pt x="9858" y="223728"/>
                  </a:lnTo>
                  <a:lnTo>
                    <a:pt x="11727" y="228677"/>
                  </a:lnTo>
                  <a:lnTo>
                    <a:pt x="13751" y="233565"/>
                  </a:lnTo>
                  <a:lnTo>
                    <a:pt x="15928" y="238386"/>
                  </a:lnTo>
                  <a:lnTo>
                    <a:pt x="18258" y="243135"/>
                  </a:lnTo>
                  <a:lnTo>
                    <a:pt x="20736" y="247809"/>
                  </a:lnTo>
                  <a:lnTo>
                    <a:pt x="23361" y="252402"/>
                  </a:lnTo>
                  <a:lnTo>
                    <a:pt x="26130" y="256909"/>
                  </a:lnTo>
                  <a:lnTo>
                    <a:pt x="29040" y="261327"/>
                  </a:lnTo>
                  <a:lnTo>
                    <a:pt x="32089" y="265650"/>
                  </a:lnTo>
                  <a:lnTo>
                    <a:pt x="35272" y="269875"/>
                  </a:lnTo>
                  <a:lnTo>
                    <a:pt x="38588" y="273997"/>
                  </a:lnTo>
                  <a:lnTo>
                    <a:pt x="42033" y="278012"/>
                  </a:lnTo>
                  <a:lnTo>
                    <a:pt x="45603" y="281916"/>
                  </a:lnTo>
                  <a:lnTo>
                    <a:pt x="49294" y="285705"/>
                  </a:lnTo>
                  <a:lnTo>
                    <a:pt x="53104" y="289375"/>
                  </a:lnTo>
                  <a:lnTo>
                    <a:pt x="57028" y="292923"/>
                  </a:lnTo>
                  <a:lnTo>
                    <a:pt x="61062" y="296345"/>
                  </a:lnTo>
                  <a:lnTo>
                    <a:pt x="65203" y="299637"/>
                  </a:lnTo>
                  <a:lnTo>
                    <a:pt x="69445" y="302797"/>
                  </a:lnTo>
                  <a:lnTo>
                    <a:pt x="73786" y="305821"/>
                  </a:lnTo>
                  <a:lnTo>
                    <a:pt x="78220" y="308707"/>
                  </a:lnTo>
                  <a:lnTo>
                    <a:pt x="82743" y="311450"/>
                  </a:lnTo>
                  <a:lnTo>
                    <a:pt x="87350" y="314049"/>
                  </a:lnTo>
                  <a:lnTo>
                    <a:pt x="92038" y="316501"/>
                  </a:lnTo>
                  <a:lnTo>
                    <a:pt x="96801" y="318803"/>
                  </a:lnTo>
                  <a:lnTo>
                    <a:pt x="101634" y="320954"/>
                  </a:lnTo>
                  <a:lnTo>
                    <a:pt x="106533" y="322951"/>
                  </a:lnTo>
                  <a:lnTo>
                    <a:pt x="111492" y="324791"/>
                  </a:lnTo>
                  <a:lnTo>
                    <a:pt x="116507" y="326474"/>
                  </a:lnTo>
                  <a:lnTo>
                    <a:pt x="121574" y="327997"/>
                  </a:lnTo>
                  <a:lnTo>
                    <a:pt x="126685" y="329359"/>
                  </a:lnTo>
                  <a:lnTo>
                    <a:pt x="131837" y="330559"/>
                  </a:lnTo>
                  <a:lnTo>
                    <a:pt x="137025" y="331595"/>
                  </a:lnTo>
                  <a:lnTo>
                    <a:pt x="142243" y="332466"/>
                  </a:lnTo>
                  <a:lnTo>
                    <a:pt x="147486" y="333172"/>
                  </a:lnTo>
                  <a:lnTo>
                    <a:pt x="152748" y="333711"/>
                  </a:lnTo>
                  <a:lnTo>
                    <a:pt x="158025" y="334084"/>
                  </a:lnTo>
                  <a:lnTo>
                    <a:pt x="163311" y="334290"/>
                  </a:lnTo>
                  <a:lnTo>
                    <a:pt x="168601" y="334328"/>
                  </a:lnTo>
                  <a:lnTo>
                    <a:pt x="173889" y="334199"/>
                  </a:lnTo>
                  <a:lnTo>
                    <a:pt x="179171" y="333903"/>
                  </a:lnTo>
                  <a:lnTo>
                    <a:pt x="184441" y="333439"/>
                  </a:lnTo>
                  <a:lnTo>
                    <a:pt x="189693" y="332810"/>
                  </a:lnTo>
                  <a:lnTo>
                    <a:pt x="194923" y="332014"/>
                  </a:lnTo>
                  <a:lnTo>
                    <a:pt x="200125" y="331053"/>
                  </a:lnTo>
                  <a:lnTo>
                    <a:pt x="205294" y="329928"/>
                  </a:lnTo>
                  <a:lnTo>
                    <a:pt x="210425" y="328640"/>
                  </a:lnTo>
                  <a:lnTo>
                    <a:pt x="215513" y="327191"/>
                  </a:lnTo>
                  <a:lnTo>
                    <a:pt x="220552" y="325581"/>
                  </a:lnTo>
                  <a:lnTo>
                    <a:pt x="225538" y="323812"/>
                  </a:lnTo>
                  <a:lnTo>
                    <a:pt x="230465" y="321887"/>
                  </a:lnTo>
                  <a:lnTo>
                    <a:pt x="235329" y="319807"/>
                  </a:lnTo>
                  <a:lnTo>
                    <a:pt x="240124" y="317573"/>
                  </a:lnTo>
                  <a:lnTo>
                    <a:pt x="244847" y="315190"/>
                  </a:lnTo>
                  <a:lnTo>
                    <a:pt x="249491" y="312658"/>
                  </a:lnTo>
                  <a:lnTo>
                    <a:pt x="254054" y="309980"/>
                  </a:lnTo>
                  <a:lnTo>
                    <a:pt x="258529" y="307159"/>
                  </a:lnTo>
                  <a:lnTo>
                    <a:pt x="262913" y="304198"/>
                  </a:lnTo>
                  <a:lnTo>
                    <a:pt x="267201" y="301100"/>
                  </a:lnTo>
                  <a:lnTo>
                    <a:pt x="271388" y="297868"/>
                  </a:lnTo>
                  <a:lnTo>
                    <a:pt x="275472" y="294504"/>
                  </a:lnTo>
                  <a:lnTo>
                    <a:pt x="279447" y="291014"/>
                  </a:lnTo>
                  <a:lnTo>
                    <a:pt x="283309" y="287399"/>
                  </a:lnTo>
                  <a:lnTo>
                    <a:pt x="287055" y="283664"/>
                  </a:lnTo>
                  <a:lnTo>
                    <a:pt x="290681" y="279812"/>
                  </a:lnTo>
                  <a:lnTo>
                    <a:pt x="294184" y="275848"/>
                  </a:lnTo>
                  <a:lnTo>
                    <a:pt x="297559" y="271774"/>
                  </a:lnTo>
                  <a:lnTo>
                    <a:pt x="300804" y="267596"/>
                  </a:lnTo>
                  <a:lnTo>
                    <a:pt x="303914" y="263317"/>
                  </a:lnTo>
                  <a:lnTo>
                    <a:pt x="306888" y="258942"/>
                  </a:lnTo>
                  <a:lnTo>
                    <a:pt x="309722" y="254475"/>
                  </a:lnTo>
                  <a:lnTo>
                    <a:pt x="312413" y="249921"/>
                  </a:lnTo>
                  <a:lnTo>
                    <a:pt x="314959" y="245284"/>
                  </a:lnTo>
                  <a:lnTo>
                    <a:pt x="317357" y="240568"/>
                  </a:lnTo>
                  <a:lnTo>
                    <a:pt x="319604" y="235779"/>
                  </a:lnTo>
                  <a:lnTo>
                    <a:pt x="321699" y="230922"/>
                  </a:lnTo>
                  <a:lnTo>
                    <a:pt x="323639" y="226000"/>
                  </a:lnTo>
                  <a:lnTo>
                    <a:pt x="325422" y="221020"/>
                  </a:lnTo>
                  <a:lnTo>
                    <a:pt x="327047" y="215985"/>
                  </a:lnTo>
                  <a:lnTo>
                    <a:pt x="328511" y="210902"/>
                  </a:lnTo>
                  <a:lnTo>
                    <a:pt x="329814" y="205775"/>
                  </a:lnTo>
                  <a:lnTo>
                    <a:pt x="330954" y="200609"/>
                  </a:lnTo>
                  <a:lnTo>
                    <a:pt x="331931" y="195410"/>
                  </a:lnTo>
                  <a:lnTo>
                    <a:pt x="332742" y="190182"/>
                  </a:lnTo>
                  <a:lnTo>
                    <a:pt x="333387" y="184932"/>
                  </a:lnTo>
                  <a:lnTo>
                    <a:pt x="333866" y="179664"/>
                  </a:lnTo>
                  <a:lnTo>
                    <a:pt x="334178" y="174383"/>
                  </a:lnTo>
                  <a:lnTo>
                    <a:pt x="334323" y="169095"/>
                  </a:lnTo>
                  <a:lnTo>
                    <a:pt x="334300" y="163805"/>
                  </a:lnTo>
                  <a:lnTo>
                    <a:pt x="334110" y="158518"/>
                  </a:lnTo>
                  <a:lnTo>
                    <a:pt x="333753" y="153240"/>
                  </a:lnTo>
                  <a:lnTo>
                    <a:pt x="333228" y="147976"/>
                  </a:lnTo>
                  <a:lnTo>
                    <a:pt x="332538" y="142731"/>
                  </a:lnTo>
                  <a:lnTo>
                    <a:pt x="331682" y="137511"/>
                  </a:lnTo>
                  <a:lnTo>
                    <a:pt x="330661" y="132320"/>
                  </a:lnTo>
                  <a:lnTo>
                    <a:pt x="329477" y="127164"/>
                  </a:lnTo>
                  <a:lnTo>
                    <a:pt x="328130" y="122049"/>
                  </a:lnTo>
                  <a:lnTo>
                    <a:pt x="326622" y="116978"/>
                  </a:lnTo>
                  <a:lnTo>
                    <a:pt x="324954" y="111958"/>
                  </a:lnTo>
                  <a:lnTo>
                    <a:pt x="323128" y="106993"/>
                  </a:lnTo>
                  <a:lnTo>
                    <a:pt x="321146" y="102088"/>
                  </a:lnTo>
                  <a:lnTo>
                    <a:pt x="319010" y="97249"/>
                  </a:lnTo>
                  <a:lnTo>
                    <a:pt x="316721" y="92479"/>
                  </a:lnTo>
                  <a:lnTo>
                    <a:pt x="314283" y="87785"/>
                  </a:lnTo>
                  <a:lnTo>
                    <a:pt x="311698" y="83169"/>
                  </a:lnTo>
                  <a:lnTo>
                    <a:pt x="308968" y="78638"/>
                  </a:lnTo>
                  <a:lnTo>
                    <a:pt x="306095" y="74196"/>
                  </a:lnTo>
                  <a:lnTo>
                    <a:pt x="303084" y="69846"/>
                  </a:lnTo>
                  <a:lnTo>
                    <a:pt x="299937" y="65595"/>
                  </a:lnTo>
                  <a:lnTo>
                    <a:pt x="296656" y="61444"/>
                  </a:lnTo>
                  <a:lnTo>
                    <a:pt x="293246" y="57400"/>
                  </a:lnTo>
                  <a:lnTo>
                    <a:pt x="289710" y="53466"/>
                  </a:lnTo>
                  <a:lnTo>
                    <a:pt x="286051" y="49645"/>
                  </a:lnTo>
                  <a:lnTo>
                    <a:pt x="282273" y="45942"/>
                  </a:lnTo>
                  <a:lnTo>
                    <a:pt x="278380" y="42361"/>
                  </a:lnTo>
                  <a:lnTo>
                    <a:pt x="274375" y="38905"/>
                  </a:lnTo>
                  <a:lnTo>
                    <a:pt x="270263" y="35577"/>
                  </a:lnTo>
                  <a:lnTo>
                    <a:pt x="266048" y="32380"/>
                  </a:lnTo>
                  <a:lnTo>
                    <a:pt x="261733" y="29319"/>
                  </a:lnTo>
                  <a:lnTo>
                    <a:pt x="257324" y="26396"/>
                  </a:lnTo>
                  <a:lnTo>
                    <a:pt x="252825" y="23614"/>
                  </a:lnTo>
                  <a:lnTo>
                    <a:pt x="248240" y="20975"/>
                  </a:lnTo>
                  <a:lnTo>
                    <a:pt x="243573" y="18483"/>
                  </a:lnTo>
                  <a:lnTo>
                    <a:pt x="238831" y="16140"/>
                  </a:lnTo>
                  <a:lnTo>
                    <a:pt x="234016" y="13948"/>
                  </a:lnTo>
                  <a:lnTo>
                    <a:pt x="229135" y="11909"/>
                  </a:lnTo>
                  <a:lnTo>
                    <a:pt x="224191" y="10026"/>
                  </a:lnTo>
                  <a:lnTo>
                    <a:pt x="219190" y="8301"/>
                  </a:lnTo>
                  <a:lnTo>
                    <a:pt x="214138" y="6734"/>
                  </a:lnTo>
                  <a:lnTo>
                    <a:pt x="209038" y="5328"/>
                  </a:lnTo>
                  <a:lnTo>
                    <a:pt x="203896" y="4085"/>
                  </a:lnTo>
                  <a:lnTo>
                    <a:pt x="198717" y="3004"/>
                  </a:lnTo>
                  <a:lnTo>
                    <a:pt x="193507" y="2088"/>
                  </a:lnTo>
                  <a:lnTo>
                    <a:pt x="188271" y="1337"/>
                  </a:lnTo>
                  <a:lnTo>
                    <a:pt x="183013" y="752"/>
                  </a:lnTo>
                  <a:lnTo>
                    <a:pt x="177740" y="334"/>
                  </a:lnTo>
                  <a:lnTo>
                    <a:pt x="172456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60448" y="5399291"/>
              <a:ext cx="25767" cy="167167"/>
            </a:xfrm>
            <a:custGeom>
              <a:avLst/>
              <a:pathLst>
                <a:path w="25767" h="167167">
                  <a:moveTo>
                    <a:pt x="25767" y="0"/>
                  </a:moveTo>
                  <a:lnTo>
                    <a:pt x="17147" y="222"/>
                  </a:lnTo>
                  <a:lnTo>
                    <a:pt x="8550" y="888"/>
                  </a:lnTo>
                  <a:lnTo>
                    <a:pt x="0" y="1997"/>
                  </a:lnTo>
                  <a:lnTo>
                    <a:pt x="25767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60448" y="5401289"/>
              <a:ext cx="25767" cy="165169"/>
            </a:xfrm>
            <a:custGeom>
              <a:avLst/>
              <a:pathLst>
                <a:path w="25767" h="165169">
                  <a:moveTo>
                    <a:pt x="0" y="0"/>
                  </a:moveTo>
                  <a:lnTo>
                    <a:pt x="25767" y="165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60448" y="5401289"/>
              <a:ext cx="25767" cy="165169"/>
            </a:xfrm>
            <a:custGeom>
              <a:avLst/>
              <a:pathLst>
                <a:path w="25767" h="165169">
                  <a:moveTo>
                    <a:pt x="0" y="0"/>
                  </a:moveTo>
                  <a:lnTo>
                    <a:pt x="25767" y="165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60448" y="5401289"/>
              <a:ext cx="25767" cy="165169"/>
            </a:xfrm>
            <a:custGeom>
              <a:avLst/>
              <a:pathLst>
                <a:path w="25767" h="165169">
                  <a:moveTo>
                    <a:pt x="0" y="0"/>
                  </a:moveTo>
                  <a:lnTo>
                    <a:pt x="25767" y="165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60448" y="5401289"/>
              <a:ext cx="25767" cy="165169"/>
            </a:xfrm>
            <a:custGeom>
              <a:avLst/>
              <a:pathLst>
                <a:path w="25767" h="165169">
                  <a:moveTo>
                    <a:pt x="0" y="0"/>
                  </a:moveTo>
                  <a:lnTo>
                    <a:pt x="25767" y="1651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60448" y="5401289"/>
              <a:ext cx="25767" cy="165169"/>
            </a:xfrm>
            <a:custGeom>
              <a:avLst/>
              <a:pathLst>
                <a:path w="25767" h="165169">
                  <a:moveTo>
                    <a:pt x="0" y="0"/>
                  </a:moveTo>
                  <a:lnTo>
                    <a:pt x="25767" y="1651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460448" y="5401289"/>
              <a:ext cx="25767" cy="165169"/>
            </a:xfrm>
            <a:custGeom>
              <a:avLst/>
              <a:pathLst>
                <a:path w="25767" h="165169">
                  <a:moveTo>
                    <a:pt x="0" y="0"/>
                  </a:moveTo>
                  <a:lnTo>
                    <a:pt x="25767" y="1651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319061" y="5401289"/>
              <a:ext cx="334307" cy="332336"/>
            </a:xfrm>
            <a:custGeom>
              <a:avLst/>
              <a:pathLst>
                <a:path w="334307" h="332336">
                  <a:moveTo>
                    <a:pt x="141387" y="0"/>
                  </a:moveTo>
                  <a:lnTo>
                    <a:pt x="136158" y="900"/>
                  </a:lnTo>
                  <a:lnTo>
                    <a:pt x="130960" y="1967"/>
                  </a:lnTo>
                  <a:lnTo>
                    <a:pt x="125799" y="3198"/>
                  </a:lnTo>
                  <a:lnTo>
                    <a:pt x="120679" y="4592"/>
                  </a:lnTo>
                  <a:lnTo>
                    <a:pt x="115607" y="6148"/>
                  </a:lnTo>
                  <a:lnTo>
                    <a:pt x="110586" y="7864"/>
                  </a:lnTo>
                  <a:lnTo>
                    <a:pt x="105622" y="9738"/>
                  </a:lnTo>
                  <a:lnTo>
                    <a:pt x="100720" y="11769"/>
                  </a:lnTo>
                  <a:lnTo>
                    <a:pt x="95885" y="13955"/>
                  </a:lnTo>
                  <a:lnTo>
                    <a:pt x="91122" y="16293"/>
                  </a:lnTo>
                  <a:lnTo>
                    <a:pt x="86436" y="18781"/>
                  </a:lnTo>
                  <a:lnTo>
                    <a:pt x="81830" y="21417"/>
                  </a:lnTo>
                  <a:lnTo>
                    <a:pt x="77311" y="24197"/>
                  </a:lnTo>
                  <a:lnTo>
                    <a:pt x="72882" y="27119"/>
                  </a:lnTo>
                  <a:lnTo>
                    <a:pt x="68549" y="30181"/>
                  </a:lnTo>
                  <a:lnTo>
                    <a:pt x="64314" y="33378"/>
                  </a:lnTo>
                  <a:lnTo>
                    <a:pt x="60183" y="36708"/>
                  </a:lnTo>
                  <a:lnTo>
                    <a:pt x="56160" y="40168"/>
                  </a:lnTo>
                  <a:lnTo>
                    <a:pt x="52249" y="43753"/>
                  </a:lnTo>
                  <a:lnTo>
                    <a:pt x="48454" y="47461"/>
                  </a:lnTo>
                  <a:lnTo>
                    <a:pt x="44778" y="51288"/>
                  </a:lnTo>
                  <a:lnTo>
                    <a:pt x="41225" y="55229"/>
                  </a:lnTo>
                  <a:lnTo>
                    <a:pt x="37800" y="59281"/>
                  </a:lnTo>
                  <a:lnTo>
                    <a:pt x="34504" y="63439"/>
                  </a:lnTo>
                  <a:lnTo>
                    <a:pt x="31343" y="67700"/>
                  </a:lnTo>
                  <a:lnTo>
                    <a:pt x="28318" y="72060"/>
                  </a:lnTo>
                  <a:lnTo>
                    <a:pt x="25433" y="76513"/>
                  </a:lnTo>
                  <a:lnTo>
                    <a:pt x="22690" y="81055"/>
                  </a:lnTo>
                  <a:lnTo>
                    <a:pt x="20094" y="85682"/>
                  </a:lnTo>
                  <a:lnTo>
                    <a:pt x="17645" y="90390"/>
                  </a:lnTo>
                  <a:lnTo>
                    <a:pt x="15347" y="95172"/>
                  </a:lnTo>
                  <a:lnTo>
                    <a:pt x="13202" y="100025"/>
                  </a:lnTo>
                  <a:lnTo>
                    <a:pt x="11212" y="104944"/>
                  </a:lnTo>
                  <a:lnTo>
                    <a:pt x="9379" y="109923"/>
                  </a:lnTo>
                  <a:lnTo>
                    <a:pt x="7706" y="114958"/>
                  </a:lnTo>
                  <a:lnTo>
                    <a:pt x="6192" y="120044"/>
                  </a:lnTo>
                  <a:lnTo>
                    <a:pt x="4841" y="125175"/>
                  </a:lnTo>
                  <a:lnTo>
                    <a:pt x="3654" y="130347"/>
                  </a:lnTo>
                  <a:lnTo>
                    <a:pt x="2631" y="135553"/>
                  </a:lnTo>
                  <a:lnTo>
                    <a:pt x="1774" y="140789"/>
                  </a:lnTo>
                  <a:lnTo>
                    <a:pt x="1084" y="146050"/>
                  </a:lnTo>
                  <a:lnTo>
                    <a:pt x="561" y="151330"/>
                  </a:lnTo>
                  <a:lnTo>
                    <a:pt x="205" y="156625"/>
                  </a:lnTo>
                  <a:lnTo>
                    <a:pt x="18" y="161927"/>
                  </a:lnTo>
                  <a:lnTo>
                    <a:pt x="0" y="167233"/>
                  </a:lnTo>
                  <a:lnTo>
                    <a:pt x="149" y="172537"/>
                  </a:lnTo>
                  <a:lnTo>
                    <a:pt x="467" y="177834"/>
                  </a:lnTo>
                  <a:lnTo>
                    <a:pt x="953" y="183117"/>
                  </a:lnTo>
                  <a:lnTo>
                    <a:pt x="1606" y="188383"/>
                  </a:lnTo>
                  <a:lnTo>
                    <a:pt x="2427" y="193625"/>
                  </a:lnTo>
                  <a:lnTo>
                    <a:pt x="3413" y="198839"/>
                  </a:lnTo>
                  <a:lnTo>
                    <a:pt x="4564" y="204018"/>
                  </a:lnTo>
                  <a:lnTo>
                    <a:pt x="5878" y="209159"/>
                  </a:lnTo>
                  <a:lnTo>
                    <a:pt x="7356" y="214255"/>
                  </a:lnTo>
                  <a:lnTo>
                    <a:pt x="8994" y="219302"/>
                  </a:lnTo>
                  <a:lnTo>
                    <a:pt x="10792" y="224294"/>
                  </a:lnTo>
                  <a:lnTo>
                    <a:pt x="12747" y="229226"/>
                  </a:lnTo>
                  <a:lnTo>
                    <a:pt x="14858" y="234095"/>
                  </a:lnTo>
                  <a:lnTo>
                    <a:pt x="17122" y="238893"/>
                  </a:lnTo>
                  <a:lnTo>
                    <a:pt x="19537" y="243618"/>
                  </a:lnTo>
                  <a:lnTo>
                    <a:pt x="22101" y="248263"/>
                  </a:lnTo>
                  <a:lnTo>
                    <a:pt x="24811" y="252825"/>
                  </a:lnTo>
                  <a:lnTo>
                    <a:pt x="27665" y="257298"/>
                  </a:lnTo>
                  <a:lnTo>
                    <a:pt x="30659" y="261678"/>
                  </a:lnTo>
                  <a:lnTo>
                    <a:pt x="33791" y="265962"/>
                  </a:lnTo>
                  <a:lnTo>
                    <a:pt x="37057" y="270143"/>
                  </a:lnTo>
                  <a:lnTo>
                    <a:pt x="40454" y="274219"/>
                  </a:lnTo>
                  <a:lnTo>
                    <a:pt x="43978" y="278185"/>
                  </a:lnTo>
                  <a:lnTo>
                    <a:pt x="47627" y="282038"/>
                  </a:lnTo>
                  <a:lnTo>
                    <a:pt x="51397" y="285772"/>
                  </a:lnTo>
                  <a:lnTo>
                    <a:pt x="55282" y="289385"/>
                  </a:lnTo>
                  <a:lnTo>
                    <a:pt x="59281" y="292873"/>
                  </a:lnTo>
                  <a:lnTo>
                    <a:pt x="63388" y="296232"/>
                  </a:lnTo>
                  <a:lnTo>
                    <a:pt x="67600" y="299459"/>
                  </a:lnTo>
                  <a:lnTo>
                    <a:pt x="71912" y="302551"/>
                  </a:lnTo>
                  <a:lnTo>
                    <a:pt x="76320" y="305505"/>
                  </a:lnTo>
                  <a:lnTo>
                    <a:pt x="80820" y="308317"/>
                  </a:lnTo>
                  <a:lnTo>
                    <a:pt x="85406" y="310985"/>
                  </a:lnTo>
                  <a:lnTo>
                    <a:pt x="90075" y="313506"/>
                  </a:lnTo>
                  <a:lnTo>
                    <a:pt x="94821" y="315877"/>
                  </a:lnTo>
                  <a:lnTo>
                    <a:pt x="99641" y="318097"/>
                  </a:lnTo>
                  <a:lnTo>
                    <a:pt x="104528" y="320162"/>
                  </a:lnTo>
                  <a:lnTo>
                    <a:pt x="109479" y="322072"/>
                  </a:lnTo>
                  <a:lnTo>
                    <a:pt x="114487" y="323823"/>
                  </a:lnTo>
                  <a:lnTo>
                    <a:pt x="119549" y="325415"/>
                  </a:lnTo>
                  <a:lnTo>
                    <a:pt x="124659" y="326845"/>
                  </a:lnTo>
                  <a:lnTo>
                    <a:pt x="129811" y="328112"/>
                  </a:lnTo>
                  <a:lnTo>
                    <a:pt x="135001" y="329215"/>
                  </a:lnTo>
                  <a:lnTo>
                    <a:pt x="140224" y="330153"/>
                  </a:lnTo>
                  <a:lnTo>
                    <a:pt x="145473" y="330925"/>
                  </a:lnTo>
                  <a:lnTo>
                    <a:pt x="150745" y="331529"/>
                  </a:lnTo>
                  <a:lnTo>
                    <a:pt x="156033" y="331966"/>
                  </a:lnTo>
                  <a:lnTo>
                    <a:pt x="161332" y="332235"/>
                  </a:lnTo>
                  <a:lnTo>
                    <a:pt x="166637" y="332336"/>
                  </a:lnTo>
                  <a:lnTo>
                    <a:pt x="171942" y="332268"/>
                  </a:lnTo>
                  <a:lnTo>
                    <a:pt x="177243" y="332032"/>
                  </a:lnTo>
                  <a:lnTo>
                    <a:pt x="182534" y="331628"/>
                  </a:lnTo>
                  <a:lnTo>
                    <a:pt x="187809" y="331056"/>
                  </a:lnTo>
                  <a:lnTo>
                    <a:pt x="193063" y="330317"/>
                  </a:lnTo>
                  <a:lnTo>
                    <a:pt x="198291" y="329411"/>
                  </a:lnTo>
                  <a:lnTo>
                    <a:pt x="203488" y="328340"/>
                  </a:lnTo>
                  <a:lnTo>
                    <a:pt x="208648" y="327105"/>
                  </a:lnTo>
                  <a:lnTo>
                    <a:pt x="213767" y="325706"/>
                  </a:lnTo>
                  <a:lnTo>
                    <a:pt x="218838" y="324146"/>
                  </a:lnTo>
                  <a:lnTo>
                    <a:pt x="223857" y="322426"/>
                  </a:lnTo>
                  <a:lnTo>
                    <a:pt x="228820" y="320547"/>
                  </a:lnTo>
                  <a:lnTo>
                    <a:pt x="233720" y="318512"/>
                  </a:lnTo>
                  <a:lnTo>
                    <a:pt x="238553" y="316322"/>
                  </a:lnTo>
                  <a:lnTo>
                    <a:pt x="243314" y="313980"/>
                  </a:lnTo>
                  <a:lnTo>
                    <a:pt x="247998" y="311488"/>
                  </a:lnTo>
                  <a:lnTo>
                    <a:pt x="252601" y="308849"/>
                  </a:lnTo>
                  <a:lnTo>
                    <a:pt x="257118" y="306064"/>
                  </a:lnTo>
                  <a:lnTo>
                    <a:pt x="261544" y="303138"/>
                  </a:lnTo>
                  <a:lnTo>
                    <a:pt x="265875" y="300073"/>
                  </a:lnTo>
                  <a:lnTo>
                    <a:pt x="270107" y="296872"/>
                  </a:lnTo>
                  <a:lnTo>
                    <a:pt x="274235" y="293538"/>
                  </a:lnTo>
                  <a:lnTo>
                    <a:pt x="278255" y="290075"/>
                  </a:lnTo>
                  <a:lnTo>
                    <a:pt x="282163" y="286486"/>
                  </a:lnTo>
                  <a:lnTo>
                    <a:pt x="285955" y="282775"/>
                  </a:lnTo>
                  <a:lnTo>
                    <a:pt x="289628" y="278946"/>
                  </a:lnTo>
                  <a:lnTo>
                    <a:pt x="293177" y="275002"/>
                  </a:lnTo>
                  <a:lnTo>
                    <a:pt x="296599" y="270947"/>
                  </a:lnTo>
                  <a:lnTo>
                    <a:pt x="299891" y="266785"/>
                  </a:lnTo>
                  <a:lnTo>
                    <a:pt x="303049" y="262521"/>
                  </a:lnTo>
                  <a:lnTo>
                    <a:pt x="306070" y="258160"/>
                  </a:lnTo>
                  <a:lnTo>
                    <a:pt x="308952" y="253704"/>
                  </a:lnTo>
                  <a:lnTo>
                    <a:pt x="311690" y="249159"/>
                  </a:lnTo>
                  <a:lnTo>
                    <a:pt x="314283" y="244530"/>
                  </a:lnTo>
                  <a:lnTo>
                    <a:pt x="316727" y="239821"/>
                  </a:lnTo>
                  <a:lnTo>
                    <a:pt x="319021" y="235036"/>
                  </a:lnTo>
                  <a:lnTo>
                    <a:pt x="321162" y="230181"/>
                  </a:lnTo>
                  <a:lnTo>
                    <a:pt x="323148" y="225261"/>
                  </a:lnTo>
                  <a:lnTo>
                    <a:pt x="324976" y="220280"/>
                  </a:lnTo>
                  <a:lnTo>
                    <a:pt x="326646" y="215243"/>
                  </a:lnTo>
                  <a:lnTo>
                    <a:pt x="328155" y="210156"/>
                  </a:lnTo>
                  <a:lnTo>
                    <a:pt x="329501" y="205024"/>
                  </a:lnTo>
                  <a:lnTo>
                    <a:pt x="330684" y="199852"/>
                  </a:lnTo>
                  <a:lnTo>
                    <a:pt x="331703" y="194644"/>
                  </a:lnTo>
                  <a:lnTo>
                    <a:pt x="332555" y="189407"/>
                  </a:lnTo>
                  <a:lnTo>
                    <a:pt x="333241" y="184146"/>
                  </a:lnTo>
                  <a:lnTo>
                    <a:pt x="333760" y="178865"/>
                  </a:lnTo>
                  <a:lnTo>
                    <a:pt x="334110" y="173571"/>
                  </a:lnTo>
                  <a:lnTo>
                    <a:pt x="334293" y="168268"/>
                  </a:lnTo>
                  <a:lnTo>
                    <a:pt x="334307" y="162962"/>
                  </a:lnTo>
                  <a:lnTo>
                    <a:pt x="334153" y="157658"/>
                  </a:lnTo>
                  <a:lnTo>
                    <a:pt x="333830" y="152362"/>
                  </a:lnTo>
                  <a:lnTo>
                    <a:pt x="333340" y="147079"/>
                  </a:lnTo>
                  <a:lnTo>
                    <a:pt x="332682" y="141814"/>
                  </a:lnTo>
                  <a:lnTo>
                    <a:pt x="331857" y="136572"/>
                  </a:lnTo>
                  <a:lnTo>
                    <a:pt x="330867" y="131359"/>
                  </a:lnTo>
                  <a:lnTo>
                    <a:pt x="329711" y="126181"/>
                  </a:lnTo>
                  <a:lnTo>
                    <a:pt x="328392" y="121041"/>
                  </a:lnTo>
                  <a:lnTo>
                    <a:pt x="326911" y="115946"/>
                  </a:lnTo>
                  <a:lnTo>
                    <a:pt x="325268" y="110901"/>
                  </a:lnTo>
                  <a:lnTo>
                    <a:pt x="323466" y="105910"/>
                  </a:lnTo>
                  <a:lnTo>
                    <a:pt x="321507" y="100980"/>
                  </a:lnTo>
                  <a:lnTo>
                    <a:pt x="319392" y="96113"/>
                  </a:lnTo>
                  <a:lnTo>
                    <a:pt x="317123" y="91317"/>
                  </a:lnTo>
                  <a:lnTo>
                    <a:pt x="314704" y="86594"/>
                  </a:lnTo>
                  <a:lnTo>
                    <a:pt x="312136" y="81951"/>
                  </a:lnTo>
                  <a:lnTo>
                    <a:pt x="309422" y="77392"/>
                  </a:lnTo>
                  <a:lnTo>
                    <a:pt x="306564" y="72921"/>
                  </a:lnTo>
                  <a:lnTo>
                    <a:pt x="303567" y="68543"/>
                  </a:lnTo>
                  <a:lnTo>
                    <a:pt x="300431" y="64262"/>
                  </a:lnTo>
                  <a:lnTo>
                    <a:pt x="297162" y="60083"/>
                  </a:lnTo>
                  <a:lnTo>
                    <a:pt x="293761" y="56010"/>
                  </a:lnTo>
                  <a:lnTo>
                    <a:pt x="290233" y="52047"/>
                  </a:lnTo>
                  <a:lnTo>
                    <a:pt x="286581" y="48198"/>
                  </a:lnTo>
                  <a:lnTo>
                    <a:pt x="282809" y="44467"/>
                  </a:lnTo>
                  <a:lnTo>
                    <a:pt x="278920" y="40857"/>
                  </a:lnTo>
                  <a:lnTo>
                    <a:pt x="274918" y="37373"/>
                  </a:lnTo>
                  <a:lnTo>
                    <a:pt x="270808" y="34017"/>
                  </a:lnTo>
                  <a:lnTo>
                    <a:pt x="266594" y="30794"/>
                  </a:lnTo>
                  <a:lnTo>
                    <a:pt x="262279" y="27705"/>
                  </a:lnTo>
                  <a:lnTo>
                    <a:pt x="257868" y="24756"/>
                  </a:lnTo>
                  <a:lnTo>
                    <a:pt x="253366" y="21948"/>
                  </a:lnTo>
                  <a:lnTo>
                    <a:pt x="248778" y="19284"/>
                  </a:lnTo>
                  <a:lnTo>
                    <a:pt x="244107" y="16767"/>
                  </a:lnTo>
                  <a:lnTo>
                    <a:pt x="239358" y="14399"/>
                  </a:lnTo>
                  <a:lnTo>
                    <a:pt x="234537" y="12184"/>
                  </a:lnTo>
                  <a:lnTo>
                    <a:pt x="229647" y="10122"/>
                  </a:lnTo>
                  <a:lnTo>
                    <a:pt x="224695" y="8217"/>
                  </a:lnTo>
                  <a:lnTo>
                    <a:pt x="219685" y="6470"/>
                  </a:lnTo>
                  <a:lnTo>
                    <a:pt x="214622" y="4883"/>
                  </a:lnTo>
                  <a:lnTo>
                    <a:pt x="209511" y="3457"/>
                  </a:lnTo>
                  <a:lnTo>
                    <a:pt x="204358" y="2194"/>
                  </a:lnTo>
                  <a:lnTo>
                    <a:pt x="199167" y="1095"/>
                  </a:lnTo>
                  <a:lnTo>
                    <a:pt x="193944" y="162"/>
                  </a:lnTo>
                  <a:lnTo>
                    <a:pt x="167154" y="1651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486215" y="5399291"/>
              <a:ext cx="26789" cy="167167"/>
            </a:xfrm>
            <a:custGeom>
              <a:avLst/>
              <a:pathLst>
                <a:path w="26789" h="167167">
                  <a:moveTo>
                    <a:pt x="26789" y="2160"/>
                  </a:moveTo>
                  <a:lnTo>
                    <a:pt x="20130" y="1216"/>
                  </a:lnTo>
                  <a:lnTo>
                    <a:pt x="13438" y="541"/>
                  </a:lnTo>
                  <a:lnTo>
                    <a:pt x="6724" y="13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856384" y="5399291"/>
              <a:ext cx="167159" cy="288956"/>
            </a:xfrm>
            <a:custGeom>
              <a:avLst/>
              <a:pathLst>
                <a:path w="167159" h="288956">
                  <a:moveTo>
                    <a:pt x="167159" y="0"/>
                  </a:moveTo>
                  <a:lnTo>
                    <a:pt x="161768" y="86"/>
                  </a:lnTo>
                  <a:lnTo>
                    <a:pt x="156382" y="347"/>
                  </a:lnTo>
                  <a:lnTo>
                    <a:pt x="151007" y="782"/>
                  </a:lnTo>
                  <a:lnTo>
                    <a:pt x="145650" y="1389"/>
                  </a:lnTo>
                  <a:lnTo>
                    <a:pt x="140314" y="2169"/>
                  </a:lnTo>
                  <a:lnTo>
                    <a:pt x="135007" y="3121"/>
                  </a:lnTo>
                  <a:lnTo>
                    <a:pt x="129733" y="4243"/>
                  </a:lnTo>
                  <a:lnTo>
                    <a:pt x="124498" y="5535"/>
                  </a:lnTo>
                  <a:lnTo>
                    <a:pt x="119307" y="6995"/>
                  </a:lnTo>
                  <a:lnTo>
                    <a:pt x="114167" y="8621"/>
                  </a:lnTo>
                  <a:lnTo>
                    <a:pt x="109081" y="10413"/>
                  </a:lnTo>
                  <a:lnTo>
                    <a:pt x="104056" y="12367"/>
                  </a:lnTo>
                  <a:lnTo>
                    <a:pt x="99096" y="14483"/>
                  </a:lnTo>
                  <a:lnTo>
                    <a:pt x="94207" y="16758"/>
                  </a:lnTo>
                  <a:lnTo>
                    <a:pt x="89394" y="19189"/>
                  </a:lnTo>
                  <a:lnTo>
                    <a:pt x="84662" y="21774"/>
                  </a:lnTo>
                  <a:lnTo>
                    <a:pt x="80016" y="24510"/>
                  </a:lnTo>
                  <a:lnTo>
                    <a:pt x="75461" y="27394"/>
                  </a:lnTo>
                  <a:lnTo>
                    <a:pt x="71000" y="30424"/>
                  </a:lnTo>
                  <a:lnTo>
                    <a:pt x="66640" y="33597"/>
                  </a:lnTo>
                  <a:lnTo>
                    <a:pt x="62385" y="36908"/>
                  </a:lnTo>
                  <a:lnTo>
                    <a:pt x="58238" y="40355"/>
                  </a:lnTo>
                  <a:lnTo>
                    <a:pt x="54205" y="43934"/>
                  </a:lnTo>
                  <a:lnTo>
                    <a:pt x="50290" y="47641"/>
                  </a:lnTo>
                  <a:lnTo>
                    <a:pt x="46496" y="51472"/>
                  </a:lnTo>
                  <a:lnTo>
                    <a:pt x="42827" y="55424"/>
                  </a:lnTo>
                  <a:lnTo>
                    <a:pt x="39288" y="59492"/>
                  </a:lnTo>
                  <a:lnTo>
                    <a:pt x="35882" y="63672"/>
                  </a:lnTo>
                  <a:lnTo>
                    <a:pt x="32612" y="67959"/>
                  </a:lnTo>
                  <a:lnTo>
                    <a:pt x="29483" y="72350"/>
                  </a:lnTo>
                  <a:lnTo>
                    <a:pt x="26496" y="76840"/>
                  </a:lnTo>
                  <a:lnTo>
                    <a:pt x="23656" y="81423"/>
                  </a:lnTo>
                  <a:lnTo>
                    <a:pt x="20966" y="86096"/>
                  </a:lnTo>
                  <a:lnTo>
                    <a:pt x="18427" y="90853"/>
                  </a:lnTo>
                  <a:lnTo>
                    <a:pt x="16043" y="95690"/>
                  </a:lnTo>
                  <a:lnTo>
                    <a:pt x="13817" y="100600"/>
                  </a:lnTo>
                  <a:lnTo>
                    <a:pt x="11750" y="105580"/>
                  </a:lnTo>
                  <a:lnTo>
                    <a:pt x="9844" y="110625"/>
                  </a:lnTo>
                  <a:lnTo>
                    <a:pt x="8103" y="115728"/>
                  </a:lnTo>
                  <a:lnTo>
                    <a:pt x="6526" y="120884"/>
                  </a:lnTo>
                  <a:lnTo>
                    <a:pt x="5117" y="126089"/>
                  </a:lnTo>
                  <a:lnTo>
                    <a:pt x="3877" y="131336"/>
                  </a:lnTo>
                  <a:lnTo>
                    <a:pt x="2806" y="136621"/>
                  </a:lnTo>
                  <a:lnTo>
                    <a:pt x="1906" y="141937"/>
                  </a:lnTo>
                  <a:lnTo>
                    <a:pt x="1179" y="147280"/>
                  </a:lnTo>
                  <a:lnTo>
                    <a:pt x="624" y="152643"/>
                  </a:lnTo>
                  <a:lnTo>
                    <a:pt x="242" y="158022"/>
                  </a:lnTo>
                  <a:lnTo>
                    <a:pt x="34" y="163410"/>
                  </a:lnTo>
                  <a:lnTo>
                    <a:pt x="0" y="168802"/>
                  </a:lnTo>
                  <a:lnTo>
                    <a:pt x="139" y="174192"/>
                  </a:lnTo>
                  <a:lnTo>
                    <a:pt x="453" y="179575"/>
                  </a:lnTo>
                  <a:lnTo>
                    <a:pt x="940" y="184945"/>
                  </a:lnTo>
                  <a:lnTo>
                    <a:pt x="1599" y="190296"/>
                  </a:lnTo>
                  <a:lnTo>
                    <a:pt x="2431" y="195624"/>
                  </a:lnTo>
                  <a:lnTo>
                    <a:pt x="3435" y="200922"/>
                  </a:lnTo>
                  <a:lnTo>
                    <a:pt x="4609" y="206184"/>
                  </a:lnTo>
                  <a:lnTo>
                    <a:pt x="5952" y="211406"/>
                  </a:lnTo>
                  <a:lnTo>
                    <a:pt x="7462" y="216582"/>
                  </a:lnTo>
                  <a:lnTo>
                    <a:pt x="9139" y="221707"/>
                  </a:lnTo>
                  <a:lnTo>
                    <a:pt x="10980" y="226775"/>
                  </a:lnTo>
                  <a:lnTo>
                    <a:pt x="12984" y="231781"/>
                  </a:lnTo>
                  <a:lnTo>
                    <a:pt x="15148" y="236720"/>
                  </a:lnTo>
                  <a:lnTo>
                    <a:pt x="17470" y="241586"/>
                  </a:lnTo>
                  <a:lnTo>
                    <a:pt x="19948" y="246375"/>
                  </a:lnTo>
                  <a:lnTo>
                    <a:pt x="22579" y="251081"/>
                  </a:lnTo>
                  <a:lnTo>
                    <a:pt x="25361" y="255701"/>
                  </a:lnTo>
                  <a:lnTo>
                    <a:pt x="28290" y="260228"/>
                  </a:lnTo>
                  <a:lnTo>
                    <a:pt x="31363" y="264658"/>
                  </a:lnTo>
                  <a:lnTo>
                    <a:pt x="34578" y="268987"/>
                  </a:lnTo>
                  <a:lnTo>
                    <a:pt x="37931" y="273210"/>
                  </a:lnTo>
                  <a:lnTo>
                    <a:pt x="41418" y="277322"/>
                  </a:lnTo>
                  <a:lnTo>
                    <a:pt x="45036" y="281320"/>
                  </a:lnTo>
                  <a:lnTo>
                    <a:pt x="48781" y="285199"/>
                  </a:lnTo>
                  <a:lnTo>
                    <a:pt x="52650" y="28895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09034" y="5566459"/>
              <a:ext cx="114509" cy="121788"/>
            </a:xfrm>
            <a:custGeom>
              <a:avLst/>
              <a:pathLst>
                <a:path w="114509" h="121788">
                  <a:moveTo>
                    <a:pt x="0" y="121788"/>
                  </a:moveTo>
                  <a:lnTo>
                    <a:pt x="114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09034" y="5566459"/>
              <a:ext cx="114509" cy="121788"/>
            </a:xfrm>
            <a:custGeom>
              <a:avLst/>
              <a:pathLst>
                <a:path w="114509" h="121788">
                  <a:moveTo>
                    <a:pt x="0" y="121788"/>
                  </a:moveTo>
                  <a:lnTo>
                    <a:pt x="114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09034" y="5566459"/>
              <a:ext cx="114509" cy="121788"/>
            </a:xfrm>
            <a:custGeom>
              <a:avLst/>
              <a:pathLst>
                <a:path w="114509" h="121788">
                  <a:moveTo>
                    <a:pt x="0" y="121788"/>
                  </a:moveTo>
                  <a:lnTo>
                    <a:pt x="114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09034" y="5566459"/>
              <a:ext cx="114509" cy="121788"/>
            </a:xfrm>
            <a:custGeom>
              <a:avLst/>
              <a:pathLst>
                <a:path w="114509" h="121788">
                  <a:moveTo>
                    <a:pt x="0" y="121788"/>
                  </a:moveTo>
                  <a:lnTo>
                    <a:pt x="11450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09034" y="5566459"/>
              <a:ext cx="114509" cy="121788"/>
            </a:xfrm>
            <a:custGeom>
              <a:avLst/>
              <a:pathLst>
                <a:path w="114509" h="121788">
                  <a:moveTo>
                    <a:pt x="0" y="121788"/>
                  </a:moveTo>
                  <a:lnTo>
                    <a:pt x="11450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909034" y="5566459"/>
              <a:ext cx="114509" cy="167125"/>
            </a:xfrm>
            <a:custGeom>
              <a:avLst/>
              <a:pathLst>
                <a:path w="114509" h="167125">
                  <a:moveTo>
                    <a:pt x="0" y="121788"/>
                  </a:moveTo>
                  <a:lnTo>
                    <a:pt x="4116" y="125532"/>
                  </a:lnTo>
                  <a:lnTo>
                    <a:pt x="8355" y="129136"/>
                  </a:lnTo>
                  <a:lnTo>
                    <a:pt x="12712" y="132598"/>
                  </a:lnTo>
                  <a:lnTo>
                    <a:pt x="17181" y="135912"/>
                  </a:lnTo>
                  <a:lnTo>
                    <a:pt x="21758" y="139076"/>
                  </a:lnTo>
                  <a:lnTo>
                    <a:pt x="26438" y="142086"/>
                  </a:lnTo>
                  <a:lnTo>
                    <a:pt x="31216" y="144938"/>
                  </a:lnTo>
                  <a:lnTo>
                    <a:pt x="36086" y="147630"/>
                  </a:lnTo>
                  <a:lnTo>
                    <a:pt x="41042" y="150158"/>
                  </a:lnTo>
                  <a:lnTo>
                    <a:pt x="46081" y="152520"/>
                  </a:lnTo>
                  <a:lnTo>
                    <a:pt x="51195" y="154713"/>
                  </a:lnTo>
                  <a:lnTo>
                    <a:pt x="56379" y="156734"/>
                  </a:lnTo>
                  <a:lnTo>
                    <a:pt x="61627" y="158582"/>
                  </a:lnTo>
                  <a:lnTo>
                    <a:pt x="66934" y="160254"/>
                  </a:lnTo>
                  <a:lnTo>
                    <a:pt x="72294" y="161749"/>
                  </a:lnTo>
                  <a:lnTo>
                    <a:pt x="77701" y="163064"/>
                  </a:lnTo>
                  <a:lnTo>
                    <a:pt x="83148" y="164199"/>
                  </a:lnTo>
                  <a:lnTo>
                    <a:pt x="88630" y="165152"/>
                  </a:lnTo>
                  <a:lnTo>
                    <a:pt x="94141" y="165921"/>
                  </a:lnTo>
                  <a:lnTo>
                    <a:pt x="99674" y="166507"/>
                  </a:lnTo>
                  <a:lnTo>
                    <a:pt x="105224" y="166909"/>
                  </a:lnTo>
                  <a:lnTo>
                    <a:pt x="110784" y="167125"/>
                  </a:lnTo>
                  <a:lnTo>
                    <a:pt x="11450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019819" y="5399291"/>
              <a:ext cx="170890" cy="334327"/>
            </a:xfrm>
            <a:custGeom>
              <a:avLst/>
              <a:pathLst>
                <a:path w="170890" h="334327">
                  <a:moveTo>
                    <a:pt x="0" y="334293"/>
                  </a:moveTo>
                  <a:lnTo>
                    <a:pt x="5342" y="334327"/>
                  </a:lnTo>
                  <a:lnTo>
                    <a:pt x="10682" y="334190"/>
                  </a:lnTo>
                  <a:lnTo>
                    <a:pt x="16015" y="333882"/>
                  </a:lnTo>
                  <a:lnTo>
                    <a:pt x="21336" y="333404"/>
                  </a:lnTo>
                  <a:lnTo>
                    <a:pt x="26639" y="332756"/>
                  </a:lnTo>
                  <a:lnTo>
                    <a:pt x="31918" y="331940"/>
                  </a:lnTo>
                  <a:lnTo>
                    <a:pt x="37169" y="330955"/>
                  </a:lnTo>
                  <a:lnTo>
                    <a:pt x="42385" y="329802"/>
                  </a:lnTo>
                  <a:lnTo>
                    <a:pt x="47562" y="328484"/>
                  </a:lnTo>
                  <a:lnTo>
                    <a:pt x="52694" y="327001"/>
                  </a:lnTo>
                  <a:lnTo>
                    <a:pt x="57776" y="325355"/>
                  </a:lnTo>
                  <a:lnTo>
                    <a:pt x="62803" y="323547"/>
                  </a:lnTo>
                  <a:lnTo>
                    <a:pt x="67770" y="321579"/>
                  </a:lnTo>
                  <a:lnTo>
                    <a:pt x="72671" y="319454"/>
                  </a:lnTo>
                  <a:lnTo>
                    <a:pt x="77502" y="317173"/>
                  </a:lnTo>
                  <a:lnTo>
                    <a:pt x="82258" y="314739"/>
                  </a:lnTo>
                  <a:lnTo>
                    <a:pt x="86933" y="312154"/>
                  </a:lnTo>
                  <a:lnTo>
                    <a:pt x="91523" y="309422"/>
                  </a:lnTo>
                  <a:lnTo>
                    <a:pt x="96024" y="306544"/>
                  </a:lnTo>
                  <a:lnTo>
                    <a:pt x="100430" y="303523"/>
                  </a:lnTo>
                  <a:lnTo>
                    <a:pt x="104738" y="300363"/>
                  </a:lnTo>
                  <a:lnTo>
                    <a:pt x="108942" y="297068"/>
                  </a:lnTo>
                  <a:lnTo>
                    <a:pt x="113039" y="293639"/>
                  </a:lnTo>
                  <a:lnTo>
                    <a:pt x="117024" y="290082"/>
                  </a:lnTo>
                  <a:lnTo>
                    <a:pt x="120894" y="286399"/>
                  </a:lnTo>
                  <a:lnTo>
                    <a:pt x="124644" y="282594"/>
                  </a:lnTo>
                  <a:lnTo>
                    <a:pt x="128271" y="278671"/>
                  </a:lnTo>
                  <a:lnTo>
                    <a:pt x="131770" y="274635"/>
                  </a:lnTo>
                  <a:lnTo>
                    <a:pt x="135138" y="270489"/>
                  </a:lnTo>
                  <a:lnTo>
                    <a:pt x="138373" y="266237"/>
                  </a:lnTo>
                  <a:lnTo>
                    <a:pt x="141469" y="261884"/>
                  </a:lnTo>
                  <a:lnTo>
                    <a:pt x="144426" y="257434"/>
                  </a:lnTo>
                  <a:lnTo>
                    <a:pt x="147238" y="252892"/>
                  </a:lnTo>
                  <a:lnTo>
                    <a:pt x="149904" y="248263"/>
                  </a:lnTo>
                  <a:lnTo>
                    <a:pt x="152421" y="243550"/>
                  </a:lnTo>
                  <a:lnTo>
                    <a:pt x="154785" y="238760"/>
                  </a:lnTo>
                  <a:lnTo>
                    <a:pt x="156996" y="233897"/>
                  </a:lnTo>
                  <a:lnTo>
                    <a:pt x="159050" y="228965"/>
                  </a:lnTo>
                  <a:lnTo>
                    <a:pt x="160945" y="223971"/>
                  </a:lnTo>
                  <a:lnTo>
                    <a:pt x="162680" y="218918"/>
                  </a:lnTo>
                  <a:lnTo>
                    <a:pt x="164252" y="213812"/>
                  </a:lnTo>
                  <a:lnTo>
                    <a:pt x="165661" y="208659"/>
                  </a:lnTo>
                  <a:lnTo>
                    <a:pt x="166904" y="203464"/>
                  </a:lnTo>
                  <a:lnTo>
                    <a:pt x="167980" y="198231"/>
                  </a:lnTo>
                  <a:lnTo>
                    <a:pt x="168889" y="192967"/>
                  </a:lnTo>
                  <a:lnTo>
                    <a:pt x="169629" y="187676"/>
                  </a:lnTo>
                  <a:lnTo>
                    <a:pt x="170200" y="182365"/>
                  </a:lnTo>
                  <a:lnTo>
                    <a:pt x="170600" y="177037"/>
                  </a:lnTo>
                  <a:lnTo>
                    <a:pt x="170831" y="171700"/>
                  </a:lnTo>
                  <a:lnTo>
                    <a:pt x="170890" y="166358"/>
                  </a:lnTo>
                  <a:lnTo>
                    <a:pt x="170779" y="161017"/>
                  </a:lnTo>
                  <a:lnTo>
                    <a:pt x="170497" y="155683"/>
                  </a:lnTo>
                  <a:lnTo>
                    <a:pt x="170045" y="150360"/>
                  </a:lnTo>
                  <a:lnTo>
                    <a:pt x="169423" y="145054"/>
                  </a:lnTo>
                  <a:lnTo>
                    <a:pt x="168632" y="139771"/>
                  </a:lnTo>
                  <a:lnTo>
                    <a:pt x="167672" y="134515"/>
                  </a:lnTo>
                  <a:lnTo>
                    <a:pt x="166545" y="129293"/>
                  </a:lnTo>
                  <a:lnTo>
                    <a:pt x="165252" y="124110"/>
                  </a:lnTo>
                  <a:lnTo>
                    <a:pt x="163794" y="118971"/>
                  </a:lnTo>
                  <a:lnTo>
                    <a:pt x="162172" y="113881"/>
                  </a:lnTo>
                  <a:lnTo>
                    <a:pt x="160388" y="108845"/>
                  </a:lnTo>
                  <a:lnTo>
                    <a:pt x="158445" y="103869"/>
                  </a:lnTo>
                  <a:lnTo>
                    <a:pt x="156343" y="98958"/>
                  </a:lnTo>
                  <a:lnTo>
                    <a:pt x="154086" y="94116"/>
                  </a:lnTo>
                  <a:lnTo>
                    <a:pt x="151675" y="89349"/>
                  </a:lnTo>
                  <a:lnTo>
                    <a:pt x="149113" y="84661"/>
                  </a:lnTo>
                  <a:lnTo>
                    <a:pt x="146402" y="80057"/>
                  </a:lnTo>
                  <a:lnTo>
                    <a:pt x="143546" y="75543"/>
                  </a:lnTo>
                  <a:lnTo>
                    <a:pt x="140547" y="71122"/>
                  </a:lnTo>
                  <a:lnTo>
                    <a:pt x="137408" y="66799"/>
                  </a:lnTo>
                  <a:lnTo>
                    <a:pt x="134133" y="62579"/>
                  </a:lnTo>
                  <a:lnTo>
                    <a:pt x="130724" y="58465"/>
                  </a:lnTo>
                  <a:lnTo>
                    <a:pt x="127186" y="54463"/>
                  </a:lnTo>
                  <a:lnTo>
                    <a:pt x="123522" y="50575"/>
                  </a:lnTo>
                  <a:lnTo>
                    <a:pt x="119735" y="46807"/>
                  </a:lnTo>
                  <a:lnTo>
                    <a:pt x="115830" y="43162"/>
                  </a:lnTo>
                  <a:lnTo>
                    <a:pt x="111811" y="39643"/>
                  </a:lnTo>
                  <a:lnTo>
                    <a:pt x="107681" y="36254"/>
                  </a:lnTo>
                  <a:lnTo>
                    <a:pt x="103444" y="33000"/>
                  </a:lnTo>
                  <a:lnTo>
                    <a:pt x="99107" y="29882"/>
                  </a:lnTo>
                  <a:lnTo>
                    <a:pt x="94671" y="26904"/>
                  </a:lnTo>
                  <a:lnTo>
                    <a:pt x="90143" y="24070"/>
                  </a:lnTo>
                  <a:lnTo>
                    <a:pt x="85526" y="21381"/>
                  </a:lnTo>
                  <a:lnTo>
                    <a:pt x="80826" y="18842"/>
                  </a:lnTo>
                  <a:lnTo>
                    <a:pt x="76048" y="16454"/>
                  </a:lnTo>
                  <a:lnTo>
                    <a:pt x="71195" y="14220"/>
                  </a:lnTo>
                  <a:lnTo>
                    <a:pt x="66273" y="12142"/>
                  </a:lnTo>
                  <a:lnTo>
                    <a:pt x="61288" y="10223"/>
                  </a:lnTo>
                  <a:lnTo>
                    <a:pt x="56244" y="8464"/>
                  </a:lnTo>
                  <a:lnTo>
                    <a:pt x="51146" y="6867"/>
                  </a:lnTo>
                  <a:lnTo>
                    <a:pt x="46000" y="5433"/>
                  </a:lnTo>
                  <a:lnTo>
                    <a:pt x="40810" y="4165"/>
                  </a:lnTo>
                  <a:lnTo>
                    <a:pt x="35583" y="3063"/>
                  </a:lnTo>
                  <a:lnTo>
                    <a:pt x="30323" y="2129"/>
                  </a:lnTo>
                  <a:lnTo>
                    <a:pt x="25036" y="1364"/>
                  </a:lnTo>
                  <a:lnTo>
                    <a:pt x="19727" y="767"/>
                  </a:lnTo>
                  <a:lnTo>
                    <a:pt x="14402" y="341"/>
                  </a:lnTo>
                  <a:lnTo>
                    <a:pt x="9066" y="85"/>
                  </a:lnTo>
                  <a:lnTo>
                    <a:pt x="3725" y="0"/>
                  </a:lnTo>
                  <a:lnTo>
                    <a:pt x="372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27768" y="5269756"/>
              <a:ext cx="117489" cy="167167"/>
            </a:xfrm>
            <a:custGeom>
              <a:avLst/>
              <a:pathLst>
                <a:path w="117489" h="167167">
                  <a:moveTo>
                    <a:pt x="117489" y="0"/>
                  </a:moveTo>
                  <a:lnTo>
                    <a:pt x="111826" y="95"/>
                  </a:lnTo>
                  <a:lnTo>
                    <a:pt x="106169" y="383"/>
                  </a:lnTo>
                  <a:lnTo>
                    <a:pt x="100525" y="863"/>
                  </a:lnTo>
                  <a:lnTo>
                    <a:pt x="94900" y="1533"/>
                  </a:lnTo>
                  <a:lnTo>
                    <a:pt x="89302" y="2393"/>
                  </a:lnTo>
                  <a:lnTo>
                    <a:pt x="83736" y="3443"/>
                  </a:lnTo>
                  <a:lnTo>
                    <a:pt x="78208" y="4680"/>
                  </a:lnTo>
                  <a:lnTo>
                    <a:pt x="72726" y="6104"/>
                  </a:lnTo>
                  <a:lnTo>
                    <a:pt x="67295" y="7713"/>
                  </a:lnTo>
                  <a:lnTo>
                    <a:pt x="61922" y="9505"/>
                  </a:lnTo>
                  <a:lnTo>
                    <a:pt x="56612" y="11478"/>
                  </a:lnTo>
                  <a:lnTo>
                    <a:pt x="51373" y="13630"/>
                  </a:lnTo>
                  <a:lnTo>
                    <a:pt x="46209" y="15958"/>
                  </a:lnTo>
                  <a:lnTo>
                    <a:pt x="41127" y="18460"/>
                  </a:lnTo>
                  <a:lnTo>
                    <a:pt x="36133" y="21132"/>
                  </a:lnTo>
                  <a:lnTo>
                    <a:pt x="31232" y="23972"/>
                  </a:lnTo>
                  <a:lnTo>
                    <a:pt x="26430" y="26977"/>
                  </a:lnTo>
                  <a:lnTo>
                    <a:pt x="21733" y="30142"/>
                  </a:lnTo>
                  <a:lnTo>
                    <a:pt x="17146" y="33465"/>
                  </a:lnTo>
                  <a:lnTo>
                    <a:pt x="12674" y="36941"/>
                  </a:lnTo>
                  <a:lnTo>
                    <a:pt x="8322" y="40567"/>
                  </a:lnTo>
                  <a:lnTo>
                    <a:pt x="4096" y="44338"/>
                  </a:lnTo>
                  <a:lnTo>
                    <a:pt x="0" y="48250"/>
                  </a:lnTo>
                  <a:lnTo>
                    <a:pt x="11748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27768" y="5318007"/>
              <a:ext cx="117489" cy="118916"/>
            </a:xfrm>
            <a:custGeom>
              <a:avLst/>
              <a:pathLst>
                <a:path w="117489" h="118916">
                  <a:moveTo>
                    <a:pt x="0" y="0"/>
                  </a:moveTo>
                  <a:lnTo>
                    <a:pt x="117489" y="118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27768" y="5318007"/>
              <a:ext cx="117489" cy="118916"/>
            </a:xfrm>
            <a:custGeom>
              <a:avLst/>
              <a:pathLst>
                <a:path w="117489" h="118916">
                  <a:moveTo>
                    <a:pt x="0" y="0"/>
                  </a:moveTo>
                  <a:lnTo>
                    <a:pt x="117489" y="118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27768" y="5318007"/>
              <a:ext cx="117489" cy="118916"/>
            </a:xfrm>
            <a:custGeom>
              <a:avLst/>
              <a:pathLst>
                <a:path w="117489" h="118916">
                  <a:moveTo>
                    <a:pt x="0" y="0"/>
                  </a:moveTo>
                  <a:lnTo>
                    <a:pt x="117489" y="1189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427768" y="5318007"/>
              <a:ext cx="117489" cy="118916"/>
            </a:xfrm>
            <a:custGeom>
              <a:avLst/>
              <a:pathLst>
                <a:path w="117489" h="118916">
                  <a:moveTo>
                    <a:pt x="0" y="0"/>
                  </a:moveTo>
                  <a:lnTo>
                    <a:pt x="117489" y="1189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93389" y="5318007"/>
              <a:ext cx="151868" cy="118916"/>
            </a:xfrm>
            <a:custGeom>
              <a:avLst/>
              <a:pathLst>
                <a:path w="151868" h="118916">
                  <a:moveTo>
                    <a:pt x="34379" y="0"/>
                  </a:moveTo>
                  <a:lnTo>
                    <a:pt x="30172" y="4309"/>
                  </a:lnTo>
                  <a:lnTo>
                    <a:pt x="26122" y="8767"/>
                  </a:lnTo>
                  <a:lnTo>
                    <a:pt x="22236" y="13367"/>
                  </a:lnTo>
                  <a:lnTo>
                    <a:pt x="18519" y="18105"/>
                  </a:lnTo>
                  <a:lnTo>
                    <a:pt x="14974" y="22974"/>
                  </a:lnTo>
                  <a:lnTo>
                    <a:pt x="11607" y="27967"/>
                  </a:lnTo>
                  <a:lnTo>
                    <a:pt x="8422" y="33078"/>
                  </a:lnTo>
                  <a:lnTo>
                    <a:pt x="5423" y="38301"/>
                  </a:lnTo>
                  <a:lnTo>
                    <a:pt x="2615" y="43628"/>
                  </a:lnTo>
                  <a:lnTo>
                    <a:pt x="0" y="49053"/>
                  </a:lnTo>
                  <a:lnTo>
                    <a:pt x="151868" y="1189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378106" y="5269756"/>
              <a:ext cx="334301" cy="334334"/>
            </a:xfrm>
            <a:custGeom>
              <a:avLst/>
              <a:pathLst>
                <a:path w="334301" h="334334">
                  <a:moveTo>
                    <a:pt x="15283" y="97304"/>
                  </a:moveTo>
                  <a:lnTo>
                    <a:pt x="13142" y="102160"/>
                  </a:lnTo>
                  <a:lnTo>
                    <a:pt x="11156" y="107082"/>
                  </a:lnTo>
                  <a:lnTo>
                    <a:pt x="9327" y="112064"/>
                  </a:lnTo>
                  <a:lnTo>
                    <a:pt x="7658" y="117102"/>
                  </a:lnTo>
                  <a:lnTo>
                    <a:pt x="6149" y="122191"/>
                  </a:lnTo>
                  <a:lnTo>
                    <a:pt x="4802" y="127324"/>
                  </a:lnTo>
                  <a:lnTo>
                    <a:pt x="3619" y="132498"/>
                  </a:lnTo>
                  <a:lnTo>
                    <a:pt x="2601" y="137707"/>
                  </a:lnTo>
                  <a:lnTo>
                    <a:pt x="1749" y="142946"/>
                  </a:lnTo>
                  <a:lnTo>
                    <a:pt x="1063" y="148209"/>
                  </a:lnTo>
                  <a:lnTo>
                    <a:pt x="545" y="153491"/>
                  </a:lnTo>
                  <a:lnTo>
                    <a:pt x="195" y="158786"/>
                  </a:lnTo>
                  <a:lnTo>
                    <a:pt x="13" y="164091"/>
                  </a:lnTo>
                  <a:lnTo>
                    <a:pt x="0" y="169398"/>
                  </a:lnTo>
                  <a:lnTo>
                    <a:pt x="155" y="174703"/>
                  </a:lnTo>
                  <a:lnTo>
                    <a:pt x="478" y="180001"/>
                  </a:lnTo>
                  <a:lnTo>
                    <a:pt x="969" y="185285"/>
                  </a:lnTo>
                  <a:lnTo>
                    <a:pt x="1628" y="190552"/>
                  </a:lnTo>
                  <a:lnTo>
                    <a:pt x="2454" y="195794"/>
                  </a:lnTo>
                  <a:lnTo>
                    <a:pt x="3446" y="201008"/>
                  </a:lnTo>
                  <a:lnTo>
                    <a:pt x="4603" y="206188"/>
                  </a:lnTo>
                  <a:lnTo>
                    <a:pt x="5923" y="211329"/>
                  </a:lnTo>
                  <a:lnTo>
                    <a:pt x="7406" y="216425"/>
                  </a:lnTo>
                  <a:lnTo>
                    <a:pt x="9051" y="221471"/>
                  </a:lnTo>
                  <a:lnTo>
                    <a:pt x="10854" y="226462"/>
                  </a:lnTo>
                  <a:lnTo>
                    <a:pt x="12815" y="231394"/>
                  </a:lnTo>
                  <a:lnTo>
                    <a:pt x="14932" y="236261"/>
                  </a:lnTo>
                  <a:lnTo>
                    <a:pt x="17202" y="241059"/>
                  </a:lnTo>
                  <a:lnTo>
                    <a:pt x="19623" y="245782"/>
                  </a:lnTo>
                  <a:lnTo>
                    <a:pt x="22193" y="250425"/>
                  </a:lnTo>
                  <a:lnTo>
                    <a:pt x="24909" y="254985"/>
                  </a:lnTo>
                  <a:lnTo>
                    <a:pt x="27769" y="259456"/>
                  </a:lnTo>
                  <a:lnTo>
                    <a:pt x="30769" y="263834"/>
                  </a:lnTo>
                  <a:lnTo>
                    <a:pt x="33906" y="268115"/>
                  </a:lnTo>
                  <a:lnTo>
                    <a:pt x="37178" y="272294"/>
                  </a:lnTo>
                  <a:lnTo>
                    <a:pt x="40581" y="276367"/>
                  </a:lnTo>
                  <a:lnTo>
                    <a:pt x="44111" y="280330"/>
                  </a:lnTo>
                  <a:lnTo>
                    <a:pt x="47766" y="284179"/>
                  </a:lnTo>
                  <a:lnTo>
                    <a:pt x="51540" y="287910"/>
                  </a:lnTo>
                  <a:lnTo>
                    <a:pt x="55432" y="291519"/>
                  </a:lnTo>
                  <a:lnTo>
                    <a:pt x="59435" y="295003"/>
                  </a:lnTo>
                  <a:lnTo>
                    <a:pt x="63548" y="298358"/>
                  </a:lnTo>
                  <a:lnTo>
                    <a:pt x="67765" y="301581"/>
                  </a:lnTo>
                  <a:lnTo>
                    <a:pt x="72082" y="304668"/>
                  </a:lnTo>
                  <a:lnTo>
                    <a:pt x="76495" y="307617"/>
                  </a:lnTo>
                  <a:lnTo>
                    <a:pt x="80999" y="310424"/>
                  </a:lnTo>
                  <a:lnTo>
                    <a:pt x="85590" y="313087"/>
                  </a:lnTo>
                  <a:lnTo>
                    <a:pt x="90263" y="315602"/>
                  </a:lnTo>
                  <a:lnTo>
                    <a:pt x="95014" y="317968"/>
                  </a:lnTo>
                  <a:lnTo>
                    <a:pt x="99838" y="320182"/>
                  </a:lnTo>
                  <a:lnTo>
                    <a:pt x="104729" y="322242"/>
                  </a:lnTo>
                  <a:lnTo>
                    <a:pt x="109683" y="324146"/>
                  </a:lnTo>
                  <a:lnTo>
                    <a:pt x="114696" y="325891"/>
                  </a:lnTo>
                  <a:lnTo>
                    <a:pt x="119761" y="327476"/>
                  </a:lnTo>
                  <a:lnTo>
                    <a:pt x="124874" y="328900"/>
                  </a:lnTo>
                  <a:lnTo>
                    <a:pt x="130029" y="330160"/>
                  </a:lnTo>
                  <a:lnTo>
                    <a:pt x="135222" y="331257"/>
                  </a:lnTo>
                  <a:lnTo>
                    <a:pt x="140447" y="332188"/>
                  </a:lnTo>
                  <a:lnTo>
                    <a:pt x="145699" y="332952"/>
                  </a:lnTo>
                  <a:lnTo>
                    <a:pt x="150973" y="333550"/>
                  </a:lnTo>
                  <a:lnTo>
                    <a:pt x="156263" y="333979"/>
                  </a:lnTo>
                  <a:lnTo>
                    <a:pt x="161564" y="334241"/>
                  </a:lnTo>
                  <a:lnTo>
                    <a:pt x="166870" y="334334"/>
                  </a:lnTo>
                  <a:lnTo>
                    <a:pt x="172177" y="334259"/>
                  </a:lnTo>
                  <a:lnTo>
                    <a:pt x="177479" y="334015"/>
                  </a:lnTo>
                  <a:lnTo>
                    <a:pt x="182770" y="333603"/>
                  </a:lnTo>
                  <a:lnTo>
                    <a:pt x="188046" y="333023"/>
                  </a:lnTo>
                  <a:lnTo>
                    <a:pt x="193301" y="332277"/>
                  </a:lnTo>
                  <a:lnTo>
                    <a:pt x="198529" y="331363"/>
                  </a:lnTo>
                  <a:lnTo>
                    <a:pt x="203725" y="330285"/>
                  </a:lnTo>
                  <a:lnTo>
                    <a:pt x="208885" y="329041"/>
                  </a:lnTo>
                  <a:lnTo>
                    <a:pt x="214003" y="327635"/>
                  </a:lnTo>
                  <a:lnTo>
                    <a:pt x="219073" y="326067"/>
                  </a:lnTo>
                  <a:lnTo>
                    <a:pt x="224091" y="324338"/>
                  </a:lnTo>
                  <a:lnTo>
                    <a:pt x="229052" y="322452"/>
                  </a:lnTo>
                  <a:lnTo>
                    <a:pt x="233950" y="320408"/>
                  </a:lnTo>
                  <a:lnTo>
                    <a:pt x="238781" y="318211"/>
                  </a:lnTo>
                  <a:lnTo>
                    <a:pt x="243540" y="315861"/>
                  </a:lnTo>
                  <a:lnTo>
                    <a:pt x="248222" y="313361"/>
                  </a:lnTo>
                  <a:lnTo>
                    <a:pt x="252822" y="310714"/>
                  </a:lnTo>
                  <a:lnTo>
                    <a:pt x="257336" y="307922"/>
                  </a:lnTo>
                  <a:lnTo>
                    <a:pt x="261758" y="304988"/>
                  </a:lnTo>
                  <a:lnTo>
                    <a:pt x="266086" y="301915"/>
                  </a:lnTo>
                  <a:lnTo>
                    <a:pt x="270314" y="298707"/>
                  </a:lnTo>
                  <a:lnTo>
                    <a:pt x="274437" y="295365"/>
                  </a:lnTo>
                  <a:lnTo>
                    <a:pt x="278453" y="291895"/>
                  </a:lnTo>
                  <a:lnTo>
                    <a:pt x="282356" y="288299"/>
                  </a:lnTo>
                  <a:lnTo>
                    <a:pt x="286144" y="284581"/>
                  </a:lnTo>
                  <a:lnTo>
                    <a:pt x="289811" y="280744"/>
                  </a:lnTo>
                  <a:lnTo>
                    <a:pt x="293355" y="276793"/>
                  </a:lnTo>
                  <a:lnTo>
                    <a:pt x="296771" y="272732"/>
                  </a:lnTo>
                  <a:lnTo>
                    <a:pt x="300057" y="268564"/>
                  </a:lnTo>
                  <a:lnTo>
                    <a:pt x="303209" y="264293"/>
                  </a:lnTo>
                  <a:lnTo>
                    <a:pt x="306223" y="259925"/>
                  </a:lnTo>
                  <a:lnTo>
                    <a:pt x="309098" y="255464"/>
                  </a:lnTo>
                  <a:lnTo>
                    <a:pt x="311829" y="250913"/>
                  </a:lnTo>
                  <a:lnTo>
                    <a:pt x="314415" y="246278"/>
                  </a:lnTo>
                  <a:lnTo>
                    <a:pt x="316852" y="241564"/>
                  </a:lnTo>
                  <a:lnTo>
                    <a:pt x="319138" y="236774"/>
                  </a:lnTo>
                  <a:lnTo>
                    <a:pt x="321271" y="231914"/>
                  </a:lnTo>
                  <a:lnTo>
                    <a:pt x="323249" y="226989"/>
                  </a:lnTo>
                  <a:lnTo>
                    <a:pt x="325069" y="222003"/>
                  </a:lnTo>
                  <a:lnTo>
                    <a:pt x="326731" y="216963"/>
                  </a:lnTo>
                  <a:lnTo>
                    <a:pt x="328231" y="211872"/>
                  </a:lnTo>
                  <a:lnTo>
                    <a:pt x="329569" y="206736"/>
                  </a:lnTo>
                  <a:lnTo>
                    <a:pt x="330743" y="201560"/>
                  </a:lnTo>
                  <a:lnTo>
                    <a:pt x="331753" y="196349"/>
                  </a:lnTo>
                  <a:lnTo>
                    <a:pt x="332596" y="191109"/>
                  </a:lnTo>
                  <a:lnTo>
                    <a:pt x="333273" y="185845"/>
                  </a:lnTo>
                  <a:lnTo>
                    <a:pt x="333782" y="180562"/>
                  </a:lnTo>
                  <a:lnTo>
                    <a:pt x="334123" y="175266"/>
                  </a:lnTo>
                  <a:lnTo>
                    <a:pt x="334296" y="169961"/>
                  </a:lnTo>
                  <a:lnTo>
                    <a:pt x="334301" y="164654"/>
                  </a:lnTo>
                  <a:lnTo>
                    <a:pt x="334137" y="159349"/>
                  </a:lnTo>
                  <a:lnTo>
                    <a:pt x="333804" y="154052"/>
                  </a:lnTo>
                  <a:lnTo>
                    <a:pt x="333304" y="148768"/>
                  </a:lnTo>
                  <a:lnTo>
                    <a:pt x="332636" y="143503"/>
                  </a:lnTo>
                  <a:lnTo>
                    <a:pt x="331802" y="138262"/>
                  </a:lnTo>
                  <a:lnTo>
                    <a:pt x="330801" y="133050"/>
                  </a:lnTo>
                  <a:lnTo>
                    <a:pt x="329635" y="127872"/>
                  </a:lnTo>
                  <a:lnTo>
                    <a:pt x="328306" y="122734"/>
                  </a:lnTo>
                  <a:lnTo>
                    <a:pt x="326814" y="117640"/>
                  </a:lnTo>
                  <a:lnTo>
                    <a:pt x="325162" y="112597"/>
                  </a:lnTo>
                  <a:lnTo>
                    <a:pt x="323350" y="107608"/>
                  </a:lnTo>
                  <a:lnTo>
                    <a:pt x="321380" y="102680"/>
                  </a:lnTo>
                  <a:lnTo>
                    <a:pt x="319255" y="97816"/>
                  </a:lnTo>
                  <a:lnTo>
                    <a:pt x="316977" y="93023"/>
                  </a:lnTo>
                  <a:lnTo>
                    <a:pt x="314548" y="88304"/>
                  </a:lnTo>
                  <a:lnTo>
                    <a:pt x="311970" y="83665"/>
                  </a:lnTo>
                  <a:lnTo>
                    <a:pt x="309246" y="79109"/>
                  </a:lnTo>
                  <a:lnTo>
                    <a:pt x="306379" y="74643"/>
                  </a:lnTo>
                  <a:lnTo>
                    <a:pt x="303372" y="70270"/>
                  </a:lnTo>
                  <a:lnTo>
                    <a:pt x="300227" y="65994"/>
                  </a:lnTo>
                  <a:lnTo>
                    <a:pt x="296949" y="61821"/>
                  </a:lnTo>
                  <a:lnTo>
                    <a:pt x="293539" y="57754"/>
                  </a:lnTo>
                  <a:lnTo>
                    <a:pt x="290002" y="53797"/>
                  </a:lnTo>
                  <a:lnTo>
                    <a:pt x="286341" y="49954"/>
                  </a:lnTo>
                  <a:lnTo>
                    <a:pt x="282560" y="46229"/>
                  </a:lnTo>
                  <a:lnTo>
                    <a:pt x="278663" y="42627"/>
                  </a:lnTo>
                  <a:lnTo>
                    <a:pt x="274653" y="39149"/>
                  </a:lnTo>
                  <a:lnTo>
                    <a:pt x="270535" y="35801"/>
                  </a:lnTo>
                  <a:lnTo>
                    <a:pt x="266313" y="32586"/>
                  </a:lnTo>
                  <a:lnTo>
                    <a:pt x="261991" y="29506"/>
                  </a:lnTo>
                  <a:lnTo>
                    <a:pt x="257573" y="26564"/>
                  </a:lnTo>
                  <a:lnTo>
                    <a:pt x="253064" y="23765"/>
                  </a:lnTo>
                  <a:lnTo>
                    <a:pt x="248468" y="21110"/>
                  </a:lnTo>
                  <a:lnTo>
                    <a:pt x="243791" y="18602"/>
                  </a:lnTo>
                  <a:lnTo>
                    <a:pt x="239036" y="16244"/>
                  </a:lnTo>
                  <a:lnTo>
                    <a:pt x="234208" y="14038"/>
                  </a:lnTo>
                  <a:lnTo>
                    <a:pt x="229314" y="11987"/>
                  </a:lnTo>
                  <a:lnTo>
                    <a:pt x="224356" y="10092"/>
                  </a:lnTo>
                  <a:lnTo>
                    <a:pt x="219341" y="8355"/>
                  </a:lnTo>
                  <a:lnTo>
                    <a:pt x="214273" y="6778"/>
                  </a:lnTo>
                  <a:lnTo>
                    <a:pt x="209158" y="5363"/>
                  </a:lnTo>
                  <a:lnTo>
                    <a:pt x="204000" y="4111"/>
                  </a:lnTo>
                  <a:lnTo>
                    <a:pt x="198805" y="3024"/>
                  </a:lnTo>
                  <a:lnTo>
                    <a:pt x="193579" y="2102"/>
                  </a:lnTo>
                  <a:lnTo>
                    <a:pt x="188325" y="1346"/>
                  </a:lnTo>
                  <a:lnTo>
                    <a:pt x="183051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62408" y="5018213"/>
              <a:ext cx="158630" cy="167167"/>
            </a:xfrm>
            <a:custGeom>
              <a:avLst/>
              <a:pathLst>
                <a:path w="158630" h="167167">
                  <a:moveTo>
                    <a:pt x="158630" y="0"/>
                  </a:moveTo>
                  <a:lnTo>
                    <a:pt x="153133" y="90"/>
                  </a:lnTo>
                  <a:lnTo>
                    <a:pt x="147641" y="361"/>
                  </a:lnTo>
                  <a:lnTo>
                    <a:pt x="142162" y="813"/>
                  </a:lnTo>
                  <a:lnTo>
                    <a:pt x="136700" y="1444"/>
                  </a:lnTo>
                  <a:lnTo>
                    <a:pt x="131263" y="2255"/>
                  </a:lnTo>
                  <a:lnTo>
                    <a:pt x="125854" y="3244"/>
                  </a:lnTo>
                  <a:lnTo>
                    <a:pt x="120482" y="4410"/>
                  </a:lnTo>
                  <a:lnTo>
                    <a:pt x="115150" y="5753"/>
                  </a:lnTo>
                  <a:lnTo>
                    <a:pt x="109866" y="7270"/>
                  </a:lnTo>
                  <a:lnTo>
                    <a:pt x="104634" y="8960"/>
                  </a:lnTo>
                  <a:lnTo>
                    <a:pt x="99461" y="10821"/>
                  </a:lnTo>
                  <a:lnTo>
                    <a:pt x="94351" y="12852"/>
                  </a:lnTo>
                  <a:lnTo>
                    <a:pt x="89312" y="15049"/>
                  </a:lnTo>
                  <a:lnTo>
                    <a:pt x="84347" y="17411"/>
                  </a:lnTo>
                  <a:lnTo>
                    <a:pt x="79462" y="19934"/>
                  </a:lnTo>
                  <a:lnTo>
                    <a:pt x="74663" y="22617"/>
                  </a:lnTo>
                  <a:lnTo>
                    <a:pt x="69955" y="25457"/>
                  </a:lnTo>
                  <a:lnTo>
                    <a:pt x="65343" y="28449"/>
                  </a:lnTo>
                  <a:lnTo>
                    <a:pt x="60832" y="31592"/>
                  </a:lnTo>
                  <a:lnTo>
                    <a:pt x="56427" y="34881"/>
                  </a:lnTo>
                  <a:lnTo>
                    <a:pt x="52132" y="38314"/>
                  </a:lnTo>
                  <a:lnTo>
                    <a:pt x="47952" y="41885"/>
                  </a:lnTo>
                  <a:lnTo>
                    <a:pt x="43892" y="45593"/>
                  </a:lnTo>
                  <a:lnTo>
                    <a:pt x="39957" y="49432"/>
                  </a:lnTo>
                  <a:lnTo>
                    <a:pt x="36149" y="53398"/>
                  </a:lnTo>
                  <a:lnTo>
                    <a:pt x="32474" y="57487"/>
                  </a:lnTo>
                  <a:lnTo>
                    <a:pt x="28936" y="61695"/>
                  </a:lnTo>
                  <a:lnTo>
                    <a:pt x="25537" y="66017"/>
                  </a:lnTo>
                  <a:lnTo>
                    <a:pt x="22283" y="70448"/>
                  </a:lnTo>
                  <a:lnTo>
                    <a:pt x="19176" y="74984"/>
                  </a:lnTo>
                  <a:lnTo>
                    <a:pt x="16220" y="79620"/>
                  </a:lnTo>
                  <a:lnTo>
                    <a:pt x="13418" y="84350"/>
                  </a:lnTo>
                  <a:lnTo>
                    <a:pt x="10774" y="89170"/>
                  </a:lnTo>
                  <a:lnTo>
                    <a:pt x="8289" y="94074"/>
                  </a:lnTo>
                  <a:lnTo>
                    <a:pt x="5966" y="99058"/>
                  </a:lnTo>
                  <a:lnTo>
                    <a:pt x="3809" y="104115"/>
                  </a:lnTo>
                  <a:lnTo>
                    <a:pt x="1820" y="109240"/>
                  </a:lnTo>
                  <a:lnTo>
                    <a:pt x="0" y="114428"/>
                  </a:lnTo>
                  <a:lnTo>
                    <a:pt x="15863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62408" y="5132641"/>
              <a:ext cx="158630" cy="52738"/>
            </a:xfrm>
            <a:custGeom>
              <a:avLst/>
              <a:pathLst>
                <a:path w="158630" h="52738">
                  <a:moveTo>
                    <a:pt x="0" y="0"/>
                  </a:moveTo>
                  <a:lnTo>
                    <a:pt x="158630" y="527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62408" y="5132641"/>
              <a:ext cx="158630" cy="52738"/>
            </a:xfrm>
            <a:custGeom>
              <a:avLst/>
              <a:pathLst>
                <a:path w="158630" h="52738">
                  <a:moveTo>
                    <a:pt x="0" y="0"/>
                  </a:moveTo>
                  <a:lnTo>
                    <a:pt x="158630" y="52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62408" y="5132641"/>
              <a:ext cx="158630" cy="52738"/>
            </a:xfrm>
            <a:custGeom>
              <a:avLst/>
              <a:pathLst>
                <a:path w="158630" h="52738">
                  <a:moveTo>
                    <a:pt x="0" y="0"/>
                  </a:moveTo>
                  <a:lnTo>
                    <a:pt x="158630" y="52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53889" y="5132641"/>
              <a:ext cx="167149" cy="55170"/>
            </a:xfrm>
            <a:custGeom>
              <a:avLst/>
              <a:pathLst>
                <a:path w="167149" h="55170">
                  <a:moveTo>
                    <a:pt x="8519" y="0"/>
                  </a:moveTo>
                  <a:lnTo>
                    <a:pt x="6664" y="5948"/>
                  </a:lnTo>
                  <a:lnTo>
                    <a:pt x="5031" y="11962"/>
                  </a:lnTo>
                  <a:lnTo>
                    <a:pt x="3624" y="18033"/>
                  </a:lnTo>
                  <a:lnTo>
                    <a:pt x="2444" y="24152"/>
                  </a:lnTo>
                  <a:lnTo>
                    <a:pt x="1493" y="30310"/>
                  </a:lnTo>
                  <a:lnTo>
                    <a:pt x="772" y="36500"/>
                  </a:lnTo>
                  <a:lnTo>
                    <a:pt x="283" y="42712"/>
                  </a:lnTo>
                  <a:lnTo>
                    <a:pt x="25" y="48939"/>
                  </a:lnTo>
                  <a:lnTo>
                    <a:pt x="0" y="55170"/>
                  </a:lnTo>
                  <a:lnTo>
                    <a:pt x="167149" y="527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853889" y="5018213"/>
              <a:ext cx="334297" cy="334334"/>
            </a:xfrm>
            <a:custGeom>
              <a:avLst/>
              <a:pathLst>
                <a:path w="334297" h="334334">
                  <a:moveTo>
                    <a:pt x="0" y="169599"/>
                  </a:moveTo>
                  <a:lnTo>
                    <a:pt x="161" y="174902"/>
                  </a:lnTo>
                  <a:lnTo>
                    <a:pt x="490" y="180198"/>
                  </a:lnTo>
                  <a:lnTo>
                    <a:pt x="988" y="185481"/>
                  </a:lnTo>
                  <a:lnTo>
                    <a:pt x="1653" y="190745"/>
                  </a:lnTo>
                  <a:lnTo>
                    <a:pt x="2485" y="195985"/>
                  </a:lnTo>
                  <a:lnTo>
                    <a:pt x="3482" y="201197"/>
                  </a:lnTo>
                  <a:lnTo>
                    <a:pt x="4645" y="206374"/>
                  </a:lnTo>
                  <a:lnTo>
                    <a:pt x="5971" y="211512"/>
                  </a:lnTo>
                  <a:lnTo>
                    <a:pt x="7459" y="216605"/>
                  </a:lnTo>
                  <a:lnTo>
                    <a:pt x="9109" y="221648"/>
                  </a:lnTo>
                  <a:lnTo>
                    <a:pt x="10917" y="226636"/>
                  </a:lnTo>
                  <a:lnTo>
                    <a:pt x="12883" y="231564"/>
                  </a:lnTo>
                  <a:lnTo>
                    <a:pt x="15005" y="236428"/>
                  </a:lnTo>
                  <a:lnTo>
                    <a:pt x="17280" y="241221"/>
                  </a:lnTo>
                  <a:lnTo>
                    <a:pt x="19705" y="245941"/>
                  </a:lnTo>
                  <a:lnTo>
                    <a:pt x="22280" y="250580"/>
                  </a:lnTo>
                  <a:lnTo>
                    <a:pt x="25000" y="255136"/>
                  </a:lnTo>
                  <a:lnTo>
                    <a:pt x="27863" y="259603"/>
                  </a:lnTo>
                  <a:lnTo>
                    <a:pt x="30867" y="263977"/>
                  </a:lnTo>
                  <a:lnTo>
                    <a:pt x="34008" y="268253"/>
                  </a:lnTo>
                  <a:lnTo>
                    <a:pt x="37284" y="272428"/>
                  </a:lnTo>
                  <a:lnTo>
                    <a:pt x="40690" y="276496"/>
                  </a:lnTo>
                  <a:lnTo>
                    <a:pt x="44223" y="280455"/>
                  </a:lnTo>
                  <a:lnTo>
                    <a:pt x="47880" y="284299"/>
                  </a:lnTo>
                  <a:lnTo>
                    <a:pt x="51658" y="288025"/>
                  </a:lnTo>
                  <a:lnTo>
                    <a:pt x="55552" y="291630"/>
                  </a:lnTo>
                  <a:lnTo>
                    <a:pt x="59558" y="295109"/>
                  </a:lnTo>
                  <a:lnTo>
                    <a:pt x="63673" y="298459"/>
                  </a:lnTo>
                  <a:lnTo>
                    <a:pt x="67892" y="301677"/>
                  </a:lnTo>
                  <a:lnTo>
                    <a:pt x="72211" y="304759"/>
                  </a:lnTo>
                  <a:lnTo>
                    <a:pt x="76625" y="307703"/>
                  </a:lnTo>
                  <a:lnTo>
                    <a:pt x="81131" y="310505"/>
                  </a:lnTo>
                  <a:lnTo>
                    <a:pt x="85723" y="313163"/>
                  </a:lnTo>
                  <a:lnTo>
                    <a:pt x="90398" y="315673"/>
                  </a:lnTo>
                  <a:lnTo>
                    <a:pt x="95150" y="318034"/>
                  </a:lnTo>
                  <a:lnTo>
                    <a:pt x="99974" y="320243"/>
                  </a:lnTo>
                  <a:lnTo>
                    <a:pt x="104866" y="322298"/>
                  </a:lnTo>
                  <a:lnTo>
                    <a:pt x="109821" y="324197"/>
                  </a:lnTo>
                  <a:lnTo>
                    <a:pt x="114833" y="325937"/>
                  </a:lnTo>
                  <a:lnTo>
                    <a:pt x="119898" y="327518"/>
                  </a:lnTo>
                  <a:lnTo>
                    <a:pt x="125011" y="328936"/>
                  </a:lnTo>
                  <a:lnTo>
                    <a:pt x="130166" y="330192"/>
                  </a:lnTo>
                  <a:lnTo>
                    <a:pt x="135359" y="331284"/>
                  </a:lnTo>
                  <a:lnTo>
                    <a:pt x="140584" y="332210"/>
                  </a:lnTo>
                  <a:lnTo>
                    <a:pt x="145835" y="332970"/>
                  </a:lnTo>
                  <a:lnTo>
                    <a:pt x="151108" y="333563"/>
                  </a:lnTo>
                  <a:lnTo>
                    <a:pt x="156397" y="333988"/>
                  </a:lnTo>
                  <a:lnTo>
                    <a:pt x="161696" y="334245"/>
                  </a:lnTo>
                  <a:lnTo>
                    <a:pt x="167002" y="334334"/>
                  </a:lnTo>
                  <a:lnTo>
                    <a:pt x="172307" y="334255"/>
                  </a:lnTo>
                  <a:lnTo>
                    <a:pt x="177607" y="334007"/>
                  </a:lnTo>
                  <a:lnTo>
                    <a:pt x="182897" y="333591"/>
                  </a:lnTo>
                  <a:lnTo>
                    <a:pt x="188171" y="333007"/>
                  </a:lnTo>
                  <a:lnTo>
                    <a:pt x="193424" y="332257"/>
                  </a:lnTo>
                  <a:lnTo>
                    <a:pt x="198650" y="331340"/>
                  </a:lnTo>
                  <a:lnTo>
                    <a:pt x="203844" y="330257"/>
                  </a:lnTo>
                  <a:lnTo>
                    <a:pt x="209002" y="329010"/>
                  </a:lnTo>
                  <a:lnTo>
                    <a:pt x="214117" y="327601"/>
                  </a:lnTo>
                  <a:lnTo>
                    <a:pt x="219185" y="326029"/>
                  </a:lnTo>
                  <a:lnTo>
                    <a:pt x="224201" y="324298"/>
                  </a:lnTo>
                  <a:lnTo>
                    <a:pt x="229159" y="322408"/>
                  </a:lnTo>
                  <a:lnTo>
                    <a:pt x="234054" y="320362"/>
                  </a:lnTo>
                  <a:lnTo>
                    <a:pt x="238883" y="318161"/>
                  </a:lnTo>
                  <a:lnTo>
                    <a:pt x="243639" y="315809"/>
                  </a:lnTo>
                  <a:lnTo>
                    <a:pt x="248317" y="313306"/>
                  </a:lnTo>
                  <a:lnTo>
                    <a:pt x="252915" y="310657"/>
                  </a:lnTo>
                  <a:lnTo>
                    <a:pt x="257425" y="307862"/>
                  </a:lnTo>
                  <a:lnTo>
                    <a:pt x="261845" y="304926"/>
                  </a:lnTo>
                  <a:lnTo>
                    <a:pt x="266169" y="301852"/>
                  </a:lnTo>
                  <a:lnTo>
                    <a:pt x="270394" y="298641"/>
                  </a:lnTo>
                  <a:lnTo>
                    <a:pt x="274514" y="295298"/>
                  </a:lnTo>
                  <a:lnTo>
                    <a:pt x="278527" y="291826"/>
                  </a:lnTo>
                  <a:lnTo>
                    <a:pt x="282427" y="288229"/>
                  </a:lnTo>
                  <a:lnTo>
                    <a:pt x="286211" y="284509"/>
                  </a:lnTo>
                  <a:lnTo>
                    <a:pt x="289875" y="280672"/>
                  </a:lnTo>
                  <a:lnTo>
                    <a:pt x="293416" y="276719"/>
                  </a:lnTo>
                  <a:lnTo>
                    <a:pt x="296829" y="272657"/>
                  </a:lnTo>
                  <a:lnTo>
                    <a:pt x="300112" y="268488"/>
                  </a:lnTo>
                  <a:lnTo>
                    <a:pt x="303260" y="264217"/>
                  </a:lnTo>
                  <a:lnTo>
                    <a:pt x="306272" y="259849"/>
                  </a:lnTo>
                  <a:lnTo>
                    <a:pt x="309143" y="255387"/>
                  </a:lnTo>
                  <a:lnTo>
                    <a:pt x="311871" y="250836"/>
                  </a:lnTo>
                  <a:lnTo>
                    <a:pt x="314454" y="246201"/>
                  </a:lnTo>
                  <a:lnTo>
                    <a:pt x="316888" y="241486"/>
                  </a:lnTo>
                  <a:lnTo>
                    <a:pt x="319171" y="236696"/>
                  </a:lnTo>
                  <a:lnTo>
                    <a:pt x="321301" y="231836"/>
                  </a:lnTo>
                  <a:lnTo>
                    <a:pt x="323276" y="226912"/>
                  </a:lnTo>
                  <a:lnTo>
                    <a:pt x="325093" y="221927"/>
                  </a:lnTo>
                  <a:lnTo>
                    <a:pt x="326752" y="216886"/>
                  </a:lnTo>
                  <a:lnTo>
                    <a:pt x="328249" y="211796"/>
                  </a:lnTo>
                  <a:lnTo>
                    <a:pt x="329584" y="206661"/>
                  </a:lnTo>
                  <a:lnTo>
                    <a:pt x="330756" y="201486"/>
                  </a:lnTo>
                  <a:lnTo>
                    <a:pt x="331763" y="196276"/>
                  </a:lnTo>
                  <a:lnTo>
                    <a:pt x="332604" y="191037"/>
                  </a:lnTo>
                  <a:lnTo>
                    <a:pt x="333278" y="185774"/>
                  </a:lnTo>
                  <a:lnTo>
                    <a:pt x="333785" y="180492"/>
                  </a:lnTo>
                  <a:lnTo>
                    <a:pt x="334124" y="175197"/>
                  </a:lnTo>
                  <a:lnTo>
                    <a:pt x="334294" y="169894"/>
                  </a:lnTo>
                  <a:lnTo>
                    <a:pt x="334297" y="164588"/>
                  </a:lnTo>
                  <a:lnTo>
                    <a:pt x="334131" y="159284"/>
                  </a:lnTo>
                  <a:lnTo>
                    <a:pt x="333796" y="153989"/>
                  </a:lnTo>
                  <a:lnTo>
                    <a:pt x="333294" y="148707"/>
                  </a:lnTo>
                  <a:lnTo>
                    <a:pt x="332625" y="143443"/>
                  </a:lnTo>
                  <a:lnTo>
                    <a:pt x="331788" y="138203"/>
                  </a:lnTo>
                  <a:lnTo>
                    <a:pt x="330786" y="132993"/>
                  </a:lnTo>
                  <a:lnTo>
                    <a:pt x="329619" y="127817"/>
                  </a:lnTo>
                  <a:lnTo>
                    <a:pt x="328289" y="122680"/>
                  </a:lnTo>
                  <a:lnTo>
                    <a:pt x="326796" y="117588"/>
                  </a:lnTo>
                  <a:lnTo>
                    <a:pt x="325142" y="112547"/>
                  </a:lnTo>
                  <a:lnTo>
                    <a:pt x="323329" y="107560"/>
                  </a:lnTo>
                  <a:lnTo>
                    <a:pt x="321358" y="102633"/>
                  </a:lnTo>
                  <a:lnTo>
                    <a:pt x="319232" y="97772"/>
                  </a:lnTo>
                  <a:lnTo>
                    <a:pt x="316953" y="92980"/>
                  </a:lnTo>
                  <a:lnTo>
                    <a:pt x="314523" y="88263"/>
                  </a:lnTo>
                  <a:lnTo>
                    <a:pt x="311945" y="83626"/>
                  </a:lnTo>
                  <a:lnTo>
                    <a:pt x="309221" y="79073"/>
                  </a:lnTo>
                  <a:lnTo>
                    <a:pt x="306353" y="74608"/>
                  </a:lnTo>
                  <a:lnTo>
                    <a:pt x="303346" y="70237"/>
                  </a:lnTo>
                  <a:lnTo>
                    <a:pt x="300201" y="65963"/>
                  </a:lnTo>
                  <a:lnTo>
                    <a:pt x="296922" y="61791"/>
                  </a:lnTo>
                  <a:lnTo>
                    <a:pt x="293512" y="57726"/>
                  </a:lnTo>
                  <a:lnTo>
                    <a:pt x="289975" y="53771"/>
                  </a:lnTo>
                  <a:lnTo>
                    <a:pt x="286315" y="49930"/>
                  </a:lnTo>
                  <a:lnTo>
                    <a:pt x="282534" y="46207"/>
                  </a:lnTo>
                  <a:lnTo>
                    <a:pt x="278637" y="42606"/>
                  </a:lnTo>
                  <a:lnTo>
                    <a:pt x="274628" y="39130"/>
                  </a:lnTo>
                  <a:lnTo>
                    <a:pt x="270510" y="35784"/>
                  </a:lnTo>
                  <a:lnTo>
                    <a:pt x="266288" y="32570"/>
                  </a:lnTo>
                  <a:lnTo>
                    <a:pt x="261967" y="29491"/>
                  </a:lnTo>
                  <a:lnTo>
                    <a:pt x="257549" y="26551"/>
                  </a:lnTo>
                  <a:lnTo>
                    <a:pt x="253041" y="23753"/>
                  </a:lnTo>
                  <a:lnTo>
                    <a:pt x="248446" y="21099"/>
                  </a:lnTo>
                  <a:lnTo>
                    <a:pt x="243770" y="18593"/>
                  </a:lnTo>
                  <a:lnTo>
                    <a:pt x="239016" y="16236"/>
                  </a:lnTo>
                  <a:lnTo>
                    <a:pt x="234190" y="14031"/>
                  </a:lnTo>
                  <a:lnTo>
                    <a:pt x="229296" y="11981"/>
                  </a:lnTo>
                  <a:lnTo>
                    <a:pt x="224339" y="10087"/>
                  </a:lnTo>
                  <a:lnTo>
                    <a:pt x="219325" y="8351"/>
                  </a:lnTo>
                  <a:lnTo>
                    <a:pt x="214259" y="6775"/>
                  </a:lnTo>
                  <a:lnTo>
                    <a:pt x="209145" y="5360"/>
                  </a:lnTo>
                  <a:lnTo>
                    <a:pt x="203988" y="4109"/>
                  </a:lnTo>
                  <a:lnTo>
                    <a:pt x="198795" y="3022"/>
                  </a:lnTo>
                  <a:lnTo>
                    <a:pt x="193569" y="2100"/>
                  </a:lnTo>
                  <a:lnTo>
                    <a:pt x="188317" y="1345"/>
                  </a:lnTo>
                  <a:lnTo>
                    <a:pt x="183044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256081" y="4659281"/>
              <a:ext cx="326392" cy="334332"/>
            </a:xfrm>
            <a:custGeom>
              <a:avLst/>
              <a:pathLst>
                <a:path w="326392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7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7" y="4092"/>
                  </a:lnTo>
                  <a:lnTo>
                    <a:pt x="125241" y="5339"/>
                  </a:lnTo>
                  <a:lnTo>
                    <a:pt x="120137" y="6747"/>
                  </a:lnTo>
                  <a:lnTo>
                    <a:pt x="115079" y="8317"/>
                  </a:lnTo>
                  <a:lnTo>
                    <a:pt x="110074" y="10046"/>
                  </a:lnTo>
                  <a:lnTo>
                    <a:pt x="105127" y="11933"/>
                  </a:lnTo>
                  <a:lnTo>
                    <a:pt x="100241" y="13975"/>
                  </a:lnTo>
                  <a:lnTo>
                    <a:pt x="95423" y="16171"/>
                  </a:lnTo>
                  <a:lnTo>
                    <a:pt x="90676" y="18519"/>
                  </a:lnTo>
                  <a:lnTo>
                    <a:pt x="86007" y="21015"/>
                  </a:lnTo>
                  <a:lnTo>
                    <a:pt x="81418" y="23659"/>
                  </a:lnTo>
                  <a:lnTo>
                    <a:pt x="76916" y="26446"/>
                  </a:lnTo>
                  <a:lnTo>
                    <a:pt x="72504" y="29375"/>
                  </a:lnTo>
                  <a:lnTo>
                    <a:pt x="68188" y="32442"/>
                  </a:lnTo>
                  <a:lnTo>
                    <a:pt x="63970" y="35644"/>
                  </a:lnTo>
                  <a:lnTo>
                    <a:pt x="59856" y="38978"/>
                  </a:lnTo>
                  <a:lnTo>
                    <a:pt x="55850" y="42440"/>
                  </a:lnTo>
                  <a:lnTo>
                    <a:pt x="51956" y="46028"/>
                  </a:lnTo>
                  <a:lnTo>
                    <a:pt x="48177" y="49737"/>
                  </a:lnTo>
                  <a:lnTo>
                    <a:pt x="44517" y="53565"/>
                  </a:lnTo>
                  <a:lnTo>
                    <a:pt x="40981" y="57506"/>
                  </a:lnTo>
                  <a:lnTo>
                    <a:pt x="37571" y="61557"/>
                  </a:lnTo>
                  <a:lnTo>
                    <a:pt x="34291" y="65714"/>
                  </a:lnTo>
                  <a:lnTo>
                    <a:pt x="31144" y="69973"/>
                  </a:lnTo>
                  <a:lnTo>
                    <a:pt x="28134" y="74329"/>
                  </a:lnTo>
                  <a:lnTo>
                    <a:pt x="25264" y="78779"/>
                  </a:lnTo>
                  <a:lnTo>
                    <a:pt x="22535" y="83317"/>
                  </a:lnTo>
                  <a:lnTo>
                    <a:pt x="19952" y="87940"/>
                  </a:lnTo>
                  <a:lnTo>
                    <a:pt x="17517" y="92642"/>
                  </a:lnTo>
                  <a:lnTo>
                    <a:pt x="15231" y="97418"/>
                  </a:lnTo>
                  <a:lnTo>
                    <a:pt x="13098" y="102265"/>
                  </a:lnTo>
                  <a:lnTo>
                    <a:pt x="11120" y="107177"/>
                  </a:lnTo>
                  <a:lnTo>
                    <a:pt x="9298" y="112149"/>
                  </a:lnTo>
                  <a:lnTo>
                    <a:pt x="7635" y="117176"/>
                  </a:lnTo>
                  <a:lnTo>
                    <a:pt x="6132" y="122253"/>
                  </a:lnTo>
                  <a:lnTo>
                    <a:pt x="4790" y="127376"/>
                  </a:lnTo>
                  <a:lnTo>
                    <a:pt x="3611" y="132538"/>
                  </a:lnTo>
                  <a:lnTo>
                    <a:pt x="2596" y="137735"/>
                  </a:lnTo>
                  <a:lnTo>
                    <a:pt x="1747" y="142962"/>
                  </a:lnTo>
                  <a:lnTo>
                    <a:pt x="1063" y="148213"/>
                  </a:lnTo>
                  <a:lnTo>
                    <a:pt x="546" y="153483"/>
                  </a:lnTo>
                  <a:lnTo>
                    <a:pt x="196" y="158766"/>
                  </a:lnTo>
                  <a:lnTo>
                    <a:pt x="14" y="164059"/>
                  </a:lnTo>
                  <a:lnTo>
                    <a:pt x="0" y="169354"/>
                  </a:lnTo>
                  <a:lnTo>
                    <a:pt x="153" y="174647"/>
                  </a:lnTo>
                  <a:lnTo>
                    <a:pt x="473" y="179932"/>
                  </a:lnTo>
                  <a:lnTo>
                    <a:pt x="961" y="185205"/>
                  </a:lnTo>
                  <a:lnTo>
                    <a:pt x="1616" y="190460"/>
                  </a:lnTo>
                  <a:lnTo>
                    <a:pt x="2437" y="195691"/>
                  </a:lnTo>
                  <a:lnTo>
                    <a:pt x="3423" y="200893"/>
                  </a:lnTo>
                  <a:lnTo>
                    <a:pt x="4573" y="206062"/>
                  </a:lnTo>
                  <a:lnTo>
                    <a:pt x="5887" y="211192"/>
                  </a:lnTo>
                  <a:lnTo>
                    <a:pt x="7362" y="216278"/>
                  </a:lnTo>
                  <a:lnTo>
                    <a:pt x="8997" y="221314"/>
                  </a:lnTo>
                  <a:lnTo>
                    <a:pt x="10792" y="226296"/>
                  </a:lnTo>
                  <a:lnTo>
                    <a:pt x="12743" y="231218"/>
                  </a:lnTo>
                  <a:lnTo>
                    <a:pt x="14849" y="236077"/>
                  </a:lnTo>
                  <a:lnTo>
                    <a:pt x="17108" y="240866"/>
                  </a:lnTo>
                  <a:lnTo>
                    <a:pt x="19518" y="245581"/>
                  </a:lnTo>
                  <a:lnTo>
                    <a:pt x="22075" y="250218"/>
                  </a:lnTo>
                  <a:lnTo>
                    <a:pt x="24778" y="254771"/>
                  </a:lnTo>
                  <a:lnTo>
                    <a:pt x="27624" y="259237"/>
                  </a:lnTo>
                  <a:lnTo>
                    <a:pt x="30610" y="263610"/>
                  </a:lnTo>
                  <a:lnTo>
                    <a:pt x="33734" y="267886"/>
                  </a:lnTo>
                  <a:lnTo>
                    <a:pt x="36990" y="272061"/>
                  </a:lnTo>
                  <a:lnTo>
                    <a:pt x="40378" y="276131"/>
                  </a:lnTo>
                  <a:lnTo>
                    <a:pt x="43893" y="280091"/>
                  </a:lnTo>
                  <a:lnTo>
                    <a:pt x="47531" y="283939"/>
                  </a:lnTo>
                  <a:lnTo>
                    <a:pt x="51290" y="287669"/>
                  </a:lnTo>
                  <a:lnTo>
                    <a:pt x="55164" y="291278"/>
                  </a:lnTo>
                  <a:lnTo>
                    <a:pt x="59151" y="294763"/>
                  </a:lnTo>
                  <a:lnTo>
                    <a:pt x="63247" y="298119"/>
                  </a:lnTo>
                  <a:lnTo>
                    <a:pt x="67446" y="301345"/>
                  </a:lnTo>
                  <a:lnTo>
                    <a:pt x="71746" y="304435"/>
                  </a:lnTo>
                  <a:lnTo>
                    <a:pt x="76142" y="307388"/>
                  </a:lnTo>
                  <a:lnTo>
                    <a:pt x="80628" y="310200"/>
                  </a:lnTo>
                  <a:lnTo>
                    <a:pt x="85202" y="312869"/>
                  </a:lnTo>
                  <a:lnTo>
                    <a:pt x="89858" y="315391"/>
                  </a:lnTo>
                  <a:lnTo>
                    <a:pt x="94591" y="317765"/>
                  </a:lnTo>
                  <a:lnTo>
                    <a:pt x="99397" y="319988"/>
                  </a:lnTo>
                  <a:lnTo>
                    <a:pt x="104272" y="322057"/>
                  </a:lnTo>
                  <a:lnTo>
                    <a:pt x="109209" y="323971"/>
                  </a:lnTo>
                  <a:lnTo>
                    <a:pt x="114204" y="325727"/>
                  </a:lnTo>
                  <a:lnTo>
                    <a:pt x="119253" y="327325"/>
                  </a:lnTo>
                  <a:lnTo>
                    <a:pt x="124349" y="328762"/>
                  </a:lnTo>
                  <a:lnTo>
                    <a:pt x="129489" y="330036"/>
                  </a:lnTo>
                  <a:lnTo>
                    <a:pt x="134666" y="331147"/>
                  </a:lnTo>
                  <a:lnTo>
                    <a:pt x="139876" y="332094"/>
                  </a:lnTo>
                  <a:lnTo>
                    <a:pt x="145113" y="332875"/>
                  </a:lnTo>
                  <a:lnTo>
                    <a:pt x="150373" y="333490"/>
                  </a:lnTo>
                  <a:lnTo>
                    <a:pt x="155649" y="333938"/>
                  </a:lnTo>
                  <a:lnTo>
                    <a:pt x="160937" y="334219"/>
                  </a:lnTo>
                  <a:lnTo>
                    <a:pt x="166231" y="334332"/>
                  </a:lnTo>
                  <a:lnTo>
                    <a:pt x="171526" y="334277"/>
                  </a:lnTo>
                  <a:lnTo>
                    <a:pt x="176817" y="334055"/>
                  </a:lnTo>
                  <a:lnTo>
                    <a:pt x="182097" y="333665"/>
                  </a:lnTo>
                  <a:lnTo>
                    <a:pt x="187363" y="333108"/>
                  </a:lnTo>
                  <a:lnTo>
                    <a:pt x="192609" y="332385"/>
                  </a:lnTo>
                  <a:lnTo>
                    <a:pt x="197829" y="331496"/>
                  </a:lnTo>
                  <a:lnTo>
                    <a:pt x="203018" y="330442"/>
                  </a:lnTo>
                  <a:lnTo>
                    <a:pt x="208171" y="329224"/>
                  </a:lnTo>
                  <a:lnTo>
                    <a:pt x="213284" y="327843"/>
                  </a:lnTo>
                  <a:lnTo>
                    <a:pt x="218349" y="326302"/>
                  </a:lnTo>
                  <a:lnTo>
                    <a:pt x="223364" y="324600"/>
                  </a:lnTo>
                  <a:lnTo>
                    <a:pt x="228322" y="322741"/>
                  </a:lnTo>
                  <a:lnTo>
                    <a:pt x="233219" y="320726"/>
                  </a:lnTo>
                  <a:lnTo>
                    <a:pt x="238049" y="318556"/>
                  </a:lnTo>
                  <a:lnTo>
                    <a:pt x="242808" y="316235"/>
                  </a:lnTo>
                  <a:lnTo>
                    <a:pt x="247492" y="313764"/>
                  </a:lnTo>
                  <a:lnTo>
                    <a:pt x="252094" y="311146"/>
                  </a:lnTo>
                  <a:lnTo>
                    <a:pt x="256612" y="308383"/>
                  </a:lnTo>
                  <a:lnTo>
                    <a:pt x="261040" y="305479"/>
                  </a:lnTo>
                  <a:lnTo>
                    <a:pt x="265373" y="302436"/>
                  </a:lnTo>
                  <a:lnTo>
                    <a:pt x="269608" y="299257"/>
                  </a:lnTo>
                  <a:lnTo>
                    <a:pt x="273740" y="295946"/>
                  </a:lnTo>
                  <a:lnTo>
                    <a:pt x="277766" y="292505"/>
                  </a:lnTo>
                  <a:lnTo>
                    <a:pt x="281680" y="288939"/>
                  </a:lnTo>
                  <a:lnTo>
                    <a:pt x="285479" y="285251"/>
                  </a:lnTo>
                  <a:lnTo>
                    <a:pt x="289160" y="281444"/>
                  </a:lnTo>
                  <a:lnTo>
                    <a:pt x="292718" y="277522"/>
                  </a:lnTo>
                  <a:lnTo>
                    <a:pt x="296150" y="273490"/>
                  </a:lnTo>
                  <a:lnTo>
                    <a:pt x="299453" y="269351"/>
                  </a:lnTo>
                  <a:lnTo>
                    <a:pt x="302623" y="265109"/>
                  </a:lnTo>
                  <a:lnTo>
                    <a:pt x="305657" y="260770"/>
                  </a:lnTo>
                  <a:lnTo>
                    <a:pt x="308552" y="256336"/>
                  </a:lnTo>
                  <a:lnTo>
                    <a:pt x="311306" y="251813"/>
                  </a:lnTo>
                  <a:lnTo>
                    <a:pt x="313914" y="247205"/>
                  </a:lnTo>
                  <a:lnTo>
                    <a:pt x="316375" y="242516"/>
                  </a:lnTo>
                  <a:lnTo>
                    <a:pt x="318687" y="237752"/>
                  </a:lnTo>
                  <a:lnTo>
                    <a:pt x="320847" y="232917"/>
                  </a:lnTo>
                  <a:lnTo>
                    <a:pt x="322852" y="228016"/>
                  </a:lnTo>
                  <a:lnTo>
                    <a:pt x="324701" y="223055"/>
                  </a:lnTo>
                  <a:lnTo>
                    <a:pt x="326392" y="21803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423235" y="4826449"/>
              <a:ext cx="159239" cy="50869"/>
            </a:xfrm>
            <a:custGeom>
              <a:avLst/>
              <a:pathLst>
                <a:path w="159239" h="50869">
                  <a:moveTo>
                    <a:pt x="159239" y="508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423235" y="4826449"/>
              <a:ext cx="159239" cy="50869"/>
            </a:xfrm>
            <a:custGeom>
              <a:avLst/>
              <a:pathLst>
                <a:path w="159239" h="50869">
                  <a:moveTo>
                    <a:pt x="159239" y="5086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732979"/>
              <a:ext cx="167161" cy="144338"/>
            </a:xfrm>
            <a:custGeom>
              <a:avLst/>
              <a:pathLst>
                <a:path w="167161" h="144338">
                  <a:moveTo>
                    <a:pt x="159239" y="144338"/>
                  </a:moveTo>
                  <a:lnTo>
                    <a:pt x="160850" y="138988"/>
                  </a:lnTo>
                  <a:lnTo>
                    <a:pt x="162282" y="133587"/>
                  </a:lnTo>
                  <a:lnTo>
                    <a:pt x="163532" y="128141"/>
                  </a:lnTo>
                  <a:lnTo>
                    <a:pt x="164599" y="122656"/>
                  </a:lnTo>
                  <a:lnTo>
                    <a:pt x="165483" y="117138"/>
                  </a:lnTo>
                  <a:lnTo>
                    <a:pt x="166181" y="111594"/>
                  </a:lnTo>
                  <a:lnTo>
                    <a:pt x="166694" y="106030"/>
                  </a:lnTo>
                  <a:lnTo>
                    <a:pt x="167021" y="100452"/>
                  </a:lnTo>
                  <a:lnTo>
                    <a:pt x="167161" y="94866"/>
                  </a:lnTo>
                  <a:lnTo>
                    <a:pt x="167114" y="89278"/>
                  </a:lnTo>
                  <a:lnTo>
                    <a:pt x="166881" y="83695"/>
                  </a:lnTo>
                  <a:lnTo>
                    <a:pt x="166461" y="78123"/>
                  </a:lnTo>
                  <a:lnTo>
                    <a:pt x="165855" y="72569"/>
                  </a:lnTo>
                  <a:lnTo>
                    <a:pt x="165064" y="67037"/>
                  </a:lnTo>
                  <a:lnTo>
                    <a:pt x="164088" y="61535"/>
                  </a:lnTo>
                  <a:lnTo>
                    <a:pt x="162930" y="56069"/>
                  </a:lnTo>
                  <a:lnTo>
                    <a:pt x="161589" y="50644"/>
                  </a:lnTo>
                  <a:lnTo>
                    <a:pt x="160067" y="45268"/>
                  </a:lnTo>
                  <a:lnTo>
                    <a:pt x="158367" y="39945"/>
                  </a:lnTo>
                  <a:lnTo>
                    <a:pt x="156489" y="34682"/>
                  </a:lnTo>
                  <a:lnTo>
                    <a:pt x="154437" y="29485"/>
                  </a:lnTo>
                  <a:lnTo>
                    <a:pt x="152212" y="24359"/>
                  </a:lnTo>
                  <a:lnTo>
                    <a:pt x="149818" y="19310"/>
                  </a:lnTo>
                  <a:lnTo>
                    <a:pt x="147255" y="14345"/>
                  </a:lnTo>
                  <a:lnTo>
                    <a:pt x="144529" y="9467"/>
                  </a:lnTo>
                  <a:lnTo>
                    <a:pt x="141640" y="4684"/>
                  </a:lnTo>
                  <a:lnTo>
                    <a:pt x="138594" y="0"/>
                  </a:lnTo>
                  <a:lnTo>
                    <a:pt x="0" y="934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423235" y="4659281"/>
              <a:ext cx="138594" cy="167167"/>
            </a:xfrm>
            <a:custGeom>
              <a:avLst/>
              <a:pathLst>
                <a:path w="138594" h="167167">
                  <a:moveTo>
                    <a:pt x="138594" y="73698"/>
                  </a:moveTo>
                  <a:lnTo>
                    <a:pt x="135476" y="69232"/>
                  </a:lnTo>
                  <a:lnTo>
                    <a:pt x="132213" y="64871"/>
                  </a:lnTo>
                  <a:lnTo>
                    <a:pt x="128811" y="60618"/>
                  </a:lnTo>
                  <a:lnTo>
                    <a:pt x="125272" y="56479"/>
                  </a:lnTo>
                  <a:lnTo>
                    <a:pt x="121599" y="52457"/>
                  </a:lnTo>
                  <a:lnTo>
                    <a:pt x="117798" y="48556"/>
                  </a:lnTo>
                  <a:lnTo>
                    <a:pt x="113872" y="44782"/>
                  </a:lnTo>
                  <a:lnTo>
                    <a:pt x="109824" y="41137"/>
                  </a:lnTo>
                  <a:lnTo>
                    <a:pt x="105660" y="37627"/>
                  </a:lnTo>
                  <a:lnTo>
                    <a:pt x="101384" y="34253"/>
                  </a:lnTo>
                  <a:lnTo>
                    <a:pt x="97001" y="31021"/>
                  </a:lnTo>
                  <a:lnTo>
                    <a:pt x="92514" y="27933"/>
                  </a:lnTo>
                  <a:lnTo>
                    <a:pt x="87930" y="24994"/>
                  </a:lnTo>
                  <a:lnTo>
                    <a:pt x="83251" y="22205"/>
                  </a:lnTo>
                  <a:lnTo>
                    <a:pt x="78485" y="19570"/>
                  </a:lnTo>
                  <a:lnTo>
                    <a:pt x="73635" y="17091"/>
                  </a:lnTo>
                  <a:lnTo>
                    <a:pt x="68707" y="14772"/>
                  </a:lnTo>
                  <a:lnTo>
                    <a:pt x="63706" y="12615"/>
                  </a:lnTo>
                  <a:lnTo>
                    <a:pt x="58638" y="10621"/>
                  </a:lnTo>
                  <a:lnTo>
                    <a:pt x="53507" y="8794"/>
                  </a:lnTo>
                  <a:lnTo>
                    <a:pt x="48320" y="7135"/>
                  </a:lnTo>
                  <a:lnTo>
                    <a:pt x="43081" y="5646"/>
                  </a:lnTo>
                  <a:lnTo>
                    <a:pt x="37796" y="4328"/>
                  </a:lnTo>
                  <a:lnTo>
                    <a:pt x="32471" y="3184"/>
                  </a:lnTo>
                  <a:lnTo>
                    <a:pt x="27112" y="2213"/>
                  </a:lnTo>
                  <a:lnTo>
                    <a:pt x="21724" y="1417"/>
                  </a:lnTo>
                  <a:lnTo>
                    <a:pt x="16313" y="797"/>
                  </a:lnTo>
                  <a:lnTo>
                    <a:pt x="10885" y="354"/>
                  </a:lnTo>
                  <a:lnTo>
                    <a:pt x="5445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561319" y="4213821"/>
              <a:ext cx="318760" cy="334333"/>
            </a:xfrm>
            <a:custGeom>
              <a:avLst/>
              <a:pathLst>
                <a:path w="318760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1" y="1340"/>
                  </a:lnTo>
                  <a:lnTo>
                    <a:pt x="140779" y="2093"/>
                  </a:lnTo>
                  <a:lnTo>
                    <a:pt x="135562" y="3011"/>
                  </a:lnTo>
                  <a:lnTo>
                    <a:pt x="130378" y="4094"/>
                  </a:lnTo>
                  <a:lnTo>
                    <a:pt x="125230" y="5341"/>
                  </a:lnTo>
                  <a:lnTo>
                    <a:pt x="120124" y="6751"/>
                  </a:lnTo>
                  <a:lnTo>
                    <a:pt x="115066" y="8321"/>
                  </a:lnTo>
                  <a:lnTo>
                    <a:pt x="110060" y="10051"/>
                  </a:lnTo>
                  <a:lnTo>
                    <a:pt x="105111" y="11938"/>
                  </a:lnTo>
                  <a:lnTo>
                    <a:pt x="100225" y="13982"/>
                  </a:lnTo>
                  <a:lnTo>
                    <a:pt x="95405" y="16179"/>
                  </a:lnTo>
                  <a:lnTo>
                    <a:pt x="90658" y="18528"/>
                  </a:lnTo>
                  <a:lnTo>
                    <a:pt x="85988" y="21025"/>
                  </a:lnTo>
                  <a:lnTo>
                    <a:pt x="81399" y="23670"/>
                  </a:lnTo>
                  <a:lnTo>
                    <a:pt x="76896" y="26459"/>
                  </a:lnTo>
                  <a:lnTo>
                    <a:pt x="72483" y="29389"/>
                  </a:lnTo>
                  <a:lnTo>
                    <a:pt x="68166" y="32457"/>
                  </a:lnTo>
                  <a:lnTo>
                    <a:pt x="63948" y="35660"/>
                  </a:lnTo>
                  <a:lnTo>
                    <a:pt x="59834" y="38996"/>
                  </a:lnTo>
                  <a:lnTo>
                    <a:pt x="55827" y="42460"/>
                  </a:lnTo>
                  <a:lnTo>
                    <a:pt x="51932" y="46050"/>
                  </a:lnTo>
                  <a:lnTo>
                    <a:pt x="48153" y="49760"/>
                  </a:lnTo>
                  <a:lnTo>
                    <a:pt x="44493" y="53589"/>
                  </a:lnTo>
                  <a:lnTo>
                    <a:pt x="40957" y="57532"/>
                  </a:lnTo>
                  <a:lnTo>
                    <a:pt x="37547" y="61585"/>
                  </a:lnTo>
                  <a:lnTo>
                    <a:pt x="34267" y="65744"/>
                  </a:lnTo>
                  <a:lnTo>
                    <a:pt x="31121" y="70005"/>
                  </a:lnTo>
                  <a:lnTo>
                    <a:pt x="28111" y="74363"/>
                  </a:lnTo>
                  <a:lnTo>
                    <a:pt x="25241" y="78814"/>
                  </a:lnTo>
                  <a:lnTo>
                    <a:pt x="22513" y="83354"/>
                  </a:lnTo>
                  <a:lnTo>
                    <a:pt x="19930" y="87979"/>
                  </a:lnTo>
                  <a:lnTo>
                    <a:pt x="17496" y="92682"/>
                  </a:lnTo>
                  <a:lnTo>
                    <a:pt x="15211" y="97461"/>
                  </a:lnTo>
                  <a:lnTo>
                    <a:pt x="13079" y="102309"/>
                  </a:lnTo>
                  <a:lnTo>
                    <a:pt x="11102" y="107223"/>
                  </a:lnTo>
                  <a:lnTo>
                    <a:pt x="9281" y="112197"/>
                  </a:lnTo>
                  <a:lnTo>
                    <a:pt x="7619" y="117226"/>
                  </a:lnTo>
                  <a:lnTo>
                    <a:pt x="6117" y="122305"/>
                  </a:lnTo>
                  <a:lnTo>
                    <a:pt x="4776" y="127429"/>
                  </a:lnTo>
                  <a:lnTo>
                    <a:pt x="3599" y="132593"/>
                  </a:lnTo>
                  <a:lnTo>
                    <a:pt x="2586" y="137791"/>
                  </a:lnTo>
                  <a:lnTo>
                    <a:pt x="1738" y="143020"/>
                  </a:lnTo>
                  <a:lnTo>
                    <a:pt x="1056" y="148272"/>
                  </a:lnTo>
                  <a:lnTo>
                    <a:pt x="540" y="153544"/>
                  </a:lnTo>
                  <a:lnTo>
                    <a:pt x="192" y="158829"/>
                  </a:lnTo>
                  <a:lnTo>
                    <a:pt x="12" y="164122"/>
                  </a:lnTo>
                  <a:lnTo>
                    <a:pt x="0" y="169419"/>
                  </a:lnTo>
                  <a:lnTo>
                    <a:pt x="155" y="174713"/>
                  </a:lnTo>
                  <a:lnTo>
                    <a:pt x="478" y="180000"/>
                  </a:lnTo>
                  <a:lnTo>
                    <a:pt x="968" y="185273"/>
                  </a:lnTo>
                  <a:lnTo>
                    <a:pt x="1625" y="190529"/>
                  </a:lnTo>
                  <a:lnTo>
                    <a:pt x="2448" y="195761"/>
                  </a:lnTo>
                  <a:lnTo>
                    <a:pt x="3437" y="200965"/>
                  </a:lnTo>
                  <a:lnTo>
                    <a:pt x="4589" y="206134"/>
                  </a:lnTo>
                  <a:lnTo>
                    <a:pt x="5906" y="211265"/>
                  </a:lnTo>
                  <a:lnTo>
                    <a:pt x="7383" y="216351"/>
                  </a:lnTo>
                  <a:lnTo>
                    <a:pt x="9022" y="221387"/>
                  </a:lnTo>
                  <a:lnTo>
                    <a:pt x="10819" y="226370"/>
                  </a:lnTo>
                  <a:lnTo>
                    <a:pt x="12773" y="231293"/>
                  </a:lnTo>
                  <a:lnTo>
                    <a:pt x="14882" y="236151"/>
                  </a:lnTo>
                  <a:lnTo>
                    <a:pt x="17144" y="240941"/>
                  </a:lnTo>
                  <a:lnTo>
                    <a:pt x="19556" y="245656"/>
                  </a:lnTo>
                  <a:lnTo>
                    <a:pt x="22117" y="250292"/>
                  </a:lnTo>
                  <a:lnTo>
                    <a:pt x="24823" y="254845"/>
                  </a:lnTo>
                  <a:lnTo>
                    <a:pt x="27672" y="259310"/>
                  </a:lnTo>
                  <a:lnTo>
                    <a:pt x="30661" y="263683"/>
                  </a:lnTo>
                  <a:lnTo>
                    <a:pt x="33787" y="267958"/>
                  </a:lnTo>
                  <a:lnTo>
                    <a:pt x="37047" y="272133"/>
                  </a:lnTo>
                  <a:lnTo>
                    <a:pt x="40438" y="276202"/>
                  </a:lnTo>
                  <a:lnTo>
                    <a:pt x="43956" y="280161"/>
                  </a:lnTo>
                  <a:lnTo>
                    <a:pt x="47597" y="284007"/>
                  </a:lnTo>
                  <a:lnTo>
                    <a:pt x="51359" y="287736"/>
                  </a:lnTo>
                  <a:lnTo>
                    <a:pt x="55237" y="291344"/>
                  </a:lnTo>
                  <a:lnTo>
                    <a:pt x="59227" y="294827"/>
                  </a:lnTo>
                  <a:lnTo>
                    <a:pt x="63325" y="298182"/>
                  </a:lnTo>
                  <a:lnTo>
                    <a:pt x="67528" y="301406"/>
                  </a:lnTo>
                  <a:lnTo>
                    <a:pt x="71830" y="304494"/>
                  </a:lnTo>
                  <a:lnTo>
                    <a:pt x="76229" y="307445"/>
                  </a:lnTo>
                  <a:lnTo>
                    <a:pt x="80719" y="310255"/>
                  </a:lnTo>
                  <a:lnTo>
                    <a:pt x="85295" y="312922"/>
                  </a:lnTo>
                  <a:lnTo>
                    <a:pt x="89954" y="315442"/>
                  </a:lnTo>
                  <a:lnTo>
                    <a:pt x="94690" y="317813"/>
                  </a:lnTo>
                  <a:lnTo>
                    <a:pt x="99498" y="320033"/>
                  </a:lnTo>
                  <a:lnTo>
                    <a:pt x="104375" y="322099"/>
                  </a:lnTo>
                  <a:lnTo>
                    <a:pt x="109315" y="324010"/>
                  </a:lnTo>
                  <a:lnTo>
                    <a:pt x="114313" y="325764"/>
                  </a:lnTo>
                  <a:lnTo>
                    <a:pt x="119364" y="327358"/>
                  </a:lnTo>
                  <a:lnTo>
                    <a:pt x="124463" y="328792"/>
                  </a:lnTo>
                  <a:lnTo>
                    <a:pt x="129604" y="330063"/>
                  </a:lnTo>
                  <a:lnTo>
                    <a:pt x="134784" y="331171"/>
                  </a:lnTo>
                  <a:lnTo>
                    <a:pt x="139996" y="332114"/>
                  </a:lnTo>
                  <a:lnTo>
                    <a:pt x="145235" y="332891"/>
                  </a:lnTo>
                  <a:lnTo>
                    <a:pt x="150496" y="333503"/>
                  </a:lnTo>
                  <a:lnTo>
                    <a:pt x="155774" y="333947"/>
                  </a:lnTo>
                  <a:lnTo>
                    <a:pt x="161063" y="334223"/>
                  </a:lnTo>
                  <a:lnTo>
                    <a:pt x="166358" y="334333"/>
                  </a:lnTo>
                  <a:lnTo>
                    <a:pt x="171655" y="334274"/>
                  </a:lnTo>
                  <a:lnTo>
                    <a:pt x="176946" y="334047"/>
                  </a:lnTo>
                  <a:lnTo>
                    <a:pt x="182228" y="333653"/>
                  </a:lnTo>
                  <a:lnTo>
                    <a:pt x="187495" y="333092"/>
                  </a:lnTo>
                  <a:lnTo>
                    <a:pt x="192741" y="332364"/>
                  </a:lnTo>
                  <a:lnTo>
                    <a:pt x="197962" y="331471"/>
                  </a:lnTo>
                  <a:lnTo>
                    <a:pt x="203151" y="330412"/>
                  </a:lnTo>
                  <a:lnTo>
                    <a:pt x="208305" y="329190"/>
                  </a:lnTo>
                  <a:lnTo>
                    <a:pt x="213417" y="327805"/>
                  </a:lnTo>
                  <a:lnTo>
                    <a:pt x="218483" y="326258"/>
                  </a:lnTo>
                  <a:lnTo>
                    <a:pt x="223497" y="324552"/>
                  </a:lnTo>
                  <a:lnTo>
                    <a:pt x="228455" y="322688"/>
                  </a:lnTo>
                  <a:lnTo>
                    <a:pt x="233351" y="320668"/>
                  </a:lnTo>
                  <a:lnTo>
                    <a:pt x="238181" y="318494"/>
                  </a:lnTo>
                  <a:lnTo>
                    <a:pt x="242939" y="316168"/>
                  </a:lnTo>
                  <a:lnTo>
                    <a:pt x="247621" y="313692"/>
                  </a:lnTo>
                  <a:lnTo>
                    <a:pt x="252223" y="311069"/>
                  </a:lnTo>
                  <a:lnTo>
                    <a:pt x="256739" y="308302"/>
                  </a:lnTo>
                  <a:lnTo>
                    <a:pt x="261165" y="305393"/>
                  </a:lnTo>
                  <a:lnTo>
                    <a:pt x="265497" y="302345"/>
                  </a:lnTo>
                  <a:lnTo>
                    <a:pt x="269730" y="299162"/>
                  </a:lnTo>
                  <a:lnTo>
                    <a:pt x="273860" y="295846"/>
                  </a:lnTo>
                  <a:lnTo>
                    <a:pt x="277883" y="292401"/>
                  </a:lnTo>
                  <a:lnTo>
                    <a:pt x="281795" y="288830"/>
                  </a:lnTo>
                  <a:lnTo>
                    <a:pt x="285592" y="285137"/>
                  </a:lnTo>
                  <a:lnTo>
                    <a:pt x="289270" y="281325"/>
                  </a:lnTo>
                  <a:lnTo>
                    <a:pt x="292825" y="277399"/>
                  </a:lnTo>
                  <a:lnTo>
                    <a:pt x="296254" y="273363"/>
                  </a:lnTo>
                  <a:lnTo>
                    <a:pt x="299554" y="269220"/>
                  </a:lnTo>
                  <a:lnTo>
                    <a:pt x="302720" y="264974"/>
                  </a:lnTo>
                  <a:lnTo>
                    <a:pt x="305751" y="260630"/>
                  </a:lnTo>
                  <a:lnTo>
                    <a:pt x="308642" y="256192"/>
                  </a:lnTo>
                  <a:lnTo>
                    <a:pt x="311391" y="251665"/>
                  </a:lnTo>
                  <a:lnTo>
                    <a:pt x="313996" y="247053"/>
                  </a:lnTo>
                  <a:lnTo>
                    <a:pt x="316453" y="242361"/>
                  </a:lnTo>
                  <a:lnTo>
                    <a:pt x="318760" y="23759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80988"/>
              <a:ext cx="151608" cy="70426"/>
            </a:xfrm>
            <a:custGeom>
              <a:avLst/>
              <a:pathLst>
                <a:path w="151608" h="70426">
                  <a:moveTo>
                    <a:pt x="151608" y="7042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303969"/>
              <a:ext cx="167157" cy="147446"/>
            </a:xfrm>
            <a:custGeom>
              <a:avLst/>
              <a:pathLst>
                <a:path w="167157" h="147446">
                  <a:moveTo>
                    <a:pt x="151608" y="147446"/>
                  </a:moveTo>
                  <a:lnTo>
                    <a:pt x="153825" y="142462"/>
                  </a:lnTo>
                  <a:lnTo>
                    <a:pt x="155878" y="137408"/>
                  </a:lnTo>
                  <a:lnTo>
                    <a:pt x="157765" y="132290"/>
                  </a:lnTo>
                  <a:lnTo>
                    <a:pt x="159485" y="127114"/>
                  </a:lnTo>
                  <a:lnTo>
                    <a:pt x="161034" y="121884"/>
                  </a:lnTo>
                  <a:lnTo>
                    <a:pt x="162412" y="116606"/>
                  </a:lnTo>
                  <a:lnTo>
                    <a:pt x="163617" y="111286"/>
                  </a:lnTo>
                  <a:lnTo>
                    <a:pt x="164648" y="105929"/>
                  </a:lnTo>
                  <a:lnTo>
                    <a:pt x="165504" y="100542"/>
                  </a:lnTo>
                  <a:lnTo>
                    <a:pt x="166183" y="95130"/>
                  </a:lnTo>
                  <a:lnTo>
                    <a:pt x="166685" y="89698"/>
                  </a:lnTo>
                  <a:lnTo>
                    <a:pt x="167010" y="84253"/>
                  </a:lnTo>
                  <a:lnTo>
                    <a:pt x="167157" y="78801"/>
                  </a:lnTo>
                  <a:lnTo>
                    <a:pt x="167127" y="73346"/>
                  </a:lnTo>
                  <a:lnTo>
                    <a:pt x="166918" y="67895"/>
                  </a:lnTo>
                  <a:lnTo>
                    <a:pt x="166531" y="62454"/>
                  </a:lnTo>
                  <a:lnTo>
                    <a:pt x="165967" y="57029"/>
                  </a:lnTo>
                  <a:lnTo>
                    <a:pt x="165227" y="51624"/>
                  </a:lnTo>
                  <a:lnTo>
                    <a:pt x="164310" y="46247"/>
                  </a:lnTo>
                  <a:lnTo>
                    <a:pt x="163219" y="40903"/>
                  </a:lnTo>
                  <a:lnTo>
                    <a:pt x="161954" y="35597"/>
                  </a:lnTo>
                  <a:lnTo>
                    <a:pt x="160516" y="30335"/>
                  </a:lnTo>
                  <a:lnTo>
                    <a:pt x="158907" y="25123"/>
                  </a:lnTo>
                  <a:lnTo>
                    <a:pt x="157130" y="19966"/>
                  </a:lnTo>
                  <a:lnTo>
                    <a:pt x="155184" y="14870"/>
                  </a:lnTo>
                  <a:lnTo>
                    <a:pt x="153074" y="9840"/>
                  </a:lnTo>
                  <a:lnTo>
                    <a:pt x="150801" y="4881"/>
                  </a:lnTo>
                  <a:lnTo>
                    <a:pt x="148367" y="0"/>
                  </a:lnTo>
                  <a:lnTo>
                    <a:pt x="0" y="770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728472" y="4213821"/>
              <a:ext cx="148367" cy="167167"/>
            </a:xfrm>
            <a:custGeom>
              <a:avLst/>
              <a:pathLst>
                <a:path w="148367" h="167167">
                  <a:moveTo>
                    <a:pt x="148367" y="90147"/>
                  </a:moveTo>
                  <a:lnTo>
                    <a:pt x="145738" y="85281"/>
                  </a:lnTo>
                  <a:lnTo>
                    <a:pt x="142949" y="80504"/>
                  </a:lnTo>
                  <a:lnTo>
                    <a:pt x="140003" y="75822"/>
                  </a:lnTo>
                  <a:lnTo>
                    <a:pt x="136905" y="71240"/>
                  </a:lnTo>
                  <a:lnTo>
                    <a:pt x="133656" y="66763"/>
                  </a:lnTo>
                  <a:lnTo>
                    <a:pt x="130261" y="62396"/>
                  </a:lnTo>
                  <a:lnTo>
                    <a:pt x="126724" y="58144"/>
                  </a:lnTo>
                  <a:lnTo>
                    <a:pt x="123047" y="54011"/>
                  </a:lnTo>
                  <a:lnTo>
                    <a:pt x="119236" y="50002"/>
                  </a:lnTo>
                  <a:lnTo>
                    <a:pt x="115295" y="46122"/>
                  </a:lnTo>
                  <a:lnTo>
                    <a:pt x="111227" y="42373"/>
                  </a:lnTo>
                  <a:lnTo>
                    <a:pt x="107037" y="38762"/>
                  </a:lnTo>
                  <a:lnTo>
                    <a:pt x="102731" y="35291"/>
                  </a:lnTo>
                  <a:lnTo>
                    <a:pt x="98311" y="31964"/>
                  </a:lnTo>
                  <a:lnTo>
                    <a:pt x="93784" y="28786"/>
                  </a:lnTo>
                  <a:lnTo>
                    <a:pt x="89155" y="25759"/>
                  </a:lnTo>
                  <a:lnTo>
                    <a:pt x="84428" y="22887"/>
                  </a:lnTo>
                  <a:lnTo>
                    <a:pt x="79608" y="20172"/>
                  </a:lnTo>
                  <a:lnTo>
                    <a:pt x="74701" y="17619"/>
                  </a:lnTo>
                  <a:lnTo>
                    <a:pt x="69713" y="15229"/>
                  </a:lnTo>
                  <a:lnTo>
                    <a:pt x="64648" y="13006"/>
                  </a:lnTo>
                  <a:lnTo>
                    <a:pt x="59512" y="10952"/>
                  </a:lnTo>
                  <a:lnTo>
                    <a:pt x="54311" y="9068"/>
                  </a:lnTo>
                  <a:lnTo>
                    <a:pt x="49051" y="7358"/>
                  </a:lnTo>
                  <a:lnTo>
                    <a:pt x="43737" y="5823"/>
                  </a:lnTo>
                  <a:lnTo>
                    <a:pt x="38375" y="4464"/>
                  </a:lnTo>
                  <a:lnTo>
                    <a:pt x="32971" y="3283"/>
                  </a:lnTo>
                  <a:lnTo>
                    <a:pt x="27531" y="2282"/>
                  </a:lnTo>
                  <a:lnTo>
                    <a:pt x="22061" y="1462"/>
                  </a:lnTo>
                  <a:lnTo>
                    <a:pt x="16567" y="823"/>
                  </a:lnTo>
                  <a:lnTo>
                    <a:pt x="11055" y="365"/>
                  </a:lnTo>
                  <a:lnTo>
                    <a:pt x="5530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751853" y="3707720"/>
              <a:ext cx="167158" cy="333734"/>
            </a:xfrm>
            <a:custGeom>
              <a:avLst/>
              <a:pathLst>
                <a:path w="167158" h="333734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3" y="762"/>
                  </a:lnTo>
                  <a:lnTo>
                    <a:pt x="145924" y="1354"/>
                  </a:lnTo>
                  <a:lnTo>
                    <a:pt x="140656" y="2114"/>
                  </a:lnTo>
                  <a:lnTo>
                    <a:pt x="135414" y="3041"/>
                  </a:lnTo>
                  <a:lnTo>
                    <a:pt x="130205" y="4135"/>
                  </a:lnTo>
                  <a:lnTo>
                    <a:pt x="125034" y="5394"/>
                  </a:lnTo>
                  <a:lnTo>
                    <a:pt x="119905" y="6817"/>
                  </a:lnTo>
                  <a:lnTo>
                    <a:pt x="114824" y="8403"/>
                  </a:lnTo>
                  <a:lnTo>
                    <a:pt x="109796" y="10149"/>
                  </a:lnTo>
                  <a:lnTo>
                    <a:pt x="104826" y="12055"/>
                  </a:lnTo>
                  <a:lnTo>
                    <a:pt x="99920" y="14118"/>
                  </a:lnTo>
                  <a:lnTo>
                    <a:pt x="95081" y="16336"/>
                  </a:lnTo>
                  <a:lnTo>
                    <a:pt x="90316" y="18707"/>
                  </a:lnTo>
                  <a:lnTo>
                    <a:pt x="85628" y="21229"/>
                  </a:lnTo>
                  <a:lnTo>
                    <a:pt x="81024" y="23898"/>
                  </a:lnTo>
                  <a:lnTo>
                    <a:pt x="76506" y="26713"/>
                  </a:lnTo>
                  <a:lnTo>
                    <a:pt x="72081" y="29670"/>
                  </a:lnTo>
                  <a:lnTo>
                    <a:pt x="67751" y="32767"/>
                  </a:lnTo>
                  <a:lnTo>
                    <a:pt x="63523" y="36000"/>
                  </a:lnTo>
                  <a:lnTo>
                    <a:pt x="59400" y="39366"/>
                  </a:lnTo>
                  <a:lnTo>
                    <a:pt x="55386" y="42861"/>
                  </a:lnTo>
                  <a:lnTo>
                    <a:pt x="51485" y="46482"/>
                  </a:lnTo>
                  <a:lnTo>
                    <a:pt x="47701" y="50226"/>
                  </a:lnTo>
                  <a:lnTo>
                    <a:pt x="44039" y="54088"/>
                  </a:lnTo>
                  <a:lnTo>
                    <a:pt x="40501" y="58065"/>
                  </a:lnTo>
                  <a:lnTo>
                    <a:pt x="37092" y="62153"/>
                  </a:lnTo>
                  <a:lnTo>
                    <a:pt x="33815" y="66347"/>
                  </a:lnTo>
                  <a:lnTo>
                    <a:pt x="30673" y="70643"/>
                  </a:lnTo>
                  <a:lnTo>
                    <a:pt x="27669" y="75037"/>
                  </a:lnTo>
                  <a:lnTo>
                    <a:pt x="24807" y="79525"/>
                  </a:lnTo>
                  <a:lnTo>
                    <a:pt x="22089" y="84101"/>
                  </a:lnTo>
                  <a:lnTo>
                    <a:pt x="19518" y="88761"/>
                  </a:lnTo>
                  <a:lnTo>
                    <a:pt x="17096" y="93501"/>
                  </a:lnTo>
                  <a:lnTo>
                    <a:pt x="14827" y="98316"/>
                  </a:lnTo>
                  <a:lnTo>
                    <a:pt x="12713" y="103201"/>
                  </a:lnTo>
                  <a:lnTo>
                    <a:pt x="10754" y="108150"/>
                  </a:lnTo>
                  <a:lnTo>
                    <a:pt x="8955" y="113159"/>
                  </a:lnTo>
                  <a:lnTo>
                    <a:pt x="7316" y="118223"/>
                  </a:lnTo>
                  <a:lnTo>
                    <a:pt x="5838" y="123337"/>
                  </a:lnTo>
                  <a:lnTo>
                    <a:pt x="4525" y="128495"/>
                  </a:lnTo>
                  <a:lnTo>
                    <a:pt x="3376" y="133692"/>
                  </a:lnTo>
                  <a:lnTo>
                    <a:pt x="2393" y="138923"/>
                  </a:lnTo>
                  <a:lnTo>
                    <a:pt x="1578" y="144183"/>
                  </a:lnTo>
                  <a:lnTo>
                    <a:pt x="930" y="149466"/>
                  </a:lnTo>
                  <a:lnTo>
                    <a:pt x="451" y="154767"/>
                  </a:lnTo>
                  <a:lnTo>
                    <a:pt x="140" y="160081"/>
                  </a:lnTo>
                  <a:lnTo>
                    <a:pt x="0" y="165401"/>
                  </a:lnTo>
                  <a:lnTo>
                    <a:pt x="28" y="170724"/>
                  </a:lnTo>
                  <a:lnTo>
                    <a:pt x="226" y="176043"/>
                  </a:lnTo>
                  <a:lnTo>
                    <a:pt x="593" y="181353"/>
                  </a:lnTo>
                  <a:lnTo>
                    <a:pt x="1129" y="186648"/>
                  </a:lnTo>
                  <a:lnTo>
                    <a:pt x="1834" y="191924"/>
                  </a:lnTo>
                  <a:lnTo>
                    <a:pt x="2706" y="197175"/>
                  </a:lnTo>
                  <a:lnTo>
                    <a:pt x="3744" y="202395"/>
                  </a:lnTo>
                  <a:lnTo>
                    <a:pt x="4949" y="207580"/>
                  </a:lnTo>
                  <a:lnTo>
                    <a:pt x="6317" y="212723"/>
                  </a:lnTo>
                  <a:lnTo>
                    <a:pt x="7849" y="217821"/>
                  </a:lnTo>
                  <a:lnTo>
                    <a:pt x="9543" y="222867"/>
                  </a:lnTo>
                  <a:lnTo>
                    <a:pt x="11396" y="227857"/>
                  </a:lnTo>
                  <a:lnTo>
                    <a:pt x="13407" y="232785"/>
                  </a:lnTo>
                  <a:lnTo>
                    <a:pt x="15574" y="237646"/>
                  </a:lnTo>
                  <a:lnTo>
                    <a:pt x="17895" y="242436"/>
                  </a:lnTo>
                  <a:lnTo>
                    <a:pt x="20366" y="247150"/>
                  </a:lnTo>
                  <a:lnTo>
                    <a:pt x="22987" y="251783"/>
                  </a:lnTo>
                  <a:lnTo>
                    <a:pt x="25754" y="256330"/>
                  </a:lnTo>
                  <a:lnTo>
                    <a:pt x="28664" y="260786"/>
                  </a:lnTo>
                  <a:lnTo>
                    <a:pt x="31715" y="265148"/>
                  </a:lnTo>
                  <a:lnTo>
                    <a:pt x="34903" y="269410"/>
                  </a:lnTo>
                  <a:lnTo>
                    <a:pt x="38225" y="273569"/>
                  </a:lnTo>
                  <a:lnTo>
                    <a:pt x="41678" y="277620"/>
                  </a:lnTo>
                  <a:lnTo>
                    <a:pt x="45258" y="281558"/>
                  </a:lnTo>
                  <a:lnTo>
                    <a:pt x="48962" y="285381"/>
                  </a:lnTo>
                  <a:lnTo>
                    <a:pt x="52785" y="289084"/>
                  </a:lnTo>
                  <a:lnTo>
                    <a:pt x="56724" y="292664"/>
                  </a:lnTo>
                  <a:lnTo>
                    <a:pt x="60776" y="296116"/>
                  </a:lnTo>
                  <a:lnTo>
                    <a:pt x="64935" y="299437"/>
                  </a:lnTo>
                  <a:lnTo>
                    <a:pt x="69198" y="302625"/>
                  </a:lnTo>
                  <a:lnTo>
                    <a:pt x="73560" y="305675"/>
                  </a:lnTo>
                  <a:lnTo>
                    <a:pt x="78017" y="308584"/>
                  </a:lnTo>
                  <a:lnTo>
                    <a:pt x="82564" y="311350"/>
                  </a:lnTo>
                  <a:lnTo>
                    <a:pt x="87197" y="313970"/>
                  </a:lnTo>
                  <a:lnTo>
                    <a:pt x="91911" y="316442"/>
                  </a:lnTo>
                  <a:lnTo>
                    <a:pt x="96702" y="318762"/>
                  </a:lnTo>
                  <a:lnTo>
                    <a:pt x="101564" y="320928"/>
                  </a:lnTo>
                  <a:lnTo>
                    <a:pt x="106492" y="322938"/>
                  </a:lnTo>
                  <a:lnTo>
                    <a:pt x="111482" y="324790"/>
                  </a:lnTo>
                  <a:lnTo>
                    <a:pt x="116528" y="326483"/>
                  </a:lnTo>
                  <a:lnTo>
                    <a:pt x="121626" y="328014"/>
                  </a:lnTo>
                  <a:lnTo>
                    <a:pt x="126770" y="329382"/>
                  </a:lnTo>
                  <a:lnTo>
                    <a:pt x="131955" y="330586"/>
                  </a:lnTo>
                  <a:lnTo>
                    <a:pt x="137175" y="331624"/>
                  </a:lnTo>
                  <a:lnTo>
                    <a:pt x="142426" y="332495"/>
                  </a:lnTo>
                  <a:lnTo>
                    <a:pt x="147702" y="333198"/>
                  </a:lnTo>
                  <a:lnTo>
                    <a:pt x="152998" y="333734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04851" y="3707910"/>
              <a:ext cx="181326" cy="334135"/>
            </a:xfrm>
            <a:custGeom>
              <a:avLst/>
              <a:pathLst>
                <a:path w="181326" h="334135">
                  <a:moveTo>
                    <a:pt x="0" y="333544"/>
                  </a:moveTo>
                  <a:lnTo>
                    <a:pt x="5300" y="333910"/>
                  </a:lnTo>
                  <a:lnTo>
                    <a:pt x="10610" y="334107"/>
                  </a:lnTo>
                  <a:lnTo>
                    <a:pt x="15924" y="334135"/>
                  </a:lnTo>
                  <a:lnTo>
                    <a:pt x="21236" y="333995"/>
                  </a:lnTo>
                  <a:lnTo>
                    <a:pt x="26540" y="333685"/>
                  </a:lnTo>
                  <a:lnTo>
                    <a:pt x="31832" y="333208"/>
                  </a:lnTo>
                  <a:lnTo>
                    <a:pt x="37106" y="332562"/>
                  </a:lnTo>
                  <a:lnTo>
                    <a:pt x="42358" y="331749"/>
                  </a:lnTo>
                  <a:lnTo>
                    <a:pt x="47580" y="330770"/>
                  </a:lnTo>
                  <a:lnTo>
                    <a:pt x="52769" y="329625"/>
                  </a:lnTo>
                  <a:lnTo>
                    <a:pt x="57919" y="328316"/>
                  </a:lnTo>
                  <a:lnTo>
                    <a:pt x="63024" y="326843"/>
                  </a:lnTo>
                  <a:lnTo>
                    <a:pt x="68080" y="325210"/>
                  </a:lnTo>
                  <a:lnTo>
                    <a:pt x="73082" y="323416"/>
                  </a:lnTo>
                  <a:lnTo>
                    <a:pt x="78024" y="321464"/>
                  </a:lnTo>
                  <a:lnTo>
                    <a:pt x="82902" y="319356"/>
                  </a:lnTo>
                  <a:lnTo>
                    <a:pt x="87710" y="317095"/>
                  </a:lnTo>
                  <a:lnTo>
                    <a:pt x="92444" y="314681"/>
                  </a:lnTo>
                  <a:lnTo>
                    <a:pt x="97099" y="312119"/>
                  </a:lnTo>
                  <a:lnTo>
                    <a:pt x="101670" y="309409"/>
                  </a:lnTo>
                  <a:lnTo>
                    <a:pt x="106152" y="306556"/>
                  </a:lnTo>
                  <a:lnTo>
                    <a:pt x="110542" y="303562"/>
                  </a:lnTo>
                  <a:lnTo>
                    <a:pt x="114834" y="300430"/>
                  </a:lnTo>
                  <a:lnTo>
                    <a:pt x="119025" y="297163"/>
                  </a:lnTo>
                  <a:lnTo>
                    <a:pt x="123109" y="293764"/>
                  </a:lnTo>
                  <a:lnTo>
                    <a:pt x="127084" y="290237"/>
                  </a:lnTo>
                  <a:lnTo>
                    <a:pt x="130944" y="286586"/>
                  </a:lnTo>
                  <a:lnTo>
                    <a:pt x="134687" y="282814"/>
                  </a:lnTo>
                  <a:lnTo>
                    <a:pt x="138307" y="278925"/>
                  </a:lnTo>
                  <a:lnTo>
                    <a:pt x="141802" y="274923"/>
                  </a:lnTo>
                  <a:lnTo>
                    <a:pt x="145169" y="270811"/>
                  </a:lnTo>
                  <a:lnTo>
                    <a:pt x="148403" y="266595"/>
                  </a:lnTo>
                  <a:lnTo>
                    <a:pt x="151501" y="262278"/>
                  </a:lnTo>
                  <a:lnTo>
                    <a:pt x="154460" y="257865"/>
                  </a:lnTo>
                  <a:lnTo>
                    <a:pt x="157278" y="253360"/>
                  </a:lnTo>
                  <a:lnTo>
                    <a:pt x="159951" y="248768"/>
                  </a:lnTo>
                  <a:lnTo>
                    <a:pt x="162477" y="244093"/>
                  </a:lnTo>
                  <a:lnTo>
                    <a:pt x="164853" y="239340"/>
                  </a:lnTo>
                  <a:lnTo>
                    <a:pt x="167077" y="234515"/>
                  </a:lnTo>
                  <a:lnTo>
                    <a:pt x="169146" y="229620"/>
                  </a:lnTo>
                  <a:lnTo>
                    <a:pt x="171059" y="224663"/>
                  </a:lnTo>
                  <a:lnTo>
                    <a:pt x="172813" y="219647"/>
                  </a:lnTo>
                  <a:lnTo>
                    <a:pt x="174406" y="214578"/>
                  </a:lnTo>
                  <a:lnTo>
                    <a:pt x="175838" y="209461"/>
                  </a:lnTo>
                  <a:lnTo>
                    <a:pt x="177107" y="204301"/>
                  </a:lnTo>
                  <a:lnTo>
                    <a:pt x="178211" y="199104"/>
                  </a:lnTo>
                  <a:lnTo>
                    <a:pt x="179149" y="193874"/>
                  </a:lnTo>
                  <a:lnTo>
                    <a:pt x="179921" y="188616"/>
                  </a:lnTo>
                  <a:lnTo>
                    <a:pt x="180525" y="183337"/>
                  </a:lnTo>
                  <a:lnTo>
                    <a:pt x="180960" y="178042"/>
                  </a:lnTo>
                  <a:lnTo>
                    <a:pt x="181228" y="172735"/>
                  </a:lnTo>
                  <a:lnTo>
                    <a:pt x="181326" y="167422"/>
                  </a:lnTo>
                  <a:lnTo>
                    <a:pt x="181256" y="162109"/>
                  </a:lnTo>
                  <a:lnTo>
                    <a:pt x="181017" y="156801"/>
                  </a:lnTo>
                  <a:lnTo>
                    <a:pt x="180609" y="151503"/>
                  </a:lnTo>
                  <a:lnTo>
                    <a:pt x="180033" y="146221"/>
                  </a:lnTo>
                  <a:lnTo>
                    <a:pt x="179290" y="140959"/>
                  </a:lnTo>
                  <a:lnTo>
                    <a:pt x="178380" y="135724"/>
                  </a:lnTo>
                  <a:lnTo>
                    <a:pt x="177303" y="130521"/>
                  </a:lnTo>
                  <a:lnTo>
                    <a:pt x="176062" y="125354"/>
                  </a:lnTo>
                  <a:lnTo>
                    <a:pt x="174658" y="120230"/>
                  </a:lnTo>
                  <a:lnTo>
                    <a:pt x="173091" y="115152"/>
                  </a:lnTo>
                  <a:lnTo>
                    <a:pt x="171363" y="110127"/>
                  </a:lnTo>
                  <a:lnTo>
                    <a:pt x="169477" y="105160"/>
                  </a:lnTo>
                  <a:lnTo>
                    <a:pt x="167434" y="100255"/>
                  </a:lnTo>
                  <a:lnTo>
                    <a:pt x="165236" y="95417"/>
                  </a:lnTo>
                  <a:lnTo>
                    <a:pt x="162885" y="90652"/>
                  </a:lnTo>
                  <a:lnTo>
                    <a:pt x="160385" y="85963"/>
                  </a:lnTo>
                  <a:lnTo>
                    <a:pt x="157736" y="81357"/>
                  </a:lnTo>
                  <a:lnTo>
                    <a:pt x="154942" y="76837"/>
                  </a:lnTo>
                  <a:lnTo>
                    <a:pt x="152006" y="72408"/>
                  </a:lnTo>
                  <a:lnTo>
                    <a:pt x="148931" y="68075"/>
                  </a:lnTo>
                  <a:lnTo>
                    <a:pt x="145720" y="63842"/>
                  </a:lnTo>
                  <a:lnTo>
                    <a:pt x="142375" y="59713"/>
                  </a:lnTo>
                  <a:lnTo>
                    <a:pt x="138901" y="55692"/>
                  </a:lnTo>
                  <a:lnTo>
                    <a:pt x="135302" y="51783"/>
                  </a:lnTo>
                  <a:lnTo>
                    <a:pt x="131579" y="47991"/>
                  </a:lnTo>
                  <a:lnTo>
                    <a:pt x="127738" y="44320"/>
                  </a:lnTo>
                  <a:lnTo>
                    <a:pt x="123783" y="40772"/>
                  </a:lnTo>
                  <a:lnTo>
                    <a:pt x="119716" y="37352"/>
                  </a:lnTo>
                  <a:lnTo>
                    <a:pt x="115543" y="34062"/>
                  </a:lnTo>
                  <a:lnTo>
                    <a:pt x="111268" y="30907"/>
                  </a:lnTo>
                  <a:lnTo>
                    <a:pt x="106894" y="27890"/>
                  </a:lnTo>
                  <a:lnTo>
                    <a:pt x="102427" y="25013"/>
                  </a:lnTo>
                  <a:lnTo>
                    <a:pt x="97870" y="22279"/>
                  </a:lnTo>
                  <a:lnTo>
                    <a:pt x="93229" y="19692"/>
                  </a:lnTo>
                  <a:lnTo>
                    <a:pt x="88508" y="17253"/>
                  </a:lnTo>
                  <a:lnTo>
                    <a:pt x="83712" y="14966"/>
                  </a:lnTo>
                  <a:lnTo>
                    <a:pt x="78846" y="12832"/>
                  </a:lnTo>
                  <a:lnTo>
                    <a:pt x="73914" y="10854"/>
                  </a:lnTo>
                  <a:lnTo>
                    <a:pt x="68922" y="9034"/>
                  </a:lnTo>
                  <a:lnTo>
                    <a:pt x="63875" y="7373"/>
                  </a:lnTo>
                  <a:lnTo>
                    <a:pt x="58777" y="5874"/>
                  </a:lnTo>
                  <a:lnTo>
                    <a:pt x="53634" y="4537"/>
                  </a:lnTo>
                  <a:lnTo>
                    <a:pt x="48452" y="3365"/>
                  </a:lnTo>
                  <a:lnTo>
                    <a:pt x="43234" y="2357"/>
                  </a:lnTo>
                  <a:lnTo>
                    <a:pt x="37988" y="1517"/>
                  </a:lnTo>
                  <a:lnTo>
                    <a:pt x="32717" y="843"/>
                  </a:lnTo>
                  <a:lnTo>
                    <a:pt x="27428" y="337"/>
                  </a:lnTo>
                  <a:lnTo>
                    <a:pt x="22125" y="0"/>
                  </a:lnTo>
                  <a:lnTo>
                    <a:pt x="14160" y="166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919011" y="3707720"/>
              <a:ext cx="7965" cy="167167"/>
            </a:xfrm>
            <a:custGeom>
              <a:avLst/>
              <a:pathLst>
                <a:path w="7965" h="167167">
                  <a:moveTo>
                    <a:pt x="7965" y="18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tx899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4" name="tx924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2025-06-24T19:41:03Z</dcterms:modified>
  <cp:category/>
</cp:coreProperties>
</file>