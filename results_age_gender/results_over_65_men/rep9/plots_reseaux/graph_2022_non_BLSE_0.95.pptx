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4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1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8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18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6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5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0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5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5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7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26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45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7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3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7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8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4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7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489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44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71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677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8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2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8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8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17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7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6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42" y="3170392"/>
              <a:ext cx="2636" cy="167167"/>
            </a:xfrm>
            <a:custGeom>
              <a:avLst/>
              <a:pathLst>
                <a:path w="2636" h="167167">
                  <a:moveTo>
                    <a:pt x="2636" y="0"/>
                  </a:moveTo>
                  <a:lnTo>
                    <a:pt x="0" y="20"/>
                  </a:lnTo>
                  <a:lnTo>
                    <a:pt x="26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1142" y="3170413"/>
              <a:ext cx="2636" cy="167146"/>
            </a:xfrm>
            <a:custGeom>
              <a:avLst/>
              <a:pathLst>
                <a:path w="2636" h="167146">
                  <a:moveTo>
                    <a:pt x="0" y="0"/>
                  </a:moveTo>
                  <a:lnTo>
                    <a:pt x="2636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6" y="3170410"/>
              <a:ext cx="334323" cy="334317"/>
            </a:xfrm>
            <a:custGeom>
              <a:avLst/>
              <a:pathLst>
                <a:path w="334323" h="334317">
                  <a:moveTo>
                    <a:pt x="164526" y="3"/>
                  </a:moveTo>
                  <a:lnTo>
                    <a:pt x="159249" y="169"/>
                  </a:lnTo>
                  <a:lnTo>
                    <a:pt x="153981" y="502"/>
                  </a:lnTo>
                  <a:lnTo>
                    <a:pt x="148725" y="1002"/>
                  </a:lnTo>
                  <a:lnTo>
                    <a:pt x="143489" y="1667"/>
                  </a:lnTo>
                  <a:lnTo>
                    <a:pt x="138275" y="2497"/>
                  </a:lnTo>
                  <a:lnTo>
                    <a:pt x="133091" y="3491"/>
                  </a:lnTo>
                  <a:lnTo>
                    <a:pt x="127940" y="4648"/>
                  </a:lnTo>
                  <a:lnTo>
                    <a:pt x="122829" y="5968"/>
                  </a:lnTo>
                  <a:lnTo>
                    <a:pt x="117762" y="7448"/>
                  </a:lnTo>
                  <a:lnTo>
                    <a:pt x="112744" y="9087"/>
                  </a:lnTo>
                  <a:lnTo>
                    <a:pt x="107780" y="10884"/>
                  </a:lnTo>
                  <a:lnTo>
                    <a:pt x="102875" y="12837"/>
                  </a:lnTo>
                  <a:lnTo>
                    <a:pt x="98035" y="14944"/>
                  </a:lnTo>
                  <a:lnTo>
                    <a:pt x="93264" y="17203"/>
                  </a:lnTo>
                  <a:lnTo>
                    <a:pt x="88566" y="19611"/>
                  </a:lnTo>
                  <a:lnTo>
                    <a:pt x="83947" y="22166"/>
                  </a:lnTo>
                  <a:lnTo>
                    <a:pt x="79410" y="24866"/>
                  </a:lnTo>
                  <a:lnTo>
                    <a:pt x="74961" y="27708"/>
                  </a:lnTo>
                  <a:lnTo>
                    <a:pt x="70605" y="30688"/>
                  </a:lnTo>
                  <a:lnTo>
                    <a:pt x="66344" y="33805"/>
                  </a:lnTo>
                  <a:lnTo>
                    <a:pt x="62184" y="37055"/>
                  </a:lnTo>
                  <a:lnTo>
                    <a:pt x="58128" y="40435"/>
                  </a:lnTo>
                  <a:lnTo>
                    <a:pt x="54182" y="43941"/>
                  </a:lnTo>
                  <a:lnTo>
                    <a:pt x="50348" y="47569"/>
                  </a:lnTo>
                  <a:lnTo>
                    <a:pt x="46630" y="51317"/>
                  </a:lnTo>
                  <a:lnTo>
                    <a:pt x="43033" y="55181"/>
                  </a:lnTo>
                  <a:lnTo>
                    <a:pt x="39560" y="59156"/>
                  </a:lnTo>
                  <a:lnTo>
                    <a:pt x="36213" y="63239"/>
                  </a:lnTo>
                  <a:lnTo>
                    <a:pt x="32998" y="67426"/>
                  </a:lnTo>
                  <a:lnTo>
                    <a:pt x="29916" y="71712"/>
                  </a:lnTo>
                  <a:lnTo>
                    <a:pt x="26971" y="76093"/>
                  </a:lnTo>
                  <a:lnTo>
                    <a:pt x="24165" y="80565"/>
                  </a:lnTo>
                  <a:lnTo>
                    <a:pt x="21503" y="85123"/>
                  </a:lnTo>
                  <a:lnTo>
                    <a:pt x="18985" y="89763"/>
                  </a:lnTo>
                  <a:lnTo>
                    <a:pt x="16616" y="94480"/>
                  </a:lnTo>
                  <a:lnTo>
                    <a:pt x="14396" y="99270"/>
                  </a:lnTo>
                  <a:lnTo>
                    <a:pt x="12329" y="104127"/>
                  </a:lnTo>
                  <a:lnTo>
                    <a:pt x="10417" y="109048"/>
                  </a:lnTo>
                  <a:lnTo>
                    <a:pt x="8660" y="114026"/>
                  </a:lnTo>
                  <a:lnTo>
                    <a:pt x="7062" y="119057"/>
                  </a:lnTo>
                  <a:lnTo>
                    <a:pt x="5623" y="124136"/>
                  </a:lnTo>
                  <a:lnTo>
                    <a:pt x="4346" y="129258"/>
                  </a:lnTo>
                  <a:lnTo>
                    <a:pt x="3230" y="134418"/>
                  </a:lnTo>
                  <a:lnTo>
                    <a:pt x="2279" y="139611"/>
                  </a:lnTo>
                  <a:lnTo>
                    <a:pt x="1491" y="144831"/>
                  </a:lnTo>
                  <a:lnTo>
                    <a:pt x="869" y="150073"/>
                  </a:lnTo>
                  <a:lnTo>
                    <a:pt x="413" y="155332"/>
                  </a:lnTo>
                  <a:lnTo>
                    <a:pt x="123" y="160603"/>
                  </a:lnTo>
                  <a:lnTo>
                    <a:pt x="0" y="165880"/>
                  </a:lnTo>
                  <a:lnTo>
                    <a:pt x="43" y="171159"/>
                  </a:lnTo>
                  <a:lnTo>
                    <a:pt x="253" y="176434"/>
                  </a:lnTo>
                  <a:lnTo>
                    <a:pt x="629" y="181700"/>
                  </a:lnTo>
                  <a:lnTo>
                    <a:pt x="1172" y="186951"/>
                  </a:lnTo>
                  <a:lnTo>
                    <a:pt x="1880" y="192182"/>
                  </a:lnTo>
                  <a:lnTo>
                    <a:pt x="2752" y="197388"/>
                  </a:lnTo>
                  <a:lnTo>
                    <a:pt x="3789" y="202564"/>
                  </a:lnTo>
                  <a:lnTo>
                    <a:pt x="4989" y="207705"/>
                  </a:lnTo>
                  <a:lnTo>
                    <a:pt x="6350" y="212806"/>
                  </a:lnTo>
                  <a:lnTo>
                    <a:pt x="7872" y="217861"/>
                  </a:lnTo>
                  <a:lnTo>
                    <a:pt x="9553" y="222865"/>
                  </a:lnTo>
                  <a:lnTo>
                    <a:pt x="11390" y="227814"/>
                  </a:lnTo>
                  <a:lnTo>
                    <a:pt x="13384" y="232702"/>
                  </a:lnTo>
                  <a:lnTo>
                    <a:pt x="15530" y="237525"/>
                  </a:lnTo>
                  <a:lnTo>
                    <a:pt x="17828" y="242277"/>
                  </a:lnTo>
                  <a:lnTo>
                    <a:pt x="20274" y="246955"/>
                  </a:lnTo>
                  <a:lnTo>
                    <a:pt x="22868" y="251553"/>
                  </a:lnTo>
                  <a:lnTo>
                    <a:pt x="25605" y="256067"/>
                  </a:lnTo>
                  <a:lnTo>
                    <a:pt x="28483" y="260493"/>
                  </a:lnTo>
                  <a:lnTo>
                    <a:pt x="31499" y="264825"/>
                  </a:lnTo>
                  <a:lnTo>
                    <a:pt x="34651" y="269060"/>
                  </a:lnTo>
                  <a:lnTo>
                    <a:pt x="37935" y="273193"/>
                  </a:lnTo>
                  <a:lnTo>
                    <a:pt x="41348" y="277221"/>
                  </a:lnTo>
                  <a:lnTo>
                    <a:pt x="44886" y="281138"/>
                  </a:lnTo>
                  <a:lnTo>
                    <a:pt x="48546" y="284942"/>
                  </a:lnTo>
                  <a:lnTo>
                    <a:pt x="52325" y="288629"/>
                  </a:lnTo>
                  <a:lnTo>
                    <a:pt x="56218" y="292194"/>
                  </a:lnTo>
                  <a:lnTo>
                    <a:pt x="60221" y="295635"/>
                  </a:lnTo>
                  <a:lnTo>
                    <a:pt x="64331" y="298948"/>
                  </a:lnTo>
                  <a:lnTo>
                    <a:pt x="68544" y="302129"/>
                  </a:lnTo>
                  <a:lnTo>
                    <a:pt x="72855" y="305175"/>
                  </a:lnTo>
                  <a:lnTo>
                    <a:pt x="77261" y="308084"/>
                  </a:lnTo>
                  <a:lnTo>
                    <a:pt x="81755" y="310853"/>
                  </a:lnTo>
                  <a:lnTo>
                    <a:pt x="86335" y="313478"/>
                  </a:lnTo>
                  <a:lnTo>
                    <a:pt x="90996" y="315957"/>
                  </a:lnTo>
                  <a:lnTo>
                    <a:pt x="95733" y="318288"/>
                  </a:lnTo>
                  <a:lnTo>
                    <a:pt x="100540" y="320468"/>
                  </a:lnTo>
                  <a:lnTo>
                    <a:pt x="105415" y="322495"/>
                  </a:lnTo>
                  <a:lnTo>
                    <a:pt x="110351" y="324367"/>
                  </a:lnTo>
                  <a:lnTo>
                    <a:pt x="115343" y="326082"/>
                  </a:lnTo>
                  <a:lnTo>
                    <a:pt x="120387" y="327639"/>
                  </a:lnTo>
                  <a:lnTo>
                    <a:pt x="125478" y="329036"/>
                  </a:lnTo>
                  <a:lnTo>
                    <a:pt x="130610" y="330272"/>
                  </a:lnTo>
                  <a:lnTo>
                    <a:pt x="135779" y="331345"/>
                  </a:lnTo>
                  <a:lnTo>
                    <a:pt x="140979" y="332254"/>
                  </a:lnTo>
                  <a:lnTo>
                    <a:pt x="146206" y="332998"/>
                  </a:lnTo>
                  <a:lnTo>
                    <a:pt x="151453" y="333577"/>
                  </a:lnTo>
                  <a:lnTo>
                    <a:pt x="156715" y="333990"/>
                  </a:lnTo>
                  <a:lnTo>
                    <a:pt x="161989" y="334237"/>
                  </a:lnTo>
                  <a:lnTo>
                    <a:pt x="167267" y="334317"/>
                  </a:lnTo>
                  <a:lnTo>
                    <a:pt x="172545" y="334230"/>
                  </a:lnTo>
                  <a:lnTo>
                    <a:pt x="177818" y="333977"/>
                  </a:lnTo>
                  <a:lnTo>
                    <a:pt x="183080" y="333557"/>
                  </a:lnTo>
                  <a:lnTo>
                    <a:pt x="188327" y="332972"/>
                  </a:lnTo>
                  <a:lnTo>
                    <a:pt x="193552" y="332221"/>
                  </a:lnTo>
                  <a:lnTo>
                    <a:pt x="198751" y="331305"/>
                  </a:lnTo>
                  <a:lnTo>
                    <a:pt x="203919" y="330226"/>
                  </a:lnTo>
                  <a:lnTo>
                    <a:pt x="209049" y="328984"/>
                  </a:lnTo>
                  <a:lnTo>
                    <a:pt x="214138" y="327581"/>
                  </a:lnTo>
                  <a:lnTo>
                    <a:pt x="219181" y="326017"/>
                  </a:lnTo>
                  <a:lnTo>
                    <a:pt x="224171" y="324296"/>
                  </a:lnTo>
                  <a:lnTo>
                    <a:pt x="229104" y="322417"/>
                  </a:lnTo>
                  <a:lnTo>
                    <a:pt x="233976" y="320384"/>
                  </a:lnTo>
                  <a:lnTo>
                    <a:pt x="238781" y="318198"/>
                  </a:lnTo>
                  <a:lnTo>
                    <a:pt x="243515" y="315861"/>
                  </a:lnTo>
                  <a:lnTo>
                    <a:pt x="248172" y="313376"/>
                  </a:lnTo>
                  <a:lnTo>
                    <a:pt x="252749" y="310745"/>
                  </a:lnTo>
                  <a:lnTo>
                    <a:pt x="257240" y="307971"/>
                  </a:lnTo>
                  <a:lnTo>
                    <a:pt x="261642" y="305057"/>
                  </a:lnTo>
                  <a:lnTo>
                    <a:pt x="265949" y="302005"/>
                  </a:lnTo>
                  <a:lnTo>
                    <a:pt x="270158" y="298819"/>
                  </a:lnTo>
                  <a:lnTo>
                    <a:pt x="274264" y="295501"/>
                  </a:lnTo>
                  <a:lnTo>
                    <a:pt x="278264" y="292055"/>
                  </a:lnTo>
                  <a:lnTo>
                    <a:pt x="282152" y="288485"/>
                  </a:lnTo>
                  <a:lnTo>
                    <a:pt x="285926" y="284793"/>
                  </a:lnTo>
                  <a:lnTo>
                    <a:pt x="289581" y="280985"/>
                  </a:lnTo>
                  <a:lnTo>
                    <a:pt x="293115" y="277063"/>
                  </a:lnTo>
                  <a:lnTo>
                    <a:pt x="296522" y="273031"/>
                  </a:lnTo>
                  <a:lnTo>
                    <a:pt x="299801" y="268894"/>
                  </a:lnTo>
                  <a:lnTo>
                    <a:pt x="302947" y="264655"/>
                  </a:lnTo>
                  <a:lnTo>
                    <a:pt x="305958" y="260319"/>
                  </a:lnTo>
                  <a:lnTo>
                    <a:pt x="308831" y="255890"/>
                  </a:lnTo>
                  <a:lnTo>
                    <a:pt x="311562" y="251372"/>
                  </a:lnTo>
                  <a:lnTo>
                    <a:pt x="314150" y="246771"/>
                  </a:lnTo>
                  <a:lnTo>
                    <a:pt x="316591" y="242090"/>
                  </a:lnTo>
                  <a:lnTo>
                    <a:pt x="318882" y="237334"/>
                  </a:lnTo>
                  <a:lnTo>
                    <a:pt x="321023" y="232509"/>
                  </a:lnTo>
                  <a:lnTo>
                    <a:pt x="323010" y="227618"/>
                  </a:lnTo>
                  <a:lnTo>
                    <a:pt x="324841" y="222667"/>
                  </a:lnTo>
                  <a:lnTo>
                    <a:pt x="326516" y="217661"/>
                  </a:lnTo>
                  <a:lnTo>
                    <a:pt x="328031" y="212604"/>
                  </a:lnTo>
                  <a:lnTo>
                    <a:pt x="329386" y="207502"/>
                  </a:lnTo>
                  <a:lnTo>
                    <a:pt x="330579" y="202359"/>
                  </a:lnTo>
                  <a:lnTo>
                    <a:pt x="331610" y="197182"/>
                  </a:lnTo>
                  <a:lnTo>
                    <a:pt x="332476" y="191975"/>
                  </a:lnTo>
                  <a:lnTo>
                    <a:pt x="333177" y="186742"/>
                  </a:lnTo>
                  <a:lnTo>
                    <a:pt x="333713" y="181491"/>
                  </a:lnTo>
                  <a:lnTo>
                    <a:pt x="334083" y="176225"/>
                  </a:lnTo>
                  <a:lnTo>
                    <a:pt x="334286" y="170950"/>
                  </a:lnTo>
                  <a:lnTo>
                    <a:pt x="334323" y="165671"/>
                  </a:lnTo>
                  <a:lnTo>
                    <a:pt x="334193" y="160393"/>
                  </a:lnTo>
                  <a:lnTo>
                    <a:pt x="333896" y="155123"/>
                  </a:lnTo>
                  <a:lnTo>
                    <a:pt x="333434" y="149864"/>
                  </a:lnTo>
                  <a:lnTo>
                    <a:pt x="332805" y="144623"/>
                  </a:lnTo>
                  <a:lnTo>
                    <a:pt x="332011" y="139404"/>
                  </a:lnTo>
                  <a:lnTo>
                    <a:pt x="331053" y="134213"/>
                  </a:lnTo>
                  <a:lnTo>
                    <a:pt x="329931" y="129054"/>
                  </a:lnTo>
                  <a:lnTo>
                    <a:pt x="328647" y="123934"/>
                  </a:lnTo>
                  <a:lnTo>
                    <a:pt x="327202" y="118856"/>
                  </a:lnTo>
                  <a:lnTo>
                    <a:pt x="325597" y="113827"/>
                  </a:lnTo>
                  <a:lnTo>
                    <a:pt x="323835" y="108851"/>
                  </a:lnTo>
                  <a:lnTo>
                    <a:pt x="321916" y="103933"/>
                  </a:lnTo>
                  <a:lnTo>
                    <a:pt x="319843" y="99078"/>
                  </a:lnTo>
                  <a:lnTo>
                    <a:pt x="317617" y="94291"/>
                  </a:lnTo>
                  <a:lnTo>
                    <a:pt x="315242" y="89577"/>
                  </a:lnTo>
                  <a:lnTo>
                    <a:pt x="312718" y="84940"/>
                  </a:lnTo>
                  <a:lnTo>
                    <a:pt x="310050" y="80385"/>
                  </a:lnTo>
                  <a:lnTo>
                    <a:pt x="307239" y="75917"/>
                  </a:lnTo>
                  <a:lnTo>
                    <a:pt x="304289" y="71539"/>
                  </a:lnTo>
                  <a:lnTo>
                    <a:pt x="301201" y="67257"/>
                  </a:lnTo>
                  <a:lnTo>
                    <a:pt x="297981" y="63075"/>
                  </a:lnTo>
                  <a:lnTo>
                    <a:pt x="294629" y="58996"/>
                  </a:lnTo>
                  <a:lnTo>
                    <a:pt x="291151" y="55025"/>
                  </a:lnTo>
                  <a:lnTo>
                    <a:pt x="287548" y="51166"/>
                  </a:lnTo>
                  <a:lnTo>
                    <a:pt x="283826" y="47423"/>
                  </a:lnTo>
                  <a:lnTo>
                    <a:pt x="279988" y="43799"/>
                  </a:lnTo>
                  <a:lnTo>
                    <a:pt x="276037" y="40298"/>
                  </a:lnTo>
                  <a:lnTo>
                    <a:pt x="271977" y="36923"/>
                  </a:lnTo>
                  <a:lnTo>
                    <a:pt x="267813" y="33679"/>
                  </a:lnTo>
                  <a:lnTo>
                    <a:pt x="263548" y="30567"/>
                  </a:lnTo>
                  <a:lnTo>
                    <a:pt x="259188" y="27592"/>
                  </a:lnTo>
                  <a:lnTo>
                    <a:pt x="254735" y="24756"/>
                  </a:lnTo>
                  <a:lnTo>
                    <a:pt x="250196" y="22062"/>
                  </a:lnTo>
                  <a:lnTo>
                    <a:pt x="245573" y="19512"/>
                  </a:lnTo>
                  <a:lnTo>
                    <a:pt x="240872" y="17110"/>
                  </a:lnTo>
                  <a:lnTo>
                    <a:pt x="236098" y="14858"/>
                  </a:lnTo>
                  <a:lnTo>
                    <a:pt x="231255" y="12757"/>
                  </a:lnTo>
                  <a:lnTo>
                    <a:pt x="226348" y="10810"/>
                  </a:lnTo>
                  <a:lnTo>
                    <a:pt x="221382" y="9019"/>
                  </a:lnTo>
                  <a:lnTo>
                    <a:pt x="216362" y="7386"/>
                  </a:lnTo>
                  <a:lnTo>
                    <a:pt x="211293" y="5912"/>
                  </a:lnTo>
                  <a:lnTo>
                    <a:pt x="206180" y="4599"/>
                  </a:lnTo>
                  <a:lnTo>
                    <a:pt x="201028" y="3448"/>
                  </a:lnTo>
                  <a:lnTo>
                    <a:pt x="195842" y="2461"/>
                  </a:lnTo>
                  <a:lnTo>
                    <a:pt x="190628" y="1637"/>
                  </a:lnTo>
                  <a:lnTo>
                    <a:pt x="185390" y="979"/>
                  </a:lnTo>
                  <a:lnTo>
                    <a:pt x="180134" y="486"/>
                  </a:lnTo>
                  <a:lnTo>
                    <a:pt x="174866" y="159"/>
                  </a:lnTo>
                  <a:lnTo>
                    <a:pt x="169589" y="0"/>
                  </a:lnTo>
                  <a:lnTo>
                    <a:pt x="167162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2426" cy="167167"/>
            </a:xfrm>
            <a:custGeom>
              <a:avLst/>
              <a:pathLst>
                <a:path w="2426" h="167167">
                  <a:moveTo>
                    <a:pt x="2426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685" y="2633064"/>
              <a:ext cx="35326" cy="167167"/>
            </a:xfrm>
            <a:custGeom>
              <a:avLst/>
              <a:pathLst>
                <a:path w="35326" h="167167">
                  <a:moveTo>
                    <a:pt x="35326" y="0"/>
                  </a:moveTo>
                  <a:lnTo>
                    <a:pt x="28209" y="151"/>
                  </a:lnTo>
                  <a:lnTo>
                    <a:pt x="21105" y="605"/>
                  </a:lnTo>
                  <a:lnTo>
                    <a:pt x="14027" y="1362"/>
                  </a:lnTo>
                  <a:lnTo>
                    <a:pt x="6988" y="2419"/>
                  </a:lnTo>
                  <a:lnTo>
                    <a:pt x="0" y="3775"/>
                  </a:lnTo>
                  <a:lnTo>
                    <a:pt x="353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3685" y="2636839"/>
              <a:ext cx="35326" cy="163392"/>
            </a:xfrm>
            <a:custGeom>
              <a:avLst/>
              <a:pathLst>
                <a:path w="35326" h="163392">
                  <a:moveTo>
                    <a:pt x="0" y="0"/>
                  </a:moveTo>
                  <a:lnTo>
                    <a:pt x="35326" y="163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1844" y="2636839"/>
              <a:ext cx="334326" cy="330547"/>
            </a:xfrm>
            <a:custGeom>
              <a:avLst/>
              <a:pathLst>
                <a:path w="334326" h="330547">
                  <a:moveTo>
                    <a:pt x="131840" y="0"/>
                  </a:moveTo>
                  <a:lnTo>
                    <a:pt x="126693" y="1198"/>
                  </a:lnTo>
                  <a:lnTo>
                    <a:pt x="121585" y="2559"/>
                  </a:lnTo>
                  <a:lnTo>
                    <a:pt x="116523" y="4080"/>
                  </a:lnTo>
                  <a:lnTo>
                    <a:pt x="111512" y="5761"/>
                  </a:lnTo>
                  <a:lnTo>
                    <a:pt x="106557" y="7599"/>
                  </a:lnTo>
                  <a:lnTo>
                    <a:pt x="101662" y="9593"/>
                  </a:lnTo>
                  <a:lnTo>
                    <a:pt x="96833" y="11741"/>
                  </a:lnTo>
                  <a:lnTo>
                    <a:pt x="92073" y="14040"/>
                  </a:lnTo>
                  <a:lnTo>
                    <a:pt x="87389" y="16489"/>
                  </a:lnTo>
                  <a:lnTo>
                    <a:pt x="82785" y="19084"/>
                  </a:lnTo>
                  <a:lnTo>
                    <a:pt x="78265" y="21824"/>
                  </a:lnTo>
                  <a:lnTo>
                    <a:pt x="73834" y="24705"/>
                  </a:lnTo>
                  <a:lnTo>
                    <a:pt x="69496" y="27725"/>
                  </a:lnTo>
                  <a:lnTo>
                    <a:pt x="65256" y="30880"/>
                  </a:lnTo>
                  <a:lnTo>
                    <a:pt x="61118" y="34168"/>
                  </a:lnTo>
                  <a:lnTo>
                    <a:pt x="57086" y="37586"/>
                  </a:lnTo>
                  <a:lnTo>
                    <a:pt x="53164" y="41129"/>
                  </a:lnTo>
                  <a:lnTo>
                    <a:pt x="49355" y="44794"/>
                  </a:lnTo>
                  <a:lnTo>
                    <a:pt x="45665" y="48578"/>
                  </a:lnTo>
                  <a:lnTo>
                    <a:pt x="42096" y="52476"/>
                  </a:lnTo>
                  <a:lnTo>
                    <a:pt x="38652" y="56485"/>
                  </a:lnTo>
                  <a:lnTo>
                    <a:pt x="35337" y="60602"/>
                  </a:lnTo>
                  <a:lnTo>
                    <a:pt x="32153" y="64821"/>
                  </a:lnTo>
                  <a:lnTo>
                    <a:pt x="29104" y="69138"/>
                  </a:lnTo>
                  <a:lnTo>
                    <a:pt x="26194" y="73550"/>
                  </a:lnTo>
                  <a:lnTo>
                    <a:pt x="23424" y="78052"/>
                  </a:lnTo>
                  <a:lnTo>
                    <a:pt x="20798" y="82639"/>
                  </a:lnTo>
                  <a:lnTo>
                    <a:pt x="18318" y="87306"/>
                  </a:lnTo>
                  <a:lnTo>
                    <a:pt x="15987" y="92050"/>
                  </a:lnTo>
                  <a:lnTo>
                    <a:pt x="13807" y="96865"/>
                  </a:lnTo>
                  <a:lnTo>
                    <a:pt x="11781" y="101746"/>
                  </a:lnTo>
                  <a:lnTo>
                    <a:pt x="9910" y="106690"/>
                  </a:lnTo>
                  <a:lnTo>
                    <a:pt x="8196" y="111689"/>
                  </a:lnTo>
                  <a:lnTo>
                    <a:pt x="6640" y="116741"/>
                  </a:lnTo>
                  <a:lnTo>
                    <a:pt x="5246" y="121839"/>
                  </a:lnTo>
                  <a:lnTo>
                    <a:pt x="4013" y="126979"/>
                  </a:lnTo>
                  <a:lnTo>
                    <a:pt x="2944" y="132155"/>
                  </a:lnTo>
                  <a:lnTo>
                    <a:pt x="2038" y="137362"/>
                  </a:lnTo>
                  <a:lnTo>
                    <a:pt x="1298" y="142595"/>
                  </a:lnTo>
                  <a:lnTo>
                    <a:pt x="723" y="147850"/>
                  </a:lnTo>
                  <a:lnTo>
                    <a:pt x="315" y="153119"/>
                  </a:lnTo>
                  <a:lnTo>
                    <a:pt x="74" y="158399"/>
                  </a:lnTo>
                  <a:lnTo>
                    <a:pt x="0" y="163684"/>
                  </a:lnTo>
                  <a:lnTo>
                    <a:pt x="92" y="168969"/>
                  </a:lnTo>
                  <a:lnTo>
                    <a:pt x="352" y="174248"/>
                  </a:lnTo>
                  <a:lnTo>
                    <a:pt x="779" y="179516"/>
                  </a:lnTo>
                  <a:lnTo>
                    <a:pt x="1372" y="184768"/>
                  </a:lnTo>
                  <a:lnTo>
                    <a:pt x="2130" y="189999"/>
                  </a:lnTo>
                  <a:lnTo>
                    <a:pt x="3054" y="195203"/>
                  </a:lnTo>
                  <a:lnTo>
                    <a:pt x="4142" y="200375"/>
                  </a:lnTo>
                  <a:lnTo>
                    <a:pt x="5392" y="205511"/>
                  </a:lnTo>
                  <a:lnTo>
                    <a:pt x="6805" y="210604"/>
                  </a:lnTo>
                  <a:lnTo>
                    <a:pt x="8377" y="215650"/>
                  </a:lnTo>
                  <a:lnTo>
                    <a:pt x="10109" y="220644"/>
                  </a:lnTo>
                  <a:lnTo>
                    <a:pt x="11997" y="225580"/>
                  </a:lnTo>
                  <a:lnTo>
                    <a:pt x="14041" y="230455"/>
                  </a:lnTo>
                  <a:lnTo>
                    <a:pt x="16238" y="235262"/>
                  </a:lnTo>
                  <a:lnTo>
                    <a:pt x="18585" y="239998"/>
                  </a:lnTo>
                  <a:lnTo>
                    <a:pt x="21081" y="244656"/>
                  </a:lnTo>
                  <a:lnTo>
                    <a:pt x="23723" y="249234"/>
                  </a:lnTo>
                  <a:lnTo>
                    <a:pt x="26509" y="253726"/>
                  </a:lnTo>
                  <a:lnTo>
                    <a:pt x="29435" y="258128"/>
                  </a:lnTo>
                  <a:lnTo>
                    <a:pt x="32499" y="262434"/>
                  </a:lnTo>
                  <a:lnTo>
                    <a:pt x="35697" y="266642"/>
                  </a:lnTo>
                  <a:lnTo>
                    <a:pt x="39027" y="270747"/>
                  </a:lnTo>
                  <a:lnTo>
                    <a:pt x="42485" y="274744"/>
                  </a:lnTo>
                  <a:lnTo>
                    <a:pt x="46067" y="278630"/>
                  </a:lnTo>
                  <a:lnTo>
                    <a:pt x="49771" y="282401"/>
                  </a:lnTo>
                  <a:lnTo>
                    <a:pt x="53592" y="286053"/>
                  </a:lnTo>
                  <a:lnTo>
                    <a:pt x="57527" y="289582"/>
                  </a:lnTo>
                  <a:lnTo>
                    <a:pt x="61571" y="292985"/>
                  </a:lnTo>
                  <a:lnTo>
                    <a:pt x="65721" y="296259"/>
                  </a:lnTo>
                  <a:lnTo>
                    <a:pt x="69972" y="299399"/>
                  </a:lnTo>
                  <a:lnTo>
                    <a:pt x="74320" y="302404"/>
                  </a:lnTo>
                  <a:lnTo>
                    <a:pt x="78761" y="305270"/>
                  </a:lnTo>
                  <a:lnTo>
                    <a:pt x="83291" y="307994"/>
                  </a:lnTo>
                  <a:lnTo>
                    <a:pt x="87904" y="310573"/>
                  </a:lnTo>
                  <a:lnTo>
                    <a:pt x="92596" y="313005"/>
                  </a:lnTo>
                  <a:lnTo>
                    <a:pt x="97364" y="315288"/>
                  </a:lnTo>
                  <a:lnTo>
                    <a:pt x="102200" y="317419"/>
                  </a:lnTo>
                  <a:lnTo>
                    <a:pt x="107102" y="319396"/>
                  </a:lnTo>
                  <a:lnTo>
                    <a:pt x="112064" y="321216"/>
                  </a:lnTo>
                  <a:lnTo>
                    <a:pt x="117081" y="322880"/>
                  </a:lnTo>
                  <a:lnTo>
                    <a:pt x="122148" y="324383"/>
                  </a:lnTo>
                  <a:lnTo>
                    <a:pt x="127260" y="325726"/>
                  </a:lnTo>
                  <a:lnTo>
                    <a:pt x="132412" y="326906"/>
                  </a:lnTo>
                  <a:lnTo>
                    <a:pt x="137599" y="327923"/>
                  </a:lnTo>
                  <a:lnTo>
                    <a:pt x="142815" y="328776"/>
                  </a:lnTo>
                  <a:lnTo>
                    <a:pt x="148056" y="329463"/>
                  </a:lnTo>
                  <a:lnTo>
                    <a:pt x="153315" y="329984"/>
                  </a:lnTo>
                  <a:lnTo>
                    <a:pt x="158589" y="330339"/>
                  </a:lnTo>
                  <a:lnTo>
                    <a:pt x="163871" y="330527"/>
                  </a:lnTo>
                  <a:lnTo>
                    <a:pt x="169156" y="330547"/>
                  </a:lnTo>
                  <a:lnTo>
                    <a:pt x="174440" y="330401"/>
                  </a:lnTo>
                  <a:lnTo>
                    <a:pt x="179716" y="330087"/>
                  </a:lnTo>
                  <a:lnTo>
                    <a:pt x="184980" y="329607"/>
                  </a:lnTo>
                  <a:lnTo>
                    <a:pt x="190225" y="328961"/>
                  </a:lnTo>
                  <a:lnTo>
                    <a:pt x="195448" y="328149"/>
                  </a:lnTo>
                  <a:lnTo>
                    <a:pt x="200643" y="327173"/>
                  </a:lnTo>
                  <a:lnTo>
                    <a:pt x="205804" y="326033"/>
                  </a:lnTo>
                  <a:lnTo>
                    <a:pt x="210926" y="324730"/>
                  </a:lnTo>
                  <a:lnTo>
                    <a:pt x="216005" y="323266"/>
                  </a:lnTo>
                  <a:lnTo>
                    <a:pt x="221035" y="321642"/>
                  </a:lnTo>
                  <a:lnTo>
                    <a:pt x="226010" y="319860"/>
                  </a:lnTo>
                  <a:lnTo>
                    <a:pt x="230928" y="317922"/>
                  </a:lnTo>
                  <a:lnTo>
                    <a:pt x="235781" y="315829"/>
                  </a:lnTo>
                  <a:lnTo>
                    <a:pt x="240566" y="313583"/>
                  </a:lnTo>
                  <a:lnTo>
                    <a:pt x="245277" y="311188"/>
                  </a:lnTo>
                  <a:lnTo>
                    <a:pt x="249911" y="308645"/>
                  </a:lnTo>
                  <a:lnTo>
                    <a:pt x="254461" y="305956"/>
                  </a:lnTo>
                  <a:lnTo>
                    <a:pt x="258925" y="303125"/>
                  </a:lnTo>
                  <a:lnTo>
                    <a:pt x="263296" y="300154"/>
                  </a:lnTo>
                  <a:lnTo>
                    <a:pt x="267572" y="297047"/>
                  </a:lnTo>
                  <a:lnTo>
                    <a:pt x="271747" y="293806"/>
                  </a:lnTo>
                  <a:lnTo>
                    <a:pt x="275818" y="290435"/>
                  </a:lnTo>
                  <a:lnTo>
                    <a:pt x="279780" y="286936"/>
                  </a:lnTo>
                  <a:lnTo>
                    <a:pt x="283629" y="283315"/>
                  </a:lnTo>
                  <a:lnTo>
                    <a:pt x="287362" y="279573"/>
                  </a:lnTo>
                  <a:lnTo>
                    <a:pt x="290975" y="275715"/>
                  </a:lnTo>
                  <a:lnTo>
                    <a:pt x="294464" y="271745"/>
                  </a:lnTo>
                  <a:lnTo>
                    <a:pt x="297826" y="267666"/>
                  </a:lnTo>
                  <a:lnTo>
                    <a:pt x="301057" y="263483"/>
                  </a:lnTo>
                  <a:lnTo>
                    <a:pt x="304154" y="259201"/>
                  </a:lnTo>
                  <a:lnTo>
                    <a:pt x="307115" y="254822"/>
                  </a:lnTo>
                  <a:lnTo>
                    <a:pt x="309935" y="250352"/>
                  </a:lnTo>
                  <a:lnTo>
                    <a:pt x="312613" y="245795"/>
                  </a:lnTo>
                  <a:lnTo>
                    <a:pt x="315145" y="241156"/>
                  </a:lnTo>
                  <a:lnTo>
                    <a:pt x="317530" y="236439"/>
                  </a:lnTo>
                  <a:lnTo>
                    <a:pt x="319764" y="231649"/>
                  </a:lnTo>
                  <a:lnTo>
                    <a:pt x="321845" y="226791"/>
                  </a:lnTo>
                  <a:lnTo>
                    <a:pt x="323772" y="221869"/>
                  </a:lnTo>
                  <a:lnTo>
                    <a:pt x="325543" y="216889"/>
                  </a:lnTo>
                  <a:lnTo>
                    <a:pt x="327155" y="211855"/>
                  </a:lnTo>
                  <a:lnTo>
                    <a:pt x="328607" y="206773"/>
                  </a:lnTo>
                  <a:lnTo>
                    <a:pt x="329898" y="201648"/>
                  </a:lnTo>
                  <a:lnTo>
                    <a:pt x="331026" y="196484"/>
                  </a:lnTo>
                  <a:lnTo>
                    <a:pt x="331990" y="191287"/>
                  </a:lnTo>
                  <a:lnTo>
                    <a:pt x="332790" y="186063"/>
                  </a:lnTo>
                  <a:lnTo>
                    <a:pt x="333424" y="180815"/>
                  </a:lnTo>
                  <a:lnTo>
                    <a:pt x="333891" y="175551"/>
                  </a:lnTo>
                  <a:lnTo>
                    <a:pt x="334192" y="170274"/>
                  </a:lnTo>
                  <a:lnTo>
                    <a:pt x="334326" y="164990"/>
                  </a:lnTo>
                  <a:lnTo>
                    <a:pt x="334293" y="159705"/>
                  </a:lnTo>
                  <a:lnTo>
                    <a:pt x="334093" y="154423"/>
                  </a:lnTo>
                  <a:lnTo>
                    <a:pt x="333726" y="149150"/>
                  </a:lnTo>
                  <a:lnTo>
                    <a:pt x="333193" y="143892"/>
                  </a:lnTo>
                  <a:lnTo>
                    <a:pt x="332493" y="138653"/>
                  </a:lnTo>
                  <a:lnTo>
                    <a:pt x="331629" y="133439"/>
                  </a:lnTo>
                  <a:lnTo>
                    <a:pt x="330600" y="128254"/>
                  </a:lnTo>
                  <a:lnTo>
                    <a:pt x="329407" y="123105"/>
                  </a:lnTo>
                  <a:lnTo>
                    <a:pt x="328052" y="117996"/>
                  </a:lnTo>
                  <a:lnTo>
                    <a:pt x="326537" y="112933"/>
                  </a:lnTo>
                  <a:lnTo>
                    <a:pt x="324862" y="107920"/>
                  </a:lnTo>
                  <a:lnTo>
                    <a:pt x="323030" y="102962"/>
                  </a:lnTo>
                  <a:lnTo>
                    <a:pt x="321041" y="98065"/>
                  </a:lnTo>
                  <a:lnTo>
                    <a:pt x="318899" y="93233"/>
                  </a:lnTo>
                  <a:lnTo>
                    <a:pt x="316605" y="88471"/>
                  </a:lnTo>
                  <a:lnTo>
                    <a:pt x="314162" y="83784"/>
                  </a:lnTo>
                  <a:lnTo>
                    <a:pt x="311572" y="79177"/>
                  </a:lnTo>
                  <a:lnTo>
                    <a:pt x="308837" y="74654"/>
                  </a:lnTo>
                  <a:lnTo>
                    <a:pt x="305961" y="70220"/>
                  </a:lnTo>
                  <a:lnTo>
                    <a:pt x="302946" y="65878"/>
                  </a:lnTo>
                  <a:lnTo>
                    <a:pt x="299796" y="61635"/>
                  </a:lnTo>
                  <a:lnTo>
                    <a:pt x="296513" y="57493"/>
                  </a:lnTo>
                  <a:lnTo>
                    <a:pt x="293100" y="53456"/>
                  </a:lnTo>
                  <a:lnTo>
                    <a:pt x="289562" y="49530"/>
                  </a:lnTo>
                  <a:lnTo>
                    <a:pt x="285901" y="45718"/>
                  </a:lnTo>
                  <a:lnTo>
                    <a:pt x="282121" y="42023"/>
                  </a:lnTo>
                  <a:lnTo>
                    <a:pt x="278227" y="38449"/>
                  </a:lnTo>
                  <a:lnTo>
                    <a:pt x="274222" y="35001"/>
                  </a:lnTo>
                  <a:lnTo>
                    <a:pt x="270109" y="31681"/>
                  </a:lnTo>
                  <a:lnTo>
                    <a:pt x="265894" y="28492"/>
                  </a:lnTo>
                  <a:lnTo>
                    <a:pt x="261580" y="25438"/>
                  </a:lnTo>
                  <a:lnTo>
                    <a:pt x="257171" y="22523"/>
                  </a:lnTo>
                  <a:lnTo>
                    <a:pt x="252673" y="19748"/>
                  </a:lnTo>
                  <a:lnTo>
                    <a:pt x="248089" y="17116"/>
                  </a:lnTo>
                  <a:lnTo>
                    <a:pt x="243424" y="14631"/>
                  </a:lnTo>
                  <a:lnTo>
                    <a:pt x="238683" y="12295"/>
                  </a:lnTo>
                  <a:lnTo>
                    <a:pt x="233871" y="10109"/>
                  </a:lnTo>
                  <a:lnTo>
                    <a:pt x="228992" y="8077"/>
                  </a:lnTo>
                  <a:lnTo>
                    <a:pt x="224051" y="6200"/>
                  </a:lnTo>
                  <a:lnTo>
                    <a:pt x="219053" y="4480"/>
                  </a:lnTo>
                  <a:lnTo>
                    <a:pt x="214003" y="2920"/>
                  </a:lnTo>
                  <a:lnTo>
                    <a:pt x="208907" y="1519"/>
                  </a:lnTo>
                  <a:lnTo>
                    <a:pt x="167167" y="1633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41739" cy="167167"/>
            </a:xfrm>
            <a:custGeom>
              <a:avLst/>
              <a:pathLst>
                <a:path w="41739" h="167167">
                  <a:moveTo>
                    <a:pt x="41739" y="5294"/>
                  </a:moveTo>
                  <a:lnTo>
                    <a:pt x="35878" y="3895"/>
                  </a:lnTo>
                  <a:lnTo>
                    <a:pt x="29970" y="2708"/>
                  </a:lnTo>
                  <a:lnTo>
                    <a:pt x="24023" y="1735"/>
                  </a:lnTo>
                  <a:lnTo>
                    <a:pt x="18044" y="976"/>
                  </a:lnTo>
                  <a:lnTo>
                    <a:pt x="12042" y="434"/>
                  </a:lnTo>
                  <a:lnTo>
                    <a:pt x="602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642" y="2126963"/>
              <a:ext cx="6829" cy="167167"/>
            </a:xfrm>
            <a:custGeom>
              <a:avLst/>
              <a:pathLst>
                <a:path w="6829" h="167167">
                  <a:moveTo>
                    <a:pt x="6829" y="0"/>
                  </a:moveTo>
                  <a:lnTo>
                    <a:pt x="0" y="139"/>
                  </a:lnTo>
                  <a:lnTo>
                    <a:pt x="68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1642" y="2127103"/>
              <a:ext cx="6829" cy="167027"/>
            </a:xfrm>
            <a:custGeom>
              <a:avLst/>
              <a:pathLst>
                <a:path w="6829" h="167027">
                  <a:moveTo>
                    <a:pt x="0" y="0"/>
                  </a:moveTo>
                  <a:lnTo>
                    <a:pt x="6829" y="167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61308" y="2127103"/>
              <a:ext cx="167163" cy="332933"/>
            </a:xfrm>
            <a:custGeom>
              <a:avLst/>
              <a:pathLst>
                <a:path w="167163" h="332933">
                  <a:moveTo>
                    <a:pt x="160333" y="0"/>
                  </a:moveTo>
                  <a:lnTo>
                    <a:pt x="154990" y="304"/>
                  </a:lnTo>
                  <a:lnTo>
                    <a:pt x="149659" y="779"/>
                  </a:lnTo>
                  <a:lnTo>
                    <a:pt x="144345" y="1424"/>
                  </a:lnTo>
                  <a:lnTo>
                    <a:pt x="139056" y="2240"/>
                  </a:lnTo>
                  <a:lnTo>
                    <a:pt x="133794" y="3224"/>
                  </a:lnTo>
                  <a:lnTo>
                    <a:pt x="128568" y="4376"/>
                  </a:lnTo>
                  <a:lnTo>
                    <a:pt x="123380" y="5695"/>
                  </a:lnTo>
                  <a:lnTo>
                    <a:pt x="118238" y="7180"/>
                  </a:lnTo>
                  <a:lnTo>
                    <a:pt x="113146" y="8828"/>
                  </a:lnTo>
                  <a:lnTo>
                    <a:pt x="108109" y="10638"/>
                  </a:lnTo>
                  <a:lnTo>
                    <a:pt x="103133" y="12609"/>
                  </a:lnTo>
                  <a:lnTo>
                    <a:pt x="98222" y="14738"/>
                  </a:lnTo>
                  <a:lnTo>
                    <a:pt x="93382" y="17023"/>
                  </a:lnTo>
                  <a:lnTo>
                    <a:pt x="88618" y="19462"/>
                  </a:lnTo>
                  <a:lnTo>
                    <a:pt x="83934" y="22052"/>
                  </a:lnTo>
                  <a:lnTo>
                    <a:pt x="79335" y="24791"/>
                  </a:lnTo>
                  <a:lnTo>
                    <a:pt x="74827" y="27675"/>
                  </a:lnTo>
                  <a:lnTo>
                    <a:pt x="70413" y="30703"/>
                  </a:lnTo>
                  <a:lnTo>
                    <a:pt x="66098" y="33870"/>
                  </a:lnTo>
                  <a:lnTo>
                    <a:pt x="61887" y="37174"/>
                  </a:lnTo>
                  <a:lnTo>
                    <a:pt x="57784" y="40610"/>
                  </a:lnTo>
                  <a:lnTo>
                    <a:pt x="53793" y="44177"/>
                  </a:lnTo>
                  <a:lnTo>
                    <a:pt x="49918" y="47869"/>
                  </a:lnTo>
                  <a:lnTo>
                    <a:pt x="46164" y="51684"/>
                  </a:lnTo>
                  <a:lnTo>
                    <a:pt x="42533" y="55616"/>
                  </a:lnTo>
                  <a:lnTo>
                    <a:pt x="39030" y="59663"/>
                  </a:lnTo>
                  <a:lnTo>
                    <a:pt x="35659" y="63820"/>
                  </a:lnTo>
                  <a:lnTo>
                    <a:pt x="32422" y="68083"/>
                  </a:lnTo>
                  <a:lnTo>
                    <a:pt x="29324" y="72447"/>
                  </a:lnTo>
                  <a:lnTo>
                    <a:pt x="26367" y="76909"/>
                  </a:lnTo>
                  <a:lnTo>
                    <a:pt x="23554" y="81462"/>
                  </a:lnTo>
                  <a:lnTo>
                    <a:pt x="20888" y="86104"/>
                  </a:lnTo>
                  <a:lnTo>
                    <a:pt x="18372" y="90828"/>
                  </a:lnTo>
                  <a:lnTo>
                    <a:pt x="16009" y="95630"/>
                  </a:lnTo>
                  <a:lnTo>
                    <a:pt x="13801" y="100506"/>
                  </a:lnTo>
                  <a:lnTo>
                    <a:pt x="11750" y="105450"/>
                  </a:lnTo>
                  <a:lnTo>
                    <a:pt x="9858" y="110456"/>
                  </a:lnTo>
                  <a:lnTo>
                    <a:pt x="8128" y="115521"/>
                  </a:lnTo>
                  <a:lnTo>
                    <a:pt x="6561" y="120639"/>
                  </a:lnTo>
                  <a:lnTo>
                    <a:pt x="5158" y="125804"/>
                  </a:lnTo>
                  <a:lnTo>
                    <a:pt x="3921" y="131012"/>
                  </a:lnTo>
                  <a:lnTo>
                    <a:pt x="2852" y="136256"/>
                  </a:lnTo>
                  <a:lnTo>
                    <a:pt x="1951" y="141532"/>
                  </a:lnTo>
                  <a:lnTo>
                    <a:pt x="1220" y="146834"/>
                  </a:lnTo>
                  <a:lnTo>
                    <a:pt x="658" y="152157"/>
                  </a:lnTo>
                  <a:lnTo>
                    <a:pt x="267" y="157495"/>
                  </a:lnTo>
                  <a:lnTo>
                    <a:pt x="48" y="162843"/>
                  </a:lnTo>
                  <a:lnTo>
                    <a:pt x="0" y="168195"/>
                  </a:lnTo>
                  <a:lnTo>
                    <a:pt x="123" y="173546"/>
                  </a:lnTo>
                  <a:lnTo>
                    <a:pt x="417" y="178890"/>
                  </a:lnTo>
                  <a:lnTo>
                    <a:pt x="882" y="184222"/>
                  </a:lnTo>
                  <a:lnTo>
                    <a:pt x="1518" y="189537"/>
                  </a:lnTo>
                  <a:lnTo>
                    <a:pt x="2323" y="194828"/>
                  </a:lnTo>
                  <a:lnTo>
                    <a:pt x="3298" y="200091"/>
                  </a:lnTo>
                  <a:lnTo>
                    <a:pt x="4440" y="205320"/>
                  </a:lnTo>
                  <a:lnTo>
                    <a:pt x="5750" y="210509"/>
                  </a:lnTo>
                  <a:lnTo>
                    <a:pt x="7224" y="215655"/>
                  </a:lnTo>
                  <a:lnTo>
                    <a:pt x="8863" y="220750"/>
                  </a:lnTo>
                  <a:lnTo>
                    <a:pt x="10664" y="225790"/>
                  </a:lnTo>
                  <a:lnTo>
                    <a:pt x="12625" y="230770"/>
                  </a:lnTo>
                  <a:lnTo>
                    <a:pt x="14745" y="235685"/>
                  </a:lnTo>
                  <a:lnTo>
                    <a:pt x="17021" y="240529"/>
                  </a:lnTo>
                  <a:lnTo>
                    <a:pt x="19451" y="245298"/>
                  </a:lnTo>
                  <a:lnTo>
                    <a:pt x="22033" y="249986"/>
                  </a:lnTo>
                  <a:lnTo>
                    <a:pt x="24763" y="254590"/>
                  </a:lnTo>
                  <a:lnTo>
                    <a:pt x="27639" y="259104"/>
                  </a:lnTo>
                  <a:lnTo>
                    <a:pt x="30658" y="263523"/>
                  </a:lnTo>
                  <a:lnTo>
                    <a:pt x="33818" y="267844"/>
                  </a:lnTo>
                  <a:lnTo>
                    <a:pt x="37113" y="272061"/>
                  </a:lnTo>
                  <a:lnTo>
                    <a:pt x="40543" y="276171"/>
                  </a:lnTo>
                  <a:lnTo>
                    <a:pt x="44102" y="280168"/>
                  </a:lnTo>
                  <a:lnTo>
                    <a:pt x="47787" y="284050"/>
                  </a:lnTo>
                  <a:lnTo>
                    <a:pt x="51594" y="287812"/>
                  </a:lnTo>
                  <a:lnTo>
                    <a:pt x="55520" y="291449"/>
                  </a:lnTo>
                  <a:lnTo>
                    <a:pt x="59561" y="294960"/>
                  </a:lnTo>
                  <a:lnTo>
                    <a:pt x="63711" y="298339"/>
                  </a:lnTo>
                  <a:lnTo>
                    <a:pt x="67968" y="301583"/>
                  </a:lnTo>
                  <a:lnTo>
                    <a:pt x="72327" y="304690"/>
                  </a:lnTo>
                  <a:lnTo>
                    <a:pt x="76782" y="307656"/>
                  </a:lnTo>
                  <a:lnTo>
                    <a:pt x="81331" y="310477"/>
                  </a:lnTo>
                  <a:lnTo>
                    <a:pt x="85967" y="313151"/>
                  </a:lnTo>
                  <a:lnTo>
                    <a:pt x="90686" y="315676"/>
                  </a:lnTo>
                  <a:lnTo>
                    <a:pt x="95484" y="318048"/>
                  </a:lnTo>
                  <a:lnTo>
                    <a:pt x="100356" y="320265"/>
                  </a:lnTo>
                  <a:lnTo>
                    <a:pt x="105296" y="322325"/>
                  </a:lnTo>
                  <a:lnTo>
                    <a:pt x="110299" y="324226"/>
                  </a:lnTo>
                  <a:lnTo>
                    <a:pt x="115361" y="325966"/>
                  </a:lnTo>
                  <a:lnTo>
                    <a:pt x="120476" y="327543"/>
                  </a:lnTo>
                  <a:lnTo>
                    <a:pt x="125638" y="328955"/>
                  </a:lnTo>
                  <a:lnTo>
                    <a:pt x="130843" y="330202"/>
                  </a:lnTo>
                  <a:lnTo>
                    <a:pt x="136086" y="331281"/>
                  </a:lnTo>
                  <a:lnTo>
                    <a:pt x="141360" y="332191"/>
                  </a:lnTo>
                  <a:lnTo>
                    <a:pt x="146661" y="332933"/>
                  </a:lnTo>
                  <a:lnTo>
                    <a:pt x="167163" y="167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07970" y="2126963"/>
              <a:ext cx="187669" cy="334332"/>
            </a:xfrm>
            <a:custGeom>
              <a:avLst/>
              <a:pathLst>
                <a:path w="187669" h="334332">
                  <a:moveTo>
                    <a:pt x="0" y="333072"/>
                  </a:moveTo>
                  <a:lnTo>
                    <a:pt x="5319" y="333643"/>
                  </a:lnTo>
                  <a:lnTo>
                    <a:pt x="10654" y="334044"/>
                  </a:lnTo>
                  <a:lnTo>
                    <a:pt x="15999" y="334274"/>
                  </a:lnTo>
                  <a:lnTo>
                    <a:pt x="21349" y="334332"/>
                  </a:lnTo>
                  <a:lnTo>
                    <a:pt x="26698" y="334220"/>
                  </a:lnTo>
                  <a:lnTo>
                    <a:pt x="32040" y="333936"/>
                  </a:lnTo>
                  <a:lnTo>
                    <a:pt x="37371" y="333481"/>
                  </a:lnTo>
                  <a:lnTo>
                    <a:pt x="42684" y="332856"/>
                  </a:lnTo>
                  <a:lnTo>
                    <a:pt x="47975" y="332061"/>
                  </a:lnTo>
                  <a:lnTo>
                    <a:pt x="53237" y="331098"/>
                  </a:lnTo>
                  <a:lnTo>
                    <a:pt x="58466" y="329966"/>
                  </a:lnTo>
                  <a:lnTo>
                    <a:pt x="63656" y="328668"/>
                  </a:lnTo>
                  <a:lnTo>
                    <a:pt x="68802" y="327204"/>
                  </a:lnTo>
                  <a:lnTo>
                    <a:pt x="73899" y="325577"/>
                  </a:lnTo>
                  <a:lnTo>
                    <a:pt x="78941" y="323787"/>
                  </a:lnTo>
                  <a:lnTo>
                    <a:pt x="83923" y="321837"/>
                  </a:lnTo>
                  <a:lnTo>
                    <a:pt x="88839" y="319728"/>
                  </a:lnTo>
                  <a:lnTo>
                    <a:pt x="93686" y="317463"/>
                  </a:lnTo>
                  <a:lnTo>
                    <a:pt x="98458" y="315044"/>
                  </a:lnTo>
                  <a:lnTo>
                    <a:pt x="103150" y="312474"/>
                  </a:lnTo>
                  <a:lnTo>
                    <a:pt x="107758" y="309755"/>
                  </a:lnTo>
                  <a:lnTo>
                    <a:pt x="112276" y="306890"/>
                  </a:lnTo>
                  <a:lnTo>
                    <a:pt x="116700" y="303881"/>
                  </a:lnTo>
                  <a:lnTo>
                    <a:pt x="121026" y="300733"/>
                  </a:lnTo>
                  <a:lnTo>
                    <a:pt x="125248" y="297448"/>
                  </a:lnTo>
                  <a:lnTo>
                    <a:pt x="129364" y="294029"/>
                  </a:lnTo>
                  <a:lnTo>
                    <a:pt x="133368" y="290481"/>
                  </a:lnTo>
                  <a:lnTo>
                    <a:pt x="137256" y="286806"/>
                  </a:lnTo>
                  <a:lnTo>
                    <a:pt x="141024" y="283008"/>
                  </a:lnTo>
                  <a:lnTo>
                    <a:pt x="144670" y="279092"/>
                  </a:lnTo>
                  <a:lnTo>
                    <a:pt x="148188" y="275062"/>
                  </a:lnTo>
                  <a:lnTo>
                    <a:pt x="151575" y="270920"/>
                  </a:lnTo>
                  <a:lnTo>
                    <a:pt x="154828" y="266673"/>
                  </a:lnTo>
                  <a:lnTo>
                    <a:pt x="157943" y="262324"/>
                  </a:lnTo>
                  <a:lnTo>
                    <a:pt x="160918" y="257877"/>
                  </a:lnTo>
                  <a:lnTo>
                    <a:pt x="163749" y="253337"/>
                  </a:lnTo>
                  <a:lnTo>
                    <a:pt x="166433" y="248709"/>
                  </a:lnTo>
                  <a:lnTo>
                    <a:pt x="168967" y="243997"/>
                  </a:lnTo>
                  <a:lnTo>
                    <a:pt x="171350" y="239207"/>
                  </a:lnTo>
                  <a:lnTo>
                    <a:pt x="173578" y="234343"/>
                  </a:lnTo>
                  <a:lnTo>
                    <a:pt x="175649" y="229410"/>
                  </a:lnTo>
                  <a:lnTo>
                    <a:pt x="177561" y="224414"/>
                  </a:lnTo>
                  <a:lnTo>
                    <a:pt x="179313" y="219358"/>
                  </a:lnTo>
                  <a:lnTo>
                    <a:pt x="180902" y="214250"/>
                  </a:lnTo>
                  <a:lnTo>
                    <a:pt x="182326" y="209093"/>
                  </a:lnTo>
                  <a:lnTo>
                    <a:pt x="183585" y="203893"/>
                  </a:lnTo>
                  <a:lnTo>
                    <a:pt x="184677" y="198656"/>
                  </a:lnTo>
                  <a:lnTo>
                    <a:pt x="185600" y="193386"/>
                  </a:lnTo>
                  <a:lnTo>
                    <a:pt x="186355" y="188089"/>
                  </a:lnTo>
                  <a:lnTo>
                    <a:pt x="186939" y="182771"/>
                  </a:lnTo>
                  <a:lnTo>
                    <a:pt x="187353" y="177437"/>
                  </a:lnTo>
                  <a:lnTo>
                    <a:pt x="187596" y="172093"/>
                  </a:lnTo>
                  <a:lnTo>
                    <a:pt x="187669" y="166743"/>
                  </a:lnTo>
                  <a:lnTo>
                    <a:pt x="187569" y="161394"/>
                  </a:lnTo>
                  <a:lnTo>
                    <a:pt x="187299" y="156051"/>
                  </a:lnTo>
                  <a:lnTo>
                    <a:pt x="186858" y="150719"/>
                  </a:lnTo>
                  <a:lnTo>
                    <a:pt x="186246" y="145404"/>
                  </a:lnTo>
                  <a:lnTo>
                    <a:pt x="185465" y="140112"/>
                  </a:lnTo>
                  <a:lnTo>
                    <a:pt x="184515" y="134847"/>
                  </a:lnTo>
                  <a:lnTo>
                    <a:pt x="183397" y="129615"/>
                  </a:lnTo>
                  <a:lnTo>
                    <a:pt x="182112" y="124421"/>
                  </a:lnTo>
                  <a:lnTo>
                    <a:pt x="180661" y="119272"/>
                  </a:lnTo>
                  <a:lnTo>
                    <a:pt x="179046" y="114171"/>
                  </a:lnTo>
                  <a:lnTo>
                    <a:pt x="177269" y="109125"/>
                  </a:lnTo>
                  <a:lnTo>
                    <a:pt x="175332" y="104138"/>
                  </a:lnTo>
                  <a:lnTo>
                    <a:pt x="173235" y="99216"/>
                  </a:lnTo>
                  <a:lnTo>
                    <a:pt x="170983" y="94363"/>
                  </a:lnTo>
                  <a:lnTo>
                    <a:pt x="168576" y="89585"/>
                  </a:lnTo>
                  <a:lnTo>
                    <a:pt x="166018" y="84887"/>
                  </a:lnTo>
                  <a:lnTo>
                    <a:pt x="163310" y="80272"/>
                  </a:lnTo>
                  <a:lnTo>
                    <a:pt x="160456" y="75747"/>
                  </a:lnTo>
                  <a:lnTo>
                    <a:pt x="157459" y="71315"/>
                  </a:lnTo>
                  <a:lnTo>
                    <a:pt x="154322" y="66982"/>
                  </a:lnTo>
                  <a:lnTo>
                    <a:pt x="151047" y="62751"/>
                  </a:lnTo>
                  <a:lnTo>
                    <a:pt x="147639" y="58627"/>
                  </a:lnTo>
                  <a:lnTo>
                    <a:pt x="144101" y="54614"/>
                  </a:lnTo>
                  <a:lnTo>
                    <a:pt x="140436" y="50716"/>
                  </a:lnTo>
                  <a:lnTo>
                    <a:pt x="136648" y="46938"/>
                  </a:lnTo>
                  <a:lnTo>
                    <a:pt x="132741" y="43283"/>
                  </a:lnTo>
                  <a:lnTo>
                    <a:pt x="128719" y="39755"/>
                  </a:lnTo>
                  <a:lnTo>
                    <a:pt x="124587" y="36357"/>
                  </a:lnTo>
                  <a:lnTo>
                    <a:pt x="120348" y="33093"/>
                  </a:lnTo>
                  <a:lnTo>
                    <a:pt x="116006" y="29967"/>
                  </a:lnTo>
                  <a:lnTo>
                    <a:pt x="111567" y="26981"/>
                  </a:lnTo>
                  <a:lnTo>
                    <a:pt x="107034" y="24139"/>
                  </a:lnTo>
                  <a:lnTo>
                    <a:pt x="102413" y="21443"/>
                  </a:lnTo>
                  <a:lnTo>
                    <a:pt x="97708" y="18896"/>
                  </a:lnTo>
                  <a:lnTo>
                    <a:pt x="92924" y="16502"/>
                  </a:lnTo>
                  <a:lnTo>
                    <a:pt x="88065" y="14261"/>
                  </a:lnTo>
                  <a:lnTo>
                    <a:pt x="83138" y="12178"/>
                  </a:lnTo>
                  <a:lnTo>
                    <a:pt x="78146" y="10253"/>
                  </a:lnTo>
                  <a:lnTo>
                    <a:pt x="73095" y="8489"/>
                  </a:lnTo>
                  <a:lnTo>
                    <a:pt x="67991" y="6887"/>
                  </a:lnTo>
                  <a:lnTo>
                    <a:pt x="62837" y="5449"/>
                  </a:lnTo>
                  <a:lnTo>
                    <a:pt x="57641" y="4177"/>
                  </a:lnTo>
                  <a:lnTo>
                    <a:pt x="52406" y="3072"/>
                  </a:lnTo>
                  <a:lnTo>
                    <a:pt x="47139" y="2135"/>
                  </a:lnTo>
                  <a:lnTo>
                    <a:pt x="41844" y="1368"/>
                  </a:lnTo>
                  <a:lnTo>
                    <a:pt x="36528" y="769"/>
                  </a:lnTo>
                  <a:lnTo>
                    <a:pt x="31195" y="342"/>
                  </a:lnTo>
                  <a:lnTo>
                    <a:pt x="25851" y="85"/>
                  </a:lnTo>
                  <a:lnTo>
                    <a:pt x="20502" y="0"/>
                  </a:lnTo>
                  <a:lnTo>
                    <a:pt x="205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826" y="1681503"/>
              <a:ext cx="15408" cy="167167"/>
            </a:xfrm>
            <a:custGeom>
              <a:avLst/>
              <a:pathLst>
                <a:path w="15408" h="167167">
                  <a:moveTo>
                    <a:pt x="15408" y="0"/>
                  </a:moveTo>
                  <a:lnTo>
                    <a:pt x="0" y="711"/>
                  </a:lnTo>
                  <a:lnTo>
                    <a:pt x="1540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07826" y="1682214"/>
              <a:ext cx="15408" cy="166455"/>
            </a:xfrm>
            <a:custGeom>
              <a:avLst/>
              <a:pathLst>
                <a:path w="15408" h="166455">
                  <a:moveTo>
                    <a:pt x="0" y="0"/>
                  </a:moveTo>
                  <a:lnTo>
                    <a:pt x="15408" y="166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256071" y="1682214"/>
              <a:ext cx="334328" cy="333603"/>
            </a:xfrm>
            <a:custGeom>
              <a:avLst/>
              <a:pathLst>
                <a:path w="334328" h="333603">
                  <a:moveTo>
                    <a:pt x="151754" y="0"/>
                  </a:moveTo>
                  <a:lnTo>
                    <a:pt x="146502" y="570"/>
                  </a:lnTo>
                  <a:lnTo>
                    <a:pt x="141270" y="1305"/>
                  </a:lnTo>
                  <a:lnTo>
                    <a:pt x="136065" y="2206"/>
                  </a:lnTo>
                  <a:lnTo>
                    <a:pt x="130890" y="3271"/>
                  </a:lnTo>
                  <a:lnTo>
                    <a:pt x="125751" y="4498"/>
                  </a:lnTo>
                  <a:lnTo>
                    <a:pt x="120654" y="5888"/>
                  </a:lnTo>
                  <a:lnTo>
                    <a:pt x="115603" y="7438"/>
                  </a:lnTo>
                  <a:lnTo>
                    <a:pt x="110604" y="9146"/>
                  </a:lnTo>
                  <a:lnTo>
                    <a:pt x="105661" y="11012"/>
                  </a:lnTo>
                  <a:lnTo>
                    <a:pt x="100780" y="13033"/>
                  </a:lnTo>
                  <a:lnTo>
                    <a:pt x="95965" y="15208"/>
                  </a:lnTo>
                  <a:lnTo>
                    <a:pt x="91221" y="17533"/>
                  </a:lnTo>
                  <a:lnTo>
                    <a:pt x="86553" y="20007"/>
                  </a:lnTo>
                  <a:lnTo>
                    <a:pt x="81966" y="22628"/>
                  </a:lnTo>
                  <a:lnTo>
                    <a:pt x="77463" y="25392"/>
                  </a:lnTo>
                  <a:lnTo>
                    <a:pt x="73051" y="28297"/>
                  </a:lnTo>
                  <a:lnTo>
                    <a:pt x="68732" y="31340"/>
                  </a:lnTo>
                  <a:lnTo>
                    <a:pt x="64511" y="34518"/>
                  </a:lnTo>
                  <a:lnTo>
                    <a:pt x="60393" y="37827"/>
                  </a:lnTo>
                  <a:lnTo>
                    <a:pt x="56382" y="41265"/>
                  </a:lnTo>
                  <a:lnTo>
                    <a:pt x="52481" y="44829"/>
                  </a:lnTo>
                  <a:lnTo>
                    <a:pt x="48695" y="48513"/>
                  </a:lnTo>
                  <a:lnTo>
                    <a:pt x="45027" y="52316"/>
                  </a:lnTo>
                  <a:lnTo>
                    <a:pt x="41481" y="56232"/>
                  </a:lnTo>
                  <a:lnTo>
                    <a:pt x="38061" y="60259"/>
                  </a:lnTo>
                  <a:lnTo>
                    <a:pt x="34770" y="64392"/>
                  </a:lnTo>
                  <a:lnTo>
                    <a:pt x="31611" y="68626"/>
                  </a:lnTo>
                  <a:lnTo>
                    <a:pt x="28587" y="72958"/>
                  </a:lnTo>
                  <a:lnTo>
                    <a:pt x="25702" y="77384"/>
                  </a:lnTo>
                  <a:lnTo>
                    <a:pt x="22958" y="81899"/>
                  </a:lnTo>
                  <a:lnTo>
                    <a:pt x="20358" y="86498"/>
                  </a:lnTo>
                  <a:lnTo>
                    <a:pt x="17904" y="91177"/>
                  </a:lnTo>
                  <a:lnTo>
                    <a:pt x="15600" y="95931"/>
                  </a:lnTo>
                  <a:lnTo>
                    <a:pt x="13447" y="100756"/>
                  </a:lnTo>
                  <a:lnTo>
                    <a:pt x="11448" y="105646"/>
                  </a:lnTo>
                  <a:lnTo>
                    <a:pt x="9604" y="110597"/>
                  </a:lnTo>
                  <a:lnTo>
                    <a:pt x="7918" y="115604"/>
                  </a:lnTo>
                  <a:lnTo>
                    <a:pt x="6390" y="120661"/>
                  </a:lnTo>
                  <a:lnTo>
                    <a:pt x="5023" y="125765"/>
                  </a:lnTo>
                  <a:lnTo>
                    <a:pt x="3819" y="130909"/>
                  </a:lnTo>
                  <a:lnTo>
                    <a:pt x="2777" y="136088"/>
                  </a:lnTo>
                  <a:lnTo>
                    <a:pt x="1899" y="141298"/>
                  </a:lnTo>
                  <a:lnTo>
                    <a:pt x="1187" y="146533"/>
                  </a:lnTo>
                  <a:lnTo>
                    <a:pt x="640" y="151787"/>
                  </a:lnTo>
                  <a:lnTo>
                    <a:pt x="260" y="157057"/>
                  </a:lnTo>
                  <a:lnTo>
                    <a:pt x="46" y="162336"/>
                  </a:lnTo>
                  <a:lnTo>
                    <a:pt x="0" y="167619"/>
                  </a:lnTo>
                  <a:lnTo>
                    <a:pt x="120" y="172901"/>
                  </a:lnTo>
                  <a:lnTo>
                    <a:pt x="407" y="178176"/>
                  </a:lnTo>
                  <a:lnTo>
                    <a:pt x="860" y="183440"/>
                  </a:lnTo>
                  <a:lnTo>
                    <a:pt x="1480" y="188686"/>
                  </a:lnTo>
                  <a:lnTo>
                    <a:pt x="2265" y="193911"/>
                  </a:lnTo>
                  <a:lnTo>
                    <a:pt x="3215" y="199108"/>
                  </a:lnTo>
                  <a:lnTo>
                    <a:pt x="4329" y="204272"/>
                  </a:lnTo>
                  <a:lnTo>
                    <a:pt x="5605" y="209399"/>
                  </a:lnTo>
                  <a:lnTo>
                    <a:pt x="7043" y="214483"/>
                  </a:lnTo>
                  <a:lnTo>
                    <a:pt x="8641" y="219519"/>
                  </a:lnTo>
                  <a:lnTo>
                    <a:pt x="10397" y="224501"/>
                  </a:lnTo>
                  <a:lnTo>
                    <a:pt x="12309" y="229426"/>
                  </a:lnTo>
                  <a:lnTo>
                    <a:pt x="14377" y="234288"/>
                  </a:lnTo>
                  <a:lnTo>
                    <a:pt x="16596" y="239082"/>
                  </a:lnTo>
                  <a:lnTo>
                    <a:pt x="18967" y="243804"/>
                  </a:lnTo>
                  <a:lnTo>
                    <a:pt x="21485" y="248448"/>
                  </a:lnTo>
                  <a:lnTo>
                    <a:pt x="24149" y="253011"/>
                  </a:lnTo>
                  <a:lnTo>
                    <a:pt x="26955" y="257487"/>
                  </a:lnTo>
                  <a:lnTo>
                    <a:pt x="29902" y="261872"/>
                  </a:lnTo>
                  <a:lnTo>
                    <a:pt x="32985" y="266162"/>
                  </a:lnTo>
                  <a:lnTo>
                    <a:pt x="36203" y="270352"/>
                  </a:lnTo>
                  <a:lnTo>
                    <a:pt x="39552" y="274438"/>
                  </a:lnTo>
                  <a:lnTo>
                    <a:pt x="43028" y="278417"/>
                  </a:lnTo>
                  <a:lnTo>
                    <a:pt x="46628" y="282284"/>
                  </a:lnTo>
                  <a:lnTo>
                    <a:pt x="50348" y="286035"/>
                  </a:lnTo>
                  <a:lnTo>
                    <a:pt x="54185" y="289667"/>
                  </a:lnTo>
                  <a:lnTo>
                    <a:pt x="58135" y="293175"/>
                  </a:lnTo>
                  <a:lnTo>
                    <a:pt x="62194" y="296557"/>
                  </a:lnTo>
                  <a:lnTo>
                    <a:pt x="66358" y="299809"/>
                  </a:lnTo>
                  <a:lnTo>
                    <a:pt x="70622" y="302928"/>
                  </a:lnTo>
                  <a:lnTo>
                    <a:pt x="74983" y="305911"/>
                  </a:lnTo>
                  <a:lnTo>
                    <a:pt x="79436" y="308754"/>
                  </a:lnTo>
                  <a:lnTo>
                    <a:pt x="83976" y="311455"/>
                  </a:lnTo>
                  <a:lnTo>
                    <a:pt x="88600" y="314011"/>
                  </a:lnTo>
                  <a:lnTo>
                    <a:pt x="93302" y="316420"/>
                  </a:lnTo>
                  <a:lnTo>
                    <a:pt x="98077" y="318679"/>
                  </a:lnTo>
                  <a:lnTo>
                    <a:pt x="102922" y="320786"/>
                  </a:lnTo>
                  <a:lnTo>
                    <a:pt x="107831" y="322739"/>
                  </a:lnTo>
                  <a:lnTo>
                    <a:pt x="112799" y="324536"/>
                  </a:lnTo>
                  <a:lnTo>
                    <a:pt x="117822" y="326175"/>
                  </a:lnTo>
                  <a:lnTo>
                    <a:pt x="122894" y="327655"/>
                  </a:lnTo>
                  <a:lnTo>
                    <a:pt x="128010" y="328973"/>
                  </a:lnTo>
                  <a:lnTo>
                    <a:pt x="133165" y="330129"/>
                  </a:lnTo>
                  <a:lnTo>
                    <a:pt x="138354" y="331122"/>
                  </a:lnTo>
                  <a:lnTo>
                    <a:pt x="143572" y="331950"/>
                  </a:lnTo>
                  <a:lnTo>
                    <a:pt x="148813" y="332613"/>
                  </a:lnTo>
                  <a:lnTo>
                    <a:pt x="154073" y="333109"/>
                  </a:lnTo>
                  <a:lnTo>
                    <a:pt x="159346" y="333440"/>
                  </a:lnTo>
                  <a:lnTo>
                    <a:pt x="164626" y="333603"/>
                  </a:lnTo>
                  <a:lnTo>
                    <a:pt x="169909" y="333600"/>
                  </a:lnTo>
                  <a:lnTo>
                    <a:pt x="175190" y="333430"/>
                  </a:lnTo>
                  <a:lnTo>
                    <a:pt x="180462" y="333093"/>
                  </a:lnTo>
                  <a:lnTo>
                    <a:pt x="185721" y="332589"/>
                  </a:lnTo>
                  <a:lnTo>
                    <a:pt x="190962" y="331920"/>
                  </a:lnTo>
                  <a:lnTo>
                    <a:pt x="196179" y="331085"/>
                  </a:lnTo>
                  <a:lnTo>
                    <a:pt x="201367" y="330086"/>
                  </a:lnTo>
                  <a:lnTo>
                    <a:pt x="206520" y="328924"/>
                  </a:lnTo>
                  <a:lnTo>
                    <a:pt x="211635" y="327599"/>
                  </a:lnTo>
                  <a:lnTo>
                    <a:pt x="216705" y="326113"/>
                  </a:lnTo>
                  <a:lnTo>
                    <a:pt x="221725" y="324468"/>
                  </a:lnTo>
                  <a:lnTo>
                    <a:pt x="226691" y="322665"/>
                  </a:lnTo>
                  <a:lnTo>
                    <a:pt x="231598" y="320706"/>
                  </a:lnTo>
                  <a:lnTo>
                    <a:pt x="236440" y="318592"/>
                  </a:lnTo>
                  <a:lnTo>
                    <a:pt x="241213" y="316327"/>
                  </a:lnTo>
                  <a:lnTo>
                    <a:pt x="245912" y="313912"/>
                  </a:lnTo>
                  <a:lnTo>
                    <a:pt x="250532" y="311350"/>
                  </a:lnTo>
                  <a:lnTo>
                    <a:pt x="255069" y="308643"/>
                  </a:lnTo>
                  <a:lnTo>
                    <a:pt x="259518" y="305795"/>
                  </a:lnTo>
                  <a:lnTo>
                    <a:pt x="263875" y="302807"/>
                  </a:lnTo>
                  <a:lnTo>
                    <a:pt x="268136" y="299682"/>
                  </a:lnTo>
                  <a:lnTo>
                    <a:pt x="272295" y="296425"/>
                  </a:lnTo>
                  <a:lnTo>
                    <a:pt x="276350" y="293038"/>
                  </a:lnTo>
                  <a:lnTo>
                    <a:pt x="280295" y="289524"/>
                  </a:lnTo>
                  <a:lnTo>
                    <a:pt x="284128" y="285888"/>
                  </a:lnTo>
                  <a:lnTo>
                    <a:pt x="287843" y="282132"/>
                  </a:lnTo>
                  <a:lnTo>
                    <a:pt x="291439" y="278261"/>
                  </a:lnTo>
                  <a:lnTo>
                    <a:pt x="294910" y="274278"/>
                  </a:lnTo>
                  <a:lnTo>
                    <a:pt x="298253" y="270187"/>
                  </a:lnTo>
                  <a:lnTo>
                    <a:pt x="301465" y="265993"/>
                  </a:lnTo>
                  <a:lnTo>
                    <a:pt x="304544" y="261699"/>
                  </a:lnTo>
                  <a:lnTo>
                    <a:pt x="307485" y="257311"/>
                  </a:lnTo>
                  <a:lnTo>
                    <a:pt x="310286" y="252831"/>
                  </a:lnTo>
                  <a:lnTo>
                    <a:pt x="312944" y="248265"/>
                  </a:lnTo>
                  <a:lnTo>
                    <a:pt x="315456" y="243618"/>
                  </a:lnTo>
                  <a:lnTo>
                    <a:pt x="317821" y="238893"/>
                  </a:lnTo>
                  <a:lnTo>
                    <a:pt x="320034" y="234096"/>
                  </a:lnTo>
                  <a:lnTo>
                    <a:pt x="322095" y="229232"/>
                  </a:lnTo>
                  <a:lnTo>
                    <a:pt x="324002" y="224304"/>
                  </a:lnTo>
                  <a:lnTo>
                    <a:pt x="325752" y="219319"/>
                  </a:lnTo>
                  <a:lnTo>
                    <a:pt x="327343" y="214281"/>
                  </a:lnTo>
                  <a:lnTo>
                    <a:pt x="328774" y="209196"/>
                  </a:lnTo>
                  <a:lnTo>
                    <a:pt x="330044" y="204068"/>
                  </a:lnTo>
                  <a:lnTo>
                    <a:pt x="331151" y="198902"/>
                  </a:lnTo>
                  <a:lnTo>
                    <a:pt x="332095" y="193704"/>
                  </a:lnTo>
                  <a:lnTo>
                    <a:pt x="332873" y="188478"/>
                  </a:lnTo>
                  <a:lnTo>
                    <a:pt x="333487" y="183231"/>
                  </a:lnTo>
                  <a:lnTo>
                    <a:pt x="333934" y="177966"/>
                  </a:lnTo>
                  <a:lnTo>
                    <a:pt x="334214" y="172691"/>
                  </a:lnTo>
                  <a:lnTo>
                    <a:pt x="334328" y="167409"/>
                  </a:lnTo>
                  <a:lnTo>
                    <a:pt x="334274" y="162126"/>
                  </a:lnTo>
                  <a:lnTo>
                    <a:pt x="334054" y="156847"/>
                  </a:lnTo>
                  <a:lnTo>
                    <a:pt x="333667" y="151578"/>
                  </a:lnTo>
                  <a:lnTo>
                    <a:pt x="333114" y="146324"/>
                  </a:lnTo>
                  <a:lnTo>
                    <a:pt x="332395" y="141090"/>
                  </a:lnTo>
                  <a:lnTo>
                    <a:pt x="331511" y="135881"/>
                  </a:lnTo>
                  <a:lnTo>
                    <a:pt x="330462" y="130703"/>
                  </a:lnTo>
                  <a:lnTo>
                    <a:pt x="329251" y="125561"/>
                  </a:lnTo>
                  <a:lnTo>
                    <a:pt x="327878" y="120459"/>
                  </a:lnTo>
                  <a:lnTo>
                    <a:pt x="326344" y="115404"/>
                  </a:lnTo>
                  <a:lnTo>
                    <a:pt x="324651" y="110399"/>
                  </a:lnTo>
                  <a:lnTo>
                    <a:pt x="322801" y="105450"/>
                  </a:lnTo>
                  <a:lnTo>
                    <a:pt x="320796" y="100563"/>
                  </a:lnTo>
                  <a:lnTo>
                    <a:pt x="318637" y="95741"/>
                  </a:lnTo>
                  <a:lnTo>
                    <a:pt x="316327" y="90989"/>
                  </a:lnTo>
                  <a:lnTo>
                    <a:pt x="313868" y="86314"/>
                  </a:lnTo>
                  <a:lnTo>
                    <a:pt x="311262" y="81718"/>
                  </a:lnTo>
                  <a:lnTo>
                    <a:pt x="308512" y="77206"/>
                  </a:lnTo>
                  <a:lnTo>
                    <a:pt x="305621" y="72784"/>
                  </a:lnTo>
                  <a:lnTo>
                    <a:pt x="302592" y="68456"/>
                  </a:lnTo>
                  <a:lnTo>
                    <a:pt x="299428" y="64225"/>
                  </a:lnTo>
                  <a:lnTo>
                    <a:pt x="296131" y="60097"/>
                  </a:lnTo>
                  <a:lnTo>
                    <a:pt x="292706" y="56074"/>
                  </a:lnTo>
                  <a:lnTo>
                    <a:pt x="289155" y="52162"/>
                  </a:lnTo>
                  <a:lnTo>
                    <a:pt x="285482" y="48365"/>
                  </a:lnTo>
                  <a:lnTo>
                    <a:pt x="281692" y="44685"/>
                  </a:lnTo>
                  <a:lnTo>
                    <a:pt x="277787" y="41126"/>
                  </a:lnTo>
                  <a:lnTo>
                    <a:pt x="273771" y="37693"/>
                  </a:lnTo>
                  <a:lnTo>
                    <a:pt x="269649" y="34389"/>
                  </a:lnTo>
                  <a:lnTo>
                    <a:pt x="265424" y="31216"/>
                  </a:lnTo>
                  <a:lnTo>
                    <a:pt x="261102" y="28179"/>
                  </a:lnTo>
                  <a:lnTo>
                    <a:pt x="256685" y="25279"/>
                  </a:lnTo>
                  <a:lnTo>
                    <a:pt x="252179" y="22521"/>
                  </a:lnTo>
                  <a:lnTo>
                    <a:pt x="247588" y="19906"/>
                  </a:lnTo>
                  <a:lnTo>
                    <a:pt x="242917" y="17438"/>
                  </a:lnTo>
                  <a:lnTo>
                    <a:pt x="238171" y="15118"/>
                  </a:lnTo>
                  <a:lnTo>
                    <a:pt x="233353" y="12950"/>
                  </a:lnTo>
                  <a:lnTo>
                    <a:pt x="228469" y="10935"/>
                  </a:lnTo>
                  <a:lnTo>
                    <a:pt x="223524" y="9076"/>
                  </a:lnTo>
                  <a:lnTo>
                    <a:pt x="218523" y="7373"/>
                  </a:lnTo>
                  <a:lnTo>
                    <a:pt x="213470" y="5830"/>
                  </a:lnTo>
                  <a:lnTo>
                    <a:pt x="208371" y="4447"/>
                  </a:lnTo>
                  <a:lnTo>
                    <a:pt x="203231" y="3225"/>
                  </a:lnTo>
                  <a:lnTo>
                    <a:pt x="198055" y="2167"/>
                  </a:lnTo>
                  <a:lnTo>
                    <a:pt x="167163" y="16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30891" cy="167167"/>
            </a:xfrm>
            <a:custGeom>
              <a:avLst/>
              <a:pathLst>
                <a:path w="30891" h="167167">
                  <a:moveTo>
                    <a:pt x="30891" y="2879"/>
                  </a:moveTo>
                  <a:lnTo>
                    <a:pt x="23227" y="1621"/>
                  </a:lnTo>
                  <a:lnTo>
                    <a:pt x="15512" y="721"/>
                  </a:lnTo>
                  <a:lnTo>
                    <a:pt x="7764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853871" y="1322571"/>
              <a:ext cx="167167" cy="330002"/>
            </a:xfrm>
            <a:custGeom>
              <a:avLst/>
              <a:pathLst>
                <a:path w="167167" h="330002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6" y="4180"/>
                  </a:lnTo>
                  <a:lnTo>
                    <a:pt x="124817" y="5453"/>
                  </a:lnTo>
                  <a:lnTo>
                    <a:pt x="119663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3" y="16512"/>
                  </a:lnTo>
                  <a:lnTo>
                    <a:pt x="89937" y="18908"/>
                  </a:lnTo>
                  <a:lnTo>
                    <a:pt x="85231" y="21457"/>
                  </a:lnTo>
                  <a:lnTo>
                    <a:pt x="80609" y="24154"/>
                  </a:lnTo>
                  <a:lnTo>
                    <a:pt x="76075" y="26998"/>
                  </a:lnTo>
                  <a:lnTo>
                    <a:pt x="71635" y="29986"/>
                  </a:lnTo>
                  <a:lnTo>
                    <a:pt x="67293" y="33114"/>
                  </a:lnTo>
                  <a:lnTo>
                    <a:pt x="63053" y="36380"/>
                  </a:lnTo>
                  <a:lnTo>
                    <a:pt x="58920" y="39779"/>
                  </a:lnTo>
                  <a:lnTo>
                    <a:pt x="54898" y="43310"/>
                  </a:lnTo>
                  <a:lnTo>
                    <a:pt x="50990" y="46967"/>
                  </a:lnTo>
                  <a:lnTo>
                    <a:pt x="47202" y="50747"/>
                  </a:lnTo>
                  <a:lnTo>
                    <a:pt x="43537" y="54647"/>
                  </a:lnTo>
                  <a:lnTo>
                    <a:pt x="39999" y="58662"/>
                  </a:lnTo>
                  <a:lnTo>
                    <a:pt x="36591" y="62788"/>
                  </a:lnTo>
                  <a:lnTo>
                    <a:pt x="33316" y="67022"/>
                  </a:lnTo>
                  <a:lnTo>
                    <a:pt x="30179" y="71358"/>
                  </a:lnTo>
                  <a:lnTo>
                    <a:pt x="27183" y="75792"/>
                  </a:lnTo>
                  <a:lnTo>
                    <a:pt x="24329" y="80319"/>
                  </a:lnTo>
                  <a:lnTo>
                    <a:pt x="21623" y="84936"/>
                  </a:lnTo>
                  <a:lnTo>
                    <a:pt x="19065" y="89637"/>
                  </a:lnTo>
                  <a:lnTo>
                    <a:pt x="16659" y="94418"/>
                  </a:lnTo>
                  <a:lnTo>
                    <a:pt x="14408" y="99273"/>
                  </a:lnTo>
                  <a:lnTo>
                    <a:pt x="12312" y="104197"/>
                  </a:lnTo>
                  <a:lnTo>
                    <a:pt x="10376" y="109187"/>
                  </a:lnTo>
                  <a:lnTo>
                    <a:pt x="8601" y="114235"/>
                  </a:lnTo>
                  <a:lnTo>
                    <a:pt x="6987" y="119338"/>
                  </a:lnTo>
                  <a:lnTo>
                    <a:pt x="5539" y="124490"/>
                  </a:lnTo>
                  <a:lnTo>
                    <a:pt x="4255" y="129686"/>
                  </a:lnTo>
                  <a:lnTo>
                    <a:pt x="3139" y="134920"/>
                  </a:lnTo>
                  <a:lnTo>
                    <a:pt x="2191" y="140187"/>
                  </a:lnTo>
                  <a:lnTo>
                    <a:pt x="1412" y="145481"/>
                  </a:lnTo>
                  <a:lnTo>
                    <a:pt x="802" y="150798"/>
                  </a:lnTo>
                  <a:lnTo>
                    <a:pt x="364" y="156132"/>
                  </a:lnTo>
                  <a:lnTo>
                    <a:pt x="96" y="161477"/>
                  </a:lnTo>
                  <a:lnTo>
                    <a:pt x="0" y="166828"/>
                  </a:lnTo>
                  <a:lnTo>
                    <a:pt x="74" y="172179"/>
                  </a:lnTo>
                  <a:lnTo>
                    <a:pt x="320" y="177525"/>
                  </a:lnTo>
                  <a:lnTo>
                    <a:pt x="737" y="182861"/>
                  </a:lnTo>
                  <a:lnTo>
                    <a:pt x="1325" y="188180"/>
                  </a:lnTo>
                  <a:lnTo>
                    <a:pt x="2083" y="193478"/>
                  </a:lnTo>
                  <a:lnTo>
                    <a:pt x="3010" y="198749"/>
                  </a:lnTo>
                  <a:lnTo>
                    <a:pt x="4105" y="203988"/>
                  </a:lnTo>
                  <a:lnTo>
                    <a:pt x="5367" y="209188"/>
                  </a:lnTo>
                  <a:lnTo>
                    <a:pt x="6795" y="214346"/>
                  </a:lnTo>
                  <a:lnTo>
                    <a:pt x="8387" y="219455"/>
                  </a:lnTo>
                  <a:lnTo>
                    <a:pt x="10142" y="224511"/>
                  </a:lnTo>
                  <a:lnTo>
                    <a:pt x="12059" y="229508"/>
                  </a:lnTo>
                  <a:lnTo>
                    <a:pt x="14134" y="234441"/>
                  </a:lnTo>
                  <a:lnTo>
                    <a:pt x="16365" y="239305"/>
                  </a:lnTo>
                  <a:lnTo>
                    <a:pt x="18752" y="244096"/>
                  </a:lnTo>
                  <a:lnTo>
                    <a:pt x="21290" y="248807"/>
                  </a:lnTo>
                  <a:lnTo>
                    <a:pt x="23979" y="253435"/>
                  </a:lnTo>
                  <a:lnTo>
                    <a:pt x="26813" y="257974"/>
                  </a:lnTo>
                  <a:lnTo>
                    <a:pt x="29792" y="262420"/>
                  </a:lnTo>
                  <a:lnTo>
                    <a:pt x="32912" y="266769"/>
                  </a:lnTo>
                  <a:lnTo>
                    <a:pt x="36169" y="271015"/>
                  </a:lnTo>
                  <a:lnTo>
                    <a:pt x="39560" y="275155"/>
                  </a:lnTo>
                  <a:lnTo>
                    <a:pt x="43082" y="279185"/>
                  </a:lnTo>
                  <a:lnTo>
                    <a:pt x="46731" y="283099"/>
                  </a:lnTo>
                  <a:lnTo>
                    <a:pt x="50504" y="286895"/>
                  </a:lnTo>
                  <a:lnTo>
                    <a:pt x="54396" y="290568"/>
                  </a:lnTo>
                  <a:lnTo>
                    <a:pt x="58404" y="294115"/>
                  </a:lnTo>
                  <a:lnTo>
                    <a:pt x="62524" y="297531"/>
                  </a:lnTo>
                  <a:lnTo>
                    <a:pt x="66750" y="300814"/>
                  </a:lnTo>
                  <a:lnTo>
                    <a:pt x="71080" y="303960"/>
                  </a:lnTo>
                  <a:lnTo>
                    <a:pt x="75508" y="306965"/>
                  </a:lnTo>
                  <a:lnTo>
                    <a:pt x="80030" y="309828"/>
                  </a:lnTo>
                  <a:lnTo>
                    <a:pt x="84641" y="312544"/>
                  </a:lnTo>
                  <a:lnTo>
                    <a:pt x="89337" y="315111"/>
                  </a:lnTo>
                  <a:lnTo>
                    <a:pt x="94113" y="317527"/>
                  </a:lnTo>
                  <a:lnTo>
                    <a:pt x="98963" y="319788"/>
                  </a:lnTo>
                  <a:lnTo>
                    <a:pt x="103883" y="321893"/>
                  </a:lnTo>
                  <a:lnTo>
                    <a:pt x="108869" y="323840"/>
                  </a:lnTo>
                  <a:lnTo>
                    <a:pt x="113914" y="325625"/>
                  </a:lnTo>
                  <a:lnTo>
                    <a:pt x="119013" y="327249"/>
                  </a:lnTo>
                  <a:lnTo>
                    <a:pt x="124162" y="328708"/>
                  </a:lnTo>
                  <a:lnTo>
                    <a:pt x="129355" y="33000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3227" y="1489739"/>
              <a:ext cx="37811" cy="162835"/>
            </a:xfrm>
            <a:custGeom>
              <a:avLst/>
              <a:pathLst>
                <a:path w="37811" h="162835">
                  <a:moveTo>
                    <a:pt x="0" y="162835"/>
                  </a:moveTo>
                  <a:lnTo>
                    <a:pt x="378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3227" y="1325265"/>
              <a:ext cx="204965" cy="331638"/>
            </a:xfrm>
            <a:custGeom>
              <a:avLst/>
              <a:pathLst>
                <a:path w="204965" h="331638">
                  <a:moveTo>
                    <a:pt x="0" y="327308"/>
                  </a:moveTo>
                  <a:lnTo>
                    <a:pt x="5212" y="328431"/>
                  </a:lnTo>
                  <a:lnTo>
                    <a:pt x="10458" y="329387"/>
                  </a:lnTo>
                  <a:lnTo>
                    <a:pt x="15732" y="330176"/>
                  </a:lnTo>
                  <a:lnTo>
                    <a:pt x="21028" y="330796"/>
                  </a:lnTo>
                  <a:lnTo>
                    <a:pt x="26342" y="331247"/>
                  </a:lnTo>
                  <a:lnTo>
                    <a:pt x="31667" y="331527"/>
                  </a:lnTo>
                  <a:lnTo>
                    <a:pt x="36998" y="331638"/>
                  </a:lnTo>
                  <a:lnTo>
                    <a:pt x="42330" y="331579"/>
                  </a:lnTo>
                  <a:lnTo>
                    <a:pt x="47657" y="331350"/>
                  </a:lnTo>
                  <a:lnTo>
                    <a:pt x="52975" y="330951"/>
                  </a:lnTo>
                  <a:lnTo>
                    <a:pt x="58277" y="330383"/>
                  </a:lnTo>
                  <a:lnTo>
                    <a:pt x="63558" y="329646"/>
                  </a:lnTo>
                  <a:lnTo>
                    <a:pt x="68813" y="328741"/>
                  </a:lnTo>
                  <a:lnTo>
                    <a:pt x="74036" y="327668"/>
                  </a:lnTo>
                  <a:lnTo>
                    <a:pt x="79223" y="326430"/>
                  </a:lnTo>
                  <a:lnTo>
                    <a:pt x="84367" y="325027"/>
                  </a:lnTo>
                  <a:lnTo>
                    <a:pt x="89465" y="323460"/>
                  </a:lnTo>
                  <a:lnTo>
                    <a:pt x="94509" y="321732"/>
                  </a:lnTo>
                  <a:lnTo>
                    <a:pt x="99496" y="319843"/>
                  </a:lnTo>
                  <a:lnTo>
                    <a:pt x="104420" y="317797"/>
                  </a:lnTo>
                  <a:lnTo>
                    <a:pt x="109276" y="315594"/>
                  </a:lnTo>
                  <a:lnTo>
                    <a:pt x="114060" y="313238"/>
                  </a:lnTo>
                  <a:lnTo>
                    <a:pt x="118766" y="310731"/>
                  </a:lnTo>
                  <a:lnTo>
                    <a:pt x="123389" y="308074"/>
                  </a:lnTo>
                  <a:lnTo>
                    <a:pt x="127926" y="305272"/>
                  </a:lnTo>
                  <a:lnTo>
                    <a:pt x="132371" y="302326"/>
                  </a:lnTo>
                  <a:lnTo>
                    <a:pt x="136719" y="299240"/>
                  </a:lnTo>
                  <a:lnTo>
                    <a:pt x="140967" y="296017"/>
                  </a:lnTo>
                  <a:lnTo>
                    <a:pt x="145110" y="292659"/>
                  </a:lnTo>
                  <a:lnTo>
                    <a:pt x="149144" y="289172"/>
                  </a:lnTo>
                  <a:lnTo>
                    <a:pt x="153065" y="285558"/>
                  </a:lnTo>
                  <a:lnTo>
                    <a:pt x="156868" y="281820"/>
                  </a:lnTo>
                  <a:lnTo>
                    <a:pt x="160550" y="277963"/>
                  </a:lnTo>
                  <a:lnTo>
                    <a:pt x="164108" y="273991"/>
                  </a:lnTo>
                  <a:lnTo>
                    <a:pt x="167536" y="269907"/>
                  </a:lnTo>
                  <a:lnTo>
                    <a:pt x="170833" y="265716"/>
                  </a:lnTo>
                  <a:lnTo>
                    <a:pt x="173994" y="261421"/>
                  </a:lnTo>
                  <a:lnTo>
                    <a:pt x="177017" y="257029"/>
                  </a:lnTo>
                  <a:lnTo>
                    <a:pt x="179898" y="252542"/>
                  </a:lnTo>
                  <a:lnTo>
                    <a:pt x="182635" y="247965"/>
                  </a:lnTo>
                  <a:lnTo>
                    <a:pt x="185224" y="243303"/>
                  </a:lnTo>
                  <a:lnTo>
                    <a:pt x="187664" y="238562"/>
                  </a:lnTo>
                  <a:lnTo>
                    <a:pt x="189950" y="233745"/>
                  </a:lnTo>
                  <a:lnTo>
                    <a:pt x="192082" y="228857"/>
                  </a:lnTo>
                  <a:lnTo>
                    <a:pt x="194057" y="223904"/>
                  </a:lnTo>
                  <a:lnTo>
                    <a:pt x="195873" y="218890"/>
                  </a:lnTo>
                  <a:lnTo>
                    <a:pt x="197529" y="213821"/>
                  </a:lnTo>
                  <a:lnTo>
                    <a:pt x="199021" y="208702"/>
                  </a:lnTo>
                  <a:lnTo>
                    <a:pt x="200350" y="203538"/>
                  </a:lnTo>
                  <a:lnTo>
                    <a:pt x="201513" y="198334"/>
                  </a:lnTo>
                  <a:lnTo>
                    <a:pt x="202510" y="193095"/>
                  </a:lnTo>
                  <a:lnTo>
                    <a:pt x="203339" y="187828"/>
                  </a:lnTo>
                  <a:lnTo>
                    <a:pt x="204000" y="182536"/>
                  </a:lnTo>
                  <a:lnTo>
                    <a:pt x="204491" y="177227"/>
                  </a:lnTo>
                  <a:lnTo>
                    <a:pt x="204813" y="171904"/>
                  </a:lnTo>
                  <a:lnTo>
                    <a:pt x="204965" y="166574"/>
                  </a:lnTo>
                  <a:lnTo>
                    <a:pt x="204947" y="161242"/>
                  </a:lnTo>
                  <a:lnTo>
                    <a:pt x="204759" y="155912"/>
                  </a:lnTo>
                  <a:lnTo>
                    <a:pt x="204401" y="150592"/>
                  </a:lnTo>
                  <a:lnTo>
                    <a:pt x="203874" y="145286"/>
                  </a:lnTo>
                  <a:lnTo>
                    <a:pt x="203177" y="139999"/>
                  </a:lnTo>
                  <a:lnTo>
                    <a:pt x="202312" y="134737"/>
                  </a:lnTo>
                  <a:lnTo>
                    <a:pt x="201280" y="129506"/>
                  </a:lnTo>
                  <a:lnTo>
                    <a:pt x="200082" y="124310"/>
                  </a:lnTo>
                  <a:lnTo>
                    <a:pt x="198718" y="119155"/>
                  </a:lnTo>
                  <a:lnTo>
                    <a:pt x="197191" y="114046"/>
                  </a:lnTo>
                  <a:lnTo>
                    <a:pt x="195502" y="108988"/>
                  </a:lnTo>
                  <a:lnTo>
                    <a:pt x="193652" y="103987"/>
                  </a:lnTo>
                  <a:lnTo>
                    <a:pt x="191643" y="99047"/>
                  </a:lnTo>
                  <a:lnTo>
                    <a:pt x="189478" y="94174"/>
                  </a:lnTo>
                  <a:lnTo>
                    <a:pt x="187159" y="89372"/>
                  </a:lnTo>
                  <a:lnTo>
                    <a:pt x="184688" y="84647"/>
                  </a:lnTo>
                  <a:lnTo>
                    <a:pt x="182067" y="80003"/>
                  </a:lnTo>
                  <a:lnTo>
                    <a:pt x="179299" y="75445"/>
                  </a:lnTo>
                  <a:lnTo>
                    <a:pt x="176388" y="70978"/>
                  </a:lnTo>
                  <a:lnTo>
                    <a:pt x="173336" y="66606"/>
                  </a:lnTo>
                  <a:lnTo>
                    <a:pt x="170145" y="62333"/>
                  </a:lnTo>
                  <a:lnTo>
                    <a:pt x="166820" y="58164"/>
                  </a:lnTo>
                  <a:lnTo>
                    <a:pt x="163364" y="54104"/>
                  </a:lnTo>
                  <a:lnTo>
                    <a:pt x="159780" y="50155"/>
                  </a:lnTo>
                  <a:lnTo>
                    <a:pt x="156072" y="46323"/>
                  </a:lnTo>
                  <a:lnTo>
                    <a:pt x="152243" y="42612"/>
                  </a:lnTo>
                  <a:lnTo>
                    <a:pt x="148298" y="39024"/>
                  </a:lnTo>
                  <a:lnTo>
                    <a:pt x="144241" y="35564"/>
                  </a:lnTo>
                  <a:lnTo>
                    <a:pt x="140075" y="32235"/>
                  </a:lnTo>
                  <a:lnTo>
                    <a:pt x="135806" y="29040"/>
                  </a:lnTo>
                  <a:lnTo>
                    <a:pt x="131436" y="25984"/>
                  </a:lnTo>
                  <a:lnTo>
                    <a:pt x="126971" y="23068"/>
                  </a:lnTo>
                  <a:lnTo>
                    <a:pt x="122416" y="20296"/>
                  </a:lnTo>
                  <a:lnTo>
                    <a:pt x="117775" y="17671"/>
                  </a:lnTo>
                  <a:lnTo>
                    <a:pt x="113052" y="15196"/>
                  </a:lnTo>
                  <a:lnTo>
                    <a:pt x="108252" y="12872"/>
                  </a:lnTo>
                  <a:lnTo>
                    <a:pt x="103381" y="10702"/>
                  </a:lnTo>
                  <a:lnTo>
                    <a:pt x="98443" y="8689"/>
                  </a:lnTo>
                  <a:lnTo>
                    <a:pt x="93444" y="6834"/>
                  </a:lnTo>
                  <a:lnTo>
                    <a:pt x="88388" y="5140"/>
                  </a:lnTo>
                  <a:lnTo>
                    <a:pt x="83280" y="3608"/>
                  </a:lnTo>
                  <a:lnTo>
                    <a:pt x="78127" y="2240"/>
                  </a:lnTo>
                  <a:lnTo>
                    <a:pt x="72932" y="1037"/>
                  </a:lnTo>
                  <a:lnTo>
                    <a:pt x="67701" y="0"/>
                  </a:lnTo>
                  <a:lnTo>
                    <a:pt x="37811" y="1644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29890" cy="167167"/>
            </a:xfrm>
            <a:custGeom>
              <a:avLst/>
              <a:pathLst>
                <a:path w="29890" h="167167">
                  <a:moveTo>
                    <a:pt x="29890" y="2693"/>
                  </a:moveTo>
                  <a:lnTo>
                    <a:pt x="22470" y="1517"/>
                  </a:lnTo>
                  <a:lnTo>
                    <a:pt x="15005" y="674"/>
                  </a:lnTo>
                  <a:lnTo>
                    <a:pt x="7510" y="16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78092" y="1071028"/>
              <a:ext cx="167165" cy="304943"/>
            </a:xfrm>
            <a:custGeom>
              <a:avLst/>
              <a:pathLst>
                <a:path w="167165" h="304943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3" y="6947"/>
                  </a:lnTo>
                  <a:lnTo>
                    <a:pt x="114348" y="8563"/>
                  </a:lnTo>
                  <a:lnTo>
                    <a:pt x="109278" y="10342"/>
                  </a:lnTo>
                  <a:lnTo>
                    <a:pt x="104267" y="12284"/>
                  </a:lnTo>
                  <a:lnTo>
                    <a:pt x="99322" y="14385"/>
                  </a:lnTo>
                  <a:lnTo>
                    <a:pt x="94446" y="16645"/>
                  </a:lnTo>
                  <a:lnTo>
                    <a:pt x="89646" y="19060"/>
                  </a:lnTo>
                  <a:lnTo>
                    <a:pt x="84926" y="21628"/>
                  </a:lnTo>
                  <a:lnTo>
                    <a:pt x="80290" y="24346"/>
                  </a:lnTo>
                  <a:lnTo>
                    <a:pt x="75745" y="27212"/>
                  </a:lnTo>
                  <a:lnTo>
                    <a:pt x="71294" y="30223"/>
                  </a:lnTo>
                  <a:lnTo>
                    <a:pt x="66942" y="33375"/>
                  </a:lnTo>
                  <a:lnTo>
                    <a:pt x="62694" y="36665"/>
                  </a:lnTo>
                  <a:lnTo>
                    <a:pt x="58553" y="40091"/>
                  </a:lnTo>
                  <a:lnTo>
                    <a:pt x="54525" y="43647"/>
                  </a:lnTo>
                  <a:lnTo>
                    <a:pt x="50613" y="47331"/>
                  </a:lnTo>
                  <a:lnTo>
                    <a:pt x="46822" y="51139"/>
                  </a:lnTo>
                  <a:lnTo>
                    <a:pt x="43155" y="55067"/>
                  </a:lnTo>
                  <a:lnTo>
                    <a:pt x="39616" y="59111"/>
                  </a:lnTo>
                  <a:lnTo>
                    <a:pt x="36209" y="63266"/>
                  </a:lnTo>
                  <a:lnTo>
                    <a:pt x="32937" y="67529"/>
                  </a:lnTo>
                  <a:lnTo>
                    <a:pt x="29804" y="71895"/>
                  </a:lnTo>
                  <a:lnTo>
                    <a:pt x="26813" y="76359"/>
                  </a:lnTo>
                  <a:lnTo>
                    <a:pt x="23967" y="80917"/>
                  </a:lnTo>
                  <a:lnTo>
                    <a:pt x="21269" y="85564"/>
                  </a:lnTo>
                  <a:lnTo>
                    <a:pt x="18721" y="90295"/>
                  </a:lnTo>
                  <a:lnTo>
                    <a:pt x="16327" y="95106"/>
                  </a:lnTo>
                  <a:lnTo>
                    <a:pt x="14089" y="99991"/>
                  </a:lnTo>
                  <a:lnTo>
                    <a:pt x="12009" y="104946"/>
                  </a:lnTo>
                  <a:lnTo>
                    <a:pt x="10089" y="109965"/>
                  </a:lnTo>
                  <a:lnTo>
                    <a:pt x="8332" y="115043"/>
                  </a:lnTo>
                  <a:lnTo>
                    <a:pt x="6739" y="120175"/>
                  </a:lnTo>
                  <a:lnTo>
                    <a:pt x="5311" y="125355"/>
                  </a:lnTo>
                  <a:lnTo>
                    <a:pt x="4051" y="130579"/>
                  </a:lnTo>
                  <a:lnTo>
                    <a:pt x="2959" y="135841"/>
                  </a:lnTo>
                  <a:lnTo>
                    <a:pt x="2037" y="141134"/>
                  </a:lnTo>
                  <a:lnTo>
                    <a:pt x="1286" y="146455"/>
                  </a:lnTo>
                  <a:lnTo>
                    <a:pt x="706" y="151797"/>
                  </a:lnTo>
                  <a:lnTo>
                    <a:pt x="298" y="157155"/>
                  </a:lnTo>
                  <a:lnTo>
                    <a:pt x="62" y="162524"/>
                  </a:lnTo>
                  <a:lnTo>
                    <a:pt x="0" y="167897"/>
                  </a:lnTo>
                  <a:lnTo>
                    <a:pt x="109" y="173269"/>
                  </a:lnTo>
                  <a:lnTo>
                    <a:pt x="392" y="178636"/>
                  </a:lnTo>
                  <a:lnTo>
                    <a:pt x="847" y="183990"/>
                  </a:lnTo>
                  <a:lnTo>
                    <a:pt x="1473" y="189327"/>
                  </a:lnTo>
                  <a:lnTo>
                    <a:pt x="2271" y="194641"/>
                  </a:lnTo>
                  <a:lnTo>
                    <a:pt x="3239" y="199926"/>
                  </a:lnTo>
                  <a:lnTo>
                    <a:pt x="4377" y="205178"/>
                  </a:lnTo>
                  <a:lnTo>
                    <a:pt x="5683" y="210391"/>
                  </a:lnTo>
                  <a:lnTo>
                    <a:pt x="7155" y="215559"/>
                  </a:lnTo>
                  <a:lnTo>
                    <a:pt x="8793" y="220676"/>
                  </a:lnTo>
                  <a:lnTo>
                    <a:pt x="10595" y="225739"/>
                  </a:lnTo>
                  <a:lnTo>
                    <a:pt x="12558" y="230741"/>
                  </a:lnTo>
                  <a:lnTo>
                    <a:pt x="14682" y="235677"/>
                  </a:lnTo>
                  <a:lnTo>
                    <a:pt x="16962" y="240543"/>
                  </a:lnTo>
                  <a:lnTo>
                    <a:pt x="19398" y="245332"/>
                  </a:lnTo>
                  <a:lnTo>
                    <a:pt x="21987" y="250041"/>
                  </a:lnTo>
                  <a:lnTo>
                    <a:pt x="24726" y="254665"/>
                  </a:lnTo>
                  <a:lnTo>
                    <a:pt x="27611" y="259198"/>
                  </a:lnTo>
                  <a:lnTo>
                    <a:pt x="30641" y="263635"/>
                  </a:lnTo>
                  <a:lnTo>
                    <a:pt x="33813" y="267974"/>
                  </a:lnTo>
                  <a:lnTo>
                    <a:pt x="37121" y="272208"/>
                  </a:lnTo>
                  <a:lnTo>
                    <a:pt x="40565" y="276333"/>
                  </a:lnTo>
                  <a:lnTo>
                    <a:pt x="44139" y="280346"/>
                  </a:lnTo>
                  <a:lnTo>
                    <a:pt x="47840" y="284241"/>
                  </a:lnTo>
                  <a:lnTo>
                    <a:pt x="51664" y="288016"/>
                  </a:lnTo>
                  <a:lnTo>
                    <a:pt x="55608" y="291666"/>
                  </a:lnTo>
                  <a:lnTo>
                    <a:pt x="59667" y="295187"/>
                  </a:lnTo>
                  <a:lnTo>
                    <a:pt x="63838" y="298576"/>
                  </a:lnTo>
                  <a:lnTo>
                    <a:pt x="68115" y="301829"/>
                  </a:lnTo>
                  <a:lnTo>
                    <a:pt x="72494" y="304943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0587" y="1238196"/>
              <a:ext cx="94671" cy="137776"/>
            </a:xfrm>
            <a:custGeom>
              <a:avLst/>
              <a:pathLst>
                <a:path w="94671" h="137776">
                  <a:moveTo>
                    <a:pt x="0" y="137776"/>
                  </a:moveTo>
                  <a:lnTo>
                    <a:pt x="946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50587" y="1117891"/>
              <a:ext cx="261838" cy="287469"/>
            </a:xfrm>
            <a:custGeom>
              <a:avLst/>
              <a:pathLst>
                <a:path w="261838" h="287469">
                  <a:moveTo>
                    <a:pt x="0" y="258080"/>
                  </a:moveTo>
                  <a:lnTo>
                    <a:pt x="4456" y="261039"/>
                  </a:lnTo>
                  <a:lnTo>
                    <a:pt x="9005" y="263853"/>
                  </a:lnTo>
                  <a:lnTo>
                    <a:pt x="13642" y="266521"/>
                  </a:lnTo>
                  <a:lnTo>
                    <a:pt x="18362" y="269039"/>
                  </a:lnTo>
                  <a:lnTo>
                    <a:pt x="23160" y="271404"/>
                  </a:lnTo>
                  <a:lnTo>
                    <a:pt x="28032" y="273615"/>
                  </a:lnTo>
                  <a:lnTo>
                    <a:pt x="32971" y="275669"/>
                  </a:lnTo>
                  <a:lnTo>
                    <a:pt x="37974" y="277563"/>
                  </a:lnTo>
                  <a:lnTo>
                    <a:pt x="43034" y="279297"/>
                  </a:lnTo>
                  <a:lnTo>
                    <a:pt x="48148" y="280868"/>
                  </a:lnTo>
                  <a:lnTo>
                    <a:pt x="53309" y="282274"/>
                  </a:lnTo>
                  <a:lnTo>
                    <a:pt x="58513" y="283514"/>
                  </a:lnTo>
                  <a:lnTo>
                    <a:pt x="63753" y="284588"/>
                  </a:lnTo>
                  <a:lnTo>
                    <a:pt x="69026" y="285493"/>
                  </a:lnTo>
                  <a:lnTo>
                    <a:pt x="74324" y="286229"/>
                  </a:lnTo>
                  <a:lnTo>
                    <a:pt x="79644" y="286795"/>
                  </a:lnTo>
                  <a:lnTo>
                    <a:pt x="84978" y="287190"/>
                  </a:lnTo>
                  <a:lnTo>
                    <a:pt x="90323" y="287415"/>
                  </a:lnTo>
                  <a:lnTo>
                    <a:pt x="95672" y="287469"/>
                  </a:lnTo>
                  <a:lnTo>
                    <a:pt x="101020" y="287351"/>
                  </a:lnTo>
                  <a:lnTo>
                    <a:pt x="106362" y="287062"/>
                  </a:lnTo>
                  <a:lnTo>
                    <a:pt x="111692" y="286603"/>
                  </a:lnTo>
                  <a:lnTo>
                    <a:pt x="117004" y="285973"/>
                  </a:lnTo>
                  <a:lnTo>
                    <a:pt x="122293" y="285174"/>
                  </a:lnTo>
                  <a:lnTo>
                    <a:pt x="127554" y="284206"/>
                  </a:lnTo>
                  <a:lnTo>
                    <a:pt x="132782" y="283070"/>
                  </a:lnTo>
                  <a:lnTo>
                    <a:pt x="137970" y="281767"/>
                  </a:lnTo>
                  <a:lnTo>
                    <a:pt x="143114" y="280299"/>
                  </a:lnTo>
                  <a:lnTo>
                    <a:pt x="148209" y="278667"/>
                  </a:lnTo>
                  <a:lnTo>
                    <a:pt x="153248" y="276873"/>
                  </a:lnTo>
                  <a:lnTo>
                    <a:pt x="158228" y="274918"/>
                  </a:lnTo>
                  <a:lnTo>
                    <a:pt x="163142" y="272806"/>
                  </a:lnTo>
                  <a:lnTo>
                    <a:pt x="167987" y="270537"/>
                  </a:lnTo>
                  <a:lnTo>
                    <a:pt x="172756" y="268114"/>
                  </a:lnTo>
                  <a:lnTo>
                    <a:pt x="177445" y="265540"/>
                  </a:lnTo>
                  <a:lnTo>
                    <a:pt x="182050" y="262817"/>
                  </a:lnTo>
                  <a:lnTo>
                    <a:pt x="186565" y="259948"/>
                  </a:lnTo>
                  <a:lnTo>
                    <a:pt x="190986" y="256936"/>
                  </a:lnTo>
                  <a:lnTo>
                    <a:pt x="195309" y="253785"/>
                  </a:lnTo>
                  <a:lnTo>
                    <a:pt x="199528" y="250496"/>
                  </a:lnTo>
                  <a:lnTo>
                    <a:pt x="203640" y="247075"/>
                  </a:lnTo>
                  <a:lnTo>
                    <a:pt x="207640" y="243523"/>
                  </a:lnTo>
                  <a:lnTo>
                    <a:pt x="211525" y="239845"/>
                  </a:lnTo>
                  <a:lnTo>
                    <a:pt x="215290" y="236045"/>
                  </a:lnTo>
                  <a:lnTo>
                    <a:pt x="218932" y="232127"/>
                  </a:lnTo>
                  <a:lnTo>
                    <a:pt x="222446" y="228094"/>
                  </a:lnTo>
                  <a:lnTo>
                    <a:pt x="225829" y="223950"/>
                  </a:lnTo>
                  <a:lnTo>
                    <a:pt x="229078" y="219700"/>
                  </a:lnTo>
                  <a:lnTo>
                    <a:pt x="232190" y="215349"/>
                  </a:lnTo>
                  <a:lnTo>
                    <a:pt x="235161" y="210900"/>
                  </a:lnTo>
                  <a:lnTo>
                    <a:pt x="237987" y="206359"/>
                  </a:lnTo>
                  <a:lnTo>
                    <a:pt x="240667" y="201729"/>
                  </a:lnTo>
                  <a:lnTo>
                    <a:pt x="243198" y="197016"/>
                  </a:lnTo>
                  <a:lnTo>
                    <a:pt x="245576" y="192224"/>
                  </a:lnTo>
                  <a:lnTo>
                    <a:pt x="247800" y="187359"/>
                  </a:lnTo>
                  <a:lnTo>
                    <a:pt x="249867" y="182425"/>
                  </a:lnTo>
                  <a:lnTo>
                    <a:pt x="251776" y="177428"/>
                  </a:lnTo>
                  <a:lnTo>
                    <a:pt x="253523" y="172372"/>
                  </a:lnTo>
                  <a:lnTo>
                    <a:pt x="255108" y="167262"/>
                  </a:lnTo>
                  <a:lnTo>
                    <a:pt x="256528" y="162105"/>
                  </a:lnTo>
                  <a:lnTo>
                    <a:pt x="257782" y="156905"/>
                  </a:lnTo>
                  <a:lnTo>
                    <a:pt x="258870" y="151667"/>
                  </a:lnTo>
                  <a:lnTo>
                    <a:pt x="259789" y="146397"/>
                  </a:lnTo>
                  <a:lnTo>
                    <a:pt x="260540" y="141101"/>
                  </a:lnTo>
                  <a:lnTo>
                    <a:pt x="261120" y="135783"/>
                  </a:lnTo>
                  <a:lnTo>
                    <a:pt x="261530" y="130449"/>
                  </a:lnTo>
                  <a:lnTo>
                    <a:pt x="261769" y="125105"/>
                  </a:lnTo>
                  <a:lnTo>
                    <a:pt x="261838" y="119756"/>
                  </a:lnTo>
                  <a:lnTo>
                    <a:pt x="261734" y="114408"/>
                  </a:lnTo>
                  <a:lnTo>
                    <a:pt x="261460" y="109065"/>
                  </a:lnTo>
                  <a:lnTo>
                    <a:pt x="261015" y="103735"/>
                  </a:lnTo>
                  <a:lnTo>
                    <a:pt x="260400" y="98421"/>
                  </a:lnTo>
                  <a:lnTo>
                    <a:pt x="259615" y="93129"/>
                  </a:lnTo>
                  <a:lnTo>
                    <a:pt x="258661" y="87865"/>
                  </a:lnTo>
                  <a:lnTo>
                    <a:pt x="257539" y="82635"/>
                  </a:lnTo>
                  <a:lnTo>
                    <a:pt x="256250" y="77443"/>
                  </a:lnTo>
                  <a:lnTo>
                    <a:pt x="254796" y="72295"/>
                  </a:lnTo>
                  <a:lnTo>
                    <a:pt x="253178" y="67196"/>
                  </a:lnTo>
                  <a:lnTo>
                    <a:pt x="251398" y="62152"/>
                  </a:lnTo>
                  <a:lnTo>
                    <a:pt x="249457" y="57167"/>
                  </a:lnTo>
                  <a:lnTo>
                    <a:pt x="247357" y="52247"/>
                  </a:lnTo>
                  <a:lnTo>
                    <a:pt x="245102" y="47396"/>
                  </a:lnTo>
                  <a:lnTo>
                    <a:pt x="242692" y="42620"/>
                  </a:lnTo>
                  <a:lnTo>
                    <a:pt x="240130" y="37924"/>
                  </a:lnTo>
                  <a:lnTo>
                    <a:pt x="237420" y="33312"/>
                  </a:lnTo>
                  <a:lnTo>
                    <a:pt x="234564" y="28789"/>
                  </a:lnTo>
                  <a:lnTo>
                    <a:pt x="231564" y="24360"/>
                  </a:lnTo>
                  <a:lnTo>
                    <a:pt x="228424" y="20029"/>
                  </a:lnTo>
                  <a:lnTo>
                    <a:pt x="225147" y="15801"/>
                  </a:lnTo>
                  <a:lnTo>
                    <a:pt x="221736" y="11679"/>
                  </a:lnTo>
                  <a:lnTo>
                    <a:pt x="218196" y="7669"/>
                  </a:lnTo>
                  <a:lnTo>
                    <a:pt x="214529" y="3775"/>
                  </a:lnTo>
                  <a:lnTo>
                    <a:pt x="210739" y="0"/>
                  </a:lnTo>
                  <a:lnTo>
                    <a:pt x="94671" y="120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116067" cy="167167"/>
            </a:xfrm>
            <a:custGeom>
              <a:avLst/>
              <a:pathLst>
                <a:path w="116067" h="167167">
                  <a:moveTo>
                    <a:pt x="116067" y="46862"/>
                  </a:moveTo>
                  <a:lnTo>
                    <a:pt x="111989" y="43057"/>
                  </a:lnTo>
                  <a:lnTo>
                    <a:pt x="107786" y="39390"/>
                  </a:lnTo>
                  <a:lnTo>
                    <a:pt x="103463" y="35865"/>
                  </a:lnTo>
                  <a:lnTo>
                    <a:pt x="99025" y="32486"/>
                  </a:lnTo>
                  <a:lnTo>
                    <a:pt x="94477" y="29257"/>
                  </a:lnTo>
                  <a:lnTo>
                    <a:pt x="89823" y="26182"/>
                  </a:lnTo>
                  <a:lnTo>
                    <a:pt x="85069" y="23264"/>
                  </a:lnTo>
                  <a:lnTo>
                    <a:pt x="80221" y="20506"/>
                  </a:lnTo>
                  <a:lnTo>
                    <a:pt x="75284" y="17911"/>
                  </a:lnTo>
                  <a:lnTo>
                    <a:pt x="70262" y="15483"/>
                  </a:lnTo>
                  <a:lnTo>
                    <a:pt x="65162" y="13223"/>
                  </a:lnTo>
                  <a:lnTo>
                    <a:pt x="59990" y="11135"/>
                  </a:lnTo>
                  <a:lnTo>
                    <a:pt x="54751" y="9220"/>
                  </a:lnTo>
                  <a:lnTo>
                    <a:pt x="49451" y="7481"/>
                  </a:lnTo>
                  <a:lnTo>
                    <a:pt x="44096" y="5920"/>
                  </a:lnTo>
                  <a:lnTo>
                    <a:pt x="38692" y="4539"/>
                  </a:lnTo>
                  <a:lnTo>
                    <a:pt x="33245" y="3339"/>
                  </a:lnTo>
                  <a:lnTo>
                    <a:pt x="27761" y="2321"/>
                  </a:lnTo>
                  <a:lnTo>
                    <a:pt x="22246" y="1486"/>
                  </a:lnTo>
                  <a:lnTo>
                    <a:pt x="16706" y="836"/>
                  </a:lnTo>
                  <a:lnTo>
                    <a:pt x="11147" y="372"/>
                  </a:lnTo>
                  <a:lnTo>
                    <a:pt x="557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855" y="941493"/>
              <a:ext cx="84688" cy="167167"/>
            </a:xfrm>
            <a:custGeom>
              <a:avLst/>
              <a:pathLst>
                <a:path w="84688" h="167167">
                  <a:moveTo>
                    <a:pt x="84688" y="0"/>
                  </a:moveTo>
                  <a:lnTo>
                    <a:pt x="78769" y="104"/>
                  </a:lnTo>
                  <a:lnTo>
                    <a:pt x="72857" y="419"/>
                  </a:lnTo>
                  <a:lnTo>
                    <a:pt x="66960" y="942"/>
                  </a:lnTo>
                  <a:lnTo>
                    <a:pt x="61085" y="1674"/>
                  </a:lnTo>
                  <a:lnTo>
                    <a:pt x="55240" y="2614"/>
                  </a:lnTo>
                  <a:lnTo>
                    <a:pt x="49432" y="3760"/>
                  </a:lnTo>
                  <a:lnTo>
                    <a:pt x="43668" y="5110"/>
                  </a:lnTo>
                  <a:lnTo>
                    <a:pt x="37955" y="6665"/>
                  </a:lnTo>
                  <a:lnTo>
                    <a:pt x="32301" y="8420"/>
                  </a:lnTo>
                  <a:lnTo>
                    <a:pt x="26713" y="10374"/>
                  </a:lnTo>
                  <a:lnTo>
                    <a:pt x="21198" y="12526"/>
                  </a:lnTo>
                  <a:lnTo>
                    <a:pt x="15762" y="14871"/>
                  </a:lnTo>
                  <a:lnTo>
                    <a:pt x="10412" y="17407"/>
                  </a:lnTo>
                  <a:lnTo>
                    <a:pt x="5156" y="20131"/>
                  </a:lnTo>
                  <a:lnTo>
                    <a:pt x="0" y="23039"/>
                  </a:lnTo>
                  <a:lnTo>
                    <a:pt x="846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38855" y="964532"/>
              <a:ext cx="84688" cy="144127"/>
            </a:xfrm>
            <a:custGeom>
              <a:avLst/>
              <a:pathLst>
                <a:path w="84688" h="144127">
                  <a:moveTo>
                    <a:pt x="0" y="0"/>
                  </a:moveTo>
                  <a:lnTo>
                    <a:pt x="84688" y="144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856381" y="950222"/>
              <a:ext cx="334323" cy="325600"/>
            </a:xfrm>
            <a:custGeom>
              <a:avLst/>
              <a:pathLst>
                <a:path w="334323" h="325600">
                  <a:moveTo>
                    <a:pt x="82473" y="14310"/>
                  </a:moveTo>
                  <a:lnTo>
                    <a:pt x="77942" y="17070"/>
                  </a:lnTo>
                  <a:lnTo>
                    <a:pt x="73501" y="19972"/>
                  </a:lnTo>
                  <a:lnTo>
                    <a:pt x="69154" y="23014"/>
                  </a:lnTo>
                  <a:lnTo>
                    <a:pt x="64906" y="26193"/>
                  </a:lnTo>
                  <a:lnTo>
                    <a:pt x="60761" y="29504"/>
                  </a:lnTo>
                  <a:lnTo>
                    <a:pt x="56723" y="32946"/>
                  </a:lnTo>
                  <a:lnTo>
                    <a:pt x="52797" y="36513"/>
                  </a:lnTo>
                  <a:lnTo>
                    <a:pt x="48985" y="40204"/>
                  </a:lnTo>
                  <a:lnTo>
                    <a:pt x="45293" y="44014"/>
                  </a:lnTo>
                  <a:lnTo>
                    <a:pt x="41723" y="47939"/>
                  </a:lnTo>
                  <a:lnTo>
                    <a:pt x="38280" y="51975"/>
                  </a:lnTo>
                  <a:lnTo>
                    <a:pt x="34966" y="56118"/>
                  </a:lnTo>
                  <a:lnTo>
                    <a:pt x="31786" y="60365"/>
                  </a:lnTo>
                  <a:lnTo>
                    <a:pt x="28742" y="64710"/>
                  </a:lnTo>
                  <a:lnTo>
                    <a:pt x="25837" y="69150"/>
                  </a:lnTo>
                  <a:lnTo>
                    <a:pt x="23075" y="73680"/>
                  </a:lnTo>
                  <a:lnTo>
                    <a:pt x="20458" y="78295"/>
                  </a:lnTo>
                  <a:lnTo>
                    <a:pt x="17988" y="82991"/>
                  </a:lnTo>
                  <a:lnTo>
                    <a:pt x="15669" y="87763"/>
                  </a:lnTo>
                  <a:lnTo>
                    <a:pt x="13503" y="92606"/>
                  </a:lnTo>
                  <a:lnTo>
                    <a:pt x="11491" y="97515"/>
                  </a:lnTo>
                  <a:lnTo>
                    <a:pt x="9636" y="102485"/>
                  </a:lnTo>
                  <a:lnTo>
                    <a:pt x="7940" y="107513"/>
                  </a:lnTo>
                  <a:lnTo>
                    <a:pt x="6404" y="112591"/>
                  </a:lnTo>
                  <a:lnTo>
                    <a:pt x="5030" y="117715"/>
                  </a:lnTo>
                  <a:lnTo>
                    <a:pt x="3820" y="122881"/>
                  </a:lnTo>
                  <a:lnTo>
                    <a:pt x="2774" y="128082"/>
                  </a:lnTo>
                  <a:lnTo>
                    <a:pt x="1893" y="133314"/>
                  </a:lnTo>
                  <a:lnTo>
                    <a:pt x="1179" y="138571"/>
                  </a:lnTo>
                  <a:lnTo>
                    <a:pt x="632" y="143849"/>
                  </a:lnTo>
                  <a:lnTo>
                    <a:pt x="253" y="149140"/>
                  </a:lnTo>
                  <a:lnTo>
                    <a:pt x="42" y="154442"/>
                  </a:lnTo>
                  <a:lnTo>
                    <a:pt x="0" y="159747"/>
                  </a:lnTo>
                  <a:lnTo>
                    <a:pt x="125" y="165051"/>
                  </a:lnTo>
                  <a:lnTo>
                    <a:pt x="419" y="170348"/>
                  </a:lnTo>
                  <a:lnTo>
                    <a:pt x="881" y="175634"/>
                  </a:lnTo>
                  <a:lnTo>
                    <a:pt x="1511" y="180902"/>
                  </a:lnTo>
                  <a:lnTo>
                    <a:pt x="2307" y="186147"/>
                  </a:lnTo>
                  <a:lnTo>
                    <a:pt x="3269" y="191365"/>
                  </a:lnTo>
                  <a:lnTo>
                    <a:pt x="4397" y="196549"/>
                  </a:lnTo>
                  <a:lnTo>
                    <a:pt x="5688" y="201695"/>
                  </a:lnTo>
                  <a:lnTo>
                    <a:pt x="7142" y="206797"/>
                  </a:lnTo>
                  <a:lnTo>
                    <a:pt x="8757" y="211851"/>
                  </a:lnTo>
                  <a:lnTo>
                    <a:pt x="10532" y="216851"/>
                  </a:lnTo>
                  <a:lnTo>
                    <a:pt x="12465" y="221792"/>
                  </a:lnTo>
                  <a:lnTo>
                    <a:pt x="14553" y="226669"/>
                  </a:lnTo>
                  <a:lnTo>
                    <a:pt x="16795" y="231477"/>
                  </a:lnTo>
                  <a:lnTo>
                    <a:pt x="19189" y="236212"/>
                  </a:lnTo>
                  <a:lnTo>
                    <a:pt x="21731" y="240869"/>
                  </a:lnTo>
                  <a:lnTo>
                    <a:pt x="24420" y="245442"/>
                  </a:lnTo>
                  <a:lnTo>
                    <a:pt x="27253" y="249928"/>
                  </a:lnTo>
                  <a:lnTo>
                    <a:pt x="30227" y="254322"/>
                  </a:lnTo>
                  <a:lnTo>
                    <a:pt x="33339" y="258619"/>
                  </a:lnTo>
                  <a:lnTo>
                    <a:pt x="36585" y="262815"/>
                  </a:lnTo>
                  <a:lnTo>
                    <a:pt x="39963" y="266906"/>
                  </a:lnTo>
                  <a:lnTo>
                    <a:pt x="43469" y="270888"/>
                  </a:lnTo>
                  <a:lnTo>
                    <a:pt x="47100" y="274757"/>
                  </a:lnTo>
                  <a:lnTo>
                    <a:pt x="50852" y="278508"/>
                  </a:lnTo>
                  <a:lnTo>
                    <a:pt x="54721" y="282139"/>
                  </a:lnTo>
                  <a:lnTo>
                    <a:pt x="58703" y="285644"/>
                  </a:lnTo>
                  <a:lnTo>
                    <a:pt x="62794" y="289022"/>
                  </a:lnTo>
                  <a:lnTo>
                    <a:pt x="66990" y="292268"/>
                  </a:lnTo>
                  <a:lnTo>
                    <a:pt x="71288" y="295380"/>
                  </a:lnTo>
                  <a:lnTo>
                    <a:pt x="75682" y="298353"/>
                  </a:lnTo>
                  <a:lnTo>
                    <a:pt x="80168" y="301186"/>
                  </a:lnTo>
                  <a:lnTo>
                    <a:pt x="84742" y="303874"/>
                  </a:lnTo>
                  <a:lnTo>
                    <a:pt x="89398" y="306417"/>
                  </a:lnTo>
                  <a:lnTo>
                    <a:pt x="94133" y="308810"/>
                  </a:lnTo>
                  <a:lnTo>
                    <a:pt x="98942" y="311052"/>
                  </a:lnTo>
                  <a:lnTo>
                    <a:pt x="103819" y="313140"/>
                  </a:lnTo>
                  <a:lnTo>
                    <a:pt x="108760" y="315072"/>
                  </a:lnTo>
                  <a:lnTo>
                    <a:pt x="113760" y="316846"/>
                  </a:lnTo>
                  <a:lnTo>
                    <a:pt x="118814" y="318461"/>
                  </a:lnTo>
                  <a:lnTo>
                    <a:pt x="123917" y="319915"/>
                  </a:lnTo>
                  <a:lnTo>
                    <a:pt x="129063" y="321206"/>
                  </a:lnTo>
                  <a:lnTo>
                    <a:pt x="134247" y="322333"/>
                  </a:lnTo>
                  <a:lnTo>
                    <a:pt x="139465" y="323295"/>
                  </a:lnTo>
                  <a:lnTo>
                    <a:pt x="144710" y="324091"/>
                  </a:lnTo>
                  <a:lnTo>
                    <a:pt x="149978" y="324720"/>
                  </a:lnTo>
                  <a:lnTo>
                    <a:pt x="155264" y="325181"/>
                  </a:lnTo>
                  <a:lnTo>
                    <a:pt x="160561" y="325475"/>
                  </a:lnTo>
                  <a:lnTo>
                    <a:pt x="165865" y="325600"/>
                  </a:lnTo>
                  <a:lnTo>
                    <a:pt x="171170" y="325557"/>
                  </a:lnTo>
                  <a:lnTo>
                    <a:pt x="176471" y="325346"/>
                  </a:lnTo>
                  <a:lnTo>
                    <a:pt x="181763" y="324966"/>
                  </a:lnTo>
                  <a:lnTo>
                    <a:pt x="187041" y="324419"/>
                  </a:lnTo>
                  <a:lnTo>
                    <a:pt x="192298" y="323705"/>
                  </a:lnTo>
                  <a:lnTo>
                    <a:pt x="197530" y="322824"/>
                  </a:lnTo>
                  <a:lnTo>
                    <a:pt x="202731" y="321777"/>
                  </a:lnTo>
                  <a:lnTo>
                    <a:pt x="207896" y="320566"/>
                  </a:lnTo>
                  <a:lnTo>
                    <a:pt x="213021" y="319192"/>
                  </a:lnTo>
                  <a:lnTo>
                    <a:pt x="218099" y="317656"/>
                  </a:lnTo>
                  <a:lnTo>
                    <a:pt x="223126" y="315959"/>
                  </a:lnTo>
                  <a:lnTo>
                    <a:pt x="228096" y="314104"/>
                  </a:lnTo>
                  <a:lnTo>
                    <a:pt x="233005" y="312092"/>
                  </a:lnTo>
                  <a:lnTo>
                    <a:pt x="237848" y="309925"/>
                  </a:lnTo>
                  <a:lnTo>
                    <a:pt x="242620" y="307605"/>
                  </a:lnTo>
                  <a:lnTo>
                    <a:pt x="247316" y="305136"/>
                  </a:lnTo>
                  <a:lnTo>
                    <a:pt x="251930" y="302518"/>
                  </a:lnTo>
                  <a:lnTo>
                    <a:pt x="256460" y="299756"/>
                  </a:lnTo>
                  <a:lnTo>
                    <a:pt x="260899" y="296851"/>
                  </a:lnTo>
                  <a:lnTo>
                    <a:pt x="265245" y="293807"/>
                  </a:lnTo>
                  <a:lnTo>
                    <a:pt x="269491" y="290626"/>
                  </a:lnTo>
                  <a:lnTo>
                    <a:pt x="273634" y="287312"/>
                  </a:lnTo>
                  <a:lnTo>
                    <a:pt x="277670" y="283868"/>
                  </a:lnTo>
                  <a:lnTo>
                    <a:pt x="281595" y="280298"/>
                  </a:lnTo>
                  <a:lnTo>
                    <a:pt x="285404" y="276606"/>
                  </a:lnTo>
                  <a:lnTo>
                    <a:pt x="289095" y="272794"/>
                  </a:lnTo>
                  <a:lnTo>
                    <a:pt x="292662" y="268867"/>
                  </a:lnTo>
                  <a:lnTo>
                    <a:pt x="296103" y="264829"/>
                  </a:lnTo>
                  <a:lnTo>
                    <a:pt x="299415" y="260683"/>
                  </a:lnTo>
                  <a:lnTo>
                    <a:pt x="302593" y="256435"/>
                  </a:lnTo>
                  <a:lnTo>
                    <a:pt x="305634" y="252088"/>
                  </a:lnTo>
                  <a:lnTo>
                    <a:pt x="308536" y="247647"/>
                  </a:lnTo>
                  <a:lnTo>
                    <a:pt x="311296" y="243115"/>
                  </a:lnTo>
                  <a:lnTo>
                    <a:pt x="313910" y="238499"/>
                  </a:lnTo>
                  <a:lnTo>
                    <a:pt x="316377" y="233802"/>
                  </a:lnTo>
                  <a:lnTo>
                    <a:pt x="318694" y="229029"/>
                  </a:lnTo>
                  <a:lnTo>
                    <a:pt x="320857" y="224184"/>
                  </a:lnTo>
                  <a:lnTo>
                    <a:pt x="322866" y="219274"/>
                  </a:lnTo>
                  <a:lnTo>
                    <a:pt x="324718" y="214302"/>
                  </a:lnTo>
                  <a:lnTo>
                    <a:pt x="326412" y="209274"/>
                  </a:lnTo>
                  <a:lnTo>
                    <a:pt x="327945" y="204195"/>
                  </a:lnTo>
                  <a:lnTo>
                    <a:pt x="329316" y="199070"/>
                  </a:lnTo>
                  <a:lnTo>
                    <a:pt x="330524" y="193904"/>
                  </a:lnTo>
                  <a:lnTo>
                    <a:pt x="331567" y="188702"/>
                  </a:lnTo>
                  <a:lnTo>
                    <a:pt x="332445" y="183469"/>
                  </a:lnTo>
                  <a:lnTo>
                    <a:pt x="333156" y="178212"/>
                  </a:lnTo>
                  <a:lnTo>
                    <a:pt x="333700" y="172934"/>
                  </a:lnTo>
                  <a:lnTo>
                    <a:pt x="334076" y="167642"/>
                  </a:lnTo>
                  <a:lnTo>
                    <a:pt x="334284" y="162341"/>
                  </a:lnTo>
                  <a:lnTo>
                    <a:pt x="334323" y="157035"/>
                  </a:lnTo>
                  <a:lnTo>
                    <a:pt x="334195" y="151731"/>
                  </a:lnTo>
                  <a:lnTo>
                    <a:pt x="333898" y="146434"/>
                  </a:lnTo>
                  <a:lnTo>
                    <a:pt x="333433" y="141149"/>
                  </a:lnTo>
                  <a:lnTo>
                    <a:pt x="332800" y="135881"/>
                  </a:lnTo>
                  <a:lnTo>
                    <a:pt x="332001" y="130636"/>
                  </a:lnTo>
                  <a:lnTo>
                    <a:pt x="331036" y="125420"/>
                  </a:lnTo>
                  <a:lnTo>
                    <a:pt x="329906" y="120236"/>
                  </a:lnTo>
                  <a:lnTo>
                    <a:pt x="328611" y="115091"/>
                  </a:lnTo>
                  <a:lnTo>
                    <a:pt x="327155" y="109989"/>
                  </a:lnTo>
                  <a:lnTo>
                    <a:pt x="325537" y="104936"/>
                  </a:lnTo>
                  <a:lnTo>
                    <a:pt x="323759" y="99938"/>
                  </a:lnTo>
                  <a:lnTo>
                    <a:pt x="321824" y="94998"/>
                  </a:lnTo>
                  <a:lnTo>
                    <a:pt x="319733" y="90122"/>
                  </a:lnTo>
                  <a:lnTo>
                    <a:pt x="317488" y="85314"/>
                  </a:lnTo>
                  <a:lnTo>
                    <a:pt x="315092" y="80581"/>
                  </a:lnTo>
                  <a:lnTo>
                    <a:pt x="312547" y="75926"/>
                  </a:lnTo>
                  <a:lnTo>
                    <a:pt x="309855" y="71354"/>
                  </a:lnTo>
                  <a:lnTo>
                    <a:pt x="307020" y="66869"/>
                  </a:lnTo>
                  <a:lnTo>
                    <a:pt x="304043" y="62477"/>
                  </a:lnTo>
                  <a:lnTo>
                    <a:pt x="300929" y="58182"/>
                  </a:lnTo>
                  <a:lnTo>
                    <a:pt x="297680" y="53987"/>
                  </a:lnTo>
                  <a:lnTo>
                    <a:pt x="294300" y="49898"/>
                  </a:lnTo>
                  <a:lnTo>
                    <a:pt x="290792" y="45918"/>
                  </a:lnTo>
                  <a:lnTo>
                    <a:pt x="287159" y="42052"/>
                  </a:lnTo>
                  <a:lnTo>
                    <a:pt x="283405" y="38303"/>
                  </a:lnTo>
                  <a:lnTo>
                    <a:pt x="279534" y="34674"/>
                  </a:lnTo>
                  <a:lnTo>
                    <a:pt x="275550" y="31171"/>
                  </a:lnTo>
                  <a:lnTo>
                    <a:pt x="271457" y="27795"/>
                  </a:lnTo>
                  <a:lnTo>
                    <a:pt x="267259" y="24551"/>
                  </a:lnTo>
                  <a:lnTo>
                    <a:pt x="262960" y="21442"/>
                  </a:lnTo>
                  <a:lnTo>
                    <a:pt x="258564" y="18471"/>
                  </a:lnTo>
                  <a:lnTo>
                    <a:pt x="254076" y="15641"/>
                  </a:lnTo>
                  <a:lnTo>
                    <a:pt x="249501" y="12955"/>
                  </a:lnTo>
                  <a:lnTo>
                    <a:pt x="244843" y="10415"/>
                  </a:lnTo>
                  <a:lnTo>
                    <a:pt x="240107" y="8025"/>
                  </a:lnTo>
                  <a:lnTo>
                    <a:pt x="235297" y="5786"/>
                  </a:lnTo>
                  <a:lnTo>
                    <a:pt x="230418" y="3701"/>
                  </a:lnTo>
                  <a:lnTo>
                    <a:pt x="225476" y="1771"/>
                  </a:lnTo>
                  <a:lnTo>
                    <a:pt x="220475" y="0"/>
                  </a:lnTo>
                  <a:lnTo>
                    <a:pt x="167162" y="1584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53313" cy="167167"/>
            </a:xfrm>
            <a:custGeom>
              <a:avLst/>
              <a:pathLst>
                <a:path w="53313" h="167167">
                  <a:moveTo>
                    <a:pt x="53313" y="8729"/>
                  </a:moveTo>
                  <a:lnTo>
                    <a:pt x="47565" y="6909"/>
                  </a:lnTo>
                  <a:lnTo>
                    <a:pt x="41756" y="5299"/>
                  </a:lnTo>
                  <a:lnTo>
                    <a:pt x="35892" y="3898"/>
                  </a:lnTo>
                  <a:lnTo>
                    <a:pt x="29981" y="2710"/>
                  </a:lnTo>
                  <a:lnTo>
                    <a:pt x="24032" y="1736"/>
                  </a:lnTo>
                  <a:lnTo>
                    <a:pt x="18051" y="977"/>
                  </a:lnTo>
                  <a:lnTo>
                    <a:pt x="12047" y="434"/>
                  </a:lnTo>
                  <a:lnTo>
                    <a:pt x="6027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162" y="941493"/>
              <a:ext cx="167053" cy="167167"/>
            </a:xfrm>
            <a:custGeom>
              <a:avLst/>
              <a:pathLst>
                <a:path w="167053" h="167167">
                  <a:moveTo>
                    <a:pt x="167053" y="0"/>
                  </a:moveTo>
                  <a:lnTo>
                    <a:pt x="161598" y="89"/>
                  </a:lnTo>
                  <a:lnTo>
                    <a:pt x="156150" y="355"/>
                  </a:lnTo>
                  <a:lnTo>
                    <a:pt x="150712" y="800"/>
                  </a:lnTo>
                  <a:lnTo>
                    <a:pt x="145292" y="1422"/>
                  </a:lnTo>
                  <a:lnTo>
                    <a:pt x="139896" y="2220"/>
                  </a:lnTo>
                  <a:lnTo>
                    <a:pt x="134528" y="3194"/>
                  </a:lnTo>
                  <a:lnTo>
                    <a:pt x="129195" y="4343"/>
                  </a:lnTo>
                  <a:lnTo>
                    <a:pt x="123902" y="5665"/>
                  </a:lnTo>
                  <a:lnTo>
                    <a:pt x="118655" y="7159"/>
                  </a:lnTo>
                  <a:lnTo>
                    <a:pt x="113460" y="8823"/>
                  </a:lnTo>
                  <a:lnTo>
                    <a:pt x="108322" y="10656"/>
                  </a:lnTo>
                  <a:lnTo>
                    <a:pt x="103246" y="12656"/>
                  </a:lnTo>
                  <a:lnTo>
                    <a:pt x="98239" y="14820"/>
                  </a:lnTo>
                  <a:lnTo>
                    <a:pt x="93304" y="17147"/>
                  </a:lnTo>
                  <a:lnTo>
                    <a:pt x="88448" y="19633"/>
                  </a:lnTo>
                  <a:lnTo>
                    <a:pt x="83676" y="22276"/>
                  </a:lnTo>
                  <a:lnTo>
                    <a:pt x="78993" y="25074"/>
                  </a:lnTo>
                  <a:lnTo>
                    <a:pt x="74403" y="28023"/>
                  </a:lnTo>
                  <a:lnTo>
                    <a:pt x="69912" y="31120"/>
                  </a:lnTo>
                  <a:lnTo>
                    <a:pt x="65525" y="34363"/>
                  </a:lnTo>
                  <a:lnTo>
                    <a:pt x="61246" y="37746"/>
                  </a:lnTo>
                  <a:lnTo>
                    <a:pt x="57079" y="41268"/>
                  </a:lnTo>
                  <a:lnTo>
                    <a:pt x="53029" y="44923"/>
                  </a:lnTo>
                  <a:lnTo>
                    <a:pt x="49101" y="48709"/>
                  </a:lnTo>
                  <a:lnTo>
                    <a:pt x="45299" y="52620"/>
                  </a:lnTo>
                  <a:lnTo>
                    <a:pt x="41626" y="56654"/>
                  </a:lnTo>
                  <a:lnTo>
                    <a:pt x="38087" y="60806"/>
                  </a:lnTo>
                  <a:lnTo>
                    <a:pt x="34685" y="65071"/>
                  </a:lnTo>
                  <a:lnTo>
                    <a:pt x="31424" y="69444"/>
                  </a:lnTo>
                  <a:lnTo>
                    <a:pt x="28308" y="73922"/>
                  </a:lnTo>
                  <a:lnTo>
                    <a:pt x="25339" y="78499"/>
                  </a:lnTo>
                  <a:lnTo>
                    <a:pt x="22521" y="83170"/>
                  </a:lnTo>
                  <a:lnTo>
                    <a:pt x="19857" y="87931"/>
                  </a:lnTo>
                  <a:lnTo>
                    <a:pt x="17350" y="92776"/>
                  </a:lnTo>
                  <a:lnTo>
                    <a:pt x="15003" y="97700"/>
                  </a:lnTo>
                  <a:lnTo>
                    <a:pt x="12817" y="102699"/>
                  </a:lnTo>
                  <a:lnTo>
                    <a:pt x="10795" y="107766"/>
                  </a:lnTo>
                  <a:lnTo>
                    <a:pt x="8940" y="112896"/>
                  </a:lnTo>
                  <a:lnTo>
                    <a:pt x="7254" y="118084"/>
                  </a:lnTo>
                  <a:lnTo>
                    <a:pt x="5737" y="123324"/>
                  </a:lnTo>
                  <a:lnTo>
                    <a:pt x="4393" y="128611"/>
                  </a:lnTo>
                  <a:lnTo>
                    <a:pt x="3221" y="133940"/>
                  </a:lnTo>
                  <a:lnTo>
                    <a:pt x="2224" y="139303"/>
                  </a:lnTo>
                  <a:lnTo>
                    <a:pt x="1403" y="144696"/>
                  </a:lnTo>
                  <a:lnTo>
                    <a:pt x="758" y="150113"/>
                  </a:lnTo>
                  <a:lnTo>
                    <a:pt x="290" y="155549"/>
                  </a:lnTo>
                  <a:lnTo>
                    <a:pt x="0" y="160996"/>
                  </a:lnTo>
                  <a:lnTo>
                    <a:pt x="1670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162" y="1102490"/>
              <a:ext cx="167053" cy="6170"/>
            </a:xfrm>
            <a:custGeom>
              <a:avLst/>
              <a:pathLst>
                <a:path w="167053" h="6170">
                  <a:moveTo>
                    <a:pt x="0" y="0"/>
                  </a:moveTo>
                  <a:lnTo>
                    <a:pt x="167053" y="61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49" y="1102490"/>
              <a:ext cx="167166" cy="171877"/>
            </a:xfrm>
            <a:custGeom>
              <a:avLst/>
              <a:pathLst>
                <a:path w="167166" h="171877">
                  <a:moveTo>
                    <a:pt x="112" y="0"/>
                  </a:moveTo>
                  <a:lnTo>
                    <a:pt x="0" y="5479"/>
                  </a:lnTo>
                  <a:lnTo>
                    <a:pt x="67" y="10959"/>
                  </a:lnTo>
                  <a:lnTo>
                    <a:pt x="314" y="16435"/>
                  </a:lnTo>
                  <a:lnTo>
                    <a:pt x="740" y="21899"/>
                  </a:lnTo>
                  <a:lnTo>
                    <a:pt x="1345" y="27346"/>
                  </a:lnTo>
                  <a:lnTo>
                    <a:pt x="2128" y="32771"/>
                  </a:lnTo>
                  <a:lnTo>
                    <a:pt x="3089" y="38167"/>
                  </a:lnTo>
                  <a:lnTo>
                    <a:pt x="4226" y="43528"/>
                  </a:lnTo>
                  <a:lnTo>
                    <a:pt x="5538" y="48850"/>
                  </a:lnTo>
                  <a:lnTo>
                    <a:pt x="7024" y="54125"/>
                  </a:lnTo>
                  <a:lnTo>
                    <a:pt x="8682" y="59349"/>
                  </a:lnTo>
                  <a:lnTo>
                    <a:pt x="10511" y="64516"/>
                  </a:lnTo>
                  <a:lnTo>
                    <a:pt x="12507" y="69620"/>
                  </a:lnTo>
                  <a:lnTo>
                    <a:pt x="14671" y="74656"/>
                  </a:lnTo>
                  <a:lnTo>
                    <a:pt x="16998" y="79618"/>
                  </a:lnTo>
                  <a:lnTo>
                    <a:pt x="19486" y="84501"/>
                  </a:lnTo>
                  <a:lnTo>
                    <a:pt x="22133" y="89300"/>
                  </a:lnTo>
                  <a:lnTo>
                    <a:pt x="24936" y="94010"/>
                  </a:lnTo>
                  <a:lnTo>
                    <a:pt x="27892" y="98625"/>
                  </a:lnTo>
                  <a:lnTo>
                    <a:pt x="30998" y="103141"/>
                  </a:lnTo>
                  <a:lnTo>
                    <a:pt x="34250" y="107553"/>
                  </a:lnTo>
                  <a:lnTo>
                    <a:pt x="37645" y="111856"/>
                  </a:lnTo>
                  <a:lnTo>
                    <a:pt x="41179" y="116045"/>
                  </a:lnTo>
                  <a:lnTo>
                    <a:pt x="44849" y="120116"/>
                  </a:lnTo>
                  <a:lnTo>
                    <a:pt x="48650" y="124064"/>
                  </a:lnTo>
                  <a:lnTo>
                    <a:pt x="52578" y="127886"/>
                  </a:lnTo>
                  <a:lnTo>
                    <a:pt x="56630" y="131577"/>
                  </a:lnTo>
                  <a:lnTo>
                    <a:pt x="60801" y="135133"/>
                  </a:lnTo>
                  <a:lnTo>
                    <a:pt x="65085" y="138551"/>
                  </a:lnTo>
                  <a:lnTo>
                    <a:pt x="69480" y="141826"/>
                  </a:lnTo>
                  <a:lnTo>
                    <a:pt x="73979" y="144955"/>
                  </a:lnTo>
                  <a:lnTo>
                    <a:pt x="78579" y="147936"/>
                  </a:lnTo>
                  <a:lnTo>
                    <a:pt x="83274" y="150763"/>
                  </a:lnTo>
                  <a:lnTo>
                    <a:pt x="88059" y="153436"/>
                  </a:lnTo>
                  <a:lnTo>
                    <a:pt x="92929" y="155950"/>
                  </a:lnTo>
                  <a:lnTo>
                    <a:pt x="97879" y="158303"/>
                  </a:lnTo>
                  <a:lnTo>
                    <a:pt x="102904" y="160493"/>
                  </a:lnTo>
                  <a:lnTo>
                    <a:pt x="107997" y="162516"/>
                  </a:lnTo>
                  <a:lnTo>
                    <a:pt x="113154" y="164372"/>
                  </a:lnTo>
                  <a:lnTo>
                    <a:pt x="118369" y="166057"/>
                  </a:lnTo>
                  <a:lnTo>
                    <a:pt x="123637" y="167571"/>
                  </a:lnTo>
                  <a:lnTo>
                    <a:pt x="128951" y="168911"/>
                  </a:lnTo>
                  <a:lnTo>
                    <a:pt x="134307" y="170077"/>
                  </a:lnTo>
                  <a:lnTo>
                    <a:pt x="139698" y="171066"/>
                  </a:lnTo>
                  <a:lnTo>
                    <a:pt x="145118" y="171877"/>
                  </a:lnTo>
                  <a:lnTo>
                    <a:pt x="167166" y="61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64168" y="941493"/>
              <a:ext cx="189200" cy="334332"/>
            </a:xfrm>
            <a:custGeom>
              <a:avLst/>
              <a:pathLst>
                <a:path w="189200" h="334332">
                  <a:moveTo>
                    <a:pt x="0" y="332874"/>
                  </a:moveTo>
                  <a:lnTo>
                    <a:pt x="5277" y="333491"/>
                  </a:lnTo>
                  <a:lnTo>
                    <a:pt x="10571" y="333940"/>
                  </a:lnTo>
                  <a:lnTo>
                    <a:pt x="15877" y="334220"/>
                  </a:lnTo>
                  <a:lnTo>
                    <a:pt x="21189" y="334332"/>
                  </a:lnTo>
                  <a:lnTo>
                    <a:pt x="26502" y="334275"/>
                  </a:lnTo>
                  <a:lnTo>
                    <a:pt x="31810" y="334049"/>
                  </a:lnTo>
                  <a:lnTo>
                    <a:pt x="37109" y="333654"/>
                  </a:lnTo>
                  <a:lnTo>
                    <a:pt x="42392" y="333092"/>
                  </a:lnTo>
                  <a:lnTo>
                    <a:pt x="47655" y="332361"/>
                  </a:lnTo>
                  <a:lnTo>
                    <a:pt x="52892" y="331464"/>
                  </a:lnTo>
                  <a:lnTo>
                    <a:pt x="58097" y="330401"/>
                  </a:lnTo>
                  <a:lnTo>
                    <a:pt x="63267" y="329173"/>
                  </a:lnTo>
                  <a:lnTo>
                    <a:pt x="68394" y="327781"/>
                  </a:lnTo>
                  <a:lnTo>
                    <a:pt x="73475" y="326227"/>
                  </a:lnTo>
                  <a:lnTo>
                    <a:pt x="78504" y="324512"/>
                  </a:lnTo>
                  <a:lnTo>
                    <a:pt x="83476" y="322639"/>
                  </a:lnTo>
                  <a:lnTo>
                    <a:pt x="88386" y="320608"/>
                  </a:lnTo>
                  <a:lnTo>
                    <a:pt x="93229" y="318422"/>
                  </a:lnTo>
                  <a:lnTo>
                    <a:pt x="98000" y="316084"/>
                  </a:lnTo>
                  <a:lnTo>
                    <a:pt x="102694" y="313595"/>
                  </a:lnTo>
                  <a:lnTo>
                    <a:pt x="107306" y="310958"/>
                  </a:lnTo>
                  <a:lnTo>
                    <a:pt x="111833" y="308175"/>
                  </a:lnTo>
                  <a:lnTo>
                    <a:pt x="116269" y="305251"/>
                  </a:lnTo>
                  <a:lnTo>
                    <a:pt x="120610" y="302187"/>
                  </a:lnTo>
                  <a:lnTo>
                    <a:pt x="124851" y="298986"/>
                  </a:lnTo>
                  <a:lnTo>
                    <a:pt x="128988" y="295653"/>
                  </a:lnTo>
                  <a:lnTo>
                    <a:pt x="133017" y="292189"/>
                  </a:lnTo>
                  <a:lnTo>
                    <a:pt x="136934" y="288599"/>
                  </a:lnTo>
                  <a:lnTo>
                    <a:pt x="140735" y="284887"/>
                  </a:lnTo>
                  <a:lnTo>
                    <a:pt x="144417" y="281056"/>
                  </a:lnTo>
                  <a:lnTo>
                    <a:pt x="147974" y="277109"/>
                  </a:lnTo>
                  <a:lnTo>
                    <a:pt x="151404" y="273052"/>
                  </a:lnTo>
                  <a:lnTo>
                    <a:pt x="154704" y="268887"/>
                  </a:lnTo>
                  <a:lnTo>
                    <a:pt x="157870" y="264620"/>
                  </a:lnTo>
                  <a:lnTo>
                    <a:pt x="160898" y="260255"/>
                  </a:lnTo>
                  <a:lnTo>
                    <a:pt x="163786" y="255795"/>
                  </a:lnTo>
                  <a:lnTo>
                    <a:pt x="166531" y="251246"/>
                  </a:lnTo>
                  <a:lnTo>
                    <a:pt x="169130" y="246611"/>
                  </a:lnTo>
                  <a:lnTo>
                    <a:pt x="171581" y="241897"/>
                  </a:lnTo>
                  <a:lnTo>
                    <a:pt x="173880" y="237107"/>
                  </a:lnTo>
                  <a:lnTo>
                    <a:pt x="176026" y="232247"/>
                  </a:lnTo>
                  <a:lnTo>
                    <a:pt x="178017" y="227320"/>
                  </a:lnTo>
                  <a:lnTo>
                    <a:pt x="179849" y="222333"/>
                  </a:lnTo>
                  <a:lnTo>
                    <a:pt x="181523" y="217290"/>
                  </a:lnTo>
                  <a:lnTo>
                    <a:pt x="183035" y="212197"/>
                  </a:lnTo>
                  <a:lnTo>
                    <a:pt x="184385" y="207058"/>
                  </a:lnTo>
                  <a:lnTo>
                    <a:pt x="185571" y="201879"/>
                  </a:lnTo>
                  <a:lnTo>
                    <a:pt x="186591" y="196665"/>
                  </a:lnTo>
                  <a:lnTo>
                    <a:pt x="187446" y="191421"/>
                  </a:lnTo>
                  <a:lnTo>
                    <a:pt x="188133" y="186152"/>
                  </a:lnTo>
                  <a:lnTo>
                    <a:pt x="188652" y="180864"/>
                  </a:lnTo>
                  <a:lnTo>
                    <a:pt x="189003" y="175563"/>
                  </a:lnTo>
                  <a:lnTo>
                    <a:pt x="189186" y="170253"/>
                  </a:lnTo>
                  <a:lnTo>
                    <a:pt x="189200" y="164939"/>
                  </a:lnTo>
                  <a:lnTo>
                    <a:pt x="189044" y="159628"/>
                  </a:lnTo>
                  <a:lnTo>
                    <a:pt x="188720" y="154325"/>
                  </a:lnTo>
                  <a:lnTo>
                    <a:pt x="188228" y="149035"/>
                  </a:lnTo>
                  <a:lnTo>
                    <a:pt x="187568" y="143763"/>
                  </a:lnTo>
                  <a:lnTo>
                    <a:pt x="186741" y="138514"/>
                  </a:lnTo>
                  <a:lnTo>
                    <a:pt x="185747" y="133295"/>
                  </a:lnTo>
                  <a:lnTo>
                    <a:pt x="184588" y="128110"/>
                  </a:lnTo>
                  <a:lnTo>
                    <a:pt x="183264" y="122964"/>
                  </a:lnTo>
                  <a:lnTo>
                    <a:pt x="181778" y="117863"/>
                  </a:lnTo>
                  <a:lnTo>
                    <a:pt x="180131" y="112811"/>
                  </a:lnTo>
                  <a:lnTo>
                    <a:pt x="178323" y="107815"/>
                  </a:lnTo>
                  <a:lnTo>
                    <a:pt x="176358" y="102879"/>
                  </a:lnTo>
                  <a:lnTo>
                    <a:pt x="174237" y="98007"/>
                  </a:lnTo>
                  <a:lnTo>
                    <a:pt x="171962" y="93205"/>
                  </a:lnTo>
                  <a:lnTo>
                    <a:pt x="169536" y="88478"/>
                  </a:lnTo>
                  <a:lnTo>
                    <a:pt x="166961" y="83831"/>
                  </a:lnTo>
                  <a:lnTo>
                    <a:pt x="164239" y="79268"/>
                  </a:lnTo>
                  <a:lnTo>
                    <a:pt x="161374" y="74793"/>
                  </a:lnTo>
                  <a:lnTo>
                    <a:pt x="158368" y="70412"/>
                  </a:lnTo>
                  <a:lnTo>
                    <a:pt x="155225" y="66129"/>
                  </a:lnTo>
                  <a:lnTo>
                    <a:pt x="151946" y="61948"/>
                  </a:lnTo>
                  <a:lnTo>
                    <a:pt x="148537" y="57873"/>
                  </a:lnTo>
                  <a:lnTo>
                    <a:pt x="145000" y="53908"/>
                  </a:lnTo>
                  <a:lnTo>
                    <a:pt x="141338" y="50058"/>
                  </a:lnTo>
                  <a:lnTo>
                    <a:pt x="137556" y="46326"/>
                  </a:lnTo>
                  <a:lnTo>
                    <a:pt x="133658" y="42716"/>
                  </a:lnTo>
                  <a:lnTo>
                    <a:pt x="129646" y="39232"/>
                  </a:lnTo>
                  <a:lnTo>
                    <a:pt x="125526" y="35877"/>
                  </a:lnTo>
                  <a:lnTo>
                    <a:pt x="121301" y="32655"/>
                  </a:lnTo>
                  <a:lnTo>
                    <a:pt x="116977" y="29568"/>
                  </a:lnTo>
                  <a:lnTo>
                    <a:pt x="112556" y="26621"/>
                  </a:lnTo>
                  <a:lnTo>
                    <a:pt x="108043" y="23816"/>
                  </a:lnTo>
                  <a:lnTo>
                    <a:pt x="103444" y="21155"/>
                  </a:lnTo>
                  <a:lnTo>
                    <a:pt x="98763" y="18642"/>
                  </a:lnTo>
                  <a:lnTo>
                    <a:pt x="94004" y="16279"/>
                  </a:lnTo>
                  <a:lnTo>
                    <a:pt x="89173" y="14069"/>
                  </a:lnTo>
                  <a:lnTo>
                    <a:pt x="84273" y="12013"/>
                  </a:lnTo>
                  <a:lnTo>
                    <a:pt x="79311" y="10114"/>
                  </a:lnTo>
                  <a:lnTo>
                    <a:pt x="74291" y="8373"/>
                  </a:lnTo>
                  <a:lnTo>
                    <a:pt x="69218" y="6793"/>
                  </a:lnTo>
                  <a:lnTo>
                    <a:pt x="64098" y="5375"/>
                  </a:lnTo>
                  <a:lnTo>
                    <a:pt x="58935" y="4120"/>
                  </a:lnTo>
                  <a:lnTo>
                    <a:pt x="53735" y="3030"/>
                  </a:lnTo>
                  <a:lnTo>
                    <a:pt x="48502" y="2106"/>
                  </a:lnTo>
                  <a:lnTo>
                    <a:pt x="43243" y="1349"/>
                  </a:lnTo>
                  <a:lnTo>
                    <a:pt x="37963" y="759"/>
                  </a:lnTo>
                  <a:lnTo>
                    <a:pt x="32667" y="337"/>
                  </a:lnTo>
                  <a:lnTo>
                    <a:pt x="27359" y="84"/>
                  </a:lnTo>
                  <a:lnTo>
                    <a:pt x="22047" y="0"/>
                  </a:lnTo>
                  <a:lnTo>
                    <a:pt x="220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4" y="1071028"/>
              <a:ext cx="167166" cy="198618"/>
            </a:xfrm>
            <a:custGeom>
              <a:avLst/>
              <a:pathLst>
                <a:path w="167166" h="198618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2" y="769"/>
                  </a:lnTo>
                  <a:lnTo>
                    <a:pt x="145826" y="1367"/>
                  </a:lnTo>
                  <a:lnTo>
                    <a:pt x="140533" y="2135"/>
                  </a:lnTo>
                  <a:lnTo>
                    <a:pt x="135266" y="3072"/>
                  </a:lnTo>
                  <a:lnTo>
                    <a:pt x="130032" y="4176"/>
                  </a:lnTo>
                  <a:lnTo>
                    <a:pt x="124836" y="5448"/>
                  </a:lnTo>
                  <a:lnTo>
                    <a:pt x="119683" y="6885"/>
                  </a:lnTo>
                  <a:lnTo>
                    <a:pt x="114579" y="8486"/>
                  </a:lnTo>
                  <a:lnTo>
                    <a:pt x="109529" y="10250"/>
                  </a:lnTo>
                  <a:lnTo>
                    <a:pt x="104538" y="12175"/>
                  </a:lnTo>
                  <a:lnTo>
                    <a:pt x="99611" y="14258"/>
                  </a:lnTo>
                  <a:lnTo>
                    <a:pt x="94753" y="16498"/>
                  </a:lnTo>
                  <a:lnTo>
                    <a:pt x="89969" y="18892"/>
                  </a:lnTo>
                  <a:lnTo>
                    <a:pt x="85265" y="21438"/>
                  </a:lnTo>
                  <a:lnTo>
                    <a:pt x="80644" y="24133"/>
                  </a:lnTo>
                  <a:lnTo>
                    <a:pt x="76112" y="26974"/>
                  </a:lnTo>
                  <a:lnTo>
                    <a:pt x="71673" y="29959"/>
                  </a:lnTo>
                  <a:lnTo>
                    <a:pt x="67331" y="33085"/>
                  </a:lnTo>
                  <a:lnTo>
                    <a:pt x="63093" y="36348"/>
                  </a:lnTo>
                  <a:lnTo>
                    <a:pt x="58960" y="39745"/>
                  </a:lnTo>
                  <a:lnTo>
                    <a:pt x="54939" y="43272"/>
                  </a:lnTo>
                  <a:lnTo>
                    <a:pt x="51032" y="46927"/>
                  </a:lnTo>
                  <a:lnTo>
                    <a:pt x="47244" y="50704"/>
                  </a:lnTo>
                  <a:lnTo>
                    <a:pt x="43579" y="54600"/>
                  </a:lnTo>
                  <a:lnTo>
                    <a:pt x="40041" y="58612"/>
                  </a:lnTo>
                  <a:lnTo>
                    <a:pt x="36633" y="62735"/>
                  </a:lnTo>
                  <a:lnTo>
                    <a:pt x="33358" y="66965"/>
                  </a:lnTo>
                  <a:lnTo>
                    <a:pt x="30221" y="71298"/>
                  </a:lnTo>
                  <a:lnTo>
                    <a:pt x="27223" y="75729"/>
                  </a:lnTo>
                  <a:lnTo>
                    <a:pt x="24369" y="80253"/>
                  </a:lnTo>
                  <a:lnTo>
                    <a:pt x="21662" y="84867"/>
                  </a:lnTo>
                  <a:lnTo>
                    <a:pt x="19103" y="89564"/>
                  </a:lnTo>
                  <a:lnTo>
                    <a:pt x="16696" y="94341"/>
                  </a:lnTo>
                  <a:lnTo>
                    <a:pt x="14443" y="99193"/>
                  </a:lnTo>
                  <a:lnTo>
                    <a:pt x="12346" y="104114"/>
                  </a:lnTo>
                  <a:lnTo>
                    <a:pt x="10408" y="109100"/>
                  </a:lnTo>
                  <a:lnTo>
                    <a:pt x="8630" y="114146"/>
                  </a:lnTo>
                  <a:lnTo>
                    <a:pt x="7015" y="119245"/>
                  </a:lnTo>
                  <a:lnTo>
                    <a:pt x="5564" y="124394"/>
                  </a:lnTo>
                  <a:lnTo>
                    <a:pt x="4278" y="129586"/>
                  </a:lnTo>
                  <a:lnTo>
                    <a:pt x="3159" y="134817"/>
                  </a:lnTo>
                  <a:lnTo>
                    <a:pt x="2208" y="140081"/>
                  </a:lnTo>
                  <a:lnTo>
                    <a:pt x="1426" y="145373"/>
                  </a:lnTo>
                  <a:lnTo>
                    <a:pt x="813" y="150687"/>
                  </a:lnTo>
                  <a:lnTo>
                    <a:pt x="371" y="156019"/>
                  </a:lnTo>
                  <a:lnTo>
                    <a:pt x="100" y="161361"/>
                  </a:lnTo>
                  <a:lnTo>
                    <a:pt x="0" y="166709"/>
                  </a:lnTo>
                  <a:lnTo>
                    <a:pt x="70" y="172058"/>
                  </a:lnTo>
                  <a:lnTo>
                    <a:pt x="312" y="177402"/>
                  </a:lnTo>
                  <a:lnTo>
                    <a:pt x="725" y="182735"/>
                  </a:lnTo>
                  <a:lnTo>
                    <a:pt x="1309" y="188053"/>
                  </a:lnTo>
                  <a:lnTo>
                    <a:pt x="2062" y="193349"/>
                  </a:lnTo>
                  <a:lnTo>
                    <a:pt x="2984" y="19861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800319" y="1238196"/>
              <a:ext cx="164182" cy="31451"/>
            </a:xfrm>
            <a:custGeom>
              <a:avLst/>
              <a:pathLst>
                <a:path w="164182" h="31451">
                  <a:moveTo>
                    <a:pt x="0" y="31451"/>
                  </a:moveTo>
                  <a:lnTo>
                    <a:pt x="1641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800319" y="1071278"/>
              <a:ext cx="331347" cy="334071"/>
            </a:xfrm>
            <a:custGeom>
              <a:avLst/>
              <a:pathLst>
                <a:path w="331347" h="334071">
                  <a:moveTo>
                    <a:pt x="0" y="198368"/>
                  </a:moveTo>
                  <a:lnTo>
                    <a:pt x="1078" y="203555"/>
                  </a:lnTo>
                  <a:lnTo>
                    <a:pt x="2321" y="208705"/>
                  </a:lnTo>
                  <a:lnTo>
                    <a:pt x="3727" y="213812"/>
                  </a:lnTo>
                  <a:lnTo>
                    <a:pt x="5293" y="218873"/>
                  </a:lnTo>
                  <a:lnTo>
                    <a:pt x="7019" y="223881"/>
                  </a:lnTo>
                  <a:lnTo>
                    <a:pt x="8903" y="228833"/>
                  </a:lnTo>
                  <a:lnTo>
                    <a:pt x="10943" y="233722"/>
                  </a:lnTo>
                  <a:lnTo>
                    <a:pt x="13137" y="238544"/>
                  </a:lnTo>
                  <a:lnTo>
                    <a:pt x="15482" y="243294"/>
                  </a:lnTo>
                  <a:lnTo>
                    <a:pt x="17977" y="247967"/>
                  </a:lnTo>
                  <a:lnTo>
                    <a:pt x="20618" y="252559"/>
                  </a:lnTo>
                  <a:lnTo>
                    <a:pt x="23404" y="257065"/>
                  </a:lnTo>
                  <a:lnTo>
                    <a:pt x="26331" y="261480"/>
                  </a:lnTo>
                  <a:lnTo>
                    <a:pt x="29396" y="265801"/>
                  </a:lnTo>
                  <a:lnTo>
                    <a:pt x="32597" y="270022"/>
                  </a:lnTo>
                  <a:lnTo>
                    <a:pt x="35930" y="274139"/>
                  </a:lnTo>
                  <a:lnTo>
                    <a:pt x="39392" y="278149"/>
                  </a:lnTo>
                  <a:lnTo>
                    <a:pt x="42979" y="282047"/>
                  </a:lnTo>
                  <a:lnTo>
                    <a:pt x="46688" y="285830"/>
                  </a:lnTo>
                  <a:lnTo>
                    <a:pt x="50515" y="289493"/>
                  </a:lnTo>
                  <a:lnTo>
                    <a:pt x="54456" y="293033"/>
                  </a:lnTo>
                  <a:lnTo>
                    <a:pt x="58507" y="296447"/>
                  </a:lnTo>
                  <a:lnTo>
                    <a:pt x="62665" y="299730"/>
                  </a:lnTo>
                  <a:lnTo>
                    <a:pt x="66924" y="302880"/>
                  </a:lnTo>
                  <a:lnTo>
                    <a:pt x="71281" y="305893"/>
                  </a:lnTo>
                  <a:lnTo>
                    <a:pt x="75731" y="308767"/>
                  </a:lnTo>
                  <a:lnTo>
                    <a:pt x="80270" y="311499"/>
                  </a:lnTo>
                  <a:lnTo>
                    <a:pt x="84893" y="314085"/>
                  </a:lnTo>
                  <a:lnTo>
                    <a:pt x="89596" y="316523"/>
                  </a:lnTo>
                  <a:lnTo>
                    <a:pt x="94374" y="318811"/>
                  </a:lnTo>
                  <a:lnTo>
                    <a:pt x="99222" y="320947"/>
                  </a:lnTo>
                  <a:lnTo>
                    <a:pt x="104135" y="322928"/>
                  </a:lnTo>
                  <a:lnTo>
                    <a:pt x="109109" y="324752"/>
                  </a:lnTo>
                  <a:lnTo>
                    <a:pt x="114138" y="326418"/>
                  </a:lnTo>
                  <a:lnTo>
                    <a:pt x="119217" y="327924"/>
                  </a:lnTo>
                  <a:lnTo>
                    <a:pt x="124341" y="329268"/>
                  </a:lnTo>
                  <a:lnTo>
                    <a:pt x="129505" y="330449"/>
                  </a:lnTo>
                  <a:lnTo>
                    <a:pt x="134704" y="331465"/>
                  </a:lnTo>
                  <a:lnTo>
                    <a:pt x="139933" y="332317"/>
                  </a:lnTo>
                  <a:lnTo>
                    <a:pt x="145186" y="333002"/>
                  </a:lnTo>
                  <a:lnTo>
                    <a:pt x="150458" y="333520"/>
                  </a:lnTo>
                  <a:lnTo>
                    <a:pt x="155744" y="333872"/>
                  </a:lnTo>
                  <a:lnTo>
                    <a:pt x="161038" y="334055"/>
                  </a:lnTo>
                  <a:lnTo>
                    <a:pt x="166335" y="334071"/>
                  </a:lnTo>
                  <a:lnTo>
                    <a:pt x="171631" y="333919"/>
                  </a:lnTo>
                  <a:lnTo>
                    <a:pt x="176919" y="333599"/>
                  </a:lnTo>
                  <a:lnTo>
                    <a:pt x="182194" y="333111"/>
                  </a:lnTo>
                  <a:lnTo>
                    <a:pt x="187451" y="332457"/>
                  </a:lnTo>
                  <a:lnTo>
                    <a:pt x="192684" y="331637"/>
                  </a:lnTo>
                  <a:lnTo>
                    <a:pt x="197889" y="330651"/>
                  </a:lnTo>
                  <a:lnTo>
                    <a:pt x="203060" y="329501"/>
                  </a:lnTo>
                  <a:lnTo>
                    <a:pt x="208192" y="328187"/>
                  </a:lnTo>
                  <a:lnTo>
                    <a:pt x="213280" y="326712"/>
                  </a:lnTo>
                  <a:lnTo>
                    <a:pt x="218319" y="325076"/>
                  </a:lnTo>
                  <a:lnTo>
                    <a:pt x="223303" y="323281"/>
                  </a:lnTo>
                  <a:lnTo>
                    <a:pt x="228228" y="321329"/>
                  </a:lnTo>
                  <a:lnTo>
                    <a:pt x="233088" y="319222"/>
                  </a:lnTo>
                  <a:lnTo>
                    <a:pt x="237880" y="316962"/>
                  </a:lnTo>
                  <a:lnTo>
                    <a:pt x="242597" y="314552"/>
                  </a:lnTo>
                  <a:lnTo>
                    <a:pt x="247236" y="311993"/>
                  </a:lnTo>
                  <a:lnTo>
                    <a:pt x="251791" y="309289"/>
                  </a:lnTo>
                  <a:lnTo>
                    <a:pt x="256258" y="306441"/>
                  </a:lnTo>
                  <a:lnTo>
                    <a:pt x="260633" y="303454"/>
                  </a:lnTo>
                  <a:lnTo>
                    <a:pt x="264910" y="300329"/>
                  </a:lnTo>
                  <a:lnTo>
                    <a:pt x="269087" y="297070"/>
                  </a:lnTo>
                  <a:lnTo>
                    <a:pt x="273158" y="293681"/>
                  </a:lnTo>
                  <a:lnTo>
                    <a:pt x="277120" y="290164"/>
                  </a:lnTo>
                  <a:lnTo>
                    <a:pt x="280969" y="286524"/>
                  </a:lnTo>
                  <a:lnTo>
                    <a:pt x="284700" y="282763"/>
                  </a:lnTo>
                  <a:lnTo>
                    <a:pt x="288310" y="278886"/>
                  </a:lnTo>
                  <a:lnTo>
                    <a:pt x="291796" y="274897"/>
                  </a:lnTo>
                  <a:lnTo>
                    <a:pt x="295153" y="270799"/>
                  </a:lnTo>
                  <a:lnTo>
                    <a:pt x="298379" y="266597"/>
                  </a:lnTo>
                  <a:lnTo>
                    <a:pt x="301470" y="262295"/>
                  </a:lnTo>
                  <a:lnTo>
                    <a:pt x="304423" y="257897"/>
                  </a:lnTo>
                  <a:lnTo>
                    <a:pt x="307235" y="253408"/>
                  </a:lnTo>
                  <a:lnTo>
                    <a:pt x="309904" y="248831"/>
                  </a:lnTo>
                  <a:lnTo>
                    <a:pt x="312426" y="244173"/>
                  </a:lnTo>
                  <a:lnTo>
                    <a:pt x="314800" y="239437"/>
                  </a:lnTo>
                  <a:lnTo>
                    <a:pt x="317022" y="234628"/>
                  </a:lnTo>
                  <a:lnTo>
                    <a:pt x="319091" y="229751"/>
                  </a:lnTo>
                  <a:lnTo>
                    <a:pt x="321004" y="224811"/>
                  </a:lnTo>
                  <a:lnTo>
                    <a:pt x="322760" y="219813"/>
                  </a:lnTo>
                  <a:lnTo>
                    <a:pt x="324356" y="214762"/>
                  </a:lnTo>
                  <a:lnTo>
                    <a:pt x="325792" y="209662"/>
                  </a:lnTo>
                  <a:lnTo>
                    <a:pt x="327065" y="204520"/>
                  </a:lnTo>
                  <a:lnTo>
                    <a:pt x="328175" y="199340"/>
                  </a:lnTo>
                  <a:lnTo>
                    <a:pt x="329120" y="194128"/>
                  </a:lnTo>
                  <a:lnTo>
                    <a:pt x="329899" y="188888"/>
                  </a:lnTo>
                  <a:lnTo>
                    <a:pt x="330512" y="183626"/>
                  </a:lnTo>
                  <a:lnTo>
                    <a:pt x="330958" y="178347"/>
                  </a:lnTo>
                  <a:lnTo>
                    <a:pt x="331236" y="173057"/>
                  </a:lnTo>
                  <a:lnTo>
                    <a:pt x="331347" y="167761"/>
                  </a:lnTo>
                  <a:lnTo>
                    <a:pt x="331290" y="162463"/>
                  </a:lnTo>
                  <a:lnTo>
                    <a:pt x="331065" y="157171"/>
                  </a:lnTo>
                  <a:lnTo>
                    <a:pt x="330672" y="151888"/>
                  </a:lnTo>
                  <a:lnTo>
                    <a:pt x="330112" y="146620"/>
                  </a:lnTo>
                  <a:lnTo>
                    <a:pt x="329386" y="141372"/>
                  </a:lnTo>
                  <a:lnTo>
                    <a:pt x="328493" y="136151"/>
                  </a:lnTo>
                  <a:lnTo>
                    <a:pt x="327436" y="130960"/>
                  </a:lnTo>
                  <a:lnTo>
                    <a:pt x="326215" y="125805"/>
                  </a:lnTo>
                  <a:lnTo>
                    <a:pt x="324831" y="120691"/>
                  </a:lnTo>
                  <a:lnTo>
                    <a:pt x="323285" y="115624"/>
                  </a:lnTo>
                  <a:lnTo>
                    <a:pt x="321580" y="110609"/>
                  </a:lnTo>
                  <a:lnTo>
                    <a:pt x="319717" y="105650"/>
                  </a:lnTo>
                  <a:lnTo>
                    <a:pt x="317698" y="100752"/>
                  </a:lnTo>
                  <a:lnTo>
                    <a:pt x="315524" y="95921"/>
                  </a:lnTo>
                  <a:lnTo>
                    <a:pt x="313198" y="91161"/>
                  </a:lnTo>
                  <a:lnTo>
                    <a:pt x="310723" y="86478"/>
                  </a:lnTo>
                  <a:lnTo>
                    <a:pt x="308101" y="81875"/>
                  </a:lnTo>
                  <a:lnTo>
                    <a:pt x="305334" y="77357"/>
                  </a:lnTo>
                  <a:lnTo>
                    <a:pt x="302425" y="72930"/>
                  </a:lnTo>
                  <a:lnTo>
                    <a:pt x="299378" y="68597"/>
                  </a:lnTo>
                  <a:lnTo>
                    <a:pt x="296195" y="64362"/>
                  </a:lnTo>
                  <a:lnTo>
                    <a:pt x="292879" y="60231"/>
                  </a:lnTo>
                  <a:lnTo>
                    <a:pt x="289434" y="56206"/>
                  </a:lnTo>
                  <a:lnTo>
                    <a:pt x="285863" y="52293"/>
                  </a:lnTo>
                  <a:lnTo>
                    <a:pt x="282170" y="48495"/>
                  </a:lnTo>
                  <a:lnTo>
                    <a:pt x="278358" y="44816"/>
                  </a:lnTo>
                  <a:lnTo>
                    <a:pt x="274432" y="41260"/>
                  </a:lnTo>
                  <a:lnTo>
                    <a:pt x="270395" y="37829"/>
                  </a:lnTo>
                  <a:lnTo>
                    <a:pt x="266251" y="34529"/>
                  </a:lnTo>
                  <a:lnTo>
                    <a:pt x="262005" y="31361"/>
                  </a:lnTo>
                  <a:lnTo>
                    <a:pt x="257661" y="28329"/>
                  </a:lnTo>
                  <a:lnTo>
                    <a:pt x="253223" y="25437"/>
                  </a:lnTo>
                  <a:lnTo>
                    <a:pt x="248695" y="22687"/>
                  </a:lnTo>
                  <a:lnTo>
                    <a:pt x="244083" y="20081"/>
                  </a:lnTo>
                  <a:lnTo>
                    <a:pt x="239390" y="17623"/>
                  </a:lnTo>
                  <a:lnTo>
                    <a:pt x="234622" y="15315"/>
                  </a:lnTo>
                  <a:lnTo>
                    <a:pt x="229783" y="13159"/>
                  </a:lnTo>
                  <a:lnTo>
                    <a:pt x="224878" y="11158"/>
                  </a:lnTo>
                  <a:lnTo>
                    <a:pt x="219912" y="9313"/>
                  </a:lnTo>
                  <a:lnTo>
                    <a:pt x="214890" y="7626"/>
                  </a:lnTo>
                  <a:lnTo>
                    <a:pt x="209817" y="6100"/>
                  </a:lnTo>
                  <a:lnTo>
                    <a:pt x="204699" y="4734"/>
                  </a:lnTo>
                  <a:lnTo>
                    <a:pt x="199540" y="3532"/>
                  </a:lnTo>
                  <a:lnTo>
                    <a:pt x="194345" y="2494"/>
                  </a:lnTo>
                  <a:lnTo>
                    <a:pt x="189120" y="1620"/>
                  </a:lnTo>
                  <a:lnTo>
                    <a:pt x="183870" y="913"/>
                  </a:lnTo>
                  <a:lnTo>
                    <a:pt x="178600" y="373"/>
                  </a:lnTo>
                  <a:lnTo>
                    <a:pt x="173315" y="0"/>
                  </a:lnTo>
                  <a:lnTo>
                    <a:pt x="164182" y="166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9133" cy="167167"/>
            </a:xfrm>
            <a:custGeom>
              <a:avLst/>
              <a:pathLst>
                <a:path w="9133" h="167167">
                  <a:moveTo>
                    <a:pt x="9133" y="2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2351" y="1322571"/>
              <a:ext cx="56369" cy="167167"/>
            </a:xfrm>
            <a:custGeom>
              <a:avLst/>
              <a:pathLst>
                <a:path w="56369" h="167167">
                  <a:moveTo>
                    <a:pt x="56369" y="0"/>
                  </a:moveTo>
                  <a:lnTo>
                    <a:pt x="49982" y="122"/>
                  </a:lnTo>
                  <a:lnTo>
                    <a:pt x="43605" y="488"/>
                  </a:lnTo>
                  <a:lnTo>
                    <a:pt x="37246" y="1097"/>
                  </a:lnTo>
                  <a:lnTo>
                    <a:pt x="30915" y="1949"/>
                  </a:lnTo>
                  <a:lnTo>
                    <a:pt x="24621" y="3042"/>
                  </a:lnTo>
                  <a:lnTo>
                    <a:pt x="18373" y="4375"/>
                  </a:lnTo>
                  <a:lnTo>
                    <a:pt x="12181" y="5946"/>
                  </a:lnTo>
                  <a:lnTo>
                    <a:pt x="6054" y="7752"/>
                  </a:lnTo>
                  <a:lnTo>
                    <a:pt x="0" y="9790"/>
                  </a:lnTo>
                  <a:lnTo>
                    <a:pt x="5636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32351" y="1332362"/>
              <a:ext cx="56369" cy="157376"/>
            </a:xfrm>
            <a:custGeom>
              <a:avLst/>
              <a:pathLst>
                <a:path w="56369" h="157376">
                  <a:moveTo>
                    <a:pt x="0" y="0"/>
                  </a:moveTo>
                  <a:lnTo>
                    <a:pt x="56369" y="1573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21556" y="1332312"/>
              <a:ext cx="334329" cy="324574"/>
            </a:xfrm>
            <a:custGeom>
              <a:avLst/>
              <a:pathLst>
                <a:path w="334329" h="324574">
                  <a:moveTo>
                    <a:pt x="110794" y="50"/>
                  </a:moveTo>
                  <a:lnTo>
                    <a:pt x="105847" y="1911"/>
                  </a:lnTo>
                  <a:lnTo>
                    <a:pt x="100962" y="3927"/>
                  </a:lnTo>
                  <a:lnTo>
                    <a:pt x="96142" y="6096"/>
                  </a:lnTo>
                  <a:lnTo>
                    <a:pt x="91394" y="8417"/>
                  </a:lnTo>
                  <a:lnTo>
                    <a:pt x="86721" y="10886"/>
                  </a:lnTo>
                  <a:lnTo>
                    <a:pt x="82129" y="13503"/>
                  </a:lnTo>
                  <a:lnTo>
                    <a:pt x="77622" y="16263"/>
                  </a:lnTo>
                  <a:lnTo>
                    <a:pt x="73204" y="19164"/>
                  </a:lnTo>
                  <a:lnTo>
                    <a:pt x="68881" y="22203"/>
                  </a:lnTo>
                  <a:lnTo>
                    <a:pt x="64655" y="25377"/>
                  </a:lnTo>
                  <a:lnTo>
                    <a:pt x="60532" y="28684"/>
                  </a:lnTo>
                  <a:lnTo>
                    <a:pt x="56516" y="32119"/>
                  </a:lnTo>
                  <a:lnTo>
                    <a:pt x="52610" y="35679"/>
                  </a:lnTo>
                  <a:lnTo>
                    <a:pt x="48818" y="39362"/>
                  </a:lnTo>
                  <a:lnTo>
                    <a:pt x="45145" y="43162"/>
                  </a:lnTo>
                  <a:lnTo>
                    <a:pt x="41594" y="47076"/>
                  </a:lnTo>
                  <a:lnTo>
                    <a:pt x="38169" y="51101"/>
                  </a:lnTo>
                  <a:lnTo>
                    <a:pt x="34872" y="55231"/>
                  </a:lnTo>
                  <a:lnTo>
                    <a:pt x="31708" y="59464"/>
                  </a:lnTo>
                  <a:lnTo>
                    <a:pt x="28678" y="63795"/>
                  </a:lnTo>
                  <a:lnTo>
                    <a:pt x="25788" y="68220"/>
                  </a:lnTo>
                  <a:lnTo>
                    <a:pt x="23039" y="72734"/>
                  </a:lnTo>
                  <a:lnTo>
                    <a:pt x="20433" y="77332"/>
                  </a:lnTo>
                  <a:lnTo>
                    <a:pt x="17975" y="82010"/>
                  </a:lnTo>
                  <a:lnTo>
                    <a:pt x="15665" y="86764"/>
                  </a:lnTo>
                  <a:lnTo>
                    <a:pt x="13507" y="91589"/>
                  </a:lnTo>
                  <a:lnTo>
                    <a:pt x="11503" y="96479"/>
                  </a:lnTo>
                  <a:lnTo>
                    <a:pt x="9654" y="101430"/>
                  </a:lnTo>
                  <a:lnTo>
                    <a:pt x="7962" y="106437"/>
                  </a:lnTo>
                  <a:lnTo>
                    <a:pt x="6430" y="111495"/>
                  </a:lnTo>
                  <a:lnTo>
                    <a:pt x="5059" y="116599"/>
                  </a:lnTo>
                  <a:lnTo>
                    <a:pt x="3849" y="121744"/>
                  </a:lnTo>
                  <a:lnTo>
                    <a:pt x="2803" y="126925"/>
                  </a:lnTo>
                  <a:lnTo>
                    <a:pt x="1921" y="132135"/>
                  </a:lnTo>
                  <a:lnTo>
                    <a:pt x="1204" y="137372"/>
                  </a:lnTo>
                  <a:lnTo>
                    <a:pt x="653" y="142628"/>
                  </a:lnTo>
                  <a:lnTo>
                    <a:pt x="268" y="147899"/>
                  </a:lnTo>
                  <a:lnTo>
                    <a:pt x="50" y="153180"/>
                  </a:lnTo>
                  <a:lnTo>
                    <a:pt x="0" y="158465"/>
                  </a:lnTo>
                  <a:lnTo>
                    <a:pt x="116" y="163748"/>
                  </a:lnTo>
                  <a:lnTo>
                    <a:pt x="399" y="169026"/>
                  </a:lnTo>
                  <a:lnTo>
                    <a:pt x="849" y="174292"/>
                  </a:lnTo>
                  <a:lnTo>
                    <a:pt x="1465" y="179541"/>
                  </a:lnTo>
                  <a:lnTo>
                    <a:pt x="2247" y="184768"/>
                  </a:lnTo>
                  <a:lnTo>
                    <a:pt x="3194" y="189967"/>
                  </a:lnTo>
                  <a:lnTo>
                    <a:pt x="4305" y="195134"/>
                  </a:lnTo>
                  <a:lnTo>
                    <a:pt x="5578" y="200264"/>
                  </a:lnTo>
                  <a:lnTo>
                    <a:pt x="7013" y="205350"/>
                  </a:lnTo>
                  <a:lnTo>
                    <a:pt x="8608" y="210389"/>
                  </a:lnTo>
                  <a:lnTo>
                    <a:pt x="10361" y="215375"/>
                  </a:lnTo>
                  <a:lnTo>
                    <a:pt x="12272" y="220303"/>
                  </a:lnTo>
                  <a:lnTo>
                    <a:pt x="14337" y="225168"/>
                  </a:lnTo>
                  <a:lnTo>
                    <a:pt x="16554" y="229965"/>
                  </a:lnTo>
                  <a:lnTo>
                    <a:pt x="18923" y="234690"/>
                  </a:lnTo>
                  <a:lnTo>
                    <a:pt x="21439" y="239337"/>
                  </a:lnTo>
                  <a:lnTo>
                    <a:pt x="24101" y="243903"/>
                  </a:lnTo>
                  <a:lnTo>
                    <a:pt x="26907" y="248382"/>
                  </a:lnTo>
                  <a:lnTo>
                    <a:pt x="29852" y="252770"/>
                  </a:lnTo>
                  <a:lnTo>
                    <a:pt x="32934" y="257063"/>
                  </a:lnTo>
                  <a:lnTo>
                    <a:pt x="36151" y="261257"/>
                  </a:lnTo>
                  <a:lnTo>
                    <a:pt x="39499" y="265346"/>
                  </a:lnTo>
                  <a:lnTo>
                    <a:pt x="42974" y="269328"/>
                  </a:lnTo>
                  <a:lnTo>
                    <a:pt x="46574" y="273198"/>
                  </a:lnTo>
                  <a:lnTo>
                    <a:pt x="50294" y="276952"/>
                  </a:lnTo>
                  <a:lnTo>
                    <a:pt x="54131" y="280587"/>
                  </a:lnTo>
                  <a:lnTo>
                    <a:pt x="58080" y="284098"/>
                  </a:lnTo>
                  <a:lnTo>
                    <a:pt x="62139" y="287483"/>
                  </a:lnTo>
                  <a:lnTo>
                    <a:pt x="66303" y="290738"/>
                  </a:lnTo>
                  <a:lnTo>
                    <a:pt x="70568" y="293860"/>
                  </a:lnTo>
                  <a:lnTo>
                    <a:pt x="74929" y="296846"/>
                  </a:lnTo>
                  <a:lnTo>
                    <a:pt x="79382" y="299692"/>
                  </a:lnTo>
                  <a:lnTo>
                    <a:pt x="83923" y="302395"/>
                  </a:lnTo>
                  <a:lnTo>
                    <a:pt x="88547" y="304954"/>
                  </a:lnTo>
                  <a:lnTo>
                    <a:pt x="93250" y="307366"/>
                  </a:lnTo>
                  <a:lnTo>
                    <a:pt x="98027" y="309627"/>
                  </a:lnTo>
                  <a:lnTo>
                    <a:pt x="102873" y="311737"/>
                  </a:lnTo>
                  <a:lnTo>
                    <a:pt x="107783" y="313692"/>
                  </a:lnTo>
                  <a:lnTo>
                    <a:pt x="112753" y="315491"/>
                  </a:lnTo>
                  <a:lnTo>
                    <a:pt x="117776" y="317132"/>
                  </a:lnTo>
                  <a:lnTo>
                    <a:pt x="122850" y="318613"/>
                  </a:lnTo>
                  <a:lnTo>
                    <a:pt x="127967" y="319934"/>
                  </a:lnTo>
                  <a:lnTo>
                    <a:pt x="133124" y="321092"/>
                  </a:lnTo>
                  <a:lnTo>
                    <a:pt x="138315" y="322086"/>
                  </a:lnTo>
                  <a:lnTo>
                    <a:pt x="143534" y="322915"/>
                  </a:lnTo>
                  <a:lnTo>
                    <a:pt x="148777" y="323580"/>
                  </a:lnTo>
                  <a:lnTo>
                    <a:pt x="154039" y="324078"/>
                  </a:lnTo>
                  <a:lnTo>
                    <a:pt x="159314" y="324410"/>
                  </a:lnTo>
                  <a:lnTo>
                    <a:pt x="164596" y="324574"/>
                  </a:lnTo>
                  <a:lnTo>
                    <a:pt x="169881" y="324572"/>
                  </a:lnTo>
                  <a:lnTo>
                    <a:pt x="175164" y="324402"/>
                  </a:lnTo>
                  <a:lnTo>
                    <a:pt x="180438" y="324066"/>
                  </a:lnTo>
                  <a:lnTo>
                    <a:pt x="185699" y="323563"/>
                  </a:lnTo>
                  <a:lnTo>
                    <a:pt x="190942" y="322894"/>
                  </a:lnTo>
                  <a:lnTo>
                    <a:pt x="196160" y="322060"/>
                  </a:lnTo>
                  <a:lnTo>
                    <a:pt x="201350" y="321061"/>
                  </a:lnTo>
                  <a:lnTo>
                    <a:pt x="206506" y="319899"/>
                  </a:lnTo>
                  <a:lnTo>
                    <a:pt x="211622" y="318574"/>
                  </a:lnTo>
                  <a:lnTo>
                    <a:pt x="216694" y="317088"/>
                  </a:lnTo>
                  <a:lnTo>
                    <a:pt x="221717" y="315442"/>
                  </a:lnTo>
                  <a:lnTo>
                    <a:pt x="226684" y="313639"/>
                  </a:lnTo>
                  <a:lnTo>
                    <a:pt x="231593" y="311679"/>
                  </a:lnTo>
                  <a:lnTo>
                    <a:pt x="236437" y="309565"/>
                  </a:lnTo>
                  <a:lnTo>
                    <a:pt x="241211" y="307299"/>
                  </a:lnTo>
                  <a:lnTo>
                    <a:pt x="245912" y="304884"/>
                  </a:lnTo>
                  <a:lnTo>
                    <a:pt x="250534" y="302321"/>
                  </a:lnTo>
                  <a:lnTo>
                    <a:pt x="255073" y="299613"/>
                  </a:lnTo>
                  <a:lnTo>
                    <a:pt x="259524" y="296763"/>
                  </a:lnTo>
                  <a:lnTo>
                    <a:pt x="263882" y="293774"/>
                  </a:lnTo>
                  <a:lnTo>
                    <a:pt x="268144" y="290648"/>
                  </a:lnTo>
                  <a:lnTo>
                    <a:pt x="272305" y="287389"/>
                  </a:lnTo>
                  <a:lnTo>
                    <a:pt x="276361" y="284001"/>
                  </a:lnTo>
                  <a:lnTo>
                    <a:pt x="280307" y="280485"/>
                  </a:lnTo>
                  <a:lnTo>
                    <a:pt x="284141" y="276847"/>
                  </a:lnTo>
                  <a:lnTo>
                    <a:pt x="287857" y="273090"/>
                  </a:lnTo>
                  <a:lnTo>
                    <a:pt x="291453" y="269217"/>
                  </a:lnTo>
                  <a:lnTo>
                    <a:pt x="294925" y="265232"/>
                  </a:lnTo>
                  <a:lnTo>
                    <a:pt x="298269" y="261139"/>
                  </a:lnTo>
                  <a:lnTo>
                    <a:pt x="301482" y="256943"/>
                  </a:lnTo>
                  <a:lnTo>
                    <a:pt x="304561" y="252647"/>
                  </a:lnTo>
                  <a:lnTo>
                    <a:pt x="307502" y="248256"/>
                  </a:lnTo>
                  <a:lnTo>
                    <a:pt x="310303" y="243774"/>
                  </a:lnTo>
                  <a:lnTo>
                    <a:pt x="312962" y="239206"/>
                  </a:lnTo>
                  <a:lnTo>
                    <a:pt x="315474" y="234557"/>
                  </a:lnTo>
                  <a:lnTo>
                    <a:pt x="317838" y="229830"/>
                  </a:lnTo>
                  <a:lnTo>
                    <a:pt x="320051" y="225031"/>
                  </a:lnTo>
                  <a:lnTo>
                    <a:pt x="322112" y="220164"/>
                  </a:lnTo>
                  <a:lnTo>
                    <a:pt x="324018" y="215234"/>
                  </a:lnTo>
                  <a:lnTo>
                    <a:pt x="325767" y="210247"/>
                  </a:lnTo>
                  <a:lnTo>
                    <a:pt x="327357" y="205207"/>
                  </a:lnTo>
                  <a:lnTo>
                    <a:pt x="328788" y="200119"/>
                  </a:lnTo>
                  <a:lnTo>
                    <a:pt x="330056" y="194988"/>
                  </a:lnTo>
                  <a:lnTo>
                    <a:pt x="331162" y="189820"/>
                  </a:lnTo>
                  <a:lnTo>
                    <a:pt x="332105" y="184620"/>
                  </a:lnTo>
                  <a:lnTo>
                    <a:pt x="332882" y="179392"/>
                  </a:lnTo>
                  <a:lnTo>
                    <a:pt x="333493" y="174143"/>
                  </a:lnTo>
                  <a:lnTo>
                    <a:pt x="333939" y="168876"/>
                  </a:lnTo>
                  <a:lnTo>
                    <a:pt x="334217" y="163599"/>
                  </a:lnTo>
                  <a:lnTo>
                    <a:pt x="334329" y="158315"/>
                  </a:lnTo>
                  <a:lnTo>
                    <a:pt x="334273" y="153030"/>
                  </a:lnTo>
                  <a:lnTo>
                    <a:pt x="334051" y="147750"/>
                  </a:lnTo>
                  <a:lnTo>
                    <a:pt x="333662" y="142479"/>
                  </a:lnTo>
                  <a:lnTo>
                    <a:pt x="333106" y="137223"/>
                  </a:lnTo>
                  <a:lnTo>
                    <a:pt x="332384" y="131987"/>
                  </a:lnTo>
                  <a:lnTo>
                    <a:pt x="331497" y="126777"/>
                  </a:lnTo>
                  <a:lnTo>
                    <a:pt x="330446" y="121598"/>
                  </a:lnTo>
                  <a:lnTo>
                    <a:pt x="329232" y="116454"/>
                  </a:lnTo>
                  <a:lnTo>
                    <a:pt x="327856" y="111351"/>
                  </a:lnTo>
                  <a:lnTo>
                    <a:pt x="326319" y="106294"/>
                  </a:lnTo>
                  <a:lnTo>
                    <a:pt x="324623" y="101289"/>
                  </a:lnTo>
                  <a:lnTo>
                    <a:pt x="322770" y="96339"/>
                  </a:lnTo>
                  <a:lnTo>
                    <a:pt x="320761" y="91451"/>
                  </a:lnTo>
                  <a:lnTo>
                    <a:pt x="318599" y="86628"/>
                  </a:lnTo>
                  <a:lnTo>
                    <a:pt x="316285" y="81877"/>
                  </a:lnTo>
                  <a:lnTo>
                    <a:pt x="313822" y="77201"/>
                  </a:lnTo>
                  <a:lnTo>
                    <a:pt x="311213" y="72605"/>
                  </a:lnTo>
                  <a:lnTo>
                    <a:pt x="308460" y="68093"/>
                  </a:lnTo>
                  <a:lnTo>
                    <a:pt x="305565" y="63671"/>
                  </a:lnTo>
                  <a:lnTo>
                    <a:pt x="302532" y="59343"/>
                  </a:lnTo>
                  <a:lnTo>
                    <a:pt x="299364" y="55113"/>
                  </a:lnTo>
                  <a:lnTo>
                    <a:pt x="296063" y="50985"/>
                  </a:lnTo>
                  <a:lnTo>
                    <a:pt x="292634" y="46963"/>
                  </a:lnTo>
                  <a:lnTo>
                    <a:pt x="289080" y="43052"/>
                  </a:lnTo>
                  <a:lnTo>
                    <a:pt x="285403" y="39256"/>
                  </a:lnTo>
                  <a:lnTo>
                    <a:pt x="281609" y="35577"/>
                  </a:lnTo>
                  <a:lnTo>
                    <a:pt x="277699" y="32020"/>
                  </a:lnTo>
                  <a:lnTo>
                    <a:pt x="273680" y="28588"/>
                  </a:lnTo>
                  <a:lnTo>
                    <a:pt x="269554" y="25286"/>
                  </a:lnTo>
                  <a:lnTo>
                    <a:pt x="265326" y="22115"/>
                  </a:lnTo>
                  <a:lnTo>
                    <a:pt x="260999" y="19080"/>
                  </a:lnTo>
                  <a:lnTo>
                    <a:pt x="256579" y="16182"/>
                  </a:lnTo>
                  <a:lnTo>
                    <a:pt x="252069" y="13426"/>
                  </a:lnTo>
                  <a:lnTo>
                    <a:pt x="247475" y="10814"/>
                  </a:lnTo>
                  <a:lnTo>
                    <a:pt x="242800" y="8349"/>
                  </a:lnTo>
                  <a:lnTo>
                    <a:pt x="238049" y="6032"/>
                  </a:lnTo>
                  <a:lnTo>
                    <a:pt x="233228" y="3867"/>
                  </a:lnTo>
                  <a:lnTo>
                    <a:pt x="228341" y="1856"/>
                  </a:lnTo>
                  <a:lnTo>
                    <a:pt x="223393" y="0"/>
                  </a:lnTo>
                  <a:lnTo>
                    <a:pt x="167164" y="1574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56228" cy="167167"/>
            </a:xfrm>
            <a:custGeom>
              <a:avLst/>
              <a:pathLst>
                <a:path w="56228" h="167167">
                  <a:moveTo>
                    <a:pt x="56228" y="9740"/>
                  </a:moveTo>
                  <a:lnTo>
                    <a:pt x="50188" y="7712"/>
                  </a:lnTo>
                  <a:lnTo>
                    <a:pt x="44075" y="5915"/>
                  </a:lnTo>
                  <a:lnTo>
                    <a:pt x="37898" y="4352"/>
                  </a:lnTo>
                  <a:lnTo>
                    <a:pt x="31666" y="3026"/>
                  </a:lnTo>
                  <a:lnTo>
                    <a:pt x="25388" y="1939"/>
                  </a:lnTo>
                  <a:lnTo>
                    <a:pt x="19074" y="1091"/>
                  </a:lnTo>
                  <a:lnTo>
                    <a:pt x="12731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8655" y="1681503"/>
              <a:ext cx="37869" cy="167167"/>
            </a:xfrm>
            <a:custGeom>
              <a:avLst/>
              <a:pathLst>
                <a:path w="37869" h="167167">
                  <a:moveTo>
                    <a:pt x="37869" y="0"/>
                  </a:moveTo>
                  <a:lnTo>
                    <a:pt x="31504" y="121"/>
                  </a:lnTo>
                  <a:lnTo>
                    <a:pt x="25148" y="484"/>
                  </a:lnTo>
                  <a:lnTo>
                    <a:pt x="18810" y="1090"/>
                  </a:lnTo>
                  <a:lnTo>
                    <a:pt x="12500" y="1936"/>
                  </a:lnTo>
                  <a:lnTo>
                    <a:pt x="6227" y="3022"/>
                  </a:lnTo>
                  <a:lnTo>
                    <a:pt x="0" y="4345"/>
                  </a:lnTo>
                  <a:lnTo>
                    <a:pt x="3786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48655" y="1685849"/>
              <a:ext cx="37869" cy="162821"/>
            </a:xfrm>
            <a:custGeom>
              <a:avLst/>
              <a:pathLst>
                <a:path w="37869" h="162821">
                  <a:moveTo>
                    <a:pt x="0" y="0"/>
                  </a:moveTo>
                  <a:lnTo>
                    <a:pt x="37869" y="162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92620" y="1685849"/>
              <a:ext cx="93904" cy="162821"/>
            </a:xfrm>
            <a:custGeom>
              <a:avLst/>
              <a:pathLst>
                <a:path w="93904" h="162821">
                  <a:moveTo>
                    <a:pt x="56034" y="0"/>
                  </a:moveTo>
                  <a:lnTo>
                    <a:pt x="50070" y="1503"/>
                  </a:lnTo>
                  <a:lnTo>
                    <a:pt x="44165" y="3225"/>
                  </a:lnTo>
                  <a:lnTo>
                    <a:pt x="38327" y="5162"/>
                  </a:lnTo>
                  <a:lnTo>
                    <a:pt x="32565" y="7314"/>
                  </a:lnTo>
                  <a:lnTo>
                    <a:pt x="26886" y="9676"/>
                  </a:lnTo>
                  <a:lnTo>
                    <a:pt x="21297" y="12245"/>
                  </a:lnTo>
                  <a:lnTo>
                    <a:pt x="15807" y="15018"/>
                  </a:lnTo>
                  <a:lnTo>
                    <a:pt x="10422" y="17991"/>
                  </a:lnTo>
                  <a:lnTo>
                    <a:pt x="5151" y="21160"/>
                  </a:lnTo>
                  <a:lnTo>
                    <a:pt x="0" y="24521"/>
                  </a:lnTo>
                  <a:lnTo>
                    <a:pt x="93904" y="1628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19359" y="1681503"/>
              <a:ext cx="334326" cy="334318"/>
            </a:xfrm>
            <a:custGeom>
              <a:avLst/>
              <a:pathLst>
                <a:path w="334326" h="334318">
                  <a:moveTo>
                    <a:pt x="73260" y="28867"/>
                  </a:moveTo>
                  <a:lnTo>
                    <a:pt x="68939" y="31902"/>
                  </a:lnTo>
                  <a:lnTo>
                    <a:pt x="64715" y="35072"/>
                  </a:lnTo>
                  <a:lnTo>
                    <a:pt x="60593" y="38374"/>
                  </a:lnTo>
                  <a:lnTo>
                    <a:pt x="56578" y="41805"/>
                  </a:lnTo>
                  <a:lnTo>
                    <a:pt x="52674" y="45361"/>
                  </a:lnTo>
                  <a:lnTo>
                    <a:pt x="48883" y="49038"/>
                  </a:lnTo>
                  <a:lnTo>
                    <a:pt x="45211" y="52833"/>
                  </a:lnTo>
                  <a:lnTo>
                    <a:pt x="41660" y="56742"/>
                  </a:lnTo>
                  <a:lnTo>
                    <a:pt x="38235" y="60762"/>
                  </a:lnTo>
                  <a:lnTo>
                    <a:pt x="34938" y="64888"/>
                  </a:lnTo>
                  <a:lnTo>
                    <a:pt x="31773" y="69115"/>
                  </a:lnTo>
                  <a:lnTo>
                    <a:pt x="28744" y="73441"/>
                  </a:lnTo>
                  <a:lnTo>
                    <a:pt x="25852" y="77860"/>
                  </a:lnTo>
                  <a:lnTo>
                    <a:pt x="23102" y="82368"/>
                  </a:lnTo>
                  <a:lnTo>
                    <a:pt x="20495" y="86961"/>
                  </a:lnTo>
                  <a:lnTo>
                    <a:pt x="18035" y="91634"/>
                  </a:lnTo>
                  <a:lnTo>
                    <a:pt x="15723" y="96383"/>
                  </a:lnTo>
                  <a:lnTo>
                    <a:pt x="13563" y="101202"/>
                  </a:lnTo>
                  <a:lnTo>
                    <a:pt x="11556" y="106086"/>
                  </a:lnTo>
                  <a:lnTo>
                    <a:pt x="9704" y="111032"/>
                  </a:lnTo>
                  <a:lnTo>
                    <a:pt x="8010" y="116034"/>
                  </a:lnTo>
                  <a:lnTo>
                    <a:pt x="6474" y="121087"/>
                  </a:lnTo>
                  <a:lnTo>
                    <a:pt x="5099" y="126186"/>
                  </a:lnTo>
                  <a:lnTo>
                    <a:pt x="3885" y="131325"/>
                  </a:lnTo>
                  <a:lnTo>
                    <a:pt x="2834" y="136501"/>
                  </a:lnTo>
                  <a:lnTo>
                    <a:pt x="1948" y="141707"/>
                  </a:lnTo>
                  <a:lnTo>
                    <a:pt x="1226" y="146938"/>
                  </a:lnTo>
                  <a:lnTo>
                    <a:pt x="670" y="152190"/>
                  </a:lnTo>
                  <a:lnTo>
                    <a:pt x="280" y="157457"/>
                  </a:lnTo>
                  <a:lnTo>
                    <a:pt x="56" y="162733"/>
                  </a:lnTo>
                  <a:lnTo>
                    <a:pt x="0" y="168014"/>
                  </a:lnTo>
                  <a:lnTo>
                    <a:pt x="110" y="173294"/>
                  </a:lnTo>
                  <a:lnTo>
                    <a:pt x="387" y="178568"/>
                  </a:lnTo>
                  <a:lnTo>
                    <a:pt x="830" y="183830"/>
                  </a:lnTo>
                  <a:lnTo>
                    <a:pt x="1439" y="189076"/>
                  </a:lnTo>
                  <a:lnTo>
                    <a:pt x="2214" y="194300"/>
                  </a:lnTo>
                  <a:lnTo>
                    <a:pt x="3153" y="199497"/>
                  </a:lnTo>
                  <a:lnTo>
                    <a:pt x="4256" y="204661"/>
                  </a:lnTo>
                  <a:lnTo>
                    <a:pt x="5522" y="209788"/>
                  </a:lnTo>
                  <a:lnTo>
                    <a:pt x="6949" y="214873"/>
                  </a:lnTo>
                  <a:lnTo>
                    <a:pt x="8536" y="219910"/>
                  </a:lnTo>
                  <a:lnTo>
                    <a:pt x="10281" y="224894"/>
                  </a:lnTo>
                  <a:lnTo>
                    <a:pt x="12183" y="229821"/>
                  </a:lnTo>
                  <a:lnTo>
                    <a:pt x="14239" y="234685"/>
                  </a:lnTo>
                  <a:lnTo>
                    <a:pt x="16448" y="239482"/>
                  </a:lnTo>
                  <a:lnTo>
                    <a:pt x="18808" y="244207"/>
                  </a:lnTo>
                  <a:lnTo>
                    <a:pt x="21315" y="248855"/>
                  </a:lnTo>
                  <a:lnTo>
                    <a:pt x="23968" y="253421"/>
                  </a:lnTo>
                  <a:lnTo>
                    <a:pt x="26764" y="257901"/>
                  </a:lnTo>
                  <a:lnTo>
                    <a:pt x="29701" y="262291"/>
                  </a:lnTo>
                  <a:lnTo>
                    <a:pt x="32774" y="266585"/>
                  </a:lnTo>
                  <a:lnTo>
                    <a:pt x="35981" y="270781"/>
                  </a:lnTo>
                  <a:lnTo>
                    <a:pt x="39320" y="274873"/>
                  </a:lnTo>
                  <a:lnTo>
                    <a:pt x="42786" y="278857"/>
                  </a:lnTo>
                  <a:lnTo>
                    <a:pt x="46376" y="282731"/>
                  </a:lnTo>
                  <a:lnTo>
                    <a:pt x="50086" y="286488"/>
                  </a:lnTo>
                  <a:lnTo>
                    <a:pt x="53914" y="290127"/>
                  </a:lnTo>
                  <a:lnTo>
                    <a:pt x="57854" y="293643"/>
                  </a:lnTo>
                  <a:lnTo>
                    <a:pt x="61904" y="297033"/>
                  </a:lnTo>
                  <a:lnTo>
                    <a:pt x="66059" y="300293"/>
                  </a:lnTo>
                  <a:lnTo>
                    <a:pt x="70314" y="303420"/>
                  </a:lnTo>
                  <a:lnTo>
                    <a:pt x="74666" y="306411"/>
                  </a:lnTo>
                  <a:lnTo>
                    <a:pt x="79111" y="309264"/>
                  </a:lnTo>
                  <a:lnTo>
                    <a:pt x="83643" y="311974"/>
                  </a:lnTo>
                  <a:lnTo>
                    <a:pt x="88259" y="314540"/>
                  </a:lnTo>
                  <a:lnTo>
                    <a:pt x="92954" y="316959"/>
                  </a:lnTo>
                  <a:lnTo>
                    <a:pt x="97722" y="319228"/>
                  </a:lnTo>
                  <a:lnTo>
                    <a:pt x="102560" y="321346"/>
                  </a:lnTo>
                  <a:lnTo>
                    <a:pt x="107463" y="323310"/>
                  </a:lnTo>
                  <a:lnTo>
                    <a:pt x="112424" y="325118"/>
                  </a:lnTo>
                  <a:lnTo>
                    <a:pt x="117441" y="326768"/>
                  </a:lnTo>
                  <a:lnTo>
                    <a:pt x="122507" y="328259"/>
                  </a:lnTo>
                  <a:lnTo>
                    <a:pt x="127618" y="329589"/>
                  </a:lnTo>
                  <a:lnTo>
                    <a:pt x="132768" y="330757"/>
                  </a:lnTo>
                  <a:lnTo>
                    <a:pt x="137953" y="331762"/>
                  </a:lnTo>
                  <a:lnTo>
                    <a:pt x="143167" y="332603"/>
                  </a:lnTo>
                  <a:lnTo>
                    <a:pt x="148404" y="333278"/>
                  </a:lnTo>
                  <a:lnTo>
                    <a:pt x="153661" y="333788"/>
                  </a:lnTo>
                  <a:lnTo>
                    <a:pt x="158931" y="334131"/>
                  </a:lnTo>
                  <a:lnTo>
                    <a:pt x="164209" y="334308"/>
                  </a:lnTo>
                  <a:lnTo>
                    <a:pt x="169490" y="334318"/>
                  </a:lnTo>
                  <a:lnTo>
                    <a:pt x="174768" y="334161"/>
                  </a:lnTo>
                  <a:lnTo>
                    <a:pt x="180040" y="333838"/>
                  </a:lnTo>
                  <a:lnTo>
                    <a:pt x="185298" y="333348"/>
                  </a:lnTo>
                  <a:lnTo>
                    <a:pt x="190538" y="332692"/>
                  </a:lnTo>
                  <a:lnTo>
                    <a:pt x="195755" y="331871"/>
                  </a:lnTo>
                  <a:lnTo>
                    <a:pt x="200943" y="330886"/>
                  </a:lnTo>
                  <a:lnTo>
                    <a:pt x="206098" y="329737"/>
                  </a:lnTo>
                  <a:lnTo>
                    <a:pt x="211214" y="328426"/>
                  </a:lnTo>
                  <a:lnTo>
                    <a:pt x="216286" y="326955"/>
                  </a:lnTo>
                  <a:lnTo>
                    <a:pt x="221308" y="325323"/>
                  </a:lnTo>
                  <a:lnTo>
                    <a:pt x="226277" y="323534"/>
                  </a:lnTo>
                  <a:lnTo>
                    <a:pt x="231187" y="321589"/>
                  </a:lnTo>
                  <a:lnTo>
                    <a:pt x="236033" y="319490"/>
                  </a:lnTo>
                  <a:lnTo>
                    <a:pt x="240810" y="317238"/>
                  </a:lnTo>
                  <a:lnTo>
                    <a:pt x="245513" y="314837"/>
                  </a:lnTo>
                  <a:lnTo>
                    <a:pt x="250139" y="312288"/>
                  </a:lnTo>
                  <a:lnTo>
                    <a:pt x="254681" y="309595"/>
                  </a:lnTo>
                  <a:lnTo>
                    <a:pt x="259137" y="306760"/>
                  </a:lnTo>
                  <a:lnTo>
                    <a:pt x="263500" y="303785"/>
                  </a:lnTo>
                  <a:lnTo>
                    <a:pt x="267768" y="300674"/>
                  </a:lnTo>
                  <a:lnTo>
                    <a:pt x="271935" y="297429"/>
                  </a:lnTo>
                  <a:lnTo>
                    <a:pt x="275997" y="294055"/>
                  </a:lnTo>
                  <a:lnTo>
                    <a:pt x="279951" y="290554"/>
                  </a:lnTo>
                  <a:lnTo>
                    <a:pt x="283792" y="286930"/>
                  </a:lnTo>
                  <a:lnTo>
                    <a:pt x="287517" y="283186"/>
                  </a:lnTo>
                  <a:lnTo>
                    <a:pt x="291121" y="279326"/>
                  </a:lnTo>
                  <a:lnTo>
                    <a:pt x="294602" y="275355"/>
                  </a:lnTo>
                  <a:lnTo>
                    <a:pt x="297956" y="271275"/>
                  </a:lnTo>
                  <a:lnTo>
                    <a:pt x="301179" y="267092"/>
                  </a:lnTo>
                  <a:lnTo>
                    <a:pt x="304269" y="262809"/>
                  </a:lnTo>
                  <a:lnTo>
                    <a:pt x="307222" y="258431"/>
                  </a:lnTo>
                  <a:lnTo>
                    <a:pt x="310035" y="253961"/>
                  </a:lnTo>
                  <a:lnTo>
                    <a:pt x="312705" y="249405"/>
                  </a:lnTo>
                  <a:lnTo>
                    <a:pt x="315230" y="244766"/>
                  </a:lnTo>
                  <a:lnTo>
                    <a:pt x="317607" y="240051"/>
                  </a:lnTo>
                  <a:lnTo>
                    <a:pt x="319834" y="235262"/>
                  </a:lnTo>
                  <a:lnTo>
                    <a:pt x="321909" y="230406"/>
                  </a:lnTo>
                  <a:lnTo>
                    <a:pt x="323829" y="225486"/>
                  </a:lnTo>
                  <a:lnTo>
                    <a:pt x="325593" y="220509"/>
                  </a:lnTo>
                  <a:lnTo>
                    <a:pt x="327199" y="215478"/>
                  </a:lnTo>
                  <a:lnTo>
                    <a:pt x="328645" y="210398"/>
                  </a:lnTo>
                  <a:lnTo>
                    <a:pt x="329930" y="205276"/>
                  </a:lnTo>
                  <a:lnTo>
                    <a:pt x="331053" y="200116"/>
                  </a:lnTo>
                  <a:lnTo>
                    <a:pt x="332012" y="194922"/>
                  </a:lnTo>
                  <a:lnTo>
                    <a:pt x="332806" y="189701"/>
                  </a:lnTo>
                  <a:lnTo>
                    <a:pt x="333436" y="184458"/>
                  </a:lnTo>
                  <a:lnTo>
                    <a:pt x="333899" y="179197"/>
                  </a:lnTo>
                  <a:lnTo>
                    <a:pt x="334196" y="173925"/>
                  </a:lnTo>
                  <a:lnTo>
                    <a:pt x="334326" y="168645"/>
                  </a:lnTo>
                  <a:lnTo>
                    <a:pt x="334289" y="163364"/>
                  </a:lnTo>
                  <a:lnTo>
                    <a:pt x="334085" y="158087"/>
                  </a:lnTo>
                  <a:lnTo>
                    <a:pt x="333715" y="152819"/>
                  </a:lnTo>
                  <a:lnTo>
                    <a:pt x="333179" y="147565"/>
                  </a:lnTo>
                  <a:lnTo>
                    <a:pt x="332477" y="142331"/>
                  </a:lnTo>
                  <a:lnTo>
                    <a:pt x="331610" y="137122"/>
                  </a:lnTo>
                  <a:lnTo>
                    <a:pt x="330579" y="131942"/>
                  </a:lnTo>
                  <a:lnTo>
                    <a:pt x="329385" y="126798"/>
                  </a:lnTo>
                  <a:lnTo>
                    <a:pt x="328029" y="121694"/>
                  </a:lnTo>
                  <a:lnTo>
                    <a:pt x="326512" y="116635"/>
                  </a:lnTo>
                  <a:lnTo>
                    <a:pt x="324836" y="111627"/>
                  </a:lnTo>
                  <a:lnTo>
                    <a:pt x="323003" y="106674"/>
                  </a:lnTo>
                  <a:lnTo>
                    <a:pt x="321015" y="101782"/>
                  </a:lnTo>
                  <a:lnTo>
                    <a:pt x="318872" y="96955"/>
                  </a:lnTo>
                  <a:lnTo>
                    <a:pt x="316579" y="92198"/>
                  </a:lnTo>
                  <a:lnTo>
                    <a:pt x="314136" y="87516"/>
                  </a:lnTo>
                  <a:lnTo>
                    <a:pt x="311547" y="82913"/>
                  </a:lnTo>
                  <a:lnTo>
                    <a:pt x="308814" y="78394"/>
                  </a:lnTo>
                  <a:lnTo>
                    <a:pt x="305939" y="73964"/>
                  </a:lnTo>
                  <a:lnTo>
                    <a:pt x="302925" y="69627"/>
                  </a:lnTo>
                  <a:lnTo>
                    <a:pt x="299777" y="65388"/>
                  </a:lnTo>
                  <a:lnTo>
                    <a:pt x="296496" y="61249"/>
                  </a:lnTo>
                  <a:lnTo>
                    <a:pt x="293085" y="57217"/>
                  </a:lnTo>
                  <a:lnTo>
                    <a:pt x="289549" y="53294"/>
                  </a:lnTo>
                  <a:lnTo>
                    <a:pt x="285891" y="49485"/>
                  </a:lnTo>
                  <a:lnTo>
                    <a:pt x="282115" y="45794"/>
                  </a:lnTo>
                  <a:lnTo>
                    <a:pt x="278224" y="42223"/>
                  </a:lnTo>
                  <a:lnTo>
                    <a:pt x="274222" y="38778"/>
                  </a:lnTo>
                  <a:lnTo>
                    <a:pt x="270113" y="35460"/>
                  </a:lnTo>
                  <a:lnTo>
                    <a:pt x="265901" y="32274"/>
                  </a:lnTo>
                  <a:lnTo>
                    <a:pt x="261591" y="29222"/>
                  </a:lnTo>
                  <a:lnTo>
                    <a:pt x="257186" y="26309"/>
                  </a:lnTo>
                  <a:lnTo>
                    <a:pt x="252692" y="23535"/>
                  </a:lnTo>
                  <a:lnTo>
                    <a:pt x="248112" y="20905"/>
                  </a:lnTo>
                  <a:lnTo>
                    <a:pt x="243452" y="18422"/>
                  </a:lnTo>
                  <a:lnTo>
                    <a:pt x="238715" y="16086"/>
                  </a:lnTo>
                  <a:lnTo>
                    <a:pt x="233908" y="13901"/>
                  </a:lnTo>
                  <a:lnTo>
                    <a:pt x="229033" y="11870"/>
                  </a:lnTo>
                  <a:lnTo>
                    <a:pt x="224097" y="9993"/>
                  </a:lnTo>
                  <a:lnTo>
                    <a:pt x="219103" y="8273"/>
                  </a:lnTo>
                  <a:lnTo>
                    <a:pt x="214058" y="6712"/>
                  </a:lnTo>
                  <a:lnTo>
                    <a:pt x="208967" y="5310"/>
                  </a:lnTo>
                  <a:lnTo>
                    <a:pt x="203833" y="4071"/>
                  </a:lnTo>
                  <a:lnTo>
                    <a:pt x="198663" y="2994"/>
                  </a:lnTo>
                  <a:lnTo>
                    <a:pt x="193462" y="2081"/>
                  </a:lnTo>
                  <a:lnTo>
                    <a:pt x="188234" y="1333"/>
                  </a:lnTo>
                  <a:lnTo>
                    <a:pt x="182985" y="750"/>
                  </a:lnTo>
                  <a:lnTo>
                    <a:pt x="177720" y="333"/>
                  </a:lnTo>
                  <a:lnTo>
                    <a:pt x="172445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692" y="2126963"/>
              <a:ext cx="29595" cy="167167"/>
            </a:xfrm>
            <a:custGeom>
              <a:avLst/>
              <a:pathLst>
                <a:path w="29595" h="167167">
                  <a:moveTo>
                    <a:pt x="29595" y="0"/>
                  </a:moveTo>
                  <a:lnTo>
                    <a:pt x="22159" y="165"/>
                  </a:lnTo>
                  <a:lnTo>
                    <a:pt x="14738" y="661"/>
                  </a:lnTo>
                  <a:lnTo>
                    <a:pt x="7347" y="1487"/>
                  </a:lnTo>
                  <a:lnTo>
                    <a:pt x="0" y="2640"/>
                  </a:lnTo>
                  <a:lnTo>
                    <a:pt x="295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51692" y="2129604"/>
              <a:ext cx="29595" cy="164526"/>
            </a:xfrm>
            <a:custGeom>
              <a:avLst/>
              <a:pathLst>
                <a:path w="29595" h="164526">
                  <a:moveTo>
                    <a:pt x="0" y="0"/>
                  </a:moveTo>
                  <a:lnTo>
                    <a:pt x="29595" y="164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14121" y="2128582"/>
              <a:ext cx="334332" cy="332703"/>
            </a:xfrm>
            <a:custGeom>
              <a:avLst/>
              <a:pathLst>
                <a:path w="334332" h="332703">
                  <a:moveTo>
                    <a:pt x="137571" y="1022"/>
                  </a:moveTo>
                  <a:lnTo>
                    <a:pt x="132365" y="2044"/>
                  </a:lnTo>
                  <a:lnTo>
                    <a:pt x="127195" y="3230"/>
                  </a:lnTo>
                  <a:lnTo>
                    <a:pt x="122065" y="4580"/>
                  </a:lnTo>
                  <a:lnTo>
                    <a:pt x="116981" y="6092"/>
                  </a:lnTo>
                  <a:lnTo>
                    <a:pt x="111947" y="7765"/>
                  </a:lnTo>
                  <a:lnTo>
                    <a:pt x="106968" y="9596"/>
                  </a:lnTo>
                  <a:lnTo>
                    <a:pt x="102050" y="11585"/>
                  </a:lnTo>
                  <a:lnTo>
                    <a:pt x="97198" y="13728"/>
                  </a:lnTo>
                  <a:lnTo>
                    <a:pt x="92416" y="16024"/>
                  </a:lnTo>
                  <a:lnTo>
                    <a:pt x="87710" y="18471"/>
                  </a:lnTo>
                  <a:lnTo>
                    <a:pt x="83083" y="21067"/>
                  </a:lnTo>
                  <a:lnTo>
                    <a:pt x="78541" y="23807"/>
                  </a:lnTo>
                  <a:lnTo>
                    <a:pt x="74089" y="26690"/>
                  </a:lnTo>
                  <a:lnTo>
                    <a:pt x="69730" y="29713"/>
                  </a:lnTo>
                  <a:lnTo>
                    <a:pt x="65469" y="32873"/>
                  </a:lnTo>
                  <a:lnTo>
                    <a:pt x="61311" y="36167"/>
                  </a:lnTo>
                  <a:lnTo>
                    <a:pt x="57259" y="39591"/>
                  </a:lnTo>
                  <a:lnTo>
                    <a:pt x="53318" y="43141"/>
                  </a:lnTo>
                  <a:lnTo>
                    <a:pt x="49491" y="46815"/>
                  </a:lnTo>
                  <a:lnTo>
                    <a:pt x="45783" y="50608"/>
                  </a:lnTo>
                  <a:lnTo>
                    <a:pt x="42198" y="54518"/>
                  </a:lnTo>
                  <a:lnTo>
                    <a:pt x="38738" y="58539"/>
                  </a:lnTo>
                  <a:lnTo>
                    <a:pt x="35407" y="62667"/>
                  </a:lnTo>
                  <a:lnTo>
                    <a:pt x="32209" y="66900"/>
                  </a:lnTo>
                  <a:lnTo>
                    <a:pt x="29147" y="71231"/>
                  </a:lnTo>
                  <a:lnTo>
                    <a:pt x="26224" y="75658"/>
                  </a:lnTo>
                  <a:lnTo>
                    <a:pt x="23443" y="80175"/>
                  </a:lnTo>
                  <a:lnTo>
                    <a:pt x="20807" y="84778"/>
                  </a:lnTo>
                  <a:lnTo>
                    <a:pt x="18318" y="89462"/>
                  </a:lnTo>
                  <a:lnTo>
                    <a:pt x="15978" y="94223"/>
                  </a:lnTo>
                  <a:lnTo>
                    <a:pt x="13791" y="99056"/>
                  </a:lnTo>
                  <a:lnTo>
                    <a:pt x="11759" y="103956"/>
                  </a:lnTo>
                  <a:lnTo>
                    <a:pt x="9883" y="108918"/>
                  </a:lnTo>
                  <a:lnTo>
                    <a:pt x="8165" y="113937"/>
                  </a:lnTo>
                  <a:lnTo>
                    <a:pt x="6608" y="119008"/>
                  </a:lnTo>
                  <a:lnTo>
                    <a:pt x="5212" y="124125"/>
                  </a:lnTo>
                  <a:lnTo>
                    <a:pt x="3979" y="129285"/>
                  </a:lnTo>
                  <a:lnTo>
                    <a:pt x="2911" y="134481"/>
                  </a:lnTo>
                  <a:lnTo>
                    <a:pt x="2008" y="139708"/>
                  </a:lnTo>
                  <a:lnTo>
                    <a:pt x="1271" y="144961"/>
                  </a:lnTo>
                  <a:lnTo>
                    <a:pt x="701" y="150235"/>
                  </a:lnTo>
                  <a:lnTo>
                    <a:pt x="299" y="155524"/>
                  </a:lnTo>
                  <a:lnTo>
                    <a:pt x="65" y="160824"/>
                  </a:lnTo>
                  <a:lnTo>
                    <a:pt x="0" y="166128"/>
                  </a:lnTo>
                  <a:lnTo>
                    <a:pt x="102" y="171432"/>
                  </a:lnTo>
                  <a:lnTo>
                    <a:pt x="373" y="176729"/>
                  </a:lnTo>
                  <a:lnTo>
                    <a:pt x="812" y="182016"/>
                  </a:lnTo>
                  <a:lnTo>
                    <a:pt x="1418" y="187286"/>
                  </a:lnTo>
                  <a:lnTo>
                    <a:pt x="2191" y="192534"/>
                  </a:lnTo>
                  <a:lnTo>
                    <a:pt x="3130" y="197754"/>
                  </a:lnTo>
                  <a:lnTo>
                    <a:pt x="4235" y="202943"/>
                  </a:lnTo>
                  <a:lnTo>
                    <a:pt x="5503" y="208094"/>
                  </a:lnTo>
                  <a:lnTo>
                    <a:pt x="6934" y="213201"/>
                  </a:lnTo>
                  <a:lnTo>
                    <a:pt x="8527" y="218261"/>
                  </a:lnTo>
                  <a:lnTo>
                    <a:pt x="10279" y="223268"/>
                  </a:lnTo>
                  <a:lnTo>
                    <a:pt x="12190" y="228217"/>
                  </a:lnTo>
                  <a:lnTo>
                    <a:pt x="14256" y="233102"/>
                  </a:lnTo>
                  <a:lnTo>
                    <a:pt x="16476" y="237920"/>
                  </a:lnTo>
                  <a:lnTo>
                    <a:pt x="18849" y="242665"/>
                  </a:lnTo>
                  <a:lnTo>
                    <a:pt x="21370" y="247332"/>
                  </a:lnTo>
                  <a:lnTo>
                    <a:pt x="24038" y="251916"/>
                  </a:lnTo>
                  <a:lnTo>
                    <a:pt x="26851" y="256414"/>
                  </a:lnTo>
                  <a:lnTo>
                    <a:pt x="29804" y="260820"/>
                  </a:lnTo>
                  <a:lnTo>
                    <a:pt x="32896" y="265131"/>
                  </a:lnTo>
                  <a:lnTo>
                    <a:pt x="36123" y="269341"/>
                  </a:lnTo>
                  <a:lnTo>
                    <a:pt x="39483" y="273446"/>
                  </a:lnTo>
                  <a:lnTo>
                    <a:pt x="42970" y="277443"/>
                  </a:lnTo>
                  <a:lnTo>
                    <a:pt x="46583" y="281327"/>
                  </a:lnTo>
                  <a:lnTo>
                    <a:pt x="50317" y="285095"/>
                  </a:lnTo>
                  <a:lnTo>
                    <a:pt x="54169" y="288742"/>
                  </a:lnTo>
                  <a:lnTo>
                    <a:pt x="58135" y="292265"/>
                  </a:lnTo>
                  <a:lnTo>
                    <a:pt x="62210" y="295661"/>
                  </a:lnTo>
                  <a:lnTo>
                    <a:pt x="66391" y="298926"/>
                  </a:lnTo>
                  <a:lnTo>
                    <a:pt x="70674" y="302056"/>
                  </a:lnTo>
                  <a:lnTo>
                    <a:pt x="75054" y="305049"/>
                  </a:lnTo>
                  <a:lnTo>
                    <a:pt x="79526" y="307901"/>
                  </a:lnTo>
                  <a:lnTo>
                    <a:pt x="84087" y="310610"/>
                  </a:lnTo>
                  <a:lnTo>
                    <a:pt x="88731" y="313173"/>
                  </a:lnTo>
                  <a:lnTo>
                    <a:pt x="93455" y="315587"/>
                  </a:lnTo>
                  <a:lnTo>
                    <a:pt x="98252" y="317850"/>
                  </a:lnTo>
                  <a:lnTo>
                    <a:pt x="103119" y="319960"/>
                  </a:lnTo>
                  <a:lnTo>
                    <a:pt x="108051" y="321915"/>
                  </a:lnTo>
                  <a:lnTo>
                    <a:pt x="113042" y="323711"/>
                  </a:lnTo>
                  <a:lnTo>
                    <a:pt x="118087" y="325349"/>
                  </a:lnTo>
                  <a:lnTo>
                    <a:pt x="123182" y="326826"/>
                  </a:lnTo>
                  <a:lnTo>
                    <a:pt x="128321" y="328140"/>
                  </a:lnTo>
                  <a:lnTo>
                    <a:pt x="133500" y="329291"/>
                  </a:lnTo>
                  <a:lnTo>
                    <a:pt x="138712" y="330277"/>
                  </a:lnTo>
                  <a:lnTo>
                    <a:pt x="143953" y="331096"/>
                  </a:lnTo>
                  <a:lnTo>
                    <a:pt x="149217" y="331750"/>
                  </a:lnTo>
                  <a:lnTo>
                    <a:pt x="154499" y="332235"/>
                  </a:lnTo>
                  <a:lnTo>
                    <a:pt x="159795" y="332553"/>
                  </a:lnTo>
                  <a:lnTo>
                    <a:pt x="165097" y="332703"/>
                  </a:lnTo>
                  <a:lnTo>
                    <a:pt x="170402" y="332685"/>
                  </a:lnTo>
                  <a:lnTo>
                    <a:pt x="175703" y="332498"/>
                  </a:lnTo>
                  <a:lnTo>
                    <a:pt x="180996" y="332143"/>
                  </a:lnTo>
                  <a:lnTo>
                    <a:pt x="186275" y="331620"/>
                  </a:lnTo>
                  <a:lnTo>
                    <a:pt x="191534" y="330930"/>
                  </a:lnTo>
                  <a:lnTo>
                    <a:pt x="196769" y="330074"/>
                  </a:lnTo>
                  <a:lnTo>
                    <a:pt x="201974" y="329052"/>
                  </a:lnTo>
                  <a:lnTo>
                    <a:pt x="207145" y="327865"/>
                  </a:lnTo>
                  <a:lnTo>
                    <a:pt x="212274" y="326515"/>
                  </a:lnTo>
                  <a:lnTo>
                    <a:pt x="217359" y="325003"/>
                  </a:lnTo>
                  <a:lnTo>
                    <a:pt x="222393" y="323330"/>
                  </a:lnTo>
                  <a:lnTo>
                    <a:pt x="227371" y="321498"/>
                  </a:lnTo>
                  <a:lnTo>
                    <a:pt x="232289" y="319509"/>
                  </a:lnTo>
                  <a:lnTo>
                    <a:pt x="237141" y="317366"/>
                  </a:lnTo>
                  <a:lnTo>
                    <a:pt x="241923" y="315069"/>
                  </a:lnTo>
                  <a:lnTo>
                    <a:pt x="246629" y="312622"/>
                  </a:lnTo>
                  <a:lnTo>
                    <a:pt x="251256" y="310026"/>
                  </a:lnTo>
                  <a:lnTo>
                    <a:pt x="255797" y="307286"/>
                  </a:lnTo>
                  <a:lnTo>
                    <a:pt x="260250" y="304402"/>
                  </a:lnTo>
                  <a:lnTo>
                    <a:pt x="264609" y="301379"/>
                  </a:lnTo>
                  <a:lnTo>
                    <a:pt x="268869" y="298219"/>
                  </a:lnTo>
                  <a:lnTo>
                    <a:pt x="273027" y="294925"/>
                  </a:lnTo>
                  <a:lnTo>
                    <a:pt x="277079" y="291501"/>
                  </a:lnTo>
                  <a:lnTo>
                    <a:pt x="281020" y="287950"/>
                  </a:lnTo>
                  <a:lnTo>
                    <a:pt x="284846" y="284276"/>
                  </a:lnTo>
                  <a:lnTo>
                    <a:pt x="288554" y="280483"/>
                  </a:lnTo>
                  <a:lnTo>
                    <a:pt x="292140" y="276573"/>
                  </a:lnTo>
                  <a:lnTo>
                    <a:pt x="295599" y="272552"/>
                  </a:lnTo>
                  <a:lnTo>
                    <a:pt x="298930" y="268423"/>
                  </a:lnTo>
                  <a:lnTo>
                    <a:pt x="302127" y="264191"/>
                  </a:lnTo>
                  <a:lnTo>
                    <a:pt x="305189" y="259859"/>
                  </a:lnTo>
                  <a:lnTo>
                    <a:pt x="308112" y="255433"/>
                  </a:lnTo>
                  <a:lnTo>
                    <a:pt x="310893" y="250915"/>
                  </a:lnTo>
                  <a:lnTo>
                    <a:pt x="313529" y="246312"/>
                  </a:lnTo>
                  <a:lnTo>
                    <a:pt x="316018" y="241628"/>
                  </a:lnTo>
                  <a:lnTo>
                    <a:pt x="318357" y="236866"/>
                  </a:lnTo>
                  <a:lnTo>
                    <a:pt x="320544" y="232033"/>
                  </a:lnTo>
                  <a:lnTo>
                    <a:pt x="322576" y="227134"/>
                  </a:lnTo>
                  <a:lnTo>
                    <a:pt x="324452" y="222172"/>
                  </a:lnTo>
                  <a:lnTo>
                    <a:pt x="326169" y="217153"/>
                  </a:lnTo>
                  <a:lnTo>
                    <a:pt x="327726" y="212082"/>
                  </a:lnTo>
                  <a:lnTo>
                    <a:pt x="329122" y="206964"/>
                  </a:lnTo>
                  <a:lnTo>
                    <a:pt x="330354" y="201805"/>
                  </a:lnTo>
                  <a:lnTo>
                    <a:pt x="331423" y="196609"/>
                  </a:lnTo>
                  <a:lnTo>
                    <a:pt x="332325" y="191381"/>
                  </a:lnTo>
                  <a:lnTo>
                    <a:pt x="333062" y="186128"/>
                  </a:lnTo>
                  <a:lnTo>
                    <a:pt x="333631" y="180854"/>
                  </a:lnTo>
                  <a:lnTo>
                    <a:pt x="334033" y="175565"/>
                  </a:lnTo>
                  <a:lnTo>
                    <a:pt x="334267" y="170265"/>
                  </a:lnTo>
                  <a:lnTo>
                    <a:pt x="334332" y="164961"/>
                  </a:lnTo>
                  <a:lnTo>
                    <a:pt x="334230" y="159657"/>
                  </a:lnTo>
                  <a:lnTo>
                    <a:pt x="333959" y="154360"/>
                  </a:lnTo>
                  <a:lnTo>
                    <a:pt x="333520" y="149073"/>
                  </a:lnTo>
                  <a:lnTo>
                    <a:pt x="332913" y="143803"/>
                  </a:lnTo>
                  <a:lnTo>
                    <a:pt x="332140" y="138556"/>
                  </a:lnTo>
                  <a:lnTo>
                    <a:pt x="331200" y="133335"/>
                  </a:lnTo>
                  <a:lnTo>
                    <a:pt x="330095" y="128146"/>
                  </a:lnTo>
                  <a:lnTo>
                    <a:pt x="328827" y="122996"/>
                  </a:lnTo>
                  <a:lnTo>
                    <a:pt x="327395" y="117888"/>
                  </a:lnTo>
                  <a:lnTo>
                    <a:pt x="325802" y="112828"/>
                  </a:lnTo>
                  <a:lnTo>
                    <a:pt x="324050" y="107821"/>
                  </a:lnTo>
                  <a:lnTo>
                    <a:pt x="322139" y="102873"/>
                  </a:lnTo>
                  <a:lnTo>
                    <a:pt x="320073" y="97987"/>
                  </a:lnTo>
                  <a:lnTo>
                    <a:pt x="317852" y="93170"/>
                  </a:lnTo>
                  <a:lnTo>
                    <a:pt x="315480" y="88425"/>
                  </a:lnTo>
                  <a:lnTo>
                    <a:pt x="312958" y="83758"/>
                  </a:lnTo>
                  <a:lnTo>
                    <a:pt x="310289" y="79174"/>
                  </a:lnTo>
                  <a:lnTo>
                    <a:pt x="307477" y="74676"/>
                  </a:lnTo>
                  <a:lnTo>
                    <a:pt x="304523" y="70270"/>
                  </a:lnTo>
                  <a:lnTo>
                    <a:pt x="301431" y="65960"/>
                  </a:lnTo>
                  <a:lnTo>
                    <a:pt x="298203" y="61750"/>
                  </a:lnTo>
                  <a:lnTo>
                    <a:pt x="294844" y="57645"/>
                  </a:lnTo>
                  <a:lnTo>
                    <a:pt x="291356" y="53648"/>
                  </a:lnTo>
                  <a:lnTo>
                    <a:pt x="287743" y="49764"/>
                  </a:lnTo>
                  <a:lnTo>
                    <a:pt x="284009" y="45996"/>
                  </a:lnTo>
                  <a:lnTo>
                    <a:pt x="280157" y="42349"/>
                  </a:lnTo>
                  <a:lnTo>
                    <a:pt x="276191" y="38826"/>
                  </a:lnTo>
                  <a:lnTo>
                    <a:pt x="272115" y="35431"/>
                  </a:lnTo>
                  <a:lnTo>
                    <a:pt x="267934" y="32167"/>
                  </a:lnTo>
                  <a:lnTo>
                    <a:pt x="263651" y="29037"/>
                  </a:lnTo>
                  <a:lnTo>
                    <a:pt x="259272" y="26044"/>
                  </a:lnTo>
                  <a:lnTo>
                    <a:pt x="254799" y="23192"/>
                  </a:lnTo>
                  <a:lnTo>
                    <a:pt x="250238" y="20483"/>
                  </a:lnTo>
                  <a:lnTo>
                    <a:pt x="245594" y="17920"/>
                  </a:lnTo>
                  <a:lnTo>
                    <a:pt x="240870" y="15506"/>
                  </a:lnTo>
                  <a:lnTo>
                    <a:pt x="236072" y="13243"/>
                  </a:lnTo>
                  <a:lnTo>
                    <a:pt x="231205" y="11134"/>
                  </a:lnTo>
                  <a:lnTo>
                    <a:pt x="226274" y="9180"/>
                  </a:lnTo>
                  <a:lnTo>
                    <a:pt x="221283" y="7383"/>
                  </a:lnTo>
                  <a:lnTo>
                    <a:pt x="216237" y="5746"/>
                  </a:lnTo>
                  <a:lnTo>
                    <a:pt x="211142" y="4269"/>
                  </a:lnTo>
                  <a:lnTo>
                    <a:pt x="206003" y="2955"/>
                  </a:lnTo>
                  <a:lnTo>
                    <a:pt x="200824" y="1805"/>
                  </a:lnTo>
                  <a:lnTo>
                    <a:pt x="195612" y="819"/>
                  </a:lnTo>
                  <a:lnTo>
                    <a:pt x="190371" y="0"/>
                  </a:lnTo>
                  <a:lnTo>
                    <a:pt x="167166" y="165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23205" cy="167167"/>
            </a:xfrm>
            <a:custGeom>
              <a:avLst/>
              <a:pathLst>
                <a:path w="23205" h="167167">
                  <a:moveTo>
                    <a:pt x="23205" y="1618"/>
                  </a:moveTo>
                  <a:lnTo>
                    <a:pt x="15497" y="719"/>
                  </a:lnTo>
                  <a:lnTo>
                    <a:pt x="7757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266" y="2633064"/>
              <a:ext cx="5482" cy="167167"/>
            </a:xfrm>
            <a:custGeom>
              <a:avLst/>
              <a:pathLst>
                <a:path w="5482" h="167167">
                  <a:moveTo>
                    <a:pt x="5482" y="0"/>
                  </a:moveTo>
                  <a:lnTo>
                    <a:pt x="0" y="89"/>
                  </a:lnTo>
                  <a:lnTo>
                    <a:pt x="548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5266" y="2633154"/>
              <a:ext cx="5482" cy="167077"/>
            </a:xfrm>
            <a:custGeom>
              <a:avLst/>
              <a:pathLst>
                <a:path w="5482" h="167077">
                  <a:moveTo>
                    <a:pt x="0" y="0"/>
                  </a:moveTo>
                  <a:lnTo>
                    <a:pt x="5482" y="167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423601" y="2633154"/>
              <a:ext cx="334296" cy="334244"/>
            </a:xfrm>
            <a:custGeom>
              <a:avLst/>
              <a:pathLst>
                <a:path w="334296" h="334244">
                  <a:moveTo>
                    <a:pt x="161665" y="0"/>
                  </a:moveTo>
                  <a:lnTo>
                    <a:pt x="156369" y="257"/>
                  </a:lnTo>
                  <a:lnTo>
                    <a:pt x="151084" y="683"/>
                  </a:lnTo>
                  <a:lnTo>
                    <a:pt x="145816" y="1276"/>
                  </a:lnTo>
                  <a:lnTo>
                    <a:pt x="140568" y="2036"/>
                  </a:lnTo>
                  <a:lnTo>
                    <a:pt x="135348" y="2962"/>
                  </a:lnTo>
                  <a:lnTo>
                    <a:pt x="130160" y="4053"/>
                  </a:lnTo>
                  <a:lnTo>
                    <a:pt x="125008" y="5308"/>
                  </a:lnTo>
                  <a:lnTo>
                    <a:pt x="119899" y="6725"/>
                  </a:lnTo>
                  <a:lnTo>
                    <a:pt x="114838" y="8304"/>
                  </a:lnTo>
                  <a:lnTo>
                    <a:pt x="109829" y="10043"/>
                  </a:lnTo>
                  <a:lnTo>
                    <a:pt x="104878" y="11940"/>
                  </a:lnTo>
                  <a:lnTo>
                    <a:pt x="99990" y="13992"/>
                  </a:lnTo>
                  <a:lnTo>
                    <a:pt x="95169" y="16199"/>
                  </a:lnTo>
                  <a:lnTo>
                    <a:pt x="90421" y="18558"/>
                  </a:lnTo>
                  <a:lnTo>
                    <a:pt x="85749" y="21065"/>
                  </a:lnTo>
                  <a:lnTo>
                    <a:pt x="81160" y="23720"/>
                  </a:lnTo>
                  <a:lnTo>
                    <a:pt x="76657" y="26519"/>
                  </a:lnTo>
                  <a:lnTo>
                    <a:pt x="72245" y="29459"/>
                  </a:lnTo>
                  <a:lnTo>
                    <a:pt x="67929" y="32538"/>
                  </a:lnTo>
                  <a:lnTo>
                    <a:pt x="63712" y="35752"/>
                  </a:lnTo>
                  <a:lnTo>
                    <a:pt x="59599" y="39098"/>
                  </a:lnTo>
                  <a:lnTo>
                    <a:pt x="55595" y="42573"/>
                  </a:lnTo>
                  <a:lnTo>
                    <a:pt x="51703" y="46173"/>
                  </a:lnTo>
                  <a:lnTo>
                    <a:pt x="47927" y="49895"/>
                  </a:lnTo>
                  <a:lnTo>
                    <a:pt x="44271" y="53735"/>
                  </a:lnTo>
                  <a:lnTo>
                    <a:pt x="40738" y="57689"/>
                  </a:lnTo>
                  <a:lnTo>
                    <a:pt x="37333" y="61752"/>
                  </a:lnTo>
                  <a:lnTo>
                    <a:pt x="34058" y="65922"/>
                  </a:lnTo>
                  <a:lnTo>
                    <a:pt x="30917" y="70193"/>
                  </a:lnTo>
                  <a:lnTo>
                    <a:pt x="27913" y="74562"/>
                  </a:lnTo>
                  <a:lnTo>
                    <a:pt x="25049" y="79024"/>
                  </a:lnTo>
                  <a:lnTo>
                    <a:pt x="22329" y="83575"/>
                  </a:lnTo>
                  <a:lnTo>
                    <a:pt x="19753" y="88209"/>
                  </a:lnTo>
                  <a:lnTo>
                    <a:pt x="17326" y="92923"/>
                  </a:lnTo>
                  <a:lnTo>
                    <a:pt x="15050" y="97711"/>
                  </a:lnTo>
                  <a:lnTo>
                    <a:pt x="12927" y="102570"/>
                  </a:lnTo>
                  <a:lnTo>
                    <a:pt x="10959" y="107493"/>
                  </a:lnTo>
                  <a:lnTo>
                    <a:pt x="9148" y="112476"/>
                  </a:lnTo>
                  <a:lnTo>
                    <a:pt x="7496" y="117514"/>
                  </a:lnTo>
                  <a:lnTo>
                    <a:pt x="6004" y="122602"/>
                  </a:lnTo>
                  <a:lnTo>
                    <a:pt x="4675" y="127734"/>
                  </a:lnTo>
                  <a:lnTo>
                    <a:pt x="3509" y="132906"/>
                  </a:lnTo>
                  <a:lnTo>
                    <a:pt x="2508" y="138113"/>
                  </a:lnTo>
                  <a:lnTo>
                    <a:pt x="1672" y="143348"/>
                  </a:lnTo>
                  <a:lnTo>
                    <a:pt x="1003" y="148608"/>
                  </a:lnTo>
                  <a:lnTo>
                    <a:pt x="501" y="153886"/>
                  </a:lnTo>
                  <a:lnTo>
                    <a:pt x="166" y="159177"/>
                  </a:lnTo>
                  <a:lnTo>
                    <a:pt x="0" y="164477"/>
                  </a:lnTo>
                  <a:lnTo>
                    <a:pt x="1" y="169778"/>
                  </a:lnTo>
                  <a:lnTo>
                    <a:pt x="171" y="175078"/>
                  </a:lnTo>
                  <a:lnTo>
                    <a:pt x="509" y="180369"/>
                  </a:lnTo>
                  <a:lnTo>
                    <a:pt x="1014" y="185647"/>
                  </a:lnTo>
                  <a:lnTo>
                    <a:pt x="1686" y="190906"/>
                  </a:lnTo>
                  <a:lnTo>
                    <a:pt x="2525" y="196141"/>
                  </a:lnTo>
                  <a:lnTo>
                    <a:pt x="3530" y="201347"/>
                  </a:lnTo>
                  <a:lnTo>
                    <a:pt x="4699" y="206518"/>
                  </a:lnTo>
                  <a:lnTo>
                    <a:pt x="6031" y="211650"/>
                  </a:lnTo>
                  <a:lnTo>
                    <a:pt x="7526" y="216737"/>
                  </a:lnTo>
                  <a:lnTo>
                    <a:pt x="9181" y="221774"/>
                  </a:lnTo>
                  <a:lnTo>
                    <a:pt x="10995" y="226756"/>
                  </a:lnTo>
                  <a:lnTo>
                    <a:pt x="12966" y="231678"/>
                  </a:lnTo>
                  <a:lnTo>
                    <a:pt x="15092" y="236534"/>
                  </a:lnTo>
                  <a:lnTo>
                    <a:pt x="17371" y="241321"/>
                  </a:lnTo>
                  <a:lnTo>
                    <a:pt x="19801" y="246034"/>
                  </a:lnTo>
                  <a:lnTo>
                    <a:pt x="22379" y="250667"/>
                  </a:lnTo>
                  <a:lnTo>
                    <a:pt x="25103" y="255216"/>
                  </a:lnTo>
                  <a:lnTo>
                    <a:pt x="27969" y="259676"/>
                  </a:lnTo>
                  <a:lnTo>
                    <a:pt x="30976" y="264043"/>
                  </a:lnTo>
                  <a:lnTo>
                    <a:pt x="34119" y="268312"/>
                  </a:lnTo>
                  <a:lnTo>
                    <a:pt x="37396" y="272480"/>
                  </a:lnTo>
                  <a:lnTo>
                    <a:pt x="40804" y="276542"/>
                  </a:lnTo>
                  <a:lnTo>
                    <a:pt x="44339" y="280493"/>
                  </a:lnTo>
                  <a:lnTo>
                    <a:pt x="47998" y="284331"/>
                  </a:lnTo>
                  <a:lnTo>
                    <a:pt x="51776" y="288050"/>
                  </a:lnTo>
                  <a:lnTo>
                    <a:pt x="55670" y="291648"/>
                  </a:lnTo>
                  <a:lnTo>
                    <a:pt x="59677" y="295121"/>
                  </a:lnTo>
                  <a:lnTo>
                    <a:pt x="63791" y="298464"/>
                  </a:lnTo>
                  <a:lnTo>
                    <a:pt x="68010" y="301676"/>
                  </a:lnTo>
                  <a:lnTo>
                    <a:pt x="72328" y="304752"/>
                  </a:lnTo>
                  <a:lnTo>
                    <a:pt x="76742" y="307690"/>
                  </a:lnTo>
                  <a:lnTo>
                    <a:pt x="81246" y="310486"/>
                  </a:lnTo>
                  <a:lnTo>
                    <a:pt x="85837" y="313138"/>
                  </a:lnTo>
                  <a:lnTo>
                    <a:pt x="90510" y="315643"/>
                  </a:lnTo>
                  <a:lnTo>
                    <a:pt x="95260" y="317998"/>
                  </a:lnTo>
                  <a:lnTo>
                    <a:pt x="100082" y="320202"/>
                  </a:lnTo>
                  <a:lnTo>
                    <a:pt x="104972" y="322252"/>
                  </a:lnTo>
                  <a:lnTo>
                    <a:pt x="109924" y="324146"/>
                  </a:lnTo>
                  <a:lnTo>
                    <a:pt x="114934" y="325881"/>
                  </a:lnTo>
                  <a:lnTo>
                    <a:pt x="119996" y="327457"/>
                  </a:lnTo>
                  <a:lnTo>
                    <a:pt x="125106" y="328872"/>
                  </a:lnTo>
                  <a:lnTo>
                    <a:pt x="130258" y="330124"/>
                  </a:lnTo>
                  <a:lnTo>
                    <a:pt x="135447" y="331211"/>
                  </a:lnTo>
                  <a:lnTo>
                    <a:pt x="140668" y="332134"/>
                  </a:lnTo>
                  <a:lnTo>
                    <a:pt x="145916" y="332891"/>
                  </a:lnTo>
                  <a:lnTo>
                    <a:pt x="151185" y="333481"/>
                  </a:lnTo>
                  <a:lnTo>
                    <a:pt x="156470" y="333903"/>
                  </a:lnTo>
                  <a:lnTo>
                    <a:pt x="161766" y="334158"/>
                  </a:lnTo>
                  <a:lnTo>
                    <a:pt x="167067" y="334244"/>
                  </a:lnTo>
                  <a:lnTo>
                    <a:pt x="172368" y="334163"/>
                  </a:lnTo>
                  <a:lnTo>
                    <a:pt x="177664" y="333913"/>
                  </a:lnTo>
                  <a:lnTo>
                    <a:pt x="182950" y="333496"/>
                  </a:lnTo>
                  <a:lnTo>
                    <a:pt x="188219" y="332911"/>
                  </a:lnTo>
                  <a:lnTo>
                    <a:pt x="193467" y="332159"/>
                  </a:lnTo>
                  <a:lnTo>
                    <a:pt x="198689" y="331242"/>
                  </a:lnTo>
                  <a:lnTo>
                    <a:pt x="203879" y="330159"/>
                  </a:lnTo>
                  <a:lnTo>
                    <a:pt x="209033" y="328912"/>
                  </a:lnTo>
                  <a:lnTo>
                    <a:pt x="214144" y="327502"/>
                  </a:lnTo>
                  <a:lnTo>
                    <a:pt x="219208" y="325931"/>
                  </a:lnTo>
                  <a:lnTo>
                    <a:pt x="224219" y="324200"/>
                  </a:lnTo>
                  <a:lnTo>
                    <a:pt x="229173" y="322311"/>
                  </a:lnTo>
                  <a:lnTo>
                    <a:pt x="234065" y="320266"/>
                  </a:lnTo>
                  <a:lnTo>
                    <a:pt x="238889" y="318067"/>
                  </a:lnTo>
                  <a:lnTo>
                    <a:pt x="243641" y="315716"/>
                  </a:lnTo>
                  <a:lnTo>
                    <a:pt x="248316" y="313216"/>
                  </a:lnTo>
                  <a:lnTo>
                    <a:pt x="252910" y="310568"/>
                  </a:lnTo>
                  <a:lnTo>
                    <a:pt x="257417" y="307776"/>
                  </a:lnTo>
                  <a:lnTo>
                    <a:pt x="261834" y="304843"/>
                  </a:lnTo>
                  <a:lnTo>
                    <a:pt x="266155" y="301771"/>
                  </a:lnTo>
                  <a:lnTo>
                    <a:pt x="270376" y="298563"/>
                  </a:lnTo>
                  <a:lnTo>
                    <a:pt x="274494" y="295223"/>
                  </a:lnTo>
                  <a:lnTo>
                    <a:pt x="278504" y="291755"/>
                  </a:lnTo>
                  <a:lnTo>
                    <a:pt x="282402" y="288161"/>
                  </a:lnTo>
                  <a:lnTo>
                    <a:pt x="286184" y="284445"/>
                  </a:lnTo>
                  <a:lnTo>
                    <a:pt x="289846" y="280611"/>
                  </a:lnTo>
                  <a:lnTo>
                    <a:pt x="293384" y="276663"/>
                  </a:lnTo>
                  <a:lnTo>
                    <a:pt x="296796" y="272604"/>
                  </a:lnTo>
                  <a:lnTo>
                    <a:pt x="300077" y="268440"/>
                  </a:lnTo>
                  <a:lnTo>
                    <a:pt x="303225" y="264173"/>
                  </a:lnTo>
                  <a:lnTo>
                    <a:pt x="306236" y="259809"/>
                  </a:lnTo>
                  <a:lnTo>
                    <a:pt x="309106" y="255351"/>
                  </a:lnTo>
                  <a:lnTo>
                    <a:pt x="311834" y="250805"/>
                  </a:lnTo>
                  <a:lnTo>
                    <a:pt x="314417" y="246175"/>
                  </a:lnTo>
                  <a:lnTo>
                    <a:pt x="316851" y="241465"/>
                  </a:lnTo>
                  <a:lnTo>
                    <a:pt x="319135" y="236680"/>
                  </a:lnTo>
                  <a:lnTo>
                    <a:pt x="321266" y="231825"/>
                  </a:lnTo>
                  <a:lnTo>
                    <a:pt x="323241" y="226905"/>
                  </a:lnTo>
                  <a:lnTo>
                    <a:pt x="325060" y="221925"/>
                  </a:lnTo>
                  <a:lnTo>
                    <a:pt x="326720" y="216889"/>
                  </a:lnTo>
                  <a:lnTo>
                    <a:pt x="328220" y="211804"/>
                  </a:lnTo>
                  <a:lnTo>
                    <a:pt x="329557" y="206673"/>
                  </a:lnTo>
                  <a:lnTo>
                    <a:pt x="330731" y="201503"/>
                  </a:lnTo>
                  <a:lnTo>
                    <a:pt x="331740" y="196298"/>
                  </a:lnTo>
                  <a:lnTo>
                    <a:pt x="332584" y="191064"/>
                  </a:lnTo>
                  <a:lnTo>
                    <a:pt x="333262" y="185805"/>
                  </a:lnTo>
                  <a:lnTo>
                    <a:pt x="333772" y="180528"/>
                  </a:lnTo>
                  <a:lnTo>
                    <a:pt x="334115" y="175237"/>
                  </a:lnTo>
                  <a:lnTo>
                    <a:pt x="334290" y="169938"/>
                  </a:lnTo>
                  <a:lnTo>
                    <a:pt x="334296" y="164636"/>
                  </a:lnTo>
                  <a:lnTo>
                    <a:pt x="334135" y="159337"/>
                  </a:lnTo>
                  <a:lnTo>
                    <a:pt x="333805" y="154045"/>
                  </a:lnTo>
                  <a:lnTo>
                    <a:pt x="333308" y="148767"/>
                  </a:lnTo>
                  <a:lnTo>
                    <a:pt x="332644" y="143507"/>
                  </a:lnTo>
                  <a:lnTo>
                    <a:pt x="331813" y="138270"/>
                  </a:lnTo>
                  <a:lnTo>
                    <a:pt x="330817" y="133063"/>
                  </a:lnTo>
                  <a:lnTo>
                    <a:pt x="329656" y="127889"/>
                  </a:lnTo>
                  <a:lnTo>
                    <a:pt x="328332" y="122756"/>
                  </a:lnTo>
                  <a:lnTo>
                    <a:pt x="326845" y="117666"/>
                  </a:lnTo>
                  <a:lnTo>
                    <a:pt x="325198" y="112627"/>
                  </a:lnTo>
                  <a:lnTo>
                    <a:pt x="323392" y="107642"/>
                  </a:lnTo>
                  <a:lnTo>
                    <a:pt x="321428" y="102717"/>
                  </a:lnTo>
                  <a:lnTo>
                    <a:pt x="319310" y="97857"/>
                  </a:lnTo>
                  <a:lnTo>
                    <a:pt x="317038" y="93066"/>
                  </a:lnTo>
                  <a:lnTo>
                    <a:pt x="314615" y="88350"/>
                  </a:lnTo>
                  <a:lnTo>
                    <a:pt x="312045" y="83713"/>
                  </a:lnTo>
                  <a:lnTo>
                    <a:pt x="309328" y="79160"/>
                  </a:lnTo>
                  <a:lnTo>
                    <a:pt x="306469" y="74695"/>
                  </a:lnTo>
                  <a:lnTo>
                    <a:pt x="303469" y="70324"/>
                  </a:lnTo>
                  <a:lnTo>
                    <a:pt x="300332" y="66049"/>
                  </a:lnTo>
                  <a:lnTo>
                    <a:pt x="297061" y="61877"/>
                  </a:lnTo>
                  <a:lnTo>
                    <a:pt x="293660" y="57810"/>
                  </a:lnTo>
                  <a:lnTo>
                    <a:pt x="290131" y="53853"/>
                  </a:lnTo>
                  <a:lnTo>
                    <a:pt x="286479" y="50009"/>
                  </a:lnTo>
                  <a:lnTo>
                    <a:pt x="282706" y="46284"/>
                  </a:lnTo>
                  <a:lnTo>
                    <a:pt x="278817" y="42680"/>
                  </a:lnTo>
                  <a:lnTo>
                    <a:pt x="274816" y="39201"/>
                  </a:lnTo>
                  <a:lnTo>
                    <a:pt x="270707" y="35851"/>
                  </a:lnTo>
                  <a:lnTo>
                    <a:pt x="266493" y="32633"/>
                  </a:lnTo>
                  <a:lnTo>
                    <a:pt x="262180" y="29550"/>
                  </a:lnTo>
                  <a:lnTo>
                    <a:pt x="257771" y="26606"/>
                  </a:lnTo>
                  <a:lnTo>
                    <a:pt x="253271" y="23802"/>
                  </a:lnTo>
                  <a:lnTo>
                    <a:pt x="248684" y="21143"/>
                  </a:lnTo>
                  <a:lnTo>
                    <a:pt x="244015" y="18631"/>
                  </a:lnTo>
                  <a:lnTo>
                    <a:pt x="239269" y="16268"/>
                  </a:lnTo>
                  <a:lnTo>
                    <a:pt x="234450" y="14057"/>
                  </a:lnTo>
                  <a:lnTo>
                    <a:pt x="229564" y="11999"/>
                  </a:lnTo>
                  <a:lnTo>
                    <a:pt x="224614" y="10098"/>
                  </a:lnTo>
                  <a:lnTo>
                    <a:pt x="219607" y="8354"/>
                  </a:lnTo>
                  <a:lnTo>
                    <a:pt x="167147" y="167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52460" cy="167167"/>
            </a:xfrm>
            <a:custGeom>
              <a:avLst/>
              <a:pathLst>
                <a:path w="52460" h="167167">
                  <a:moveTo>
                    <a:pt x="52460" y="8444"/>
                  </a:moveTo>
                  <a:lnTo>
                    <a:pt x="46799" y="6684"/>
                  </a:lnTo>
                  <a:lnTo>
                    <a:pt x="41078" y="5125"/>
                  </a:lnTo>
                  <a:lnTo>
                    <a:pt x="35306" y="3771"/>
                  </a:lnTo>
                  <a:lnTo>
                    <a:pt x="29490" y="2621"/>
                  </a:lnTo>
                  <a:lnTo>
                    <a:pt x="23637" y="1679"/>
                  </a:lnTo>
                  <a:lnTo>
                    <a:pt x="17753" y="945"/>
                  </a:lnTo>
                  <a:lnTo>
                    <a:pt x="11848" y="420"/>
                  </a:lnTo>
                  <a:lnTo>
                    <a:pt x="5927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115" y="3170392"/>
              <a:ext cx="24865" cy="167167"/>
            </a:xfrm>
            <a:custGeom>
              <a:avLst/>
              <a:pathLst>
                <a:path w="24865" h="167167">
                  <a:moveTo>
                    <a:pt x="24865" y="0"/>
                  </a:moveTo>
                  <a:lnTo>
                    <a:pt x="16549" y="206"/>
                  </a:lnTo>
                  <a:lnTo>
                    <a:pt x="8254" y="827"/>
                  </a:lnTo>
                  <a:lnTo>
                    <a:pt x="0" y="1859"/>
                  </a:lnTo>
                  <a:lnTo>
                    <a:pt x="2486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1115" y="3172252"/>
              <a:ext cx="24865" cy="165307"/>
            </a:xfrm>
            <a:custGeom>
              <a:avLst/>
              <a:pathLst>
                <a:path w="24865" h="165307">
                  <a:moveTo>
                    <a:pt x="0" y="0"/>
                  </a:moveTo>
                  <a:lnTo>
                    <a:pt x="24865" y="165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358815" y="3172252"/>
              <a:ext cx="334331" cy="332464"/>
            </a:xfrm>
            <a:custGeom>
              <a:avLst/>
              <a:pathLst>
                <a:path w="334331" h="332464">
                  <a:moveTo>
                    <a:pt x="142299" y="0"/>
                  </a:moveTo>
                  <a:lnTo>
                    <a:pt x="137070" y="871"/>
                  </a:lnTo>
                  <a:lnTo>
                    <a:pt x="131872" y="1908"/>
                  </a:lnTo>
                  <a:lnTo>
                    <a:pt x="126709" y="3109"/>
                  </a:lnTo>
                  <a:lnTo>
                    <a:pt x="121587" y="4473"/>
                  </a:lnTo>
                  <a:lnTo>
                    <a:pt x="116510" y="5999"/>
                  </a:lnTo>
                  <a:lnTo>
                    <a:pt x="111485" y="7685"/>
                  </a:lnTo>
                  <a:lnTo>
                    <a:pt x="106516" y="9530"/>
                  </a:lnTo>
                  <a:lnTo>
                    <a:pt x="101607" y="11531"/>
                  </a:lnTo>
                  <a:lnTo>
                    <a:pt x="96765" y="13687"/>
                  </a:lnTo>
                  <a:lnTo>
                    <a:pt x="91993" y="15995"/>
                  </a:lnTo>
                  <a:lnTo>
                    <a:pt x="87297" y="18453"/>
                  </a:lnTo>
                  <a:lnTo>
                    <a:pt x="82681" y="21059"/>
                  </a:lnTo>
                  <a:lnTo>
                    <a:pt x="78150" y="23810"/>
                  </a:lnTo>
                  <a:lnTo>
                    <a:pt x="73708" y="26704"/>
                  </a:lnTo>
                  <a:lnTo>
                    <a:pt x="69361" y="29736"/>
                  </a:lnTo>
                  <a:lnTo>
                    <a:pt x="65112" y="32905"/>
                  </a:lnTo>
                  <a:lnTo>
                    <a:pt x="60965" y="36208"/>
                  </a:lnTo>
                  <a:lnTo>
                    <a:pt x="56926" y="39640"/>
                  </a:lnTo>
                  <a:lnTo>
                    <a:pt x="52997" y="43198"/>
                  </a:lnTo>
                  <a:lnTo>
                    <a:pt x="49183" y="46879"/>
                  </a:lnTo>
                  <a:lnTo>
                    <a:pt x="45487" y="50679"/>
                  </a:lnTo>
                  <a:lnTo>
                    <a:pt x="41914" y="54595"/>
                  </a:lnTo>
                  <a:lnTo>
                    <a:pt x="38467" y="58621"/>
                  </a:lnTo>
                  <a:lnTo>
                    <a:pt x="35149" y="62755"/>
                  </a:lnTo>
                  <a:lnTo>
                    <a:pt x="31964" y="66992"/>
                  </a:lnTo>
                  <a:lnTo>
                    <a:pt x="28915" y="71328"/>
                  </a:lnTo>
                  <a:lnTo>
                    <a:pt x="26005" y="75759"/>
                  </a:lnTo>
                  <a:lnTo>
                    <a:pt x="23237" y="80279"/>
                  </a:lnTo>
                  <a:lnTo>
                    <a:pt x="20613" y="84885"/>
                  </a:lnTo>
                  <a:lnTo>
                    <a:pt x="18137" y="89572"/>
                  </a:lnTo>
                  <a:lnTo>
                    <a:pt x="15811" y="94335"/>
                  </a:lnTo>
                  <a:lnTo>
                    <a:pt x="13637" y="99170"/>
                  </a:lnTo>
                  <a:lnTo>
                    <a:pt x="11617" y="104070"/>
                  </a:lnTo>
                  <a:lnTo>
                    <a:pt x="9754" y="109033"/>
                  </a:lnTo>
                  <a:lnTo>
                    <a:pt x="8049" y="114052"/>
                  </a:lnTo>
                  <a:lnTo>
                    <a:pt x="6504" y="119122"/>
                  </a:lnTo>
                  <a:lnTo>
                    <a:pt x="5120" y="124239"/>
                  </a:lnTo>
                  <a:lnTo>
                    <a:pt x="3899" y="129398"/>
                  </a:lnTo>
                  <a:lnTo>
                    <a:pt x="2843" y="134592"/>
                  </a:lnTo>
                  <a:lnTo>
                    <a:pt x="1952" y="139817"/>
                  </a:lnTo>
                  <a:lnTo>
                    <a:pt x="1227" y="145068"/>
                  </a:lnTo>
                  <a:lnTo>
                    <a:pt x="668" y="150339"/>
                  </a:lnTo>
                  <a:lnTo>
                    <a:pt x="278" y="155626"/>
                  </a:lnTo>
                  <a:lnTo>
                    <a:pt x="55" y="160922"/>
                  </a:lnTo>
                  <a:lnTo>
                    <a:pt x="0" y="166222"/>
                  </a:lnTo>
                  <a:lnTo>
                    <a:pt x="113" y="171522"/>
                  </a:lnTo>
                  <a:lnTo>
                    <a:pt x="394" y="176815"/>
                  </a:lnTo>
                  <a:lnTo>
                    <a:pt x="842" y="182097"/>
                  </a:lnTo>
                  <a:lnTo>
                    <a:pt x="1458" y="187362"/>
                  </a:lnTo>
                  <a:lnTo>
                    <a:pt x="2241" y="192604"/>
                  </a:lnTo>
                  <a:lnTo>
                    <a:pt x="3189" y="197819"/>
                  </a:lnTo>
                  <a:lnTo>
                    <a:pt x="4302" y="203002"/>
                  </a:lnTo>
                  <a:lnTo>
                    <a:pt x="5579" y="208147"/>
                  </a:lnTo>
                  <a:lnTo>
                    <a:pt x="7019" y="213248"/>
                  </a:lnTo>
                  <a:lnTo>
                    <a:pt x="8619" y="218301"/>
                  </a:lnTo>
                  <a:lnTo>
                    <a:pt x="10379" y="223301"/>
                  </a:lnTo>
                  <a:lnTo>
                    <a:pt x="12297" y="228243"/>
                  </a:lnTo>
                  <a:lnTo>
                    <a:pt x="14370" y="233122"/>
                  </a:lnTo>
                  <a:lnTo>
                    <a:pt x="16597" y="237932"/>
                  </a:lnTo>
                  <a:lnTo>
                    <a:pt x="18975" y="242669"/>
                  </a:lnTo>
                  <a:lnTo>
                    <a:pt x="21502" y="247329"/>
                  </a:lnTo>
                  <a:lnTo>
                    <a:pt x="24176" y="251906"/>
                  </a:lnTo>
                  <a:lnTo>
                    <a:pt x="26994" y="256396"/>
                  </a:lnTo>
                  <a:lnTo>
                    <a:pt x="29952" y="260794"/>
                  </a:lnTo>
                  <a:lnTo>
                    <a:pt x="33048" y="265096"/>
                  </a:lnTo>
                  <a:lnTo>
                    <a:pt x="36280" y="269298"/>
                  </a:lnTo>
                  <a:lnTo>
                    <a:pt x="39642" y="273396"/>
                  </a:lnTo>
                  <a:lnTo>
                    <a:pt x="43134" y="277384"/>
                  </a:lnTo>
                  <a:lnTo>
                    <a:pt x="46749" y="281260"/>
                  </a:lnTo>
                  <a:lnTo>
                    <a:pt x="50486" y="285020"/>
                  </a:lnTo>
                  <a:lnTo>
                    <a:pt x="54340" y="288659"/>
                  </a:lnTo>
                  <a:lnTo>
                    <a:pt x="58308" y="292174"/>
                  </a:lnTo>
                  <a:lnTo>
                    <a:pt x="62385" y="295562"/>
                  </a:lnTo>
                  <a:lnTo>
                    <a:pt x="66567" y="298818"/>
                  </a:lnTo>
                  <a:lnTo>
                    <a:pt x="70851" y="301941"/>
                  </a:lnTo>
                  <a:lnTo>
                    <a:pt x="75231" y="304926"/>
                  </a:lnTo>
                  <a:lnTo>
                    <a:pt x="79704" y="307770"/>
                  </a:lnTo>
                  <a:lnTo>
                    <a:pt x="84265" y="310471"/>
                  </a:lnTo>
                  <a:lnTo>
                    <a:pt x="88909" y="313027"/>
                  </a:lnTo>
                  <a:lnTo>
                    <a:pt x="93632" y="315434"/>
                  </a:lnTo>
                  <a:lnTo>
                    <a:pt x="98429" y="317689"/>
                  </a:lnTo>
                  <a:lnTo>
                    <a:pt x="103294" y="319792"/>
                  </a:lnTo>
                  <a:lnTo>
                    <a:pt x="108225" y="321739"/>
                  </a:lnTo>
                  <a:lnTo>
                    <a:pt x="113214" y="323530"/>
                  </a:lnTo>
                  <a:lnTo>
                    <a:pt x="118257" y="325160"/>
                  </a:lnTo>
                  <a:lnTo>
                    <a:pt x="123350" y="326631"/>
                  </a:lnTo>
                  <a:lnTo>
                    <a:pt x="128487" y="327939"/>
                  </a:lnTo>
                  <a:lnTo>
                    <a:pt x="133663" y="329083"/>
                  </a:lnTo>
                  <a:lnTo>
                    <a:pt x="138872" y="330063"/>
                  </a:lnTo>
                  <a:lnTo>
                    <a:pt x="144110" y="330877"/>
                  </a:lnTo>
                  <a:lnTo>
                    <a:pt x="149371" y="331525"/>
                  </a:lnTo>
                  <a:lnTo>
                    <a:pt x="154650" y="332006"/>
                  </a:lnTo>
                  <a:lnTo>
                    <a:pt x="159941" y="332319"/>
                  </a:lnTo>
                  <a:lnTo>
                    <a:pt x="165240" y="332464"/>
                  </a:lnTo>
                  <a:lnTo>
                    <a:pt x="170541" y="332441"/>
                  </a:lnTo>
                  <a:lnTo>
                    <a:pt x="175838" y="332250"/>
                  </a:lnTo>
                  <a:lnTo>
                    <a:pt x="181127" y="331891"/>
                  </a:lnTo>
                  <a:lnTo>
                    <a:pt x="186401" y="331364"/>
                  </a:lnTo>
                  <a:lnTo>
                    <a:pt x="191656" y="330671"/>
                  </a:lnTo>
                  <a:lnTo>
                    <a:pt x="196887" y="329811"/>
                  </a:lnTo>
                  <a:lnTo>
                    <a:pt x="202087" y="328786"/>
                  </a:lnTo>
                  <a:lnTo>
                    <a:pt x="207253" y="327597"/>
                  </a:lnTo>
                  <a:lnTo>
                    <a:pt x="212378" y="326244"/>
                  </a:lnTo>
                  <a:lnTo>
                    <a:pt x="217458" y="324730"/>
                  </a:lnTo>
                  <a:lnTo>
                    <a:pt x="222487" y="323055"/>
                  </a:lnTo>
                  <a:lnTo>
                    <a:pt x="227461" y="321222"/>
                  </a:lnTo>
                  <a:lnTo>
                    <a:pt x="232374" y="319232"/>
                  </a:lnTo>
                  <a:lnTo>
                    <a:pt x="237221" y="317087"/>
                  </a:lnTo>
                  <a:lnTo>
                    <a:pt x="241998" y="314789"/>
                  </a:lnTo>
                  <a:lnTo>
                    <a:pt x="246700" y="312341"/>
                  </a:lnTo>
                  <a:lnTo>
                    <a:pt x="251322" y="309746"/>
                  </a:lnTo>
                  <a:lnTo>
                    <a:pt x="255859" y="307005"/>
                  </a:lnTo>
                  <a:lnTo>
                    <a:pt x="260307" y="304122"/>
                  </a:lnTo>
                  <a:lnTo>
                    <a:pt x="264661" y="301099"/>
                  </a:lnTo>
                  <a:lnTo>
                    <a:pt x="268917" y="297939"/>
                  </a:lnTo>
                  <a:lnTo>
                    <a:pt x="273071" y="294647"/>
                  </a:lnTo>
                  <a:lnTo>
                    <a:pt x="277119" y="291224"/>
                  </a:lnTo>
                  <a:lnTo>
                    <a:pt x="281056" y="287674"/>
                  </a:lnTo>
                  <a:lnTo>
                    <a:pt x="284878" y="284002"/>
                  </a:lnTo>
                  <a:lnTo>
                    <a:pt x="288582" y="280210"/>
                  </a:lnTo>
                  <a:lnTo>
                    <a:pt x="292164" y="276303"/>
                  </a:lnTo>
                  <a:lnTo>
                    <a:pt x="295620" y="272284"/>
                  </a:lnTo>
                  <a:lnTo>
                    <a:pt x="298948" y="268157"/>
                  </a:lnTo>
                  <a:lnTo>
                    <a:pt x="302142" y="263928"/>
                  </a:lnTo>
                  <a:lnTo>
                    <a:pt x="305201" y="259598"/>
                  </a:lnTo>
                  <a:lnTo>
                    <a:pt x="308121" y="255175"/>
                  </a:lnTo>
                  <a:lnTo>
                    <a:pt x="310900" y="250660"/>
                  </a:lnTo>
                  <a:lnTo>
                    <a:pt x="313533" y="246060"/>
                  </a:lnTo>
                  <a:lnTo>
                    <a:pt x="316020" y="241379"/>
                  </a:lnTo>
                  <a:lnTo>
                    <a:pt x="318357" y="236621"/>
                  </a:lnTo>
                  <a:lnTo>
                    <a:pt x="320542" y="231792"/>
                  </a:lnTo>
                  <a:lnTo>
                    <a:pt x="322573" y="226896"/>
                  </a:lnTo>
                  <a:lnTo>
                    <a:pt x="324448" y="221937"/>
                  </a:lnTo>
                  <a:lnTo>
                    <a:pt x="326164" y="216922"/>
                  </a:lnTo>
                  <a:lnTo>
                    <a:pt x="327720" y="211855"/>
                  </a:lnTo>
                  <a:lnTo>
                    <a:pt x="329116" y="206741"/>
                  </a:lnTo>
                  <a:lnTo>
                    <a:pt x="330348" y="201586"/>
                  </a:lnTo>
                  <a:lnTo>
                    <a:pt x="331416" y="196394"/>
                  </a:lnTo>
                  <a:lnTo>
                    <a:pt x="332319" y="191171"/>
                  </a:lnTo>
                  <a:lnTo>
                    <a:pt x="333056" y="185921"/>
                  </a:lnTo>
                  <a:lnTo>
                    <a:pt x="333626" y="180651"/>
                  </a:lnTo>
                  <a:lnTo>
                    <a:pt x="334029" y="175366"/>
                  </a:lnTo>
                  <a:lnTo>
                    <a:pt x="334264" y="170071"/>
                  </a:lnTo>
                  <a:lnTo>
                    <a:pt x="334331" y="164770"/>
                  </a:lnTo>
                  <a:lnTo>
                    <a:pt x="334230" y="159470"/>
                  </a:lnTo>
                  <a:lnTo>
                    <a:pt x="333961" y="154177"/>
                  </a:lnTo>
                  <a:lnTo>
                    <a:pt x="333524" y="148894"/>
                  </a:lnTo>
                  <a:lnTo>
                    <a:pt x="332920" y="143628"/>
                  </a:lnTo>
                  <a:lnTo>
                    <a:pt x="332149" y="138383"/>
                  </a:lnTo>
                  <a:lnTo>
                    <a:pt x="331213" y="133166"/>
                  </a:lnTo>
                  <a:lnTo>
                    <a:pt x="330111" y="127981"/>
                  </a:lnTo>
                  <a:lnTo>
                    <a:pt x="328846" y="122833"/>
                  </a:lnTo>
                  <a:lnTo>
                    <a:pt x="327418" y="117729"/>
                  </a:lnTo>
                  <a:lnTo>
                    <a:pt x="325829" y="112672"/>
                  </a:lnTo>
                  <a:lnTo>
                    <a:pt x="324080" y="107668"/>
                  </a:lnTo>
                  <a:lnTo>
                    <a:pt x="322174" y="102722"/>
                  </a:lnTo>
                  <a:lnTo>
                    <a:pt x="320112" y="97839"/>
                  </a:lnTo>
                  <a:lnTo>
                    <a:pt x="317896" y="93023"/>
                  </a:lnTo>
                  <a:lnTo>
                    <a:pt x="315528" y="88281"/>
                  </a:lnTo>
                  <a:lnTo>
                    <a:pt x="313012" y="83615"/>
                  </a:lnTo>
                  <a:lnTo>
                    <a:pt x="310348" y="79032"/>
                  </a:lnTo>
                  <a:lnTo>
                    <a:pt x="307541" y="74536"/>
                  </a:lnTo>
                  <a:lnTo>
                    <a:pt x="304592" y="70131"/>
                  </a:lnTo>
                  <a:lnTo>
                    <a:pt x="301506" y="65822"/>
                  </a:lnTo>
                  <a:lnTo>
                    <a:pt x="298284" y="61612"/>
                  </a:lnTo>
                  <a:lnTo>
                    <a:pt x="294930" y="57507"/>
                  </a:lnTo>
                  <a:lnTo>
                    <a:pt x="291448" y="53511"/>
                  </a:lnTo>
                  <a:lnTo>
                    <a:pt x="287841" y="49627"/>
                  </a:lnTo>
                  <a:lnTo>
                    <a:pt x="284113" y="45859"/>
                  </a:lnTo>
                  <a:lnTo>
                    <a:pt x="280267" y="42211"/>
                  </a:lnTo>
                  <a:lnTo>
                    <a:pt x="276308" y="38687"/>
                  </a:lnTo>
                  <a:lnTo>
                    <a:pt x="272238" y="35290"/>
                  </a:lnTo>
                  <a:lnTo>
                    <a:pt x="268063" y="32024"/>
                  </a:lnTo>
                  <a:lnTo>
                    <a:pt x="263787" y="28892"/>
                  </a:lnTo>
                  <a:lnTo>
                    <a:pt x="259413" y="25897"/>
                  </a:lnTo>
                  <a:lnTo>
                    <a:pt x="254947" y="23043"/>
                  </a:lnTo>
                  <a:lnTo>
                    <a:pt x="250392" y="20331"/>
                  </a:lnTo>
                  <a:lnTo>
                    <a:pt x="245754" y="17765"/>
                  </a:lnTo>
                  <a:lnTo>
                    <a:pt x="241036" y="15348"/>
                  </a:lnTo>
                  <a:lnTo>
                    <a:pt x="236245" y="13081"/>
                  </a:lnTo>
                  <a:lnTo>
                    <a:pt x="231384" y="10967"/>
                  </a:lnTo>
                  <a:lnTo>
                    <a:pt x="226458" y="9009"/>
                  </a:lnTo>
                  <a:lnTo>
                    <a:pt x="167164" y="165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59293" cy="167167"/>
            </a:xfrm>
            <a:custGeom>
              <a:avLst/>
              <a:pathLst>
                <a:path w="59293" h="167167">
                  <a:moveTo>
                    <a:pt x="59293" y="10868"/>
                  </a:moveTo>
                  <a:lnTo>
                    <a:pt x="53588" y="8822"/>
                  </a:lnTo>
                  <a:lnTo>
                    <a:pt x="47813" y="6983"/>
                  </a:lnTo>
                  <a:lnTo>
                    <a:pt x="41974" y="5355"/>
                  </a:lnTo>
                  <a:lnTo>
                    <a:pt x="36081" y="3940"/>
                  </a:lnTo>
                  <a:lnTo>
                    <a:pt x="30140" y="2739"/>
                  </a:lnTo>
                  <a:lnTo>
                    <a:pt x="24160" y="1755"/>
                  </a:lnTo>
                  <a:lnTo>
                    <a:pt x="18148" y="988"/>
                  </a:lnTo>
                  <a:lnTo>
                    <a:pt x="12111" y="439"/>
                  </a:lnTo>
                  <a:lnTo>
                    <a:pt x="605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086" y="3707720"/>
              <a:ext cx="5661" cy="167167"/>
            </a:xfrm>
            <a:custGeom>
              <a:avLst/>
              <a:pathLst>
                <a:path w="5661" h="167167">
                  <a:moveTo>
                    <a:pt x="5661" y="0"/>
                  </a:moveTo>
                  <a:lnTo>
                    <a:pt x="0" y="95"/>
                  </a:lnTo>
                  <a:lnTo>
                    <a:pt x="56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5086" y="3707816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423598" y="3707720"/>
              <a:ext cx="334298" cy="334334"/>
            </a:xfrm>
            <a:custGeom>
              <a:avLst/>
              <a:pathLst>
                <a:path w="334298" h="334334">
                  <a:moveTo>
                    <a:pt x="161488" y="95"/>
                  </a:moveTo>
                  <a:lnTo>
                    <a:pt x="156192" y="359"/>
                  </a:lnTo>
                  <a:lnTo>
                    <a:pt x="150907" y="791"/>
                  </a:lnTo>
                  <a:lnTo>
                    <a:pt x="145638" y="1389"/>
                  </a:lnTo>
                  <a:lnTo>
                    <a:pt x="140391" y="2155"/>
                  </a:lnTo>
                  <a:lnTo>
                    <a:pt x="135171" y="3087"/>
                  </a:lnTo>
                  <a:lnTo>
                    <a:pt x="129983" y="4184"/>
                  </a:lnTo>
                  <a:lnTo>
                    <a:pt x="124832" y="5445"/>
                  </a:lnTo>
                  <a:lnTo>
                    <a:pt x="119724" y="6868"/>
                  </a:lnTo>
                  <a:lnTo>
                    <a:pt x="114664" y="8453"/>
                  </a:lnTo>
                  <a:lnTo>
                    <a:pt x="109656" y="10197"/>
                  </a:lnTo>
                  <a:lnTo>
                    <a:pt x="104706" y="12100"/>
                  </a:lnTo>
                  <a:lnTo>
                    <a:pt x="99820" y="14159"/>
                  </a:lnTo>
                  <a:lnTo>
                    <a:pt x="95000" y="16371"/>
                  </a:lnTo>
                  <a:lnTo>
                    <a:pt x="90254" y="18735"/>
                  </a:lnTo>
                  <a:lnTo>
                    <a:pt x="85585" y="21249"/>
                  </a:lnTo>
                  <a:lnTo>
                    <a:pt x="80998" y="23909"/>
                  </a:lnTo>
                  <a:lnTo>
                    <a:pt x="76497" y="26714"/>
                  </a:lnTo>
                  <a:lnTo>
                    <a:pt x="72088" y="29660"/>
                  </a:lnTo>
                  <a:lnTo>
                    <a:pt x="67775" y="32744"/>
                  </a:lnTo>
                  <a:lnTo>
                    <a:pt x="63561" y="35964"/>
                  </a:lnTo>
                  <a:lnTo>
                    <a:pt x="59452" y="39315"/>
                  </a:lnTo>
                  <a:lnTo>
                    <a:pt x="55451" y="42795"/>
                  </a:lnTo>
                  <a:lnTo>
                    <a:pt x="51563" y="46401"/>
                  </a:lnTo>
                  <a:lnTo>
                    <a:pt x="47790" y="50127"/>
                  </a:lnTo>
                  <a:lnTo>
                    <a:pt x="44138" y="53972"/>
                  </a:lnTo>
                  <a:lnTo>
                    <a:pt x="40610" y="57931"/>
                  </a:lnTo>
                  <a:lnTo>
                    <a:pt x="37209" y="61999"/>
                  </a:lnTo>
                  <a:lnTo>
                    <a:pt x="33939" y="66173"/>
                  </a:lnTo>
                  <a:lnTo>
                    <a:pt x="30803" y="70449"/>
                  </a:lnTo>
                  <a:lnTo>
                    <a:pt x="27804" y="74822"/>
                  </a:lnTo>
                  <a:lnTo>
                    <a:pt x="24945" y="79289"/>
                  </a:lnTo>
                  <a:lnTo>
                    <a:pt x="22229" y="83843"/>
                  </a:lnTo>
                  <a:lnTo>
                    <a:pt x="19659" y="88481"/>
                  </a:lnTo>
                  <a:lnTo>
                    <a:pt x="17238" y="93199"/>
                  </a:lnTo>
                  <a:lnTo>
                    <a:pt x="14967" y="97991"/>
                  </a:lnTo>
                  <a:lnTo>
                    <a:pt x="12850" y="102853"/>
                  </a:lnTo>
                  <a:lnTo>
                    <a:pt x="10887" y="107779"/>
                  </a:lnTo>
                  <a:lnTo>
                    <a:pt x="9082" y="112765"/>
                  </a:lnTo>
                  <a:lnTo>
                    <a:pt x="7436" y="117806"/>
                  </a:lnTo>
                  <a:lnTo>
                    <a:pt x="5951" y="122896"/>
                  </a:lnTo>
                  <a:lnTo>
                    <a:pt x="4628" y="128031"/>
                  </a:lnTo>
                  <a:lnTo>
                    <a:pt x="3469" y="133206"/>
                  </a:lnTo>
                  <a:lnTo>
                    <a:pt x="2474" y="138414"/>
                  </a:lnTo>
                  <a:lnTo>
                    <a:pt x="1645" y="143652"/>
                  </a:lnTo>
                  <a:lnTo>
                    <a:pt x="982" y="148913"/>
                  </a:lnTo>
                  <a:lnTo>
                    <a:pt x="487" y="154193"/>
                  </a:lnTo>
                  <a:lnTo>
                    <a:pt x="159" y="159485"/>
                  </a:lnTo>
                  <a:lnTo>
                    <a:pt x="0" y="164785"/>
                  </a:lnTo>
                  <a:lnTo>
                    <a:pt x="8" y="170088"/>
                  </a:lnTo>
                  <a:lnTo>
                    <a:pt x="185" y="175388"/>
                  </a:lnTo>
                  <a:lnTo>
                    <a:pt x="530" y="180679"/>
                  </a:lnTo>
                  <a:lnTo>
                    <a:pt x="1042" y="185957"/>
                  </a:lnTo>
                  <a:lnTo>
                    <a:pt x="1722" y="191216"/>
                  </a:lnTo>
                  <a:lnTo>
                    <a:pt x="2568" y="196451"/>
                  </a:lnTo>
                  <a:lnTo>
                    <a:pt x="3579" y="201657"/>
                  </a:lnTo>
                  <a:lnTo>
                    <a:pt x="4755" y="206827"/>
                  </a:lnTo>
                  <a:lnTo>
                    <a:pt x="6095" y="211958"/>
                  </a:lnTo>
                  <a:lnTo>
                    <a:pt x="7597" y="217044"/>
                  </a:lnTo>
                  <a:lnTo>
                    <a:pt x="9259" y="222079"/>
                  </a:lnTo>
                  <a:lnTo>
                    <a:pt x="11080" y="227059"/>
                  </a:lnTo>
                  <a:lnTo>
                    <a:pt x="13058" y="231979"/>
                  </a:lnTo>
                  <a:lnTo>
                    <a:pt x="15191" y="236834"/>
                  </a:lnTo>
                  <a:lnTo>
                    <a:pt x="17477" y="241619"/>
                  </a:lnTo>
                  <a:lnTo>
                    <a:pt x="19914" y="246328"/>
                  </a:lnTo>
                  <a:lnTo>
                    <a:pt x="22499" y="250958"/>
                  </a:lnTo>
                  <a:lnTo>
                    <a:pt x="25229" y="255504"/>
                  </a:lnTo>
                  <a:lnTo>
                    <a:pt x="28102" y="259961"/>
                  </a:lnTo>
                  <a:lnTo>
                    <a:pt x="31116" y="264324"/>
                  </a:lnTo>
                  <a:lnTo>
                    <a:pt x="34266" y="268590"/>
                  </a:lnTo>
                  <a:lnTo>
                    <a:pt x="37549" y="272754"/>
                  </a:lnTo>
                  <a:lnTo>
                    <a:pt x="40963" y="276811"/>
                  </a:lnTo>
                  <a:lnTo>
                    <a:pt x="44504" y="280758"/>
                  </a:lnTo>
                  <a:lnTo>
                    <a:pt x="48169" y="284591"/>
                  </a:lnTo>
                  <a:lnTo>
                    <a:pt x="51953" y="288306"/>
                  </a:lnTo>
                  <a:lnTo>
                    <a:pt x="55853" y="291899"/>
                  </a:lnTo>
                  <a:lnTo>
                    <a:pt x="59865" y="295366"/>
                  </a:lnTo>
                  <a:lnTo>
                    <a:pt x="63985" y="298704"/>
                  </a:lnTo>
                  <a:lnTo>
                    <a:pt x="68209" y="301910"/>
                  </a:lnTo>
                  <a:lnTo>
                    <a:pt x="72533" y="304980"/>
                  </a:lnTo>
                  <a:lnTo>
                    <a:pt x="76951" y="307912"/>
                  </a:lnTo>
                  <a:lnTo>
                    <a:pt x="81461" y="310702"/>
                  </a:lnTo>
                  <a:lnTo>
                    <a:pt x="86056" y="313348"/>
                  </a:lnTo>
                  <a:lnTo>
                    <a:pt x="90734" y="315846"/>
                  </a:lnTo>
                  <a:lnTo>
                    <a:pt x="95488" y="318195"/>
                  </a:lnTo>
                  <a:lnTo>
                    <a:pt x="100314" y="320392"/>
                  </a:lnTo>
                  <a:lnTo>
                    <a:pt x="105207" y="322435"/>
                  </a:lnTo>
                  <a:lnTo>
                    <a:pt x="110163" y="324321"/>
                  </a:lnTo>
                  <a:lnTo>
                    <a:pt x="115176" y="326050"/>
                  </a:lnTo>
                  <a:lnTo>
                    <a:pt x="120242" y="327618"/>
                  </a:lnTo>
                  <a:lnTo>
                    <a:pt x="125354" y="329025"/>
                  </a:lnTo>
                  <a:lnTo>
                    <a:pt x="130509" y="330269"/>
                  </a:lnTo>
                  <a:lnTo>
                    <a:pt x="135701" y="331349"/>
                  </a:lnTo>
                  <a:lnTo>
                    <a:pt x="140924" y="332264"/>
                  </a:lnTo>
                  <a:lnTo>
                    <a:pt x="146174" y="333013"/>
                  </a:lnTo>
                  <a:lnTo>
                    <a:pt x="151444" y="333595"/>
                  </a:lnTo>
                  <a:lnTo>
                    <a:pt x="156731" y="334009"/>
                  </a:lnTo>
                  <a:lnTo>
                    <a:pt x="162028" y="334256"/>
                  </a:lnTo>
                  <a:lnTo>
                    <a:pt x="167330" y="334334"/>
                  </a:lnTo>
                  <a:lnTo>
                    <a:pt x="172632" y="334244"/>
                  </a:lnTo>
                  <a:lnTo>
                    <a:pt x="177928" y="333987"/>
                  </a:lnTo>
                  <a:lnTo>
                    <a:pt x="183214" y="333561"/>
                  </a:lnTo>
                  <a:lnTo>
                    <a:pt x="188483" y="332968"/>
                  </a:lnTo>
                  <a:lnTo>
                    <a:pt x="193731" y="332207"/>
                  </a:lnTo>
                  <a:lnTo>
                    <a:pt x="198953" y="331281"/>
                  </a:lnTo>
                  <a:lnTo>
                    <a:pt x="204142" y="330190"/>
                  </a:lnTo>
                  <a:lnTo>
                    <a:pt x="209294" y="328935"/>
                  </a:lnTo>
                  <a:lnTo>
                    <a:pt x="214403" y="327517"/>
                  </a:lnTo>
                  <a:lnTo>
                    <a:pt x="219465" y="325937"/>
                  </a:lnTo>
                  <a:lnTo>
                    <a:pt x="224475" y="324198"/>
                  </a:lnTo>
                  <a:lnTo>
                    <a:pt x="229427" y="322301"/>
                  </a:lnTo>
                  <a:lnTo>
                    <a:pt x="234316" y="320248"/>
                  </a:lnTo>
                  <a:lnTo>
                    <a:pt x="239137" y="318040"/>
                  </a:lnTo>
                  <a:lnTo>
                    <a:pt x="243886" y="315681"/>
                  </a:lnTo>
                  <a:lnTo>
                    <a:pt x="248558" y="313173"/>
                  </a:lnTo>
                  <a:lnTo>
                    <a:pt x="253148" y="310517"/>
                  </a:lnTo>
                  <a:lnTo>
                    <a:pt x="257651" y="307718"/>
                  </a:lnTo>
                  <a:lnTo>
                    <a:pt x="262064" y="304776"/>
                  </a:lnTo>
                  <a:lnTo>
                    <a:pt x="266380" y="301697"/>
                  </a:lnTo>
                  <a:lnTo>
                    <a:pt x="270597" y="298482"/>
                  </a:lnTo>
                  <a:lnTo>
                    <a:pt x="274710" y="295135"/>
                  </a:lnTo>
                  <a:lnTo>
                    <a:pt x="278715" y="291659"/>
                  </a:lnTo>
                  <a:lnTo>
                    <a:pt x="282607" y="288058"/>
                  </a:lnTo>
                  <a:lnTo>
                    <a:pt x="286384" y="284335"/>
                  </a:lnTo>
                  <a:lnTo>
                    <a:pt x="290040" y="280494"/>
                  </a:lnTo>
                  <a:lnTo>
                    <a:pt x="293572" y="276539"/>
                  </a:lnTo>
                  <a:lnTo>
                    <a:pt x="296978" y="272475"/>
                  </a:lnTo>
                  <a:lnTo>
                    <a:pt x="300252" y="268304"/>
                  </a:lnTo>
                  <a:lnTo>
                    <a:pt x="303393" y="264031"/>
                  </a:lnTo>
                  <a:lnTo>
                    <a:pt x="306397" y="259661"/>
                  </a:lnTo>
                  <a:lnTo>
                    <a:pt x="309261" y="255198"/>
                  </a:lnTo>
                  <a:lnTo>
                    <a:pt x="311981" y="250647"/>
                  </a:lnTo>
                  <a:lnTo>
                    <a:pt x="314556" y="246011"/>
                  </a:lnTo>
                  <a:lnTo>
                    <a:pt x="316983" y="241296"/>
                  </a:lnTo>
                  <a:lnTo>
                    <a:pt x="319258" y="236507"/>
                  </a:lnTo>
                  <a:lnTo>
                    <a:pt x="321381" y="231647"/>
                  </a:lnTo>
                  <a:lnTo>
                    <a:pt x="323349" y="226723"/>
                  </a:lnTo>
                  <a:lnTo>
                    <a:pt x="325159" y="221739"/>
                  </a:lnTo>
                  <a:lnTo>
                    <a:pt x="326810" y="216700"/>
                  </a:lnTo>
                  <a:lnTo>
                    <a:pt x="328301" y="211611"/>
                  </a:lnTo>
                  <a:lnTo>
                    <a:pt x="329630" y="206477"/>
                  </a:lnTo>
                  <a:lnTo>
                    <a:pt x="330795" y="201304"/>
                  </a:lnTo>
                  <a:lnTo>
                    <a:pt x="331795" y="196097"/>
                  </a:lnTo>
                  <a:lnTo>
                    <a:pt x="332630" y="190860"/>
                  </a:lnTo>
                  <a:lnTo>
                    <a:pt x="333298" y="185600"/>
                  </a:lnTo>
                  <a:lnTo>
                    <a:pt x="333799" y="180321"/>
                  </a:lnTo>
                  <a:lnTo>
                    <a:pt x="334132" y="175029"/>
                  </a:lnTo>
                  <a:lnTo>
                    <a:pt x="334298" y="169728"/>
                  </a:lnTo>
                  <a:lnTo>
                    <a:pt x="334295" y="164426"/>
                  </a:lnTo>
                  <a:lnTo>
                    <a:pt x="334124" y="159126"/>
                  </a:lnTo>
                  <a:lnTo>
                    <a:pt x="333785" y="153834"/>
                  </a:lnTo>
                  <a:lnTo>
                    <a:pt x="333278" y="148555"/>
                  </a:lnTo>
                  <a:lnTo>
                    <a:pt x="332604" y="143296"/>
                  </a:lnTo>
                  <a:lnTo>
                    <a:pt x="331764" y="138060"/>
                  </a:lnTo>
                  <a:lnTo>
                    <a:pt x="330758" y="132853"/>
                  </a:lnTo>
                  <a:lnTo>
                    <a:pt x="329587" y="127682"/>
                  </a:lnTo>
                  <a:lnTo>
                    <a:pt x="328253" y="122549"/>
                  </a:lnTo>
                  <a:lnTo>
                    <a:pt x="326757" y="117462"/>
                  </a:lnTo>
                  <a:lnTo>
                    <a:pt x="325100" y="112425"/>
                  </a:lnTo>
                  <a:lnTo>
                    <a:pt x="323284" y="107443"/>
                  </a:lnTo>
                  <a:lnTo>
                    <a:pt x="321312" y="102521"/>
                  </a:lnTo>
                  <a:lnTo>
                    <a:pt x="319184" y="97664"/>
                  </a:lnTo>
                  <a:lnTo>
                    <a:pt x="316903" y="92876"/>
                  </a:lnTo>
                  <a:lnTo>
                    <a:pt x="314471" y="88164"/>
                  </a:lnTo>
                  <a:lnTo>
                    <a:pt x="311891" y="83531"/>
                  </a:lnTo>
                  <a:lnTo>
                    <a:pt x="309166" y="78983"/>
                  </a:lnTo>
                  <a:lnTo>
                    <a:pt x="306297" y="74523"/>
                  </a:lnTo>
                  <a:lnTo>
                    <a:pt x="303289" y="70156"/>
                  </a:lnTo>
                  <a:lnTo>
                    <a:pt x="300144" y="65887"/>
                  </a:lnTo>
                  <a:lnTo>
                    <a:pt x="296864" y="61720"/>
                  </a:lnTo>
                  <a:lnTo>
                    <a:pt x="293455" y="57658"/>
                  </a:lnTo>
                  <a:lnTo>
                    <a:pt x="289918" y="53708"/>
                  </a:lnTo>
                  <a:lnTo>
                    <a:pt x="286257" y="49871"/>
                  </a:lnTo>
                  <a:lnTo>
                    <a:pt x="282477" y="46152"/>
                  </a:lnTo>
                  <a:lnTo>
                    <a:pt x="278581" y="42555"/>
                  </a:lnTo>
                  <a:lnTo>
                    <a:pt x="274573" y="39084"/>
                  </a:lnTo>
                  <a:lnTo>
                    <a:pt x="270456" y="35741"/>
                  </a:lnTo>
                  <a:lnTo>
                    <a:pt x="266236" y="32530"/>
                  </a:lnTo>
                  <a:lnTo>
                    <a:pt x="261915" y="29455"/>
                  </a:lnTo>
                  <a:lnTo>
                    <a:pt x="257500" y="26519"/>
                  </a:lnTo>
                  <a:lnTo>
                    <a:pt x="252994" y="23724"/>
                  </a:lnTo>
                  <a:lnTo>
                    <a:pt x="248401" y="21074"/>
                  </a:lnTo>
                  <a:lnTo>
                    <a:pt x="243726" y="18570"/>
                  </a:lnTo>
                  <a:lnTo>
                    <a:pt x="238975" y="16216"/>
                  </a:lnTo>
                  <a:lnTo>
                    <a:pt x="234151" y="14014"/>
                  </a:lnTo>
                  <a:lnTo>
                    <a:pt x="229260" y="11966"/>
                  </a:lnTo>
                  <a:lnTo>
                    <a:pt x="224306" y="10074"/>
                  </a:lnTo>
                  <a:lnTo>
                    <a:pt x="219295" y="8340"/>
                  </a:lnTo>
                  <a:lnTo>
                    <a:pt x="214231" y="6766"/>
                  </a:lnTo>
                  <a:lnTo>
                    <a:pt x="209120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5626" y="4213821"/>
              <a:ext cx="5661" cy="167167"/>
            </a:xfrm>
            <a:custGeom>
              <a:avLst/>
              <a:pathLst>
                <a:path w="5661" h="167167">
                  <a:moveTo>
                    <a:pt x="5661" y="0"/>
                  </a:moveTo>
                  <a:lnTo>
                    <a:pt x="0" y="95"/>
                  </a:lnTo>
                  <a:lnTo>
                    <a:pt x="56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5626" y="4213917"/>
              <a:ext cx="5661" cy="167071"/>
            </a:xfrm>
            <a:custGeom>
              <a:avLst/>
              <a:pathLst>
                <a:path w="5661" h="167071">
                  <a:moveTo>
                    <a:pt x="0" y="0"/>
                  </a:moveTo>
                  <a:lnTo>
                    <a:pt x="5661" y="1670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14137" y="4213821"/>
              <a:ext cx="334298" cy="334334"/>
            </a:xfrm>
            <a:custGeom>
              <a:avLst/>
              <a:pathLst>
                <a:path w="334298" h="334334">
                  <a:moveTo>
                    <a:pt x="161488" y="95"/>
                  </a:moveTo>
                  <a:lnTo>
                    <a:pt x="156192" y="359"/>
                  </a:lnTo>
                  <a:lnTo>
                    <a:pt x="150907" y="791"/>
                  </a:lnTo>
                  <a:lnTo>
                    <a:pt x="145638" y="1389"/>
                  </a:lnTo>
                  <a:lnTo>
                    <a:pt x="140391" y="2155"/>
                  </a:lnTo>
                  <a:lnTo>
                    <a:pt x="135171" y="3087"/>
                  </a:lnTo>
                  <a:lnTo>
                    <a:pt x="129983" y="4184"/>
                  </a:lnTo>
                  <a:lnTo>
                    <a:pt x="124832" y="5445"/>
                  </a:lnTo>
                  <a:lnTo>
                    <a:pt x="119724" y="6868"/>
                  </a:lnTo>
                  <a:lnTo>
                    <a:pt x="114664" y="8453"/>
                  </a:lnTo>
                  <a:lnTo>
                    <a:pt x="109656" y="10197"/>
                  </a:lnTo>
                  <a:lnTo>
                    <a:pt x="104706" y="12100"/>
                  </a:lnTo>
                  <a:lnTo>
                    <a:pt x="99820" y="14159"/>
                  </a:lnTo>
                  <a:lnTo>
                    <a:pt x="95000" y="16371"/>
                  </a:lnTo>
                  <a:lnTo>
                    <a:pt x="90254" y="18735"/>
                  </a:lnTo>
                  <a:lnTo>
                    <a:pt x="85585" y="21249"/>
                  </a:lnTo>
                  <a:lnTo>
                    <a:pt x="80998" y="23909"/>
                  </a:lnTo>
                  <a:lnTo>
                    <a:pt x="76497" y="26714"/>
                  </a:lnTo>
                  <a:lnTo>
                    <a:pt x="72088" y="29660"/>
                  </a:lnTo>
                  <a:lnTo>
                    <a:pt x="67775" y="32744"/>
                  </a:lnTo>
                  <a:lnTo>
                    <a:pt x="63561" y="35964"/>
                  </a:lnTo>
                  <a:lnTo>
                    <a:pt x="59452" y="39315"/>
                  </a:lnTo>
                  <a:lnTo>
                    <a:pt x="55451" y="42795"/>
                  </a:lnTo>
                  <a:lnTo>
                    <a:pt x="51563" y="46401"/>
                  </a:lnTo>
                  <a:lnTo>
                    <a:pt x="47790" y="50127"/>
                  </a:lnTo>
                  <a:lnTo>
                    <a:pt x="44138" y="53972"/>
                  </a:lnTo>
                  <a:lnTo>
                    <a:pt x="40610" y="57931"/>
                  </a:lnTo>
                  <a:lnTo>
                    <a:pt x="37209" y="61999"/>
                  </a:lnTo>
                  <a:lnTo>
                    <a:pt x="33939" y="66173"/>
                  </a:lnTo>
                  <a:lnTo>
                    <a:pt x="30803" y="70449"/>
                  </a:lnTo>
                  <a:lnTo>
                    <a:pt x="27804" y="74822"/>
                  </a:lnTo>
                  <a:lnTo>
                    <a:pt x="24945" y="79289"/>
                  </a:lnTo>
                  <a:lnTo>
                    <a:pt x="22229" y="83843"/>
                  </a:lnTo>
                  <a:lnTo>
                    <a:pt x="19659" y="88481"/>
                  </a:lnTo>
                  <a:lnTo>
                    <a:pt x="17238" y="93199"/>
                  </a:lnTo>
                  <a:lnTo>
                    <a:pt x="14967" y="97991"/>
                  </a:lnTo>
                  <a:lnTo>
                    <a:pt x="12850" y="102853"/>
                  </a:lnTo>
                  <a:lnTo>
                    <a:pt x="10887" y="107779"/>
                  </a:lnTo>
                  <a:lnTo>
                    <a:pt x="9082" y="112765"/>
                  </a:lnTo>
                  <a:lnTo>
                    <a:pt x="7436" y="117806"/>
                  </a:lnTo>
                  <a:lnTo>
                    <a:pt x="5951" y="122896"/>
                  </a:lnTo>
                  <a:lnTo>
                    <a:pt x="4628" y="128031"/>
                  </a:lnTo>
                  <a:lnTo>
                    <a:pt x="3469" y="133206"/>
                  </a:lnTo>
                  <a:lnTo>
                    <a:pt x="2474" y="138414"/>
                  </a:lnTo>
                  <a:lnTo>
                    <a:pt x="1645" y="143652"/>
                  </a:lnTo>
                  <a:lnTo>
                    <a:pt x="982" y="148913"/>
                  </a:lnTo>
                  <a:lnTo>
                    <a:pt x="487" y="154193"/>
                  </a:lnTo>
                  <a:lnTo>
                    <a:pt x="159" y="159485"/>
                  </a:lnTo>
                  <a:lnTo>
                    <a:pt x="0" y="164785"/>
                  </a:lnTo>
                  <a:lnTo>
                    <a:pt x="8" y="170088"/>
                  </a:lnTo>
                  <a:lnTo>
                    <a:pt x="185" y="175388"/>
                  </a:lnTo>
                  <a:lnTo>
                    <a:pt x="530" y="180679"/>
                  </a:lnTo>
                  <a:lnTo>
                    <a:pt x="1042" y="185957"/>
                  </a:lnTo>
                  <a:lnTo>
                    <a:pt x="1722" y="191216"/>
                  </a:lnTo>
                  <a:lnTo>
                    <a:pt x="2568" y="196451"/>
                  </a:lnTo>
                  <a:lnTo>
                    <a:pt x="3579" y="201657"/>
                  </a:lnTo>
                  <a:lnTo>
                    <a:pt x="4755" y="206827"/>
                  </a:lnTo>
                  <a:lnTo>
                    <a:pt x="6095" y="211958"/>
                  </a:lnTo>
                  <a:lnTo>
                    <a:pt x="7597" y="217044"/>
                  </a:lnTo>
                  <a:lnTo>
                    <a:pt x="9259" y="222079"/>
                  </a:lnTo>
                  <a:lnTo>
                    <a:pt x="11080" y="227059"/>
                  </a:lnTo>
                  <a:lnTo>
                    <a:pt x="13058" y="231979"/>
                  </a:lnTo>
                  <a:lnTo>
                    <a:pt x="15191" y="236834"/>
                  </a:lnTo>
                  <a:lnTo>
                    <a:pt x="17477" y="241619"/>
                  </a:lnTo>
                  <a:lnTo>
                    <a:pt x="19914" y="246328"/>
                  </a:lnTo>
                  <a:lnTo>
                    <a:pt x="22499" y="250958"/>
                  </a:lnTo>
                  <a:lnTo>
                    <a:pt x="25229" y="255504"/>
                  </a:lnTo>
                  <a:lnTo>
                    <a:pt x="28102" y="259961"/>
                  </a:lnTo>
                  <a:lnTo>
                    <a:pt x="31116" y="264324"/>
                  </a:lnTo>
                  <a:lnTo>
                    <a:pt x="34266" y="268590"/>
                  </a:lnTo>
                  <a:lnTo>
                    <a:pt x="37549" y="272754"/>
                  </a:lnTo>
                  <a:lnTo>
                    <a:pt x="40963" y="276811"/>
                  </a:lnTo>
                  <a:lnTo>
                    <a:pt x="44504" y="280758"/>
                  </a:lnTo>
                  <a:lnTo>
                    <a:pt x="48169" y="284591"/>
                  </a:lnTo>
                  <a:lnTo>
                    <a:pt x="51953" y="288306"/>
                  </a:lnTo>
                  <a:lnTo>
                    <a:pt x="55853" y="291899"/>
                  </a:lnTo>
                  <a:lnTo>
                    <a:pt x="59865" y="295366"/>
                  </a:lnTo>
                  <a:lnTo>
                    <a:pt x="63985" y="298704"/>
                  </a:lnTo>
                  <a:lnTo>
                    <a:pt x="68209" y="301910"/>
                  </a:lnTo>
                  <a:lnTo>
                    <a:pt x="72533" y="304980"/>
                  </a:lnTo>
                  <a:lnTo>
                    <a:pt x="76951" y="307912"/>
                  </a:lnTo>
                  <a:lnTo>
                    <a:pt x="81461" y="310702"/>
                  </a:lnTo>
                  <a:lnTo>
                    <a:pt x="86056" y="313348"/>
                  </a:lnTo>
                  <a:lnTo>
                    <a:pt x="90734" y="315846"/>
                  </a:lnTo>
                  <a:lnTo>
                    <a:pt x="95488" y="318195"/>
                  </a:lnTo>
                  <a:lnTo>
                    <a:pt x="100314" y="320392"/>
                  </a:lnTo>
                  <a:lnTo>
                    <a:pt x="105207" y="322435"/>
                  </a:lnTo>
                  <a:lnTo>
                    <a:pt x="110163" y="324321"/>
                  </a:lnTo>
                  <a:lnTo>
                    <a:pt x="115176" y="326050"/>
                  </a:lnTo>
                  <a:lnTo>
                    <a:pt x="120242" y="327618"/>
                  </a:lnTo>
                  <a:lnTo>
                    <a:pt x="125354" y="329025"/>
                  </a:lnTo>
                  <a:lnTo>
                    <a:pt x="130509" y="330269"/>
                  </a:lnTo>
                  <a:lnTo>
                    <a:pt x="135701" y="331349"/>
                  </a:lnTo>
                  <a:lnTo>
                    <a:pt x="140924" y="332264"/>
                  </a:lnTo>
                  <a:lnTo>
                    <a:pt x="146174" y="333013"/>
                  </a:lnTo>
                  <a:lnTo>
                    <a:pt x="151444" y="333595"/>
                  </a:lnTo>
                  <a:lnTo>
                    <a:pt x="156731" y="334009"/>
                  </a:lnTo>
                  <a:lnTo>
                    <a:pt x="162028" y="334256"/>
                  </a:lnTo>
                  <a:lnTo>
                    <a:pt x="167330" y="334334"/>
                  </a:lnTo>
                  <a:lnTo>
                    <a:pt x="172632" y="334244"/>
                  </a:lnTo>
                  <a:lnTo>
                    <a:pt x="177928" y="333987"/>
                  </a:lnTo>
                  <a:lnTo>
                    <a:pt x="183214" y="333561"/>
                  </a:lnTo>
                  <a:lnTo>
                    <a:pt x="188483" y="332968"/>
                  </a:lnTo>
                  <a:lnTo>
                    <a:pt x="193731" y="332207"/>
                  </a:lnTo>
                  <a:lnTo>
                    <a:pt x="198953" y="331281"/>
                  </a:lnTo>
                  <a:lnTo>
                    <a:pt x="204142" y="330190"/>
                  </a:lnTo>
                  <a:lnTo>
                    <a:pt x="209294" y="328935"/>
                  </a:lnTo>
                  <a:lnTo>
                    <a:pt x="214403" y="327517"/>
                  </a:lnTo>
                  <a:lnTo>
                    <a:pt x="219465" y="325937"/>
                  </a:lnTo>
                  <a:lnTo>
                    <a:pt x="224475" y="324198"/>
                  </a:lnTo>
                  <a:lnTo>
                    <a:pt x="229427" y="322301"/>
                  </a:lnTo>
                  <a:lnTo>
                    <a:pt x="234316" y="320248"/>
                  </a:lnTo>
                  <a:lnTo>
                    <a:pt x="239137" y="318040"/>
                  </a:lnTo>
                  <a:lnTo>
                    <a:pt x="243886" y="315681"/>
                  </a:lnTo>
                  <a:lnTo>
                    <a:pt x="248558" y="313173"/>
                  </a:lnTo>
                  <a:lnTo>
                    <a:pt x="253148" y="310517"/>
                  </a:lnTo>
                  <a:lnTo>
                    <a:pt x="257651" y="307718"/>
                  </a:lnTo>
                  <a:lnTo>
                    <a:pt x="262064" y="304776"/>
                  </a:lnTo>
                  <a:lnTo>
                    <a:pt x="266380" y="301697"/>
                  </a:lnTo>
                  <a:lnTo>
                    <a:pt x="270597" y="298482"/>
                  </a:lnTo>
                  <a:lnTo>
                    <a:pt x="274710" y="295135"/>
                  </a:lnTo>
                  <a:lnTo>
                    <a:pt x="278715" y="291659"/>
                  </a:lnTo>
                  <a:lnTo>
                    <a:pt x="282607" y="288058"/>
                  </a:lnTo>
                  <a:lnTo>
                    <a:pt x="286384" y="284335"/>
                  </a:lnTo>
                  <a:lnTo>
                    <a:pt x="290040" y="280494"/>
                  </a:lnTo>
                  <a:lnTo>
                    <a:pt x="293572" y="276539"/>
                  </a:lnTo>
                  <a:lnTo>
                    <a:pt x="296978" y="272475"/>
                  </a:lnTo>
                  <a:lnTo>
                    <a:pt x="300252" y="268304"/>
                  </a:lnTo>
                  <a:lnTo>
                    <a:pt x="303393" y="264031"/>
                  </a:lnTo>
                  <a:lnTo>
                    <a:pt x="306397" y="259661"/>
                  </a:lnTo>
                  <a:lnTo>
                    <a:pt x="309261" y="255198"/>
                  </a:lnTo>
                  <a:lnTo>
                    <a:pt x="311981" y="250647"/>
                  </a:lnTo>
                  <a:lnTo>
                    <a:pt x="314556" y="246011"/>
                  </a:lnTo>
                  <a:lnTo>
                    <a:pt x="316983" y="241296"/>
                  </a:lnTo>
                  <a:lnTo>
                    <a:pt x="319258" y="236507"/>
                  </a:lnTo>
                  <a:lnTo>
                    <a:pt x="321381" y="231647"/>
                  </a:lnTo>
                  <a:lnTo>
                    <a:pt x="323349" y="226723"/>
                  </a:lnTo>
                  <a:lnTo>
                    <a:pt x="325159" y="221739"/>
                  </a:lnTo>
                  <a:lnTo>
                    <a:pt x="326810" y="216700"/>
                  </a:lnTo>
                  <a:lnTo>
                    <a:pt x="328301" y="211611"/>
                  </a:lnTo>
                  <a:lnTo>
                    <a:pt x="329630" y="206477"/>
                  </a:lnTo>
                  <a:lnTo>
                    <a:pt x="330795" y="201304"/>
                  </a:lnTo>
                  <a:lnTo>
                    <a:pt x="331795" y="196097"/>
                  </a:lnTo>
                  <a:lnTo>
                    <a:pt x="332630" y="190860"/>
                  </a:lnTo>
                  <a:lnTo>
                    <a:pt x="333298" y="185600"/>
                  </a:lnTo>
                  <a:lnTo>
                    <a:pt x="333799" y="180321"/>
                  </a:lnTo>
                  <a:lnTo>
                    <a:pt x="334132" y="175029"/>
                  </a:lnTo>
                  <a:lnTo>
                    <a:pt x="334298" y="169728"/>
                  </a:lnTo>
                  <a:lnTo>
                    <a:pt x="334295" y="164426"/>
                  </a:lnTo>
                  <a:lnTo>
                    <a:pt x="334124" y="159126"/>
                  </a:lnTo>
                  <a:lnTo>
                    <a:pt x="333785" y="153834"/>
                  </a:lnTo>
                  <a:lnTo>
                    <a:pt x="333278" y="148555"/>
                  </a:lnTo>
                  <a:lnTo>
                    <a:pt x="332604" y="143296"/>
                  </a:lnTo>
                  <a:lnTo>
                    <a:pt x="331764" y="138060"/>
                  </a:lnTo>
                  <a:lnTo>
                    <a:pt x="330758" y="132853"/>
                  </a:lnTo>
                  <a:lnTo>
                    <a:pt x="329587" y="127682"/>
                  </a:lnTo>
                  <a:lnTo>
                    <a:pt x="328253" y="122549"/>
                  </a:lnTo>
                  <a:lnTo>
                    <a:pt x="326757" y="117462"/>
                  </a:lnTo>
                  <a:lnTo>
                    <a:pt x="325100" y="112425"/>
                  </a:lnTo>
                  <a:lnTo>
                    <a:pt x="323284" y="107443"/>
                  </a:lnTo>
                  <a:lnTo>
                    <a:pt x="321312" y="102521"/>
                  </a:lnTo>
                  <a:lnTo>
                    <a:pt x="319184" y="97664"/>
                  </a:lnTo>
                  <a:lnTo>
                    <a:pt x="316903" y="92876"/>
                  </a:lnTo>
                  <a:lnTo>
                    <a:pt x="314471" y="88164"/>
                  </a:lnTo>
                  <a:lnTo>
                    <a:pt x="311891" y="83531"/>
                  </a:lnTo>
                  <a:lnTo>
                    <a:pt x="309166" y="78983"/>
                  </a:lnTo>
                  <a:lnTo>
                    <a:pt x="306297" y="74523"/>
                  </a:lnTo>
                  <a:lnTo>
                    <a:pt x="303289" y="70156"/>
                  </a:lnTo>
                  <a:lnTo>
                    <a:pt x="300144" y="65887"/>
                  </a:lnTo>
                  <a:lnTo>
                    <a:pt x="296864" y="61720"/>
                  </a:lnTo>
                  <a:lnTo>
                    <a:pt x="293455" y="57658"/>
                  </a:lnTo>
                  <a:lnTo>
                    <a:pt x="289918" y="53708"/>
                  </a:lnTo>
                  <a:lnTo>
                    <a:pt x="286257" y="49871"/>
                  </a:lnTo>
                  <a:lnTo>
                    <a:pt x="282477" y="46152"/>
                  </a:lnTo>
                  <a:lnTo>
                    <a:pt x="278581" y="42555"/>
                  </a:lnTo>
                  <a:lnTo>
                    <a:pt x="274573" y="39084"/>
                  </a:lnTo>
                  <a:lnTo>
                    <a:pt x="270456" y="35741"/>
                  </a:lnTo>
                  <a:lnTo>
                    <a:pt x="266236" y="32530"/>
                  </a:lnTo>
                  <a:lnTo>
                    <a:pt x="261915" y="29455"/>
                  </a:lnTo>
                  <a:lnTo>
                    <a:pt x="257500" y="26519"/>
                  </a:lnTo>
                  <a:lnTo>
                    <a:pt x="252994" y="23724"/>
                  </a:lnTo>
                  <a:lnTo>
                    <a:pt x="248401" y="21074"/>
                  </a:lnTo>
                  <a:lnTo>
                    <a:pt x="243726" y="18570"/>
                  </a:lnTo>
                  <a:lnTo>
                    <a:pt x="238975" y="16216"/>
                  </a:lnTo>
                  <a:lnTo>
                    <a:pt x="234151" y="14014"/>
                  </a:lnTo>
                  <a:lnTo>
                    <a:pt x="229260" y="11966"/>
                  </a:lnTo>
                  <a:lnTo>
                    <a:pt x="224306" y="10074"/>
                  </a:lnTo>
                  <a:lnTo>
                    <a:pt x="219295" y="8340"/>
                  </a:lnTo>
                  <a:lnTo>
                    <a:pt x="214231" y="6766"/>
                  </a:lnTo>
                  <a:lnTo>
                    <a:pt x="209120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056" y="4659281"/>
              <a:ext cx="1468" cy="167167"/>
            </a:xfrm>
            <a:custGeom>
              <a:avLst/>
              <a:pathLst>
                <a:path w="1468" h="167167">
                  <a:moveTo>
                    <a:pt x="1468" y="0"/>
                  </a:moveTo>
                  <a:lnTo>
                    <a:pt x="0" y="6"/>
                  </a:lnTo>
                  <a:lnTo>
                    <a:pt x="146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5056" y="4659288"/>
              <a:ext cx="1468" cy="167160"/>
            </a:xfrm>
            <a:custGeom>
              <a:avLst/>
              <a:pathLst>
                <a:path w="1468" h="167160">
                  <a:moveTo>
                    <a:pt x="0" y="0"/>
                  </a:moveTo>
                  <a:lnTo>
                    <a:pt x="146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37249" y="4659288"/>
              <a:ext cx="149275" cy="167160"/>
            </a:xfrm>
            <a:custGeom>
              <a:avLst/>
              <a:pathLst>
                <a:path w="149275" h="167160">
                  <a:moveTo>
                    <a:pt x="147806" y="0"/>
                  </a:moveTo>
                  <a:lnTo>
                    <a:pt x="142261" y="140"/>
                  </a:lnTo>
                  <a:lnTo>
                    <a:pt x="136723" y="465"/>
                  </a:lnTo>
                  <a:lnTo>
                    <a:pt x="131199" y="973"/>
                  </a:lnTo>
                  <a:lnTo>
                    <a:pt x="125695" y="1664"/>
                  </a:lnTo>
                  <a:lnTo>
                    <a:pt x="120217" y="2538"/>
                  </a:lnTo>
                  <a:lnTo>
                    <a:pt x="114771" y="3593"/>
                  </a:lnTo>
                  <a:lnTo>
                    <a:pt x="109363" y="4827"/>
                  </a:lnTo>
                  <a:lnTo>
                    <a:pt x="103999" y="6241"/>
                  </a:lnTo>
                  <a:lnTo>
                    <a:pt x="98685" y="7832"/>
                  </a:lnTo>
                  <a:lnTo>
                    <a:pt x="93426" y="9598"/>
                  </a:lnTo>
                  <a:lnTo>
                    <a:pt x="88229" y="11538"/>
                  </a:lnTo>
                  <a:lnTo>
                    <a:pt x="83100" y="13649"/>
                  </a:lnTo>
                  <a:lnTo>
                    <a:pt x="78043" y="15929"/>
                  </a:lnTo>
                  <a:lnTo>
                    <a:pt x="73064" y="18376"/>
                  </a:lnTo>
                  <a:lnTo>
                    <a:pt x="68169" y="20986"/>
                  </a:lnTo>
                  <a:lnTo>
                    <a:pt x="63364" y="23758"/>
                  </a:lnTo>
                  <a:lnTo>
                    <a:pt x="58653" y="26687"/>
                  </a:lnTo>
                  <a:lnTo>
                    <a:pt x="54043" y="29771"/>
                  </a:lnTo>
                  <a:lnTo>
                    <a:pt x="49537" y="33007"/>
                  </a:lnTo>
                  <a:lnTo>
                    <a:pt x="45140" y="36390"/>
                  </a:lnTo>
                  <a:lnTo>
                    <a:pt x="40859" y="39917"/>
                  </a:lnTo>
                  <a:lnTo>
                    <a:pt x="36697" y="43584"/>
                  </a:lnTo>
                  <a:lnTo>
                    <a:pt x="32659" y="47387"/>
                  </a:lnTo>
                  <a:lnTo>
                    <a:pt x="28749" y="51322"/>
                  </a:lnTo>
                  <a:lnTo>
                    <a:pt x="24972" y="55385"/>
                  </a:lnTo>
                  <a:lnTo>
                    <a:pt x="21332" y="59571"/>
                  </a:lnTo>
                  <a:lnTo>
                    <a:pt x="17832" y="63875"/>
                  </a:lnTo>
                  <a:lnTo>
                    <a:pt x="14478" y="68293"/>
                  </a:lnTo>
                  <a:lnTo>
                    <a:pt x="11272" y="72820"/>
                  </a:lnTo>
                  <a:lnTo>
                    <a:pt x="8217" y="77451"/>
                  </a:lnTo>
                  <a:lnTo>
                    <a:pt x="5319" y="82180"/>
                  </a:lnTo>
                  <a:lnTo>
                    <a:pt x="2578" y="87003"/>
                  </a:lnTo>
                  <a:lnTo>
                    <a:pt x="0" y="91915"/>
                  </a:lnTo>
                  <a:lnTo>
                    <a:pt x="149275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19365" y="4659281"/>
              <a:ext cx="334310" cy="334333"/>
            </a:xfrm>
            <a:custGeom>
              <a:avLst/>
              <a:pathLst>
                <a:path w="334310" h="334333">
                  <a:moveTo>
                    <a:pt x="17884" y="91921"/>
                  </a:moveTo>
                  <a:lnTo>
                    <a:pt x="15569" y="96702"/>
                  </a:lnTo>
                  <a:lnTo>
                    <a:pt x="13407" y="101553"/>
                  </a:lnTo>
                  <a:lnTo>
                    <a:pt x="11400" y="106471"/>
                  </a:lnTo>
                  <a:lnTo>
                    <a:pt x="9550" y="111450"/>
                  </a:lnTo>
                  <a:lnTo>
                    <a:pt x="7860" y="116485"/>
                  </a:lnTo>
                  <a:lnTo>
                    <a:pt x="6330" y="121572"/>
                  </a:lnTo>
                  <a:lnTo>
                    <a:pt x="4963" y="126704"/>
                  </a:lnTo>
                  <a:lnTo>
                    <a:pt x="3759" y="131877"/>
                  </a:lnTo>
                  <a:lnTo>
                    <a:pt x="2720" y="137086"/>
                  </a:lnTo>
                  <a:lnTo>
                    <a:pt x="1848" y="142326"/>
                  </a:lnTo>
                  <a:lnTo>
                    <a:pt x="1142" y="147590"/>
                  </a:lnTo>
                  <a:lnTo>
                    <a:pt x="604" y="152874"/>
                  </a:lnTo>
                  <a:lnTo>
                    <a:pt x="234" y="158173"/>
                  </a:lnTo>
                  <a:lnTo>
                    <a:pt x="32" y="163480"/>
                  </a:lnTo>
                  <a:lnTo>
                    <a:pt x="0" y="168792"/>
                  </a:lnTo>
                  <a:lnTo>
                    <a:pt x="136" y="174102"/>
                  </a:lnTo>
                  <a:lnTo>
                    <a:pt x="440" y="179404"/>
                  </a:lnTo>
                  <a:lnTo>
                    <a:pt x="913" y="184695"/>
                  </a:lnTo>
                  <a:lnTo>
                    <a:pt x="1554" y="189967"/>
                  </a:lnTo>
                  <a:lnTo>
                    <a:pt x="2362" y="195217"/>
                  </a:lnTo>
                  <a:lnTo>
                    <a:pt x="3336" y="200438"/>
                  </a:lnTo>
                  <a:lnTo>
                    <a:pt x="4476" y="205626"/>
                  </a:lnTo>
                  <a:lnTo>
                    <a:pt x="5780" y="210775"/>
                  </a:lnTo>
                  <a:lnTo>
                    <a:pt x="7247" y="215880"/>
                  </a:lnTo>
                  <a:lnTo>
                    <a:pt x="8875" y="220936"/>
                  </a:lnTo>
                  <a:lnTo>
                    <a:pt x="10663" y="225937"/>
                  </a:lnTo>
                  <a:lnTo>
                    <a:pt x="12609" y="230879"/>
                  </a:lnTo>
                  <a:lnTo>
                    <a:pt x="14711" y="235757"/>
                  </a:lnTo>
                  <a:lnTo>
                    <a:pt x="16967" y="240566"/>
                  </a:lnTo>
                  <a:lnTo>
                    <a:pt x="19375" y="245300"/>
                  </a:lnTo>
                  <a:lnTo>
                    <a:pt x="21932" y="249956"/>
                  </a:lnTo>
                  <a:lnTo>
                    <a:pt x="24635" y="254528"/>
                  </a:lnTo>
                  <a:lnTo>
                    <a:pt x="27483" y="259012"/>
                  </a:lnTo>
                  <a:lnTo>
                    <a:pt x="30471" y="263403"/>
                  </a:lnTo>
                  <a:lnTo>
                    <a:pt x="33597" y="267697"/>
                  </a:lnTo>
                  <a:lnTo>
                    <a:pt x="36858" y="271889"/>
                  </a:lnTo>
                  <a:lnTo>
                    <a:pt x="40251" y="275976"/>
                  </a:lnTo>
                  <a:lnTo>
                    <a:pt x="43772" y="279953"/>
                  </a:lnTo>
                  <a:lnTo>
                    <a:pt x="47418" y="283816"/>
                  </a:lnTo>
                  <a:lnTo>
                    <a:pt x="51184" y="287561"/>
                  </a:lnTo>
                  <a:lnTo>
                    <a:pt x="55067" y="291185"/>
                  </a:lnTo>
                  <a:lnTo>
                    <a:pt x="59064" y="294683"/>
                  </a:lnTo>
                  <a:lnTo>
                    <a:pt x="63169" y="298053"/>
                  </a:lnTo>
                  <a:lnTo>
                    <a:pt x="67380" y="301290"/>
                  </a:lnTo>
                  <a:lnTo>
                    <a:pt x="71691" y="304393"/>
                  </a:lnTo>
                  <a:lnTo>
                    <a:pt x="76099" y="307356"/>
                  </a:lnTo>
                  <a:lnTo>
                    <a:pt x="80599" y="310179"/>
                  </a:lnTo>
                  <a:lnTo>
                    <a:pt x="85186" y="312856"/>
                  </a:lnTo>
                  <a:lnTo>
                    <a:pt x="89856" y="315387"/>
                  </a:lnTo>
                  <a:lnTo>
                    <a:pt x="94604" y="317768"/>
                  </a:lnTo>
                  <a:lnTo>
                    <a:pt x="99425" y="319997"/>
                  </a:lnTo>
                  <a:lnTo>
                    <a:pt x="104314" y="322072"/>
                  </a:lnTo>
                  <a:lnTo>
                    <a:pt x="109267" y="323990"/>
                  </a:lnTo>
                  <a:lnTo>
                    <a:pt x="114279" y="325750"/>
                  </a:lnTo>
                  <a:lnTo>
                    <a:pt x="119344" y="327350"/>
                  </a:lnTo>
                  <a:lnTo>
                    <a:pt x="124457" y="328788"/>
                  </a:lnTo>
                  <a:lnTo>
                    <a:pt x="129613" y="330063"/>
                  </a:lnTo>
                  <a:lnTo>
                    <a:pt x="134807" y="331174"/>
                  </a:lnTo>
                  <a:lnTo>
                    <a:pt x="140034" y="332119"/>
                  </a:lnTo>
                  <a:lnTo>
                    <a:pt x="145288" y="332897"/>
                  </a:lnTo>
                  <a:lnTo>
                    <a:pt x="150564" y="333509"/>
                  </a:lnTo>
                  <a:lnTo>
                    <a:pt x="155857" y="333952"/>
                  </a:lnTo>
                  <a:lnTo>
                    <a:pt x="161161" y="334227"/>
                  </a:lnTo>
                  <a:lnTo>
                    <a:pt x="166472" y="334333"/>
                  </a:lnTo>
                  <a:lnTo>
                    <a:pt x="171783" y="334270"/>
                  </a:lnTo>
                  <a:lnTo>
                    <a:pt x="177089" y="334039"/>
                  </a:lnTo>
                  <a:lnTo>
                    <a:pt x="182386" y="333639"/>
                  </a:lnTo>
                  <a:lnTo>
                    <a:pt x="187667" y="333072"/>
                  </a:lnTo>
                  <a:lnTo>
                    <a:pt x="192927" y="332336"/>
                  </a:lnTo>
                  <a:lnTo>
                    <a:pt x="198161" y="331434"/>
                  </a:lnTo>
                  <a:lnTo>
                    <a:pt x="203365" y="330367"/>
                  </a:lnTo>
                  <a:lnTo>
                    <a:pt x="208531" y="329134"/>
                  </a:lnTo>
                  <a:lnTo>
                    <a:pt x="213656" y="327738"/>
                  </a:lnTo>
                  <a:lnTo>
                    <a:pt x="218734" y="326180"/>
                  </a:lnTo>
                  <a:lnTo>
                    <a:pt x="223759" y="324461"/>
                  </a:lnTo>
                  <a:lnTo>
                    <a:pt x="228728" y="322583"/>
                  </a:lnTo>
                  <a:lnTo>
                    <a:pt x="233634" y="320549"/>
                  </a:lnTo>
                  <a:lnTo>
                    <a:pt x="238474" y="318360"/>
                  </a:lnTo>
                  <a:lnTo>
                    <a:pt x="243241" y="316018"/>
                  </a:lnTo>
                  <a:lnTo>
                    <a:pt x="247931" y="313525"/>
                  </a:lnTo>
                  <a:lnTo>
                    <a:pt x="252540" y="310885"/>
                  </a:lnTo>
                  <a:lnTo>
                    <a:pt x="257063" y="308100"/>
                  </a:lnTo>
                  <a:lnTo>
                    <a:pt x="261495" y="305173"/>
                  </a:lnTo>
                  <a:lnTo>
                    <a:pt x="265832" y="302106"/>
                  </a:lnTo>
                  <a:lnTo>
                    <a:pt x="270069" y="298903"/>
                  </a:lnTo>
                  <a:lnTo>
                    <a:pt x="274202" y="295568"/>
                  </a:lnTo>
                  <a:lnTo>
                    <a:pt x="278227" y="292102"/>
                  </a:lnTo>
                  <a:lnTo>
                    <a:pt x="282140" y="288510"/>
                  </a:lnTo>
                  <a:lnTo>
                    <a:pt x="285937" y="284796"/>
                  </a:lnTo>
                  <a:lnTo>
                    <a:pt x="289614" y="280963"/>
                  </a:lnTo>
                  <a:lnTo>
                    <a:pt x="293168" y="277016"/>
                  </a:lnTo>
                  <a:lnTo>
                    <a:pt x="296594" y="272957"/>
                  </a:lnTo>
                  <a:lnTo>
                    <a:pt x="299890" y="268791"/>
                  </a:lnTo>
                  <a:lnTo>
                    <a:pt x="303051" y="264523"/>
                  </a:lnTo>
                  <a:lnTo>
                    <a:pt x="306076" y="260157"/>
                  </a:lnTo>
                  <a:lnTo>
                    <a:pt x="308960" y="255697"/>
                  </a:lnTo>
                  <a:lnTo>
                    <a:pt x="311701" y="251147"/>
                  </a:lnTo>
                  <a:lnTo>
                    <a:pt x="314296" y="246513"/>
                  </a:lnTo>
                  <a:lnTo>
                    <a:pt x="316742" y="241798"/>
                  </a:lnTo>
                  <a:lnTo>
                    <a:pt x="319038" y="237008"/>
                  </a:lnTo>
                  <a:lnTo>
                    <a:pt x="321180" y="232148"/>
                  </a:lnTo>
                  <a:lnTo>
                    <a:pt x="323167" y="227222"/>
                  </a:lnTo>
                  <a:lnTo>
                    <a:pt x="324996" y="222236"/>
                  </a:lnTo>
                  <a:lnTo>
                    <a:pt x="326666" y="217193"/>
                  </a:lnTo>
                  <a:lnTo>
                    <a:pt x="328174" y="212101"/>
                  </a:lnTo>
                  <a:lnTo>
                    <a:pt x="329521" y="206963"/>
                  </a:lnTo>
                  <a:lnTo>
                    <a:pt x="330703" y="201784"/>
                  </a:lnTo>
                  <a:lnTo>
                    <a:pt x="331720" y="196571"/>
                  </a:lnTo>
                  <a:lnTo>
                    <a:pt x="332571" y="191328"/>
                  </a:lnTo>
                  <a:lnTo>
                    <a:pt x="333255" y="186061"/>
                  </a:lnTo>
                  <a:lnTo>
                    <a:pt x="333772" y="180775"/>
                  </a:lnTo>
                  <a:lnTo>
                    <a:pt x="334120" y="175475"/>
                  </a:lnTo>
                  <a:lnTo>
                    <a:pt x="334300" y="170166"/>
                  </a:lnTo>
                  <a:lnTo>
                    <a:pt x="334310" y="164855"/>
                  </a:lnTo>
                  <a:lnTo>
                    <a:pt x="334153" y="159546"/>
                  </a:lnTo>
                  <a:lnTo>
                    <a:pt x="333826" y="154244"/>
                  </a:lnTo>
                  <a:lnTo>
                    <a:pt x="333332" y="148956"/>
                  </a:lnTo>
                  <a:lnTo>
                    <a:pt x="332669" y="143686"/>
                  </a:lnTo>
                  <a:lnTo>
                    <a:pt x="331840" y="138439"/>
                  </a:lnTo>
                  <a:lnTo>
                    <a:pt x="330844" y="133222"/>
                  </a:lnTo>
                  <a:lnTo>
                    <a:pt x="329683" y="128039"/>
                  </a:lnTo>
                  <a:lnTo>
                    <a:pt x="328358" y="122896"/>
                  </a:lnTo>
                  <a:lnTo>
                    <a:pt x="326870" y="117797"/>
                  </a:lnTo>
                  <a:lnTo>
                    <a:pt x="325221" y="112748"/>
                  </a:lnTo>
                  <a:lnTo>
                    <a:pt x="323412" y="107754"/>
                  </a:lnTo>
                  <a:lnTo>
                    <a:pt x="321446" y="102820"/>
                  </a:lnTo>
                  <a:lnTo>
                    <a:pt x="319324" y="97950"/>
                  </a:lnTo>
                  <a:lnTo>
                    <a:pt x="317048" y="93151"/>
                  </a:lnTo>
                  <a:lnTo>
                    <a:pt x="314621" y="88427"/>
                  </a:lnTo>
                  <a:lnTo>
                    <a:pt x="312045" y="83782"/>
                  </a:lnTo>
                  <a:lnTo>
                    <a:pt x="309322" y="79221"/>
                  </a:lnTo>
                  <a:lnTo>
                    <a:pt x="306457" y="74749"/>
                  </a:lnTo>
                  <a:lnTo>
                    <a:pt x="303450" y="70370"/>
                  </a:lnTo>
                  <a:lnTo>
                    <a:pt x="300306" y="66089"/>
                  </a:lnTo>
                  <a:lnTo>
                    <a:pt x="297028" y="61910"/>
                  </a:lnTo>
                  <a:lnTo>
                    <a:pt x="293618" y="57837"/>
                  </a:lnTo>
                  <a:lnTo>
                    <a:pt x="290081" y="53875"/>
                  </a:lnTo>
                  <a:lnTo>
                    <a:pt x="286420" y="50027"/>
                  </a:lnTo>
                  <a:lnTo>
                    <a:pt x="282638" y="46297"/>
                  </a:lnTo>
                  <a:lnTo>
                    <a:pt x="278740" y="42690"/>
                  </a:lnTo>
                  <a:lnTo>
                    <a:pt x="274729" y="39207"/>
                  </a:lnTo>
                  <a:lnTo>
                    <a:pt x="270610" y="35855"/>
                  </a:lnTo>
                  <a:lnTo>
                    <a:pt x="266386" y="32634"/>
                  </a:lnTo>
                  <a:lnTo>
                    <a:pt x="262062" y="29550"/>
                  </a:lnTo>
                  <a:lnTo>
                    <a:pt x="257642" y="26604"/>
                  </a:lnTo>
                  <a:lnTo>
                    <a:pt x="253130" y="23801"/>
                  </a:lnTo>
                  <a:lnTo>
                    <a:pt x="248532" y="21142"/>
                  </a:lnTo>
                  <a:lnTo>
                    <a:pt x="243852" y="18630"/>
                  </a:lnTo>
                  <a:lnTo>
                    <a:pt x="239095" y="16269"/>
                  </a:lnTo>
                  <a:lnTo>
                    <a:pt x="234264" y="14060"/>
                  </a:lnTo>
                  <a:lnTo>
                    <a:pt x="229366" y="12005"/>
                  </a:lnTo>
                  <a:lnTo>
                    <a:pt x="224405" y="10107"/>
                  </a:lnTo>
                  <a:lnTo>
                    <a:pt x="219387" y="8368"/>
                  </a:lnTo>
                  <a:lnTo>
                    <a:pt x="214316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329" y="0"/>
                  </a:moveTo>
                  <a:lnTo>
                    <a:pt x="0" y="0"/>
                  </a:lnTo>
                  <a:lnTo>
                    <a:pt x="32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391" y="5018213"/>
              <a:ext cx="329" cy="167167"/>
            </a:xfrm>
            <a:custGeom>
              <a:avLst/>
              <a:pathLst>
                <a:path w="329" h="167167">
                  <a:moveTo>
                    <a:pt x="0" y="0"/>
                  </a:moveTo>
                  <a:lnTo>
                    <a:pt x="32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321572" y="5018213"/>
              <a:ext cx="334307" cy="334333"/>
            </a:xfrm>
            <a:custGeom>
              <a:avLst/>
              <a:pathLst>
                <a:path w="334307" h="334333">
                  <a:moveTo>
                    <a:pt x="166818" y="0"/>
                  </a:moveTo>
                  <a:lnTo>
                    <a:pt x="161524" y="94"/>
                  </a:lnTo>
                  <a:lnTo>
                    <a:pt x="156235" y="356"/>
                  </a:lnTo>
                  <a:lnTo>
                    <a:pt x="150957" y="785"/>
                  </a:lnTo>
                  <a:lnTo>
                    <a:pt x="145695" y="1381"/>
                  </a:lnTo>
                  <a:lnTo>
                    <a:pt x="140455" y="2144"/>
                  </a:lnTo>
                  <a:lnTo>
                    <a:pt x="135241" y="3072"/>
                  </a:lnTo>
                  <a:lnTo>
                    <a:pt x="130060" y="4165"/>
                  </a:lnTo>
                  <a:lnTo>
                    <a:pt x="124915" y="5422"/>
                  </a:lnTo>
                  <a:lnTo>
                    <a:pt x="119814" y="6841"/>
                  </a:lnTo>
                  <a:lnTo>
                    <a:pt x="114759" y="8420"/>
                  </a:lnTo>
                  <a:lnTo>
                    <a:pt x="109757" y="10159"/>
                  </a:lnTo>
                  <a:lnTo>
                    <a:pt x="104813" y="12056"/>
                  </a:lnTo>
                  <a:lnTo>
                    <a:pt x="99932" y="14108"/>
                  </a:lnTo>
                  <a:lnTo>
                    <a:pt x="95117" y="16314"/>
                  </a:lnTo>
                  <a:lnTo>
                    <a:pt x="90375" y="18671"/>
                  </a:lnTo>
                  <a:lnTo>
                    <a:pt x="85711" y="21177"/>
                  </a:lnTo>
                  <a:lnTo>
                    <a:pt x="81127" y="23830"/>
                  </a:lnTo>
                  <a:lnTo>
                    <a:pt x="76631" y="26626"/>
                  </a:lnTo>
                  <a:lnTo>
                    <a:pt x="72225" y="29564"/>
                  </a:lnTo>
                  <a:lnTo>
                    <a:pt x="67914" y="32639"/>
                  </a:lnTo>
                  <a:lnTo>
                    <a:pt x="63703" y="35850"/>
                  </a:lnTo>
                  <a:lnTo>
                    <a:pt x="59595" y="39192"/>
                  </a:lnTo>
                  <a:lnTo>
                    <a:pt x="55596" y="42663"/>
                  </a:lnTo>
                  <a:lnTo>
                    <a:pt x="51708" y="46259"/>
                  </a:lnTo>
                  <a:lnTo>
                    <a:pt x="47937" y="49976"/>
                  </a:lnTo>
                  <a:lnTo>
                    <a:pt x="44285" y="53811"/>
                  </a:lnTo>
                  <a:lnTo>
                    <a:pt x="40756" y="57759"/>
                  </a:lnTo>
                  <a:lnTo>
                    <a:pt x="37354" y="61817"/>
                  </a:lnTo>
                  <a:lnTo>
                    <a:pt x="34082" y="65981"/>
                  </a:lnTo>
                  <a:lnTo>
                    <a:pt x="30944" y="70247"/>
                  </a:lnTo>
                  <a:lnTo>
                    <a:pt x="27943" y="74609"/>
                  </a:lnTo>
                  <a:lnTo>
                    <a:pt x="25081" y="79065"/>
                  </a:lnTo>
                  <a:lnTo>
                    <a:pt x="22362" y="83609"/>
                  </a:lnTo>
                  <a:lnTo>
                    <a:pt x="19788" y="88237"/>
                  </a:lnTo>
                  <a:lnTo>
                    <a:pt x="17362" y="92944"/>
                  </a:lnTo>
                  <a:lnTo>
                    <a:pt x="15086" y="97725"/>
                  </a:lnTo>
                  <a:lnTo>
                    <a:pt x="12963" y="102576"/>
                  </a:lnTo>
                  <a:lnTo>
                    <a:pt x="10994" y="107492"/>
                  </a:lnTo>
                  <a:lnTo>
                    <a:pt x="9182" y="112468"/>
                  </a:lnTo>
                  <a:lnTo>
                    <a:pt x="7529" y="117499"/>
                  </a:lnTo>
                  <a:lnTo>
                    <a:pt x="6036" y="122580"/>
                  </a:lnTo>
                  <a:lnTo>
                    <a:pt x="4705" y="127705"/>
                  </a:lnTo>
                  <a:lnTo>
                    <a:pt x="3536" y="132870"/>
                  </a:lnTo>
                  <a:lnTo>
                    <a:pt x="2532" y="138069"/>
                  </a:lnTo>
                  <a:lnTo>
                    <a:pt x="1693" y="143298"/>
                  </a:lnTo>
                  <a:lnTo>
                    <a:pt x="1020" y="148551"/>
                  </a:lnTo>
                  <a:lnTo>
                    <a:pt x="514" y="153822"/>
                  </a:lnTo>
                  <a:lnTo>
                    <a:pt x="175" y="159106"/>
                  </a:lnTo>
                  <a:lnTo>
                    <a:pt x="3" y="164399"/>
                  </a:lnTo>
                  <a:lnTo>
                    <a:pt x="0" y="169695"/>
                  </a:lnTo>
                  <a:lnTo>
                    <a:pt x="163" y="174987"/>
                  </a:lnTo>
                  <a:lnTo>
                    <a:pt x="495" y="180273"/>
                  </a:lnTo>
                  <a:lnTo>
                    <a:pt x="994" y="185544"/>
                  </a:lnTo>
                  <a:lnTo>
                    <a:pt x="1659" y="190798"/>
                  </a:lnTo>
                  <a:lnTo>
                    <a:pt x="2491" y="196028"/>
                  </a:lnTo>
                  <a:lnTo>
                    <a:pt x="3487" y="201229"/>
                  </a:lnTo>
                  <a:lnTo>
                    <a:pt x="4648" y="206395"/>
                  </a:lnTo>
                  <a:lnTo>
                    <a:pt x="5972" y="211522"/>
                  </a:lnTo>
                  <a:lnTo>
                    <a:pt x="7458" y="216605"/>
                  </a:lnTo>
                  <a:lnTo>
                    <a:pt x="9104" y="221638"/>
                  </a:lnTo>
                  <a:lnTo>
                    <a:pt x="10909" y="226617"/>
                  </a:lnTo>
                  <a:lnTo>
                    <a:pt x="12870" y="231536"/>
                  </a:lnTo>
                  <a:lnTo>
                    <a:pt x="14986" y="236390"/>
                  </a:lnTo>
                  <a:lnTo>
                    <a:pt x="17255" y="241175"/>
                  </a:lnTo>
                  <a:lnTo>
                    <a:pt x="19675" y="245885"/>
                  </a:lnTo>
                  <a:lnTo>
                    <a:pt x="22242" y="250517"/>
                  </a:lnTo>
                  <a:lnTo>
                    <a:pt x="24955" y="255065"/>
                  </a:lnTo>
                  <a:lnTo>
                    <a:pt x="27810" y="259524"/>
                  </a:lnTo>
                  <a:lnTo>
                    <a:pt x="30805" y="263891"/>
                  </a:lnTo>
                  <a:lnTo>
                    <a:pt x="33937" y="268161"/>
                  </a:lnTo>
                  <a:lnTo>
                    <a:pt x="37203" y="272330"/>
                  </a:lnTo>
                  <a:lnTo>
                    <a:pt x="40599" y="276393"/>
                  </a:lnTo>
                  <a:lnTo>
                    <a:pt x="44122" y="280346"/>
                  </a:lnTo>
                  <a:lnTo>
                    <a:pt x="47769" y="284186"/>
                  </a:lnTo>
                  <a:lnTo>
                    <a:pt x="51535" y="287909"/>
                  </a:lnTo>
                  <a:lnTo>
                    <a:pt x="55417" y="291510"/>
                  </a:lnTo>
                  <a:lnTo>
                    <a:pt x="59412" y="294986"/>
                  </a:lnTo>
                  <a:lnTo>
                    <a:pt x="63514" y="298335"/>
                  </a:lnTo>
                  <a:lnTo>
                    <a:pt x="67721" y="301551"/>
                  </a:lnTo>
                  <a:lnTo>
                    <a:pt x="72027" y="304633"/>
                  </a:lnTo>
                  <a:lnTo>
                    <a:pt x="76429" y="307577"/>
                  </a:lnTo>
                  <a:lnTo>
                    <a:pt x="80922" y="310380"/>
                  </a:lnTo>
                  <a:lnTo>
                    <a:pt x="85501" y="313039"/>
                  </a:lnTo>
                  <a:lnTo>
                    <a:pt x="90163" y="315552"/>
                  </a:lnTo>
                  <a:lnTo>
                    <a:pt x="94901" y="317916"/>
                  </a:lnTo>
                  <a:lnTo>
                    <a:pt x="99712" y="320129"/>
                  </a:lnTo>
                  <a:lnTo>
                    <a:pt x="104591" y="322188"/>
                  </a:lnTo>
                  <a:lnTo>
                    <a:pt x="109532" y="324091"/>
                  </a:lnTo>
                  <a:lnTo>
                    <a:pt x="114532" y="325838"/>
                  </a:lnTo>
                  <a:lnTo>
                    <a:pt x="119584" y="327425"/>
                  </a:lnTo>
                  <a:lnTo>
                    <a:pt x="124684" y="328851"/>
                  </a:lnTo>
                  <a:lnTo>
                    <a:pt x="129826" y="330115"/>
                  </a:lnTo>
                  <a:lnTo>
                    <a:pt x="135006" y="331215"/>
                  </a:lnTo>
                  <a:lnTo>
                    <a:pt x="140218" y="332151"/>
                  </a:lnTo>
                  <a:lnTo>
                    <a:pt x="145457" y="332921"/>
                  </a:lnTo>
                  <a:lnTo>
                    <a:pt x="150718" y="333525"/>
                  </a:lnTo>
                  <a:lnTo>
                    <a:pt x="155995" y="333962"/>
                  </a:lnTo>
                  <a:lnTo>
                    <a:pt x="161284" y="334231"/>
                  </a:lnTo>
                  <a:lnTo>
                    <a:pt x="166579" y="334333"/>
                  </a:lnTo>
                  <a:lnTo>
                    <a:pt x="171874" y="334267"/>
                  </a:lnTo>
                  <a:lnTo>
                    <a:pt x="177164" y="334034"/>
                  </a:lnTo>
                  <a:lnTo>
                    <a:pt x="182444" y="333633"/>
                  </a:lnTo>
                  <a:lnTo>
                    <a:pt x="187709" y="333065"/>
                  </a:lnTo>
                  <a:lnTo>
                    <a:pt x="192953" y="332330"/>
                  </a:lnTo>
                  <a:lnTo>
                    <a:pt x="198172" y="331430"/>
                  </a:lnTo>
                  <a:lnTo>
                    <a:pt x="203359" y="330365"/>
                  </a:lnTo>
                  <a:lnTo>
                    <a:pt x="208510" y="329136"/>
                  </a:lnTo>
                  <a:lnTo>
                    <a:pt x="213619" y="327745"/>
                  </a:lnTo>
                  <a:lnTo>
                    <a:pt x="218682" y="326192"/>
                  </a:lnTo>
                  <a:lnTo>
                    <a:pt x="223693" y="324480"/>
                  </a:lnTo>
                  <a:lnTo>
                    <a:pt x="228648" y="322610"/>
                  </a:lnTo>
                  <a:lnTo>
                    <a:pt x="233540" y="320584"/>
                  </a:lnTo>
                  <a:lnTo>
                    <a:pt x="238366" y="318405"/>
                  </a:lnTo>
                  <a:lnTo>
                    <a:pt x="243121" y="316073"/>
                  </a:lnTo>
                  <a:lnTo>
                    <a:pt x="247799" y="313592"/>
                  </a:lnTo>
                  <a:lnTo>
                    <a:pt x="252396" y="310964"/>
                  </a:lnTo>
                  <a:lnTo>
                    <a:pt x="256908" y="308192"/>
                  </a:lnTo>
                  <a:lnTo>
                    <a:pt x="261330" y="305278"/>
                  </a:lnTo>
                  <a:lnTo>
                    <a:pt x="265657" y="302225"/>
                  </a:lnTo>
                  <a:lnTo>
                    <a:pt x="269885" y="299038"/>
                  </a:lnTo>
                  <a:lnTo>
                    <a:pt x="274011" y="295717"/>
                  </a:lnTo>
                  <a:lnTo>
                    <a:pt x="278029" y="292268"/>
                  </a:lnTo>
                  <a:lnTo>
                    <a:pt x="281936" y="288693"/>
                  </a:lnTo>
                  <a:lnTo>
                    <a:pt x="285727" y="284997"/>
                  </a:lnTo>
                  <a:lnTo>
                    <a:pt x="289400" y="281182"/>
                  </a:lnTo>
                  <a:lnTo>
                    <a:pt x="292950" y="277252"/>
                  </a:lnTo>
                  <a:lnTo>
                    <a:pt x="296373" y="273212"/>
                  </a:lnTo>
                  <a:lnTo>
                    <a:pt x="299667" y="269066"/>
                  </a:lnTo>
                  <a:lnTo>
                    <a:pt x="302828" y="264818"/>
                  </a:lnTo>
                  <a:lnTo>
                    <a:pt x="305853" y="260471"/>
                  </a:lnTo>
                  <a:lnTo>
                    <a:pt x="308739" y="256031"/>
                  </a:lnTo>
                  <a:lnTo>
                    <a:pt x="311483" y="251502"/>
                  </a:lnTo>
                  <a:lnTo>
                    <a:pt x="314081" y="246888"/>
                  </a:lnTo>
                  <a:lnTo>
                    <a:pt x="316533" y="242194"/>
                  </a:lnTo>
                  <a:lnTo>
                    <a:pt x="318834" y="237425"/>
                  </a:lnTo>
                  <a:lnTo>
                    <a:pt x="320983" y="232585"/>
                  </a:lnTo>
                  <a:lnTo>
                    <a:pt x="322978" y="227680"/>
                  </a:lnTo>
                  <a:lnTo>
                    <a:pt x="324817" y="222713"/>
                  </a:lnTo>
                  <a:lnTo>
                    <a:pt x="326497" y="217692"/>
                  </a:lnTo>
                  <a:lnTo>
                    <a:pt x="328017" y="212619"/>
                  </a:lnTo>
                  <a:lnTo>
                    <a:pt x="329376" y="207501"/>
                  </a:lnTo>
                  <a:lnTo>
                    <a:pt x="330572" y="202342"/>
                  </a:lnTo>
                  <a:lnTo>
                    <a:pt x="331605" y="197148"/>
                  </a:lnTo>
                  <a:lnTo>
                    <a:pt x="332472" y="191925"/>
                  </a:lnTo>
                  <a:lnTo>
                    <a:pt x="333173" y="186676"/>
                  </a:lnTo>
                  <a:lnTo>
                    <a:pt x="333708" y="181407"/>
                  </a:lnTo>
                  <a:lnTo>
                    <a:pt x="334075" y="176125"/>
                  </a:lnTo>
                  <a:lnTo>
                    <a:pt x="334275" y="170833"/>
                  </a:lnTo>
                  <a:lnTo>
                    <a:pt x="334307" y="165538"/>
                  </a:lnTo>
                  <a:lnTo>
                    <a:pt x="334172" y="160244"/>
                  </a:lnTo>
                  <a:lnTo>
                    <a:pt x="333869" y="154957"/>
                  </a:lnTo>
                  <a:lnTo>
                    <a:pt x="333398" y="149682"/>
                  </a:lnTo>
                  <a:lnTo>
                    <a:pt x="332761" y="144425"/>
                  </a:lnTo>
                  <a:lnTo>
                    <a:pt x="331958" y="139191"/>
                  </a:lnTo>
                  <a:lnTo>
                    <a:pt x="330989" y="133985"/>
                  </a:lnTo>
                  <a:lnTo>
                    <a:pt x="329856" y="128812"/>
                  </a:lnTo>
                  <a:lnTo>
                    <a:pt x="328559" y="123678"/>
                  </a:lnTo>
                  <a:lnTo>
                    <a:pt x="327101" y="118587"/>
                  </a:lnTo>
                  <a:lnTo>
                    <a:pt x="325482" y="113545"/>
                  </a:lnTo>
                  <a:lnTo>
                    <a:pt x="323704" y="108557"/>
                  </a:lnTo>
                  <a:lnTo>
                    <a:pt x="321769" y="103628"/>
                  </a:lnTo>
                  <a:lnTo>
                    <a:pt x="319679" y="98763"/>
                  </a:lnTo>
                  <a:lnTo>
                    <a:pt x="317436" y="93966"/>
                  </a:lnTo>
                  <a:lnTo>
                    <a:pt x="315042" y="89242"/>
                  </a:lnTo>
                  <a:lnTo>
                    <a:pt x="312500" y="84597"/>
                  </a:lnTo>
                  <a:lnTo>
                    <a:pt x="309812" y="80034"/>
                  </a:lnTo>
                  <a:lnTo>
                    <a:pt x="306980" y="75560"/>
                  </a:lnTo>
                  <a:lnTo>
                    <a:pt x="304009" y="71176"/>
                  </a:lnTo>
                  <a:lnTo>
                    <a:pt x="300899" y="66890"/>
                  </a:lnTo>
                  <a:lnTo>
                    <a:pt x="297656" y="62704"/>
                  </a:lnTo>
                  <a:lnTo>
                    <a:pt x="294282" y="58622"/>
                  </a:lnTo>
                  <a:lnTo>
                    <a:pt x="290780" y="54650"/>
                  </a:lnTo>
                  <a:lnTo>
                    <a:pt x="287154" y="50791"/>
                  </a:lnTo>
                  <a:lnTo>
                    <a:pt x="283408" y="47048"/>
                  </a:lnTo>
                  <a:lnTo>
                    <a:pt x="279545" y="43426"/>
                  </a:lnTo>
                  <a:lnTo>
                    <a:pt x="275570" y="39928"/>
                  </a:lnTo>
                  <a:lnTo>
                    <a:pt x="271485" y="36558"/>
                  </a:lnTo>
                  <a:lnTo>
                    <a:pt x="267296" y="33318"/>
                  </a:lnTo>
                  <a:lnTo>
                    <a:pt x="263006" y="30214"/>
                  </a:lnTo>
                  <a:lnTo>
                    <a:pt x="258620" y="27246"/>
                  </a:lnTo>
                  <a:lnTo>
                    <a:pt x="254143" y="24419"/>
                  </a:lnTo>
                  <a:lnTo>
                    <a:pt x="249578" y="21735"/>
                  </a:lnTo>
                  <a:lnTo>
                    <a:pt x="244930" y="19197"/>
                  </a:lnTo>
                  <a:lnTo>
                    <a:pt x="240204" y="16808"/>
                  </a:lnTo>
                  <a:lnTo>
                    <a:pt x="235405" y="14569"/>
                  </a:lnTo>
                  <a:lnTo>
                    <a:pt x="230537" y="12484"/>
                  </a:lnTo>
                  <a:lnTo>
                    <a:pt x="225606" y="10554"/>
                  </a:lnTo>
                  <a:lnTo>
                    <a:pt x="220616" y="8781"/>
                  </a:lnTo>
                  <a:lnTo>
                    <a:pt x="215573" y="7167"/>
                  </a:lnTo>
                  <a:lnTo>
                    <a:pt x="210481" y="5713"/>
                  </a:lnTo>
                  <a:lnTo>
                    <a:pt x="205345" y="4422"/>
                  </a:lnTo>
                  <a:lnTo>
                    <a:pt x="200171" y="3294"/>
                  </a:lnTo>
                  <a:lnTo>
                    <a:pt x="194964" y="2330"/>
                  </a:lnTo>
                  <a:lnTo>
                    <a:pt x="189729" y="1531"/>
                  </a:lnTo>
                  <a:lnTo>
                    <a:pt x="184472" y="899"/>
                  </a:lnTo>
                  <a:lnTo>
                    <a:pt x="179197" y="434"/>
                  </a:lnTo>
                  <a:lnTo>
                    <a:pt x="173910" y="136"/>
                  </a:lnTo>
                  <a:lnTo>
                    <a:pt x="168616" y="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1468" cy="167167"/>
            </a:xfrm>
            <a:custGeom>
              <a:avLst/>
              <a:pathLst>
                <a:path w="1468" h="167167">
                  <a:moveTo>
                    <a:pt x="146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810231" y="5269756"/>
              <a:ext cx="154270" cy="167167"/>
            </a:xfrm>
            <a:custGeom>
              <a:avLst/>
              <a:pathLst>
                <a:path w="154270" h="167167">
                  <a:moveTo>
                    <a:pt x="154270" y="0"/>
                  </a:moveTo>
                  <a:lnTo>
                    <a:pt x="148812" y="89"/>
                  </a:lnTo>
                  <a:lnTo>
                    <a:pt x="143361" y="356"/>
                  </a:lnTo>
                  <a:lnTo>
                    <a:pt x="137922" y="801"/>
                  </a:lnTo>
                  <a:lnTo>
                    <a:pt x="132499" y="1423"/>
                  </a:lnTo>
                  <a:lnTo>
                    <a:pt x="127100" y="2222"/>
                  </a:lnTo>
                  <a:lnTo>
                    <a:pt x="121730" y="3197"/>
                  </a:lnTo>
                  <a:lnTo>
                    <a:pt x="116395" y="4347"/>
                  </a:lnTo>
                  <a:lnTo>
                    <a:pt x="111100" y="5670"/>
                  </a:lnTo>
                  <a:lnTo>
                    <a:pt x="105851" y="7165"/>
                  </a:lnTo>
                  <a:lnTo>
                    <a:pt x="100654" y="8831"/>
                  </a:lnTo>
                  <a:lnTo>
                    <a:pt x="95513" y="10666"/>
                  </a:lnTo>
                  <a:lnTo>
                    <a:pt x="90436" y="12667"/>
                  </a:lnTo>
                  <a:lnTo>
                    <a:pt x="85426" y="14833"/>
                  </a:lnTo>
                  <a:lnTo>
                    <a:pt x="80490" y="17162"/>
                  </a:lnTo>
                  <a:lnTo>
                    <a:pt x="75633" y="19650"/>
                  </a:lnTo>
                  <a:lnTo>
                    <a:pt x="70859" y="22296"/>
                  </a:lnTo>
                  <a:lnTo>
                    <a:pt x="66174" y="25096"/>
                  </a:lnTo>
                  <a:lnTo>
                    <a:pt x="61583" y="28048"/>
                  </a:lnTo>
                  <a:lnTo>
                    <a:pt x="57091" y="31147"/>
                  </a:lnTo>
                  <a:lnTo>
                    <a:pt x="52703" y="34392"/>
                  </a:lnTo>
                  <a:lnTo>
                    <a:pt x="48422" y="37779"/>
                  </a:lnTo>
                  <a:lnTo>
                    <a:pt x="44255" y="41303"/>
                  </a:lnTo>
                  <a:lnTo>
                    <a:pt x="40205" y="44961"/>
                  </a:lnTo>
                  <a:lnTo>
                    <a:pt x="36276" y="48750"/>
                  </a:lnTo>
                  <a:lnTo>
                    <a:pt x="32474" y="52665"/>
                  </a:lnTo>
                  <a:lnTo>
                    <a:pt x="28801" y="56702"/>
                  </a:lnTo>
                  <a:lnTo>
                    <a:pt x="25261" y="60857"/>
                  </a:lnTo>
                  <a:lnTo>
                    <a:pt x="21860" y="65125"/>
                  </a:lnTo>
                  <a:lnTo>
                    <a:pt x="18599" y="69502"/>
                  </a:lnTo>
                  <a:lnTo>
                    <a:pt x="15483" y="73983"/>
                  </a:lnTo>
                  <a:lnTo>
                    <a:pt x="12515" y="78563"/>
                  </a:lnTo>
                  <a:lnTo>
                    <a:pt x="9698" y="83237"/>
                  </a:lnTo>
                  <a:lnTo>
                    <a:pt x="7036" y="88002"/>
                  </a:lnTo>
                  <a:lnTo>
                    <a:pt x="4530" y="92850"/>
                  </a:lnTo>
                  <a:lnTo>
                    <a:pt x="2184" y="97778"/>
                  </a:lnTo>
                  <a:lnTo>
                    <a:pt x="0" y="102780"/>
                  </a:lnTo>
                  <a:lnTo>
                    <a:pt x="15427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797352" y="5269756"/>
              <a:ext cx="334296" cy="334334"/>
            </a:xfrm>
            <a:custGeom>
              <a:avLst/>
              <a:pathLst>
                <a:path w="334296" h="334334">
                  <a:moveTo>
                    <a:pt x="12879" y="102780"/>
                  </a:moveTo>
                  <a:lnTo>
                    <a:pt x="10914" y="107706"/>
                  </a:lnTo>
                  <a:lnTo>
                    <a:pt x="9107" y="112691"/>
                  </a:lnTo>
                  <a:lnTo>
                    <a:pt x="7458" y="117732"/>
                  </a:lnTo>
                  <a:lnTo>
                    <a:pt x="5970" y="122822"/>
                  </a:lnTo>
                  <a:lnTo>
                    <a:pt x="4645" y="127957"/>
                  </a:lnTo>
                  <a:lnTo>
                    <a:pt x="3483" y="133131"/>
                  </a:lnTo>
                  <a:lnTo>
                    <a:pt x="2486" y="138340"/>
                  </a:lnTo>
                  <a:lnTo>
                    <a:pt x="1654" y="143578"/>
                  </a:lnTo>
                  <a:lnTo>
                    <a:pt x="989" y="148839"/>
                  </a:lnTo>
                  <a:lnTo>
                    <a:pt x="491" y="154119"/>
                  </a:lnTo>
                  <a:lnTo>
                    <a:pt x="161" y="159412"/>
                  </a:lnTo>
                  <a:lnTo>
                    <a:pt x="0" y="164712"/>
                  </a:lnTo>
                  <a:lnTo>
                    <a:pt x="6" y="170016"/>
                  </a:lnTo>
                  <a:lnTo>
                    <a:pt x="180" y="175316"/>
                  </a:lnTo>
                  <a:lnTo>
                    <a:pt x="523" y="180608"/>
                  </a:lnTo>
                  <a:lnTo>
                    <a:pt x="1033" y="185887"/>
                  </a:lnTo>
                  <a:lnTo>
                    <a:pt x="1710" y="191146"/>
                  </a:lnTo>
                  <a:lnTo>
                    <a:pt x="2554" y="196382"/>
                  </a:lnTo>
                  <a:lnTo>
                    <a:pt x="3564" y="201588"/>
                  </a:lnTo>
                  <a:lnTo>
                    <a:pt x="4738" y="206760"/>
                  </a:lnTo>
                  <a:lnTo>
                    <a:pt x="6076" y="211892"/>
                  </a:lnTo>
                  <a:lnTo>
                    <a:pt x="7575" y="216978"/>
                  </a:lnTo>
                  <a:lnTo>
                    <a:pt x="9236" y="222015"/>
                  </a:lnTo>
                  <a:lnTo>
                    <a:pt x="11055" y="226997"/>
                  </a:lnTo>
                  <a:lnTo>
                    <a:pt x="13031" y="231918"/>
                  </a:lnTo>
                  <a:lnTo>
                    <a:pt x="15163" y="236774"/>
                  </a:lnTo>
                  <a:lnTo>
                    <a:pt x="17447" y="241560"/>
                  </a:lnTo>
                  <a:lnTo>
                    <a:pt x="19882" y="246271"/>
                  </a:lnTo>
                  <a:lnTo>
                    <a:pt x="22465" y="250902"/>
                  </a:lnTo>
                  <a:lnTo>
                    <a:pt x="25194" y="255450"/>
                  </a:lnTo>
                  <a:lnTo>
                    <a:pt x="28066" y="259908"/>
                  </a:lnTo>
                  <a:lnTo>
                    <a:pt x="31078" y="264273"/>
                  </a:lnTo>
                  <a:lnTo>
                    <a:pt x="34226" y="268540"/>
                  </a:lnTo>
                  <a:lnTo>
                    <a:pt x="37509" y="272706"/>
                  </a:lnTo>
                  <a:lnTo>
                    <a:pt x="40922" y="276765"/>
                  </a:lnTo>
                  <a:lnTo>
                    <a:pt x="44462" y="280713"/>
                  </a:lnTo>
                  <a:lnTo>
                    <a:pt x="48125" y="284548"/>
                  </a:lnTo>
                  <a:lnTo>
                    <a:pt x="51908" y="288264"/>
                  </a:lnTo>
                  <a:lnTo>
                    <a:pt x="55808" y="291859"/>
                  </a:lnTo>
                  <a:lnTo>
                    <a:pt x="59819" y="295328"/>
                  </a:lnTo>
                  <a:lnTo>
                    <a:pt x="63938" y="298668"/>
                  </a:lnTo>
                  <a:lnTo>
                    <a:pt x="68161" y="301875"/>
                  </a:lnTo>
                  <a:lnTo>
                    <a:pt x="72484" y="304948"/>
                  </a:lnTo>
                  <a:lnTo>
                    <a:pt x="76902" y="307881"/>
                  </a:lnTo>
                  <a:lnTo>
                    <a:pt x="81411" y="310673"/>
                  </a:lnTo>
                  <a:lnTo>
                    <a:pt x="86006" y="313320"/>
                  </a:lnTo>
                  <a:lnTo>
                    <a:pt x="90683" y="315821"/>
                  </a:lnTo>
                  <a:lnTo>
                    <a:pt x="95437" y="318171"/>
                  </a:lnTo>
                  <a:lnTo>
                    <a:pt x="100263" y="320370"/>
                  </a:lnTo>
                  <a:lnTo>
                    <a:pt x="105156" y="322415"/>
                  </a:lnTo>
                  <a:lnTo>
                    <a:pt x="110111" y="324303"/>
                  </a:lnTo>
                  <a:lnTo>
                    <a:pt x="115125" y="326033"/>
                  </a:lnTo>
                  <a:lnTo>
                    <a:pt x="120190" y="327603"/>
                  </a:lnTo>
                  <a:lnTo>
                    <a:pt x="125303" y="329012"/>
                  </a:lnTo>
                  <a:lnTo>
                    <a:pt x="130457" y="330258"/>
                  </a:lnTo>
                  <a:lnTo>
                    <a:pt x="135649" y="331340"/>
                  </a:lnTo>
                  <a:lnTo>
                    <a:pt x="140873" y="332256"/>
                  </a:lnTo>
                  <a:lnTo>
                    <a:pt x="146122" y="333007"/>
                  </a:lnTo>
                  <a:lnTo>
                    <a:pt x="151393" y="333590"/>
                  </a:lnTo>
                  <a:lnTo>
                    <a:pt x="156680" y="334006"/>
                  </a:lnTo>
                  <a:lnTo>
                    <a:pt x="161978" y="334254"/>
                  </a:lnTo>
                  <a:lnTo>
                    <a:pt x="167280" y="334334"/>
                  </a:lnTo>
                  <a:lnTo>
                    <a:pt x="172583" y="334246"/>
                  </a:lnTo>
                  <a:lnTo>
                    <a:pt x="177880" y="333990"/>
                  </a:lnTo>
                  <a:lnTo>
                    <a:pt x="183166" y="333565"/>
                  </a:lnTo>
                  <a:lnTo>
                    <a:pt x="188436" y="332973"/>
                  </a:lnTo>
                  <a:lnTo>
                    <a:pt x="193685" y="332215"/>
                  </a:lnTo>
                  <a:lnTo>
                    <a:pt x="198907" y="331290"/>
                  </a:lnTo>
                  <a:lnTo>
                    <a:pt x="204097" y="330200"/>
                  </a:lnTo>
                  <a:lnTo>
                    <a:pt x="209250" y="328946"/>
                  </a:lnTo>
                  <a:lnTo>
                    <a:pt x="214360" y="327529"/>
                  </a:lnTo>
                  <a:lnTo>
                    <a:pt x="219423" y="325951"/>
                  </a:lnTo>
                  <a:lnTo>
                    <a:pt x="224433" y="324213"/>
                  </a:lnTo>
                  <a:lnTo>
                    <a:pt x="229386" y="322317"/>
                  </a:lnTo>
                  <a:lnTo>
                    <a:pt x="234276" y="320265"/>
                  </a:lnTo>
                  <a:lnTo>
                    <a:pt x="239098" y="318058"/>
                  </a:lnTo>
                  <a:lnTo>
                    <a:pt x="243849" y="315700"/>
                  </a:lnTo>
                  <a:lnTo>
                    <a:pt x="248521" y="313193"/>
                  </a:lnTo>
                  <a:lnTo>
                    <a:pt x="253112" y="310538"/>
                  </a:lnTo>
                  <a:lnTo>
                    <a:pt x="257617" y="307739"/>
                  </a:lnTo>
                  <a:lnTo>
                    <a:pt x="262030" y="304799"/>
                  </a:lnTo>
                  <a:lnTo>
                    <a:pt x="266348" y="301720"/>
                  </a:lnTo>
                  <a:lnTo>
                    <a:pt x="270566" y="298505"/>
                  </a:lnTo>
                  <a:lnTo>
                    <a:pt x="274680" y="295159"/>
                  </a:lnTo>
                  <a:lnTo>
                    <a:pt x="278686" y="291684"/>
                  </a:lnTo>
                  <a:lnTo>
                    <a:pt x="282580" y="288083"/>
                  </a:lnTo>
                  <a:lnTo>
                    <a:pt x="286357" y="284361"/>
                  </a:lnTo>
                  <a:lnTo>
                    <a:pt x="290014" y="280520"/>
                  </a:lnTo>
                  <a:lnTo>
                    <a:pt x="293548" y="276566"/>
                  </a:lnTo>
                  <a:lnTo>
                    <a:pt x="296955" y="272502"/>
                  </a:lnTo>
                  <a:lnTo>
                    <a:pt x="300231" y="268331"/>
                  </a:lnTo>
                  <a:lnTo>
                    <a:pt x="303373" y="264059"/>
                  </a:lnTo>
                  <a:lnTo>
                    <a:pt x="306377" y="259689"/>
                  </a:lnTo>
                  <a:lnTo>
                    <a:pt x="309242" y="255226"/>
                  </a:lnTo>
                  <a:lnTo>
                    <a:pt x="311964" y="250675"/>
                  </a:lnTo>
                  <a:lnTo>
                    <a:pt x="314540" y="246039"/>
                  </a:lnTo>
                  <a:lnTo>
                    <a:pt x="316968" y="241324"/>
                  </a:lnTo>
                  <a:lnTo>
                    <a:pt x="319244" y="236535"/>
                  </a:lnTo>
                  <a:lnTo>
                    <a:pt x="321368" y="231675"/>
                  </a:lnTo>
                  <a:lnTo>
                    <a:pt x="323337" y="226751"/>
                  </a:lnTo>
                  <a:lnTo>
                    <a:pt x="325148" y="221767"/>
                  </a:lnTo>
                  <a:lnTo>
                    <a:pt x="326801" y="216728"/>
                  </a:lnTo>
                  <a:lnTo>
                    <a:pt x="328292" y="211638"/>
                  </a:lnTo>
                  <a:lnTo>
                    <a:pt x="329622" y="206505"/>
                  </a:lnTo>
                  <a:lnTo>
                    <a:pt x="330788" y="201331"/>
                  </a:lnTo>
                  <a:lnTo>
                    <a:pt x="331789" y="196123"/>
                  </a:lnTo>
                  <a:lnTo>
                    <a:pt x="332625" y="190886"/>
                  </a:lnTo>
                  <a:lnTo>
                    <a:pt x="333294" y="185626"/>
                  </a:lnTo>
                  <a:lnTo>
                    <a:pt x="333796" y="180346"/>
                  </a:lnTo>
                  <a:lnTo>
                    <a:pt x="334130" y="175053"/>
                  </a:lnTo>
                  <a:lnTo>
                    <a:pt x="334296" y="169753"/>
                  </a:lnTo>
                  <a:lnTo>
                    <a:pt x="334294" y="164450"/>
                  </a:lnTo>
                  <a:lnTo>
                    <a:pt x="334124" y="159149"/>
                  </a:lnTo>
                  <a:lnTo>
                    <a:pt x="333786" y="153857"/>
                  </a:lnTo>
                  <a:lnTo>
                    <a:pt x="333280" y="148578"/>
                  </a:lnTo>
                  <a:lnTo>
                    <a:pt x="332606" y="143317"/>
                  </a:lnTo>
                  <a:lnTo>
                    <a:pt x="331767" y="138081"/>
                  </a:lnTo>
                  <a:lnTo>
                    <a:pt x="330761" y="132874"/>
                  </a:lnTo>
                  <a:lnTo>
                    <a:pt x="329591" y="127702"/>
                  </a:lnTo>
                  <a:lnTo>
                    <a:pt x="328257" y="122569"/>
                  </a:lnTo>
                  <a:lnTo>
                    <a:pt x="326762" y="117481"/>
                  </a:lnTo>
                  <a:lnTo>
                    <a:pt x="325105" y="112443"/>
                  </a:lnTo>
                  <a:lnTo>
                    <a:pt x="323290" y="107460"/>
                  </a:lnTo>
                  <a:lnTo>
                    <a:pt x="321318" y="102537"/>
                  </a:lnTo>
                  <a:lnTo>
                    <a:pt x="319190" y="97680"/>
                  </a:lnTo>
                  <a:lnTo>
                    <a:pt x="316909" y="92892"/>
                  </a:lnTo>
                  <a:lnTo>
                    <a:pt x="314478" y="88179"/>
                  </a:lnTo>
                  <a:lnTo>
                    <a:pt x="311898" y="83545"/>
                  </a:lnTo>
                  <a:lnTo>
                    <a:pt x="309173" y="78996"/>
                  </a:lnTo>
                  <a:lnTo>
                    <a:pt x="306305" y="74535"/>
                  </a:lnTo>
                  <a:lnTo>
                    <a:pt x="303296" y="70168"/>
                  </a:lnTo>
                  <a:lnTo>
                    <a:pt x="300151" y="65898"/>
                  </a:lnTo>
                  <a:lnTo>
                    <a:pt x="296872" y="61730"/>
                  </a:lnTo>
                  <a:lnTo>
                    <a:pt x="293462" y="57668"/>
                  </a:lnTo>
                  <a:lnTo>
                    <a:pt x="289925" y="53717"/>
                  </a:lnTo>
                  <a:lnTo>
                    <a:pt x="286265" y="49880"/>
                  </a:lnTo>
                  <a:lnTo>
                    <a:pt x="282485" y="46160"/>
                  </a:lnTo>
                  <a:lnTo>
                    <a:pt x="278588" y="42563"/>
                  </a:lnTo>
                  <a:lnTo>
                    <a:pt x="274580" y="39090"/>
                  </a:lnTo>
                  <a:lnTo>
                    <a:pt x="270463" y="35747"/>
                  </a:lnTo>
                  <a:lnTo>
                    <a:pt x="266242" y="32536"/>
                  </a:lnTo>
                  <a:lnTo>
                    <a:pt x="261922" y="29461"/>
                  </a:lnTo>
                  <a:lnTo>
                    <a:pt x="257506" y="26524"/>
                  </a:lnTo>
                  <a:lnTo>
                    <a:pt x="253000" y="23728"/>
                  </a:lnTo>
                  <a:lnTo>
                    <a:pt x="248407" y="21077"/>
                  </a:lnTo>
                  <a:lnTo>
                    <a:pt x="243732" y="18573"/>
                  </a:lnTo>
                  <a:lnTo>
                    <a:pt x="238980" y="16219"/>
                  </a:lnTo>
                  <a:lnTo>
                    <a:pt x="234156" y="14017"/>
                  </a:lnTo>
                  <a:lnTo>
                    <a:pt x="229264" y="11968"/>
                  </a:lnTo>
                  <a:lnTo>
                    <a:pt x="224310" y="10076"/>
                  </a:lnTo>
                  <a:lnTo>
                    <a:pt x="219298" y="8342"/>
                  </a:lnTo>
                  <a:lnTo>
                    <a:pt x="214234" y="6768"/>
                  </a:lnTo>
                  <a:lnTo>
                    <a:pt x="209122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715" y="5399291"/>
              <a:ext cx="6500" cy="167167"/>
            </a:xfrm>
            <a:custGeom>
              <a:avLst/>
              <a:pathLst>
                <a:path w="6500" h="167167">
                  <a:moveTo>
                    <a:pt x="6500" y="0"/>
                  </a:moveTo>
                  <a:lnTo>
                    <a:pt x="0" y="126"/>
                  </a:lnTo>
                  <a:lnTo>
                    <a:pt x="650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9715" y="5399418"/>
              <a:ext cx="6500" cy="167041"/>
            </a:xfrm>
            <a:custGeom>
              <a:avLst/>
              <a:pathLst>
                <a:path w="6500" h="167041">
                  <a:moveTo>
                    <a:pt x="0" y="0"/>
                  </a:moveTo>
                  <a:lnTo>
                    <a:pt x="6500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319054" y="5399418"/>
              <a:ext cx="334322" cy="334204"/>
            </a:xfrm>
            <a:custGeom>
              <a:avLst/>
              <a:pathLst>
                <a:path w="334322" h="334204">
                  <a:moveTo>
                    <a:pt x="160661" y="0"/>
                  </a:moveTo>
                  <a:lnTo>
                    <a:pt x="155364" y="290"/>
                  </a:lnTo>
                  <a:lnTo>
                    <a:pt x="150079" y="748"/>
                  </a:lnTo>
                  <a:lnTo>
                    <a:pt x="144812" y="1374"/>
                  </a:lnTo>
                  <a:lnTo>
                    <a:pt x="139566" y="2166"/>
                  </a:lnTo>
                  <a:lnTo>
                    <a:pt x="134349" y="3125"/>
                  </a:lnTo>
                  <a:lnTo>
                    <a:pt x="129165" y="4248"/>
                  </a:lnTo>
                  <a:lnTo>
                    <a:pt x="124019" y="5536"/>
                  </a:lnTo>
                  <a:lnTo>
                    <a:pt x="118916" y="6986"/>
                  </a:lnTo>
                  <a:lnTo>
                    <a:pt x="113862" y="8597"/>
                  </a:lnTo>
                  <a:lnTo>
                    <a:pt x="108862" y="10368"/>
                  </a:lnTo>
                  <a:lnTo>
                    <a:pt x="103921" y="12297"/>
                  </a:lnTo>
                  <a:lnTo>
                    <a:pt x="99043" y="14381"/>
                  </a:lnTo>
                  <a:lnTo>
                    <a:pt x="94233" y="16619"/>
                  </a:lnTo>
                  <a:lnTo>
                    <a:pt x="89497" y="19009"/>
                  </a:lnTo>
                  <a:lnTo>
                    <a:pt x="84840" y="21548"/>
                  </a:lnTo>
                  <a:lnTo>
                    <a:pt x="80265" y="24233"/>
                  </a:lnTo>
                  <a:lnTo>
                    <a:pt x="75778" y="27062"/>
                  </a:lnTo>
                  <a:lnTo>
                    <a:pt x="71382" y="30032"/>
                  </a:lnTo>
                  <a:lnTo>
                    <a:pt x="67083" y="33139"/>
                  </a:lnTo>
                  <a:lnTo>
                    <a:pt x="62885" y="36382"/>
                  </a:lnTo>
                  <a:lnTo>
                    <a:pt x="58792" y="39756"/>
                  </a:lnTo>
                  <a:lnTo>
                    <a:pt x="54808" y="43259"/>
                  </a:lnTo>
                  <a:lnTo>
                    <a:pt x="50938" y="46886"/>
                  </a:lnTo>
                  <a:lnTo>
                    <a:pt x="47184" y="50634"/>
                  </a:lnTo>
                  <a:lnTo>
                    <a:pt x="43551" y="54499"/>
                  </a:lnTo>
                  <a:lnTo>
                    <a:pt x="40042" y="58478"/>
                  </a:lnTo>
                  <a:lnTo>
                    <a:pt x="36662" y="62566"/>
                  </a:lnTo>
                  <a:lnTo>
                    <a:pt x="33413" y="66759"/>
                  </a:lnTo>
                  <a:lnTo>
                    <a:pt x="30298" y="71053"/>
                  </a:lnTo>
                  <a:lnTo>
                    <a:pt x="27322" y="75444"/>
                  </a:lnTo>
                  <a:lnTo>
                    <a:pt x="24486" y="79927"/>
                  </a:lnTo>
                  <a:lnTo>
                    <a:pt x="21794" y="84497"/>
                  </a:lnTo>
                  <a:lnTo>
                    <a:pt x="19248" y="89151"/>
                  </a:lnTo>
                  <a:lnTo>
                    <a:pt x="16851" y="93883"/>
                  </a:lnTo>
                  <a:lnTo>
                    <a:pt x="14606" y="98689"/>
                  </a:lnTo>
                  <a:lnTo>
                    <a:pt x="12514" y="103564"/>
                  </a:lnTo>
                  <a:lnTo>
                    <a:pt x="10578" y="108503"/>
                  </a:lnTo>
                  <a:lnTo>
                    <a:pt x="8799" y="113500"/>
                  </a:lnTo>
                  <a:lnTo>
                    <a:pt x="7180" y="118552"/>
                  </a:lnTo>
                  <a:lnTo>
                    <a:pt x="5722" y="123652"/>
                  </a:lnTo>
                  <a:lnTo>
                    <a:pt x="4427" y="128796"/>
                  </a:lnTo>
                  <a:lnTo>
                    <a:pt x="3295" y="133979"/>
                  </a:lnTo>
                  <a:lnTo>
                    <a:pt x="2329" y="139194"/>
                  </a:lnTo>
                  <a:lnTo>
                    <a:pt x="1528" y="144438"/>
                  </a:lnTo>
                  <a:lnTo>
                    <a:pt x="894" y="149705"/>
                  </a:lnTo>
                  <a:lnTo>
                    <a:pt x="428" y="154989"/>
                  </a:lnTo>
                  <a:lnTo>
                    <a:pt x="130" y="160285"/>
                  </a:lnTo>
                  <a:lnTo>
                    <a:pt x="0" y="165588"/>
                  </a:lnTo>
                  <a:lnTo>
                    <a:pt x="38" y="170893"/>
                  </a:lnTo>
                  <a:lnTo>
                    <a:pt x="244" y="176193"/>
                  </a:lnTo>
                  <a:lnTo>
                    <a:pt x="618" y="181485"/>
                  </a:lnTo>
                  <a:lnTo>
                    <a:pt x="1161" y="186761"/>
                  </a:lnTo>
                  <a:lnTo>
                    <a:pt x="1870" y="192018"/>
                  </a:lnTo>
                  <a:lnTo>
                    <a:pt x="2746" y="197250"/>
                  </a:lnTo>
                  <a:lnTo>
                    <a:pt x="3787" y="202452"/>
                  </a:lnTo>
                  <a:lnTo>
                    <a:pt x="4993" y="207617"/>
                  </a:lnTo>
                  <a:lnTo>
                    <a:pt x="6362" y="212742"/>
                  </a:lnTo>
                  <a:lnTo>
                    <a:pt x="7893" y="217821"/>
                  </a:lnTo>
                  <a:lnTo>
                    <a:pt x="9584" y="222849"/>
                  </a:lnTo>
                  <a:lnTo>
                    <a:pt x="11434" y="227820"/>
                  </a:lnTo>
                  <a:lnTo>
                    <a:pt x="13441" y="232731"/>
                  </a:lnTo>
                  <a:lnTo>
                    <a:pt x="15603" y="237575"/>
                  </a:lnTo>
                  <a:lnTo>
                    <a:pt x="17917" y="242348"/>
                  </a:lnTo>
                  <a:lnTo>
                    <a:pt x="20381" y="247045"/>
                  </a:lnTo>
                  <a:lnTo>
                    <a:pt x="22994" y="251662"/>
                  </a:lnTo>
                  <a:lnTo>
                    <a:pt x="25751" y="256194"/>
                  </a:lnTo>
                  <a:lnTo>
                    <a:pt x="28651" y="260636"/>
                  </a:lnTo>
                  <a:lnTo>
                    <a:pt x="31690" y="264983"/>
                  </a:lnTo>
                  <a:lnTo>
                    <a:pt x="34866" y="269232"/>
                  </a:lnTo>
                  <a:lnTo>
                    <a:pt x="38175" y="273378"/>
                  </a:lnTo>
                  <a:lnTo>
                    <a:pt x="41614" y="277417"/>
                  </a:lnTo>
                  <a:lnTo>
                    <a:pt x="45179" y="281345"/>
                  </a:lnTo>
                  <a:lnTo>
                    <a:pt x="48867" y="285158"/>
                  </a:lnTo>
                  <a:lnTo>
                    <a:pt x="52675" y="288851"/>
                  </a:lnTo>
                  <a:lnTo>
                    <a:pt x="56597" y="292423"/>
                  </a:lnTo>
                  <a:lnTo>
                    <a:pt x="60631" y="295867"/>
                  </a:lnTo>
                  <a:lnTo>
                    <a:pt x="64772" y="299183"/>
                  </a:lnTo>
                  <a:lnTo>
                    <a:pt x="69016" y="302365"/>
                  </a:lnTo>
                  <a:lnTo>
                    <a:pt x="73359" y="305410"/>
                  </a:lnTo>
                  <a:lnTo>
                    <a:pt x="77797" y="308317"/>
                  </a:lnTo>
                  <a:lnTo>
                    <a:pt x="82324" y="311081"/>
                  </a:lnTo>
                  <a:lnTo>
                    <a:pt x="86937" y="313700"/>
                  </a:lnTo>
                  <a:lnTo>
                    <a:pt x="91631" y="316172"/>
                  </a:lnTo>
                  <a:lnTo>
                    <a:pt x="96400" y="318493"/>
                  </a:lnTo>
                  <a:lnTo>
                    <a:pt x="101241" y="320662"/>
                  </a:lnTo>
                  <a:lnTo>
                    <a:pt x="106149" y="322676"/>
                  </a:lnTo>
                  <a:lnTo>
                    <a:pt x="111117" y="324534"/>
                  </a:lnTo>
                  <a:lnTo>
                    <a:pt x="116143" y="326233"/>
                  </a:lnTo>
                  <a:lnTo>
                    <a:pt x="121219" y="327771"/>
                  </a:lnTo>
                  <a:lnTo>
                    <a:pt x="126342" y="329148"/>
                  </a:lnTo>
                  <a:lnTo>
                    <a:pt x="131506" y="330361"/>
                  </a:lnTo>
                  <a:lnTo>
                    <a:pt x="136706" y="331410"/>
                  </a:lnTo>
                  <a:lnTo>
                    <a:pt x="141936" y="332294"/>
                  </a:lnTo>
                  <a:lnTo>
                    <a:pt x="147192" y="333011"/>
                  </a:lnTo>
                  <a:lnTo>
                    <a:pt x="152468" y="333561"/>
                  </a:lnTo>
                  <a:lnTo>
                    <a:pt x="157759" y="333943"/>
                  </a:lnTo>
                  <a:lnTo>
                    <a:pt x="163059" y="334158"/>
                  </a:lnTo>
                  <a:lnTo>
                    <a:pt x="168364" y="334204"/>
                  </a:lnTo>
                  <a:lnTo>
                    <a:pt x="173667" y="334081"/>
                  </a:lnTo>
                  <a:lnTo>
                    <a:pt x="178964" y="333791"/>
                  </a:lnTo>
                  <a:lnTo>
                    <a:pt x="184248" y="333332"/>
                  </a:lnTo>
                  <a:lnTo>
                    <a:pt x="189516" y="332706"/>
                  </a:lnTo>
                  <a:lnTo>
                    <a:pt x="194761" y="331914"/>
                  </a:lnTo>
                  <a:lnTo>
                    <a:pt x="199978" y="330955"/>
                  </a:lnTo>
                  <a:lnTo>
                    <a:pt x="205162" y="329831"/>
                  </a:lnTo>
                  <a:lnTo>
                    <a:pt x="210308" y="328544"/>
                  </a:lnTo>
                  <a:lnTo>
                    <a:pt x="215411" y="327093"/>
                  </a:lnTo>
                  <a:lnTo>
                    <a:pt x="220465" y="325482"/>
                  </a:lnTo>
                  <a:lnTo>
                    <a:pt x="225465" y="323711"/>
                  </a:lnTo>
                  <a:lnTo>
                    <a:pt x="230407" y="321782"/>
                  </a:lnTo>
                  <a:lnTo>
                    <a:pt x="235284" y="319697"/>
                  </a:lnTo>
                  <a:lnTo>
                    <a:pt x="240094" y="317459"/>
                  </a:lnTo>
                  <a:lnTo>
                    <a:pt x="244829" y="315069"/>
                  </a:lnTo>
                  <a:lnTo>
                    <a:pt x="249487" y="312530"/>
                  </a:lnTo>
                  <a:lnTo>
                    <a:pt x="254062" y="309845"/>
                  </a:lnTo>
                  <a:lnTo>
                    <a:pt x="258549" y="307016"/>
                  </a:lnTo>
                  <a:lnTo>
                    <a:pt x="262944" y="304046"/>
                  </a:lnTo>
                  <a:lnTo>
                    <a:pt x="267243" y="300938"/>
                  </a:lnTo>
                  <a:lnTo>
                    <a:pt x="271441" y="297695"/>
                  </a:lnTo>
                  <a:lnTo>
                    <a:pt x="275534" y="294321"/>
                  </a:lnTo>
                  <a:lnTo>
                    <a:pt x="279518" y="290818"/>
                  </a:lnTo>
                  <a:lnTo>
                    <a:pt x="283388" y="287191"/>
                  </a:lnTo>
                  <a:lnTo>
                    <a:pt x="287142" y="283443"/>
                  </a:lnTo>
                  <a:lnTo>
                    <a:pt x="290775" y="279577"/>
                  </a:lnTo>
                  <a:lnTo>
                    <a:pt x="294283" y="275598"/>
                  </a:lnTo>
                  <a:lnTo>
                    <a:pt x="297663" y="271510"/>
                  </a:lnTo>
                  <a:lnTo>
                    <a:pt x="300912" y="267317"/>
                  </a:lnTo>
                  <a:lnTo>
                    <a:pt x="304027" y="263023"/>
                  </a:lnTo>
                  <a:lnTo>
                    <a:pt x="307003" y="258632"/>
                  </a:lnTo>
                  <a:lnTo>
                    <a:pt x="309839" y="254149"/>
                  </a:lnTo>
                  <a:lnTo>
                    <a:pt x="312531" y="249578"/>
                  </a:lnTo>
                  <a:lnTo>
                    <a:pt x="315076" y="244924"/>
                  </a:lnTo>
                  <a:lnTo>
                    <a:pt x="317473" y="240192"/>
                  </a:lnTo>
                  <a:lnTo>
                    <a:pt x="319718" y="235386"/>
                  </a:lnTo>
                  <a:lnTo>
                    <a:pt x="321810" y="230511"/>
                  </a:lnTo>
                  <a:lnTo>
                    <a:pt x="323746" y="225573"/>
                  </a:lnTo>
                  <a:lnTo>
                    <a:pt x="325524" y="220575"/>
                  </a:lnTo>
                  <a:lnTo>
                    <a:pt x="327143" y="215523"/>
                  </a:lnTo>
                  <a:lnTo>
                    <a:pt x="328601" y="210423"/>
                  </a:lnTo>
                  <a:lnTo>
                    <a:pt x="329896" y="205279"/>
                  </a:lnTo>
                  <a:lnTo>
                    <a:pt x="331027" y="200096"/>
                  </a:lnTo>
                  <a:lnTo>
                    <a:pt x="331994" y="194880"/>
                  </a:lnTo>
                  <a:lnTo>
                    <a:pt x="332794" y="189637"/>
                  </a:lnTo>
                  <a:lnTo>
                    <a:pt x="333427" y="184370"/>
                  </a:lnTo>
                  <a:lnTo>
                    <a:pt x="333894" y="179086"/>
                  </a:lnTo>
                  <a:lnTo>
                    <a:pt x="334192" y="173790"/>
                  </a:lnTo>
                  <a:lnTo>
                    <a:pt x="334322" y="168487"/>
                  </a:lnTo>
                  <a:lnTo>
                    <a:pt x="334284" y="163182"/>
                  </a:lnTo>
                  <a:lnTo>
                    <a:pt x="334077" y="157882"/>
                  </a:lnTo>
                  <a:lnTo>
                    <a:pt x="333702" y="152590"/>
                  </a:lnTo>
                  <a:lnTo>
                    <a:pt x="333160" y="147313"/>
                  </a:lnTo>
                  <a:lnTo>
                    <a:pt x="332451" y="142056"/>
                  </a:lnTo>
                  <a:lnTo>
                    <a:pt x="331575" y="136825"/>
                  </a:lnTo>
                  <a:lnTo>
                    <a:pt x="330533" y="131623"/>
                  </a:lnTo>
                  <a:lnTo>
                    <a:pt x="329327" y="126458"/>
                  </a:lnTo>
                  <a:lnTo>
                    <a:pt x="327958" y="121333"/>
                  </a:lnTo>
                  <a:lnTo>
                    <a:pt x="326427" y="116254"/>
                  </a:lnTo>
                  <a:lnTo>
                    <a:pt x="324735" y="111226"/>
                  </a:lnTo>
                  <a:lnTo>
                    <a:pt x="322885" y="106255"/>
                  </a:lnTo>
                  <a:lnTo>
                    <a:pt x="320878" y="101344"/>
                  </a:lnTo>
                  <a:lnTo>
                    <a:pt x="318716" y="96500"/>
                  </a:lnTo>
                  <a:lnTo>
                    <a:pt x="316402" y="91727"/>
                  </a:lnTo>
                  <a:lnTo>
                    <a:pt x="313937" y="87030"/>
                  </a:lnTo>
                  <a:lnTo>
                    <a:pt x="311324" y="82413"/>
                  </a:lnTo>
                  <a:lnTo>
                    <a:pt x="308567" y="77882"/>
                  </a:lnTo>
                  <a:lnTo>
                    <a:pt x="305667" y="73440"/>
                  </a:lnTo>
                  <a:lnTo>
                    <a:pt x="302627" y="69093"/>
                  </a:lnTo>
                  <a:lnTo>
                    <a:pt x="299451" y="64844"/>
                  </a:lnTo>
                  <a:lnTo>
                    <a:pt x="296142" y="60698"/>
                  </a:lnTo>
                  <a:lnTo>
                    <a:pt x="292703" y="56659"/>
                  </a:lnTo>
                  <a:lnTo>
                    <a:pt x="289138" y="52732"/>
                  </a:lnTo>
                  <a:lnTo>
                    <a:pt x="285449" y="48919"/>
                  </a:lnTo>
                  <a:lnTo>
                    <a:pt x="281642" y="45225"/>
                  </a:lnTo>
                  <a:lnTo>
                    <a:pt x="277719" y="41654"/>
                  </a:lnTo>
                  <a:lnTo>
                    <a:pt x="273686" y="38210"/>
                  </a:lnTo>
                  <a:lnTo>
                    <a:pt x="269544" y="34895"/>
                  </a:lnTo>
                  <a:lnTo>
                    <a:pt x="265300" y="31713"/>
                  </a:lnTo>
                  <a:lnTo>
                    <a:pt x="260957" y="28667"/>
                  </a:lnTo>
                  <a:lnTo>
                    <a:pt x="256519" y="25761"/>
                  </a:lnTo>
                  <a:lnTo>
                    <a:pt x="251992" y="22997"/>
                  </a:lnTo>
                  <a:lnTo>
                    <a:pt x="247379" y="20378"/>
                  </a:lnTo>
                  <a:lnTo>
                    <a:pt x="242685" y="17906"/>
                  </a:lnTo>
                  <a:lnTo>
                    <a:pt x="237915" y="15585"/>
                  </a:lnTo>
                  <a:lnTo>
                    <a:pt x="233074" y="13416"/>
                  </a:lnTo>
                  <a:lnTo>
                    <a:pt x="228167" y="11402"/>
                  </a:lnTo>
                  <a:lnTo>
                    <a:pt x="223198" y="9545"/>
                  </a:lnTo>
                  <a:lnTo>
                    <a:pt x="218173" y="7847"/>
                  </a:lnTo>
                  <a:lnTo>
                    <a:pt x="213096" y="6308"/>
                  </a:lnTo>
                  <a:lnTo>
                    <a:pt x="207973" y="4932"/>
                  </a:lnTo>
                  <a:lnTo>
                    <a:pt x="202809" y="3718"/>
                  </a:lnTo>
                  <a:lnTo>
                    <a:pt x="167161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35648" cy="167167"/>
            </a:xfrm>
            <a:custGeom>
              <a:avLst/>
              <a:pathLst>
                <a:path w="35648" h="167167">
                  <a:moveTo>
                    <a:pt x="35648" y="3845"/>
                  </a:moveTo>
                  <a:lnTo>
                    <a:pt x="28598" y="2464"/>
                  </a:lnTo>
                  <a:lnTo>
                    <a:pt x="21494" y="1387"/>
                  </a:lnTo>
                  <a:lnTo>
                    <a:pt x="14352" y="617"/>
                  </a:lnTo>
                  <a:lnTo>
                    <a:pt x="7182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8935" y="5399291"/>
              <a:ext cx="64608" cy="167167"/>
            </a:xfrm>
            <a:custGeom>
              <a:avLst/>
              <a:pathLst>
                <a:path w="64608" h="167167">
                  <a:moveTo>
                    <a:pt x="64608" y="0"/>
                  </a:moveTo>
                  <a:lnTo>
                    <a:pt x="58579" y="108"/>
                  </a:lnTo>
                  <a:lnTo>
                    <a:pt x="52557" y="434"/>
                  </a:lnTo>
                  <a:lnTo>
                    <a:pt x="46552" y="978"/>
                  </a:lnTo>
                  <a:lnTo>
                    <a:pt x="40569" y="1737"/>
                  </a:lnTo>
                  <a:lnTo>
                    <a:pt x="34619" y="2711"/>
                  </a:lnTo>
                  <a:lnTo>
                    <a:pt x="28707" y="3900"/>
                  </a:lnTo>
                  <a:lnTo>
                    <a:pt x="22841" y="5301"/>
                  </a:lnTo>
                  <a:lnTo>
                    <a:pt x="17031" y="6913"/>
                  </a:lnTo>
                  <a:lnTo>
                    <a:pt x="11282" y="8733"/>
                  </a:lnTo>
                  <a:lnTo>
                    <a:pt x="5602" y="10759"/>
                  </a:lnTo>
                  <a:lnTo>
                    <a:pt x="0" y="12989"/>
                  </a:lnTo>
                  <a:lnTo>
                    <a:pt x="646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8935" y="5412281"/>
              <a:ext cx="64608" cy="154177"/>
            </a:xfrm>
            <a:custGeom>
              <a:avLst/>
              <a:pathLst>
                <a:path w="64608" h="154177">
                  <a:moveTo>
                    <a:pt x="0" y="0"/>
                  </a:moveTo>
                  <a:lnTo>
                    <a:pt x="64608" y="154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8935" y="5412281"/>
              <a:ext cx="64608" cy="154177"/>
            </a:xfrm>
            <a:custGeom>
              <a:avLst/>
              <a:pathLst>
                <a:path w="64608" h="154177">
                  <a:moveTo>
                    <a:pt x="0" y="0"/>
                  </a:moveTo>
                  <a:lnTo>
                    <a:pt x="64608" y="154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8935" y="5412281"/>
              <a:ext cx="64608" cy="154177"/>
            </a:xfrm>
            <a:custGeom>
              <a:avLst/>
              <a:pathLst>
                <a:path w="64608" h="154177">
                  <a:moveTo>
                    <a:pt x="0" y="0"/>
                  </a:moveTo>
                  <a:lnTo>
                    <a:pt x="64608" y="1541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8935" y="5412281"/>
              <a:ext cx="64608" cy="154177"/>
            </a:xfrm>
            <a:custGeom>
              <a:avLst/>
              <a:pathLst>
                <a:path w="64608" h="154177">
                  <a:moveTo>
                    <a:pt x="0" y="0"/>
                  </a:moveTo>
                  <a:lnTo>
                    <a:pt x="64608" y="1541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58935" y="5412281"/>
              <a:ext cx="64608" cy="154177"/>
            </a:xfrm>
            <a:custGeom>
              <a:avLst/>
              <a:pathLst>
                <a:path w="64608" h="154177">
                  <a:moveTo>
                    <a:pt x="0" y="0"/>
                  </a:moveTo>
                  <a:lnTo>
                    <a:pt x="64608" y="1541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856381" y="5412281"/>
              <a:ext cx="167162" cy="278123"/>
            </a:xfrm>
            <a:custGeom>
              <a:avLst/>
              <a:pathLst>
                <a:path w="167162" h="278123">
                  <a:moveTo>
                    <a:pt x="102554" y="0"/>
                  </a:moveTo>
                  <a:lnTo>
                    <a:pt x="97593" y="2174"/>
                  </a:lnTo>
                  <a:lnTo>
                    <a:pt x="92704" y="4508"/>
                  </a:lnTo>
                  <a:lnTo>
                    <a:pt x="87894" y="6999"/>
                  </a:lnTo>
                  <a:lnTo>
                    <a:pt x="83167" y="9644"/>
                  </a:lnTo>
                  <a:lnTo>
                    <a:pt x="78528" y="12442"/>
                  </a:lnTo>
                  <a:lnTo>
                    <a:pt x="73982" y="15388"/>
                  </a:lnTo>
                  <a:lnTo>
                    <a:pt x="69534" y="18480"/>
                  </a:lnTo>
                  <a:lnTo>
                    <a:pt x="65189" y="21715"/>
                  </a:lnTo>
                  <a:lnTo>
                    <a:pt x="60950" y="25088"/>
                  </a:lnTo>
                  <a:lnTo>
                    <a:pt x="56823" y="28597"/>
                  </a:lnTo>
                  <a:lnTo>
                    <a:pt x="52813" y="32238"/>
                  </a:lnTo>
                  <a:lnTo>
                    <a:pt x="48922" y="36007"/>
                  </a:lnTo>
                  <a:lnTo>
                    <a:pt x="45155" y="39900"/>
                  </a:lnTo>
                  <a:lnTo>
                    <a:pt x="41516" y="43914"/>
                  </a:lnTo>
                  <a:lnTo>
                    <a:pt x="38010" y="48043"/>
                  </a:lnTo>
                  <a:lnTo>
                    <a:pt x="34639" y="52283"/>
                  </a:lnTo>
                  <a:lnTo>
                    <a:pt x="31407" y="56630"/>
                  </a:lnTo>
                  <a:lnTo>
                    <a:pt x="28318" y="61080"/>
                  </a:lnTo>
                  <a:lnTo>
                    <a:pt x="25374" y="65628"/>
                  </a:lnTo>
                  <a:lnTo>
                    <a:pt x="22579" y="70268"/>
                  </a:lnTo>
                  <a:lnTo>
                    <a:pt x="19937" y="74997"/>
                  </a:lnTo>
                  <a:lnTo>
                    <a:pt x="17448" y="79809"/>
                  </a:lnTo>
                  <a:lnTo>
                    <a:pt x="15117" y="84699"/>
                  </a:lnTo>
                  <a:lnTo>
                    <a:pt x="12946" y="89661"/>
                  </a:lnTo>
                  <a:lnTo>
                    <a:pt x="10937" y="94692"/>
                  </a:lnTo>
                  <a:lnTo>
                    <a:pt x="9091" y="99785"/>
                  </a:lnTo>
                  <a:lnTo>
                    <a:pt x="7412" y="104935"/>
                  </a:lnTo>
                  <a:lnTo>
                    <a:pt x="5900" y="110137"/>
                  </a:lnTo>
                  <a:lnTo>
                    <a:pt x="4558" y="115385"/>
                  </a:lnTo>
                  <a:lnTo>
                    <a:pt x="3387" y="120674"/>
                  </a:lnTo>
                  <a:lnTo>
                    <a:pt x="2387" y="125998"/>
                  </a:lnTo>
                  <a:lnTo>
                    <a:pt x="1561" y="131352"/>
                  </a:lnTo>
                  <a:lnTo>
                    <a:pt x="908" y="136730"/>
                  </a:lnTo>
                  <a:lnTo>
                    <a:pt x="430" y="142125"/>
                  </a:lnTo>
                  <a:lnTo>
                    <a:pt x="127" y="147534"/>
                  </a:lnTo>
                  <a:lnTo>
                    <a:pt x="0" y="152950"/>
                  </a:lnTo>
                  <a:lnTo>
                    <a:pt x="47" y="158366"/>
                  </a:lnTo>
                  <a:lnTo>
                    <a:pt x="271" y="163779"/>
                  </a:lnTo>
                  <a:lnTo>
                    <a:pt x="670" y="169181"/>
                  </a:lnTo>
                  <a:lnTo>
                    <a:pt x="1243" y="174568"/>
                  </a:lnTo>
                  <a:lnTo>
                    <a:pt x="1991" y="179933"/>
                  </a:lnTo>
                  <a:lnTo>
                    <a:pt x="2912" y="185271"/>
                  </a:lnTo>
                  <a:lnTo>
                    <a:pt x="4006" y="190577"/>
                  </a:lnTo>
                  <a:lnTo>
                    <a:pt x="5271" y="195844"/>
                  </a:lnTo>
                  <a:lnTo>
                    <a:pt x="6706" y="201068"/>
                  </a:lnTo>
                  <a:lnTo>
                    <a:pt x="8310" y="206242"/>
                  </a:lnTo>
                  <a:lnTo>
                    <a:pt x="10080" y="211361"/>
                  </a:lnTo>
                  <a:lnTo>
                    <a:pt x="12015" y="216421"/>
                  </a:lnTo>
                  <a:lnTo>
                    <a:pt x="14113" y="221415"/>
                  </a:lnTo>
                  <a:lnTo>
                    <a:pt x="16372" y="226339"/>
                  </a:lnTo>
                  <a:lnTo>
                    <a:pt x="18790" y="231187"/>
                  </a:lnTo>
                  <a:lnTo>
                    <a:pt x="21363" y="235954"/>
                  </a:lnTo>
                  <a:lnTo>
                    <a:pt x="24089" y="240635"/>
                  </a:lnTo>
                  <a:lnTo>
                    <a:pt x="26965" y="245225"/>
                  </a:lnTo>
                  <a:lnTo>
                    <a:pt x="29989" y="249720"/>
                  </a:lnTo>
                  <a:lnTo>
                    <a:pt x="33157" y="254114"/>
                  </a:lnTo>
                  <a:lnTo>
                    <a:pt x="36465" y="258403"/>
                  </a:lnTo>
                  <a:lnTo>
                    <a:pt x="39911" y="262583"/>
                  </a:lnTo>
                  <a:lnTo>
                    <a:pt x="43490" y="266650"/>
                  </a:lnTo>
                  <a:lnTo>
                    <a:pt x="47199" y="270598"/>
                  </a:lnTo>
                  <a:lnTo>
                    <a:pt x="51034" y="274423"/>
                  </a:lnTo>
                  <a:lnTo>
                    <a:pt x="54991" y="278123"/>
                  </a:lnTo>
                  <a:lnTo>
                    <a:pt x="167162" y="1541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911372" y="5399291"/>
              <a:ext cx="279323" cy="334333"/>
            </a:xfrm>
            <a:custGeom>
              <a:avLst/>
              <a:pathLst>
                <a:path w="279323" h="334333">
                  <a:moveTo>
                    <a:pt x="0" y="291113"/>
                  </a:moveTo>
                  <a:lnTo>
                    <a:pt x="3994" y="294614"/>
                  </a:lnTo>
                  <a:lnTo>
                    <a:pt x="8099" y="297987"/>
                  </a:lnTo>
                  <a:lnTo>
                    <a:pt x="12308" y="301228"/>
                  </a:lnTo>
                  <a:lnTo>
                    <a:pt x="16618" y="304334"/>
                  </a:lnTo>
                  <a:lnTo>
                    <a:pt x="21025" y="307300"/>
                  </a:lnTo>
                  <a:lnTo>
                    <a:pt x="25524" y="310126"/>
                  </a:lnTo>
                  <a:lnTo>
                    <a:pt x="30110" y="312807"/>
                  </a:lnTo>
                  <a:lnTo>
                    <a:pt x="34779" y="315341"/>
                  </a:lnTo>
                  <a:lnTo>
                    <a:pt x="39526" y="317725"/>
                  </a:lnTo>
                  <a:lnTo>
                    <a:pt x="44347" y="319957"/>
                  </a:lnTo>
                  <a:lnTo>
                    <a:pt x="49236" y="322035"/>
                  </a:lnTo>
                  <a:lnTo>
                    <a:pt x="54189" y="323957"/>
                  </a:lnTo>
                  <a:lnTo>
                    <a:pt x="59200" y="325720"/>
                  </a:lnTo>
                  <a:lnTo>
                    <a:pt x="64265" y="327323"/>
                  </a:lnTo>
                  <a:lnTo>
                    <a:pt x="69378" y="328764"/>
                  </a:lnTo>
                  <a:lnTo>
                    <a:pt x="74534" y="330042"/>
                  </a:lnTo>
                  <a:lnTo>
                    <a:pt x="79728" y="331156"/>
                  </a:lnTo>
                  <a:lnTo>
                    <a:pt x="84955" y="332104"/>
                  </a:lnTo>
                  <a:lnTo>
                    <a:pt x="90210" y="332886"/>
                  </a:lnTo>
                  <a:lnTo>
                    <a:pt x="95487" y="333500"/>
                  </a:lnTo>
                  <a:lnTo>
                    <a:pt x="100780" y="333946"/>
                  </a:lnTo>
                  <a:lnTo>
                    <a:pt x="106085" y="334224"/>
                  </a:lnTo>
                  <a:lnTo>
                    <a:pt x="111397" y="334333"/>
                  </a:lnTo>
                  <a:lnTo>
                    <a:pt x="116709" y="334273"/>
                  </a:lnTo>
                  <a:lnTo>
                    <a:pt x="122016" y="334044"/>
                  </a:lnTo>
                  <a:lnTo>
                    <a:pt x="127314" y="333647"/>
                  </a:lnTo>
                  <a:lnTo>
                    <a:pt x="132596" y="333082"/>
                  </a:lnTo>
                  <a:lnTo>
                    <a:pt x="137857" y="332349"/>
                  </a:lnTo>
                  <a:lnTo>
                    <a:pt x="143093" y="331450"/>
                  </a:lnTo>
                  <a:lnTo>
                    <a:pt x="148297" y="330384"/>
                  </a:lnTo>
                  <a:lnTo>
                    <a:pt x="153465" y="329154"/>
                  </a:lnTo>
                  <a:lnTo>
                    <a:pt x="158592" y="327760"/>
                  </a:lnTo>
                  <a:lnTo>
                    <a:pt x="163671" y="326204"/>
                  </a:lnTo>
                  <a:lnTo>
                    <a:pt x="168698" y="324487"/>
                  </a:lnTo>
                  <a:lnTo>
                    <a:pt x="173668" y="322611"/>
                  </a:lnTo>
                  <a:lnTo>
                    <a:pt x="178577" y="320579"/>
                  </a:lnTo>
                  <a:lnTo>
                    <a:pt x="183418" y="318391"/>
                  </a:lnTo>
                  <a:lnTo>
                    <a:pt x="188187" y="316051"/>
                  </a:lnTo>
                  <a:lnTo>
                    <a:pt x="192879" y="313561"/>
                  </a:lnTo>
                  <a:lnTo>
                    <a:pt x="197490" y="310922"/>
                  </a:lnTo>
                  <a:lnTo>
                    <a:pt x="202015" y="308139"/>
                  </a:lnTo>
                  <a:lnTo>
                    <a:pt x="206449" y="305213"/>
                  </a:lnTo>
                  <a:lnTo>
                    <a:pt x="210787" y="302147"/>
                  </a:lnTo>
                  <a:lnTo>
                    <a:pt x="215027" y="298946"/>
                  </a:lnTo>
                  <a:lnTo>
                    <a:pt x="219162" y="295611"/>
                  </a:lnTo>
                  <a:lnTo>
                    <a:pt x="223189" y="292146"/>
                  </a:lnTo>
                  <a:lnTo>
                    <a:pt x="227104" y="288556"/>
                  </a:lnTo>
                  <a:lnTo>
                    <a:pt x="230903" y="284842"/>
                  </a:lnTo>
                  <a:lnTo>
                    <a:pt x="234582" y="281010"/>
                  </a:lnTo>
                  <a:lnTo>
                    <a:pt x="238138" y="277063"/>
                  </a:lnTo>
                  <a:lnTo>
                    <a:pt x="241566" y="273005"/>
                  </a:lnTo>
                  <a:lnTo>
                    <a:pt x="244864" y="268840"/>
                  </a:lnTo>
                  <a:lnTo>
                    <a:pt x="248028" y="264573"/>
                  </a:lnTo>
                  <a:lnTo>
                    <a:pt x="251054" y="260207"/>
                  </a:lnTo>
                  <a:lnTo>
                    <a:pt x="253940" y="255747"/>
                  </a:lnTo>
                  <a:lnTo>
                    <a:pt x="256683" y="251197"/>
                  </a:lnTo>
                  <a:lnTo>
                    <a:pt x="259280" y="246563"/>
                  </a:lnTo>
                  <a:lnTo>
                    <a:pt x="261729" y="241848"/>
                  </a:lnTo>
                  <a:lnTo>
                    <a:pt x="264026" y="237059"/>
                  </a:lnTo>
                  <a:lnTo>
                    <a:pt x="266170" y="232198"/>
                  </a:lnTo>
                  <a:lnTo>
                    <a:pt x="268159" y="227272"/>
                  </a:lnTo>
                  <a:lnTo>
                    <a:pt x="269990" y="222285"/>
                  </a:lnTo>
                  <a:lnTo>
                    <a:pt x="271662" y="217243"/>
                  </a:lnTo>
                  <a:lnTo>
                    <a:pt x="273172" y="212150"/>
                  </a:lnTo>
                  <a:lnTo>
                    <a:pt x="274520" y="207011"/>
                  </a:lnTo>
                  <a:lnTo>
                    <a:pt x="275704" y="201832"/>
                  </a:lnTo>
                  <a:lnTo>
                    <a:pt x="276723" y="196619"/>
                  </a:lnTo>
                  <a:lnTo>
                    <a:pt x="277576" y="191375"/>
                  </a:lnTo>
                  <a:lnTo>
                    <a:pt x="278262" y="186107"/>
                  </a:lnTo>
                  <a:lnTo>
                    <a:pt x="278780" y="180820"/>
                  </a:lnTo>
                  <a:lnTo>
                    <a:pt x="279129" y="175519"/>
                  </a:lnTo>
                  <a:lnTo>
                    <a:pt x="279310" y="170210"/>
                  </a:lnTo>
                  <a:lnTo>
                    <a:pt x="279323" y="164898"/>
                  </a:lnTo>
                  <a:lnTo>
                    <a:pt x="279166" y="159588"/>
                  </a:lnTo>
                  <a:lnTo>
                    <a:pt x="278841" y="154285"/>
                  </a:lnTo>
                  <a:lnTo>
                    <a:pt x="278348" y="148996"/>
                  </a:lnTo>
                  <a:lnTo>
                    <a:pt x="277686" y="143725"/>
                  </a:lnTo>
                  <a:lnTo>
                    <a:pt x="276858" y="138477"/>
                  </a:lnTo>
                  <a:lnTo>
                    <a:pt x="275863" y="133259"/>
                  </a:lnTo>
                  <a:lnTo>
                    <a:pt x="274703" y="128075"/>
                  </a:lnTo>
                  <a:lnTo>
                    <a:pt x="273379" y="122930"/>
                  </a:lnTo>
                  <a:lnTo>
                    <a:pt x="271892" y="117830"/>
                  </a:lnTo>
                  <a:lnTo>
                    <a:pt x="270244" y="112780"/>
                  </a:lnTo>
                  <a:lnTo>
                    <a:pt x="268436" y="107785"/>
                  </a:lnTo>
                  <a:lnTo>
                    <a:pt x="266470" y="102850"/>
                  </a:lnTo>
                  <a:lnTo>
                    <a:pt x="264348" y="97979"/>
                  </a:lnTo>
                  <a:lnTo>
                    <a:pt x="262073" y="93179"/>
                  </a:lnTo>
                  <a:lnTo>
                    <a:pt x="259646" y="88453"/>
                  </a:lnTo>
                  <a:lnTo>
                    <a:pt x="257071" y="83807"/>
                  </a:lnTo>
                  <a:lnTo>
                    <a:pt x="254349" y="79245"/>
                  </a:lnTo>
                  <a:lnTo>
                    <a:pt x="251483" y="74771"/>
                  </a:lnTo>
                  <a:lnTo>
                    <a:pt x="248477" y="70391"/>
                  </a:lnTo>
                  <a:lnTo>
                    <a:pt x="245333" y="66109"/>
                  </a:lnTo>
                  <a:lnTo>
                    <a:pt x="242055" y="61929"/>
                  </a:lnTo>
                  <a:lnTo>
                    <a:pt x="238646" y="57855"/>
                  </a:lnTo>
                  <a:lnTo>
                    <a:pt x="235108" y="53892"/>
                  </a:lnTo>
                  <a:lnTo>
                    <a:pt x="231447" y="50043"/>
                  </a:lnTo>
                  <a:lnTo>
                    <a:pt x="227665" y="46312"/>
                  </a:lnTo>
                  <a:lnTo>
                    <a:pt x="223767" y="42703"/>
                  </a:lnTo>
                  <a:lnTo>
                    <a:pt x="219756" y="39220"/>
                  </a:lnTo>
                  <a:lnTo>
                    <a:pt x="215636" y="35866"/>
                  </a:lnTo>
                  <a:lnTo>
                    <a:pt x="211411" y="32645"/>
                  </a:lnTo>
                  <a:lnTo>
                    <a:pt x="207087" y="29559"/>
                  </a:lnTo>
                  <a:lnTo>
                    <a:pt x="202667" y="26613"/>
                  </a:lnTo>
                  <a:lnTo>
                    <a:pt x="198155" y="23808"/>
                  </a:lnTo>
                  <a:lnTo>
                    <a:pt x="193556" y="21149"/>
                  </a:lnTo>
                  <a:lnTo>
                    <a:pt x="188875" y="18636"/>
                  </a:lnTo>
                  <a:lnTo>
                    <a:pt x="184117" y="16274"/>
                  </a:lnTo>
                  <a:lnTo>
                    <a:pt x="179286" y="14064"/>
                  </a:lnTo>
                  <a:lnTo>
                    <a:pt x="174388" y="12009"/>
                  </a:lnTo>
                  <a:lnTo>
                    <a:pt x="169426" y="10110"/>
                  </a:lnTo>
                  <a:lnTo>
                    <a:pt x="164407" y="8370"/>
                  </a:lnTo>
                  <a:lnTo>
                    <a:pt x="159335" y="6791"/>
                  </a:lnTo>
                  <a:lnTo>
                    <a:pt x="154215" y="5373"/>
                  </a:lnTo>
                  <a:lnTo>
                    <a:pt x="149053" y="4119"/>
                  </a:lnTo>
                  <a:lnTo>
                    <a:pt x="143853" y="3029"/>
                  </a:lnTo>
                  <a:lnTo>
                    <a:pt x="138622" y="2105"/>
                  </a:lnTo>
                  <a:lnTo>
                    <a:pt x="133364" y="1348"/>
                  </a:lnTo>
                  <a:lnTo>
                    <a:pt x="128084" y="759"/>
                  </a:lnTo>
                  <a:lnTo>
                    <a:pt x="122789" y="337"/>
                  </a:lnTo>
                  <a:lnTo>
                    <a:pt x="117482" y="84"/>
                  </a:lnTo>
                  <a:lnTo>
                    <a:pt x="112171" y="0"/>
                  </a:lnTo>
                  <a:lnTo>
                    <a:pt x="1121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8381" y="5269756"/>
              <a:ext cx="36876" cy="167167"/>
            </a:xfrm>
            <a:custGeom>
              <a:avLst/>
              <a:pathLst>
                <a:path w="36876" h="167167">
                  <a:moveTo>
                    <a:pt x="36876" y="0"/>
                  </a:moveTo>
                  <a:lnTo>
                    <a:pt x="30681" y="114"/>
                  </a:lnTo>
                  <a:lnTo>
                    <a:pt x="24493" y="459"/>
                  </a:lnTo>
                  <a:lnTo>
                    <a:pt x="18323" y="1032"/>
                  </a:lnTo>
                  <a:lnTo>
                    <a:pt x="12179" y="1834"/>
                  </a:lnTo>
                  <a:lnTo>
                    <a:pt x="6068" y="2863"/>
                  </a:lnTo>
                  <a:lnTo>
                    <a:pt x="0" y="4118"/>
                  </a:lnTo>
                  <a:lnTo>
                    <a:pt x="368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8381" y="5273874"/>
              <a:ext cx="36876" cy="163049"/>
            </a:xfrm>
            <a:custGeom>
              <a:avLst/>
              <a:pathLst>
                <a:path w="36876" h="163049">
                  <a:moveTo>
                    <a:pt x="0" y="0"/>
                  </a:moveTo>
                  <a:lnTo>
                    <a:pt x="36876" y="16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8381" y="5273874"/>
              <a:ext cx="36876" cy="163049"/>
            </a:xfrm>
            <a:custGeom>
              <a:avLst/>
              <a:pathLst>
                <a:path w="36876" h="163049">
                  <a:moveTo>
                    <a:pt x="0" y="0"/>
                  </a:moveTo>
                  <a:lnTo>
                    <a:pt x="36876" y="163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8381" y="5273874"/>
              <a:ext cx="36876" cy="163049"/>
            </a:xfrm>
            <a:custGeom>
              <a:avLst/>
              <a:pathLst>
                <a:path w="36876" h="163049">
                  <a:moveTo>
                    <a:pt x="0" y="0"/>
                  </a:moveTo>
                  <a:lnTo>
                    <a:pt x="36876" y="163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08381" y="5273874"/>
              <a:ext cx="36876" cy="163049"/>
            </a:xfrm>
            <a:custGeom>
              <a:avLst/>
              <a:pathLst>
                <a:path w="36876" h="163049">
                  <a:moveTo>
                    <a:pt x="0" y="0"/>
                  </a:moveTo>
                  <a:lnTo>
                    <a:pt x="36876" y="163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80358" y="5273874"/>
              <a:ext cx="164899" cy="163049"/>
            </a:xfrm>
            <a:custGeom>
              <a:avLst/>
              <a:pathLst>
                <a:path w="164899" h="163049">
                  <a:moveTo>
                    <a:pt x="128023" y="0"/>
                  </a:moveTo>
                  <a:lnTo>
                    <a:pt x="122683" y="1300"/>
                  </a:lnTo>
                  <a:lnTo>
                    <a:pt x="117390" y="2775"/>
                  </a:lnTo>
                  <a:lnTo>
                    <a:pt x="112147" y="4423"/>
                  </a:lnTo>
                  <a:lnTo>
                    <a:pt x="106962" y="6242"/>
                  </a:lnTo>
                  <a:lnTo>
                    <a:pt x="101840" y="8231"/>
                  </a:lnTo>
                  <a:lnTo>
                    <a:pt x="96785" y="10388"/>
                  </a:lnTo>
                  <a:lnTo>
                    <a:pt x="91804" y="12709"/>
                  </a:lnTo>
                  <a:lnTo>
                    <a:pt x="86902" y="15193"/>
                  </a:lnTo>
                  <a:lnTo>
                    <a:pt x="82085" y="17836"/>
                  </a:lnTo>
                  <a:lnTo>
                    <a:pt x="77356" y="20637"/>
                  </a:lnTo>
                  <a:lnTo>
                    <a:pt x="72723" y="23591"/>
                  </a:lnTo>
                  <a:lnTo>
                    <a:pt x="68189" y="26696"/>
                  </a:lnTo>
                  <a:lnTo>
                    <a:pt x="63759" y="29949"/>
                  </a:lnTo>
                  <a:lnTo>
                    <a:pt x="59439" y="33345"/>
                  </a:lnTo>
                  <a:lnTo>
                    <a:pt x="55233" y="36881"/>
                  </a:lnTo>
                  <a:lnTo>
                    <a:pt x="51145" y="40554"/>
                  </a:lnTo>
                  <a:lnTo>
                    <a:pt x="47181" y="44359"/>
                  </a:lnTo>
                  <a:lnTo>
                    <a:pt x="43343" y="48292"/>
                  </a:lnTo>
                  <a:lnTo>
                    <a:pt x="39637" y="52350"/>
                  </a:lnTo>
                  <a:lnTo>
                    <a:pt x="36066" y="56527"/>
                  </a:lnTo>
                  <a:lnTo>
                    <a:pt x="32635" y="60819"/>
                  </a:lnTo>
                  <a:lnTo>
                    <a:pt x="29346" y="65221"/>
                  </a:lnTo>
                  <a:lnTo>
                    <a:pt x="26204" y="69730"/>
                  </a:lnTo>
                  <a:lnTo>
                    <a:pt x="23211" y="74339"/>
                  </a:lnTo>
                  <a:lnTo>
                    <a:pt x="20372" y="79044"/>
                  </a:lnTo>
                  <a:lnTo>
                    <a:pt x="17689" y="83839"/>
                  </a:lnTo>
                  <a:lnTo>
                    <a:pt x="15165" y="88721"/>
                  </a:lnTo>
                  <a:lnTo>
                    <a:pt x="12803" y="93683"/>
                  </a:lnTo>
                  <a:lnTo>
                    <a:pt x="10605" y="98719"/>
                  </a:lnTo>
                  <a:lnTo>
                    <a:pt x="8574" y="103825"/>
                  </a:lnTo>
                  <a:lnTo>
                    <a:pt x="6712" y="108995"/>
                  </a:lnTo>
                  <a:lnTo>
                    <a:pt x="5021" y="114224"/>
                  </a:lnTo>
                  <a:lnTo>
                    <a:pt x="3503" y="119505"/>
                  </a:lnTo>
                  <a:lnTo>
                    <a:pt x="2159" y="124834"/>
                  </a:lnTo>
                  <a:lnTo>
                    <a:pt x="991" y="130203"/>
                  </a:lnTo>
                  <a:lnTo>
                    <a:pt x="0" y="135609"/>
                  </a:lnTo>
                  <a:lnTo>
                    <a:pt x="164899" y="163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2263" y="139727"/>
                  </a:moveTo>
                  <a:lnTo>
                    <a:pt x="1477" y="144962"/>
                  </a:lnTo>
                  <a:lnTo>
                    <a:pt x="857" y="150220"/>
                  </a:lnTo>
                  <a:lnTo>
                    <a:pt x="404" y="155494"/>
                  </a:lnTo>
                  <a:lnTo>
                    <a:pt x="118" y="160781"/>
                  </a:lnTo>
                  <a:lnTo>
                    <a:pt x="0" y="166074"/>
                  </a:lnTo>
                  <a:lnTo>
                    <a:pt x="49" y="171367"/>
                  </a:lnTo>
                  <a:lnTo>
                    <a:pt x="266" y="176657"/>
                  </a:lnTo>
                  <a:lnTo>
                    <a:pt x="650" y="181937"/>
                  </a:lnTo>
                  <a:lnTo>
                    <a:pt x="1201" y="187202"/>
                  </a:lnTo>
                  <a:lnTo>
                    <a:pt x="1919" y="192448"/>
                  </a:lnTo>
                  <a:lnTo>
                    <a:pt x="2802" y="197668"/>
                  </a:lnTo>
                  <a:lnTo>
                    <a:pt x="3850" y="202857"/>
                  </a:lnTo>
                  <a:lnTo>
                    <a:pt x="5062" y="208010"/>
                  </a:lnTo>
                  <a:lnTo>
                    <a:pt x="6437" y="213123"/>
                  </a:lnTo>
                  <a:lnTo>
                    <a:pt x="7973" y="218189"/>
                  </a:lnTo>
                  <a:lnTo>
                    <a:pt x="9668" y="223204"/>
                  </a:lnTo>
                  <a:lnTo>
                    <a:pt x="11522" y="228164"/>
                  </a:lnTo>
                  <a:lnTo>
                    <a:pt x="13531" y="233061"/>
                  </a:lnTo>
                  <a:lnTo>
                    <a:pt x="15695" y="237893"/>
                  </a:lnTo>
                  <a:lnTo>
                    <a:pt x="18010" y="242654"/>
                  </a:lnTo>
                  <a:lnTo>
                    <a:pt x="20475" y="247339"/>
                  </a:lnTo>
                  <a:lnTo>
                    <a:pt x="23088" y="251944"/>
                  </a:lnTo>
                  <a:lnTo>
                    <a:pt x="25844" y="256464"/>
                  </a:lnTo>
                  <a:lnTo>
                    <a:pt x="28743" y="260894"/>
                  </a:lnTo>
                  <a:lnTo>
                    <a:pt x="31780" y="265230"/>
                  </a:lnTo>
                  <a:lnTo>
                    <a:pt x="34953" y="269468"/>
                  </a:lnTo>
                  <a:lnTo>
                    <a:pt x="38259" y="273603"/>
                  </a:lnTo>
                  <a:lnTo>
                    <a:pt x="41694" y="277631"/>
                  </a:lnTo>
                  <a:lnTo>
                    <a:pt x="45255" y="281549"/>
                  </a:lnTo>
                  <a:lnTo>
                    <a:pt x="48938" y="285352"/>
                  </a:lnTo>
                  <a:lnTo>
                    <a:pt x="52739" y="289036"/>
                  </a:lnTo>
                  <a:lnTo>
                    <a:pt x="56656" y="292598"/>
                  </a:lnTo>
                  <a:lnTo>
                    <a:pt x="60683" y="296035"/>
                  </a:lnTo>
                  <a:lnTo>
                    <a:pt x="64817" y="299342"/>
                  </a:lnTo>
                  <a:lnTo>
                    <a:pt x="69054" y="302516"/>
                  </a:lnTo>
                  <a:lnTo>
                    <a:pt x="73389" y="305555"/>
                  </a:lnTo>
                  <a:lnTo>
                    <a:pt x="77818" y="308455"/>
                  </a:lnTo>
                  <a:lnTo>
                    <a:pt x="82337" y="311213"/>
                  </a:lnTo>
                  <a:lnTo>
                    <a:pt x="86941" y="313827"/>
                  </a:lnTo>
                  <a:lnTo>
                    <a:pt x="91625" y="316294"/>
                  </a:lnTo>
                  <a:lnTo>
                    <a:pt x="96385" y="318611"/>
                  </a:lnTo>
                  <a:lnTo>
                    <a:pt x="101216" y="320777"/>
                  </a:lnTo>
                  <a:lnTo>
                    <a:pt x="106113" y="322788"/>
                  </a:lnTo>
                  <a:lnTo>
                    <a:pt x="111072" y="324643"/>
                  </a:lnTo>
                  <a:lnTo>
                    <a:pt x="116086" y="326340"/>
                  </a:lnTo>
                  <a:lnTo>
                    <a:pt x="121152" y="327878"/>
                  </a:lnTo>
                  <a:lnTo>
                    <a:pt x="126264" y="329254"/>
                  </a:lnTo>
                  <a:lnTo>
                    <a:pt x="131417" y="330468"/>
                  </a:lnTo>
                  <a:lnTo>
                    <a:pt x="136606" y="331518"/>
                  </a:lnTo>
                  <a:lnTo>
                    <a:pt x="141826" y="332403"/>
                  </a:lnTo>
                  <a:lnTo>
                    <a:pt x="147071" y="333122"/>
                  </a:lnTo>
                  <a:lnTo>
                    <a:pt x="152336" y="333675"/>
                  </a:lnTo>
                  <a:lnTo>
                    <a:pt x="157616" y="334062"/>
                  </a:lnTo>
                  <a:lnTo>
                    <a:pt x="162905" y="334280"/>
                  </a:lnTo>
                  <a:lnTo>
                    <a:pt x="168199" y="334331"/>
                  </a:lnTo>
                  <a:lnTo>
                    <a:pt x="173492" y="334215"/>
                  </a:lnTo>
                  <a:lnTo>
                    <a:pt x="178778" y="333930"/>
                  </a:lnTo>
                  <a:lnTo>
                    <a:pt x="184053" y="333479"/>
                  </a:lnTo>
                  <a:lnTo>
                    <a:pt x="189311" y="332861"/>
                  </a:lnTo>
                  <a:lnTo>
                    <a:pt x="194547" y="332076"/>
                  </a:lnTo>
                  <a:lnTo>
                    <a:pt x="199755" y="331127"/>
                  </a:lnTo>
                  <a:lnTo>
                    <a:pt x="204930" y="330012"/>
                  </a:lnTo>
                  <a:lnTo>
                    <a:pt x="210068" y="328735"/>
                  </a:lnTo>
                  <a:lnTo>
                    <a:pt x="215163" y="327295"/>
                  </a:lnTo>
                  <a:lnTo>
                    <a:pt x="220209" y="325695"/>
                  </a:lnTo>
                  <a:lnTo>
                    <a:pt x="225202" y="323936"/>
                  </a:lnTo>
                  <a:lnTo>
                    <a:pt x="230137" y="322019"/>
                  </a:lnTo>
                  <a:lnTo>
                    <a:pt x="235009" y="319947"/>
                  </a:lnTo>
                  <a:lnTo>
                    <a:pt x="239813" y="317722"/>
                  </a:lnTo>
                  <a:lnTo>
                    <a:pt x="244544" y="315347"/>
                  </a:lnTo>
                  <a:lnTo>
                    <a:pt x="249197" y="312822"/>
                  </a:lnTo>
                  <a:lnTo>
                    <a:pt x="253768" y="310151"/>
                  </a:lnTo>
                  <a:lnTo>
                    <a:pt x="258253" y="307337"/>
                  </a:lnTo>
                  <a:lnTo>
                    <a:pt x="262646" y="304382"/>
                  </a:lnTo>
                  <a:lnTo>
                    <a:pt x="266943" y="301290"/>
                  </a:lnTo>
                  <a:lnTo>
                    <a:pt x="271140" y="298063"/>
                  </a:lnTo>
                  <a:lnTo>
                    <a:pt x="275232" y="294705"/>
                  </a:lnTo>
                  <a:lnTo>
                    <a:pt x="279217" y="291219"/>
                  </a:lnTo>
                  <a:lnTo>
                    <a:pt x="283089" y="287609"/>
                  </a:lnTo>
                  <a:lnTo>
                    <a:pt x="286844" y="283878"/>
                  </a:lnTo>
                  <a:lnTo>
                    <a:pt x="290480" y="280029"/>
                  </a:lnTo>
                  <a:lnTo>
                    <a:pt x="293992" y="276068"/>
                  </a:lnTo>
                  <a:lnTo>
                    <a:pt x="297377" y="271997"/>
                  </a:lnTo>
                  <a:lnTo>
                    <a:pt x="300631" y="267821"/>
                  </a:lnTo>
                  <a:lnTo>
                    <a:pt x="303751" y="263545"/>
                  </a:lnTo>
                  <a:lnTo>
                    <a:pt x="306735" y="259171"/>
                  </a:lnTo>
                  <a:lnTo>
                    <a:pt x="309578" y="254705"/>
                  </a:lnTo>
                  <a:lnTo>
                    <a:pt x="312279" y="250152"/>
                  </a:lnTo>
                  <a:lnTo>
                    <a:pt x="314834" y="245515"/>
                  </a:lnTo>
                  <a:lnTo>
                    <a:pt x="317241" y="240800"/>
                  </a:lnTo>
                  <a:lnTo>
                    <a:pt x="319497" y="236011"/>
                  </a:lnTo>
                  <a:lnTo>
                    <a:pt x="321600" y="231152"/>
                  </a:lnTo>
                  <a:lnTo>
                    <a:pt x="323549" y="226230"/>
                  </a:lnTo>
                  <a:lnTo>
                    <a:pt x="325341" y="221248"/>
                  </a:lnTo>
                  <a:lnTo>
                    <a:pt x="326974" y="216213"/>
                  </a:lnTo>
                  <a:lnTo>
                    <a:pt x="328447" y="211127"/>
                  </a:lnTo>
                  <a:lnTo>
                    <a:pt x="329758" y="205998"/>
                  </a:lnTo>
                  <a:lnTo>
                    <a:pt x="330906" y="200830"/>
                  </a:lnTo>
                  <a:lnTo>
                    <a:pt x="331890" y="195628"/>
                  </a:lnTo>
                  <a:lnTo>
                    <a:pt x="332709" y="190398"/>
                  </a:lnTo>
                  <a:lnTo>
                    <a:pt x="333361" y="185144"/>
                  </a:lnTo>
                  <a:lnTo>
                    <a:pt x="333847" y="179873"/>
                  </a:lnTo>
                  <a:lnTo>
                    <a:pt x="334166" y="174588"/>
                  </a:lnTo>
                  <a:lnTo>
                    <a:pt x="334317" y="169296"/>
                  </a:lnTo>
                  <a:lnTo>
                    <a:pt x="334301" y="164002"/>
                  </a:lnTo>
                  <a:lnTo>
                    <a:pt x="334117" y="158711"/>
                  </a:lnTo>
                  <a:lnTo>
                    <a:pt x="333765" y="153429"/>
                  </a:lnTo>
                  <a:lnTo>
                    <a:pt x="333247" y="148160"/>
                  </a:lnTo>
                  <a:lnTo>
                    <a:pt x="332562" y="142911"/>
                  </a:lnTo>
                  <a:lnTo>
                    <a:pt x="331711" y="137685"/>
                  </a:lnTo>
                  <a:lnTo>
                    <a:pt x="330695" y="132490"/>
                  </a:lnTo>
                  <a:lnTo>
                    <a:pt x="329514" y="127329"/>
                  </a:lnTo>
                  <a:lnTo>
                    <a:pt x="328172" y="122208"/>
                  </a:lnTo>
                  <a:lnTo>
                    <a:pt x="326667" y="117132"/>
                  </a:lnTo>
                  <a:lnTo>
                    <a:pt x="325003" y="112106"/>
                  </a:lnTo>
                  <a:lnTo>
                    <a:pt x="323180" y="107136"/>
                  </a:lnTo>
                  <a:lnTo>
                    <a:pt x="321201" y="102226"/>
                  </a:lnTo>
                  <a:lnTo>
                    <a:pt x="319067" y="97381"/>
                  </a:lnTo>
                  <a:lnTo>
                    <a:pt x="316781" y="92606"/>
                  </a:lnTo>
                  <a:lnTo>
                    <a:pt x="314345" y="87905"/>
                  </a:lnTo>
                  <a:lnTo>
                    <a:pt x="311762" y="83284"/>
                  </a:lnTo>
                  <a:lnTo>
                    <a:pt x="309033" y="78748"/>
                  </a:lnTo>
                  <a:lnTo>
                    <a:pt x="306162" y="74300"/>
                  </a:lnTo>
                  <a:lnTo>
                    <a:pt x="303152" y="69945"/>
                  </a:lnTo>
                  <a:lnTo>
                    <a:pt x="300005" y="65687"/>
                  </a:lnTo>
                  <a:lnTo>
                    <a:pt x="296725" y="61532"/>
                  </a:lnTo>
                  <a:lnTo>
                    <a:pt x="293315" y="57482"/>
                  </a:lnTo>
                  <a:lnTo>
                    <a:pt x="289778" y="53543"/>
                  </a:lnTo>
                  <a:lnTo>
                    <a:pt x="286119" y="49717"/>
                  </a:lnTo>
                  <a:lnTo>
                    <a:pt x="282340" y="46009"/>
                  </a:lnTo>
                  <a:lnTo>
                    <a:pt x="278446" y="42423"/>
                  </a:lnTo>
                  <a:lnTo>
                    <a:pt x="274440" y="38961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2"/>
                  </a:lnTo>
                  <a:lnTo>
                    <a:pt x="257382" y="26435"/>
                  </a:lnTo>
                  <a:lnTo>
                    <a:pt x="252881" y="23649"/>
                  </a:lnTo>
                  <a:lnTo>
                    <a:pt x="248293" y="21006"/>
                  </a:lnTo>
                  <a:lnTo>
                    <a:pt x="243624" y="18511"/>
                  </a:lnTo>
                  <a:lnTo>
                    <a:pt x="238879" y="16164"/>
                  </a:lnTo>
                  <a:lnTo>
                    <a:pt x="234061" y="13969"/>
                  </a:lnTo>
                  <a:lnTo>
                    <a:pt x="229177" y="11927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4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8" y="3009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5640" y="5018213"/>
              <a:ext cx="25398" cy="167167"/>
            </a:xfrm>
            <a:custGeom>
              <a:avLst/>
              <a:pathLst>
                <a:path w="25398" h="167167">
                  <a:moveTo>
                    <a:pt x="25398" y="0"/>
                  </a:moveTo>
                  <a:lnTo>
                    <a:pt x="16903" y="216"/>
                  </a:lnTo>
                  <a:lnTo>
                    <a:pt x="8429" y="863"/>
                  </a:lnTo>
                  <a:lnTo>
                    <a:pt x="0" y="1940"/>
                  </a:lnTo>
                  <a:lnTo>
                    <a:pt x="253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5640" y="5020154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5640" y="5020154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95640" y="5020154"/>
              <a:ext cx="25398" cy="165226"/>
            </a:xfrm>
            <a:custGeom>
              <a:avLst/>
              <a:pathLst>
                <a:path w="25398" h="165226">
                  <a:moveTo>
                    <a:pt x="0" y="0"/>
                  </a:moveTo>
                  <a:lnTo>
                    <a:pt x="25398" y="165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82202" y="5020154"/>
              <a:ext cx="138836" cy="165226"/>
            </a:xfrm>
            <a:custGeom>
              <a:avLst/>
              <a:pathLst>
                <a:path w="138836" h="165226">
                  <a:moveTo>
                    <a:pt x="113437" y="0"/>
                  </a:moveTo>
                  <a:lnTo>
                    <a:pt x="107983" y="931"/>
                  </a:lnTo>
                  <a:lnTo>
                    <a:pt x="102562" y="2042"/>
                  </a:lnTo>
                  <a:lnTo>
                    <a:pt x="97182" y="3331"/>
                  </a:lnTo>
                  <a:lnTo>
                    <a:pt x="91847" y="4799"/>
                  </a:lnTo>
                  <a:lnTo>
                    <a:pt x="86563" y="6442"/>
                  </a:lnTo>
                  <a:lnTo>
                    <a:pt x="81337" y="8259"/>
                  </a:lnTo>
                  <a:lnTo>
                    <a:pt x="76174" y="10247"/>
                  </a:lnTo>
                  <a:lnTo>
                    <a:pt x="71079" y="12406"/>
                  </a:lnTo>
                  <a:lnTo>
                    <a:pt x="66058" y="14732"/>
                  </a:lnTo>
                  <a:lnTo>
                    <a:pt x="61118" y="17223"/>
                  </a:lnTo>
                  <a:lnTo>
                    <a:pt x="56262" y="19876"/>
                  </a:lnTo>
                  <a:lnTo>
                    <a:pt x="51497" y="22689"/>
                  </a:lnTo>
                  <a:lnTo>
                    <a:pt x="46828" y="25657"/>
                  </a:lnTo>
                  <a:lnTo>
                    <a:pt x="42259" y="28779"/>
                  </a:lnTo>
                  <a:lnTo>
                    <a:pt x="37796" y="32050"/>
                  </a:lnTo>
                  <a:lnTo>
                    <a:pt x="33444" y="35466"/>
                  </a:lnTo>
                  <a:lnTo>
                    <a:pt x="29208" y="39025"/>
                  </a:lnTo>
                  <a:lnTo>
                    <a:pt x="25091" y="42723"/>
                  </a:lnTo>
                  <a:lnTo>
                    <a:pt x="21099" y="46554"/>
                  </a:lnTo>
                  <a:lnTo>
                    <a:pt x="17236" y="50516"/>
                  </a:lnTo>
                  <a:lnTo>
                    <a:pt x="13507" y="54603"/>
                  </a:lnTo>
                  <a:lnTo>
                    <a:pt x="9914" y="58811"/>
                  </a:lnTo>
                  <a:lnTo>
                    <a:pt x="6463" y="63136"/>
                  </a:lnTo>
                  <a:lnTo>
                    <a:pt x="3157" y="67573"/>
                  </a:lnTo>
                  <a:lnTo>
                    <a:pt x="0" y="72116"/>
                  </a:lnTo>
                  <a:lnTo>
                    <a:pt x="138836" y="165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53884" y="5018213"/>
              <a:ext cx="334303" cy="334334"/>
            </a:xfrm>
            <a:custGeom>
              <a:avLst/>
              <a:pathLst>
                <a:path w="334303" h="334334">
                  <a:moveTo>
                    <a:pt x="28317" y="74057"/>
                  </a:moveTo>
                  <a:lnTo>
                    <a:pt x="25431" y="78512"/>
                  </a:lnTo>
                  <a:lnTo>
                    <a:pt x="22688" y="83057"/>
                  </a:lnTo>
                  <a:lnTo>
                    <a:pt x="20090" y="87686"/>
                  </a:lnTo>
                  <a:lnTo>
                    <a:pt x="17641" y="92395"/>
                  </a:lnTo>
                  <a:lnTo>
                    <a:pt x="15342" y="97180"/>
                  </a:lnTo>
                  <a:lnTo>
                    <a:pt x="13197" y="102035"/>
                  </a:lnTo>
                  <a:lnTo>
                    <a:pt x="11206" y="106956"/>
                  </a:lnTo>
                  <a:lnTo>
                    <a:pt x="9373" y="111938"/>
                  </a:lnTo>
                  <a:lnTo>
                    <a:pt x="7699" y="116975"/>
                  </a:lnTo>
                  <a:lnTo>
                    <a:pt x="6186" y="122063"/>
                  </a:lnTo>
                  <a:lnTo>
                    <a:pt x="4835" y="127197"/>
                  </a:lnTo>
                  <a:lnTo>
                    <a:pt x="3648" y="132370"/>
                  </a:lnTo>
                  <a:lnTo>
                    <a:pt x="2626" y="137579"/>
                  </a:lnTo>
                  <a:lnTo>
                    <a:pt x="1769" y="142818"/>
                  </a:lnTo>
                  <a:lnTo>
                    <a:pt x="1079" y="148081"/>
                  </a:lnTo>
                  <a:lnTo>
                    <a:pt x="557" y="153364"/>
                  </a:lnTo>
                  <a:lnTo>
                    <a:pt x="203" y="158660"/>
                  </a:lnTo>
                  <a:lnTo>
                    <a:pt x="17" y="163965"/>
                  </a:lnTo>
                  <a:lnTo>
                    <a:pt x="0" y="169273"/>
                  </a:lnTo>
                  <a:lnTo>
                    <a:pt x="151" y="174579"/>
                  </a:lnTo>
                  <a:lnTo>
                    <a:pt x="470" y="179878"/>
                  </a:lnTo>
                  <a:lnTo>
                    <a:pt x="958" y="185164"/>
                  </a:lnTo>
                  <a:lnTo>
                    <a:pt x="1613" y="190431"/>
                  </a:lnTo>
                  <a:lnTo>
                    <a:pt x="2435" y="195676"/>
                  </a:lnTo>
                  <a:lnTo>
                    <a:pt x="3423" y="200891"/>
                  </a:lnTo>
                  <a:lnTo>
                    <a:pt x="4577" y="206072"/>
                  </a:lnTo>
                  <a:lnTo>
                    <a:pt x="5894" y="211215"/>
                  </a:lnTo>
                  <a:lnTo>
                    <a:pt x="7374" y="216312"/>
                  </a:lnTo>
                  <a:lnTo>
                    <a:pt x="9014" y="221361"/>
                  </a:lnTo>
                  <a:lnTo>
                    <a:pt x="10815" y="226354"/>
                  </a:lnTo>
                  <a:lnTo>
                    <a:pt x="12773" y="231288"/>
                  </a:lnTo>
                  <a:lnTo>
                    <a:pt x="14887" y="236157"/>
                  </a:lnTo>
                  <a:lnTo>
                    <a:pt x="17154" y="240957"/>
                  </a:lnTo>
                  <a:lnTo>
                    <a:pt x="19572" y="245682"/>
                  </a:lnTo>
                  <a:lnTo>
                    <a:pt x="22140" y="250329"/>
                  </a:lnTo>
                  <a:lnTo>
                    <a:pt x="24853" y="254891"/>
                  </a:lnTo>
                  <a:lnTo>
                    <a:pt x="27710" y="259365"/>
                  </a:lnTo>
                  <a:lnTo>
                    <a:pt x="30708" y="263745"/>
                  </a:lnTo>
                  <a:lnTo>
                    <a:pt x="33843" y="268029"/>
                  </a:lnTo>
                  <a:lnTo>
                    <a:pt x="37112" y="272211"/>
                  </a:lnTo>
                  <a:lnTo>
                    <a:pt x="40513" y="276287"/>
                  </a:lnTo>
                  <a:lnTo>
                    <a:pt x="44041" y="280252"/>
                  </a:lnTo>
                  <a:lnTo>
                    <a:pt x="47694" y="284104"/>
                  </a:lnTo>
                  <a:lnTo>
                    <a:pt x="51467" y="287838"/>
                  </a:lnTo>
                  <a:lnTo>
                    <a:pt x="55357" y="291450"/>
                  </a:lnTo>
                  <a:lnTo>
                    <a:pt x="59359" y="294937"/>
                  </a:lnTo>
                  <a:lnTo>
                    <a:pt x="63470" y="298295"/>
                  </a:lnTo>
                  <a:lnTo>
                    <a:pt x="67686" y="301521"/>
                  </a:lnTo>
                  <a:lnTo>
                    <a:pt x="72001" y="304611"/>
                  </a:lnTo>
                  <a:lnTo>
                    <a:pt x="76413" y="307563"/>
                  </a:lnTo>
                  <a:lnTo>
                    <a:pt x="80917" y="310374"/>
                  </a:lnTo>
                  <a:lnTo>
                    <a:pt x="85507" y="313039"/>
                  </a:lnTo>
                  <a:lnTo>
                    <a:pt x="90179" y="315558"/>
                  </a:lnTo>
                  <a:lnTo>
                    <a:pt x="94930" y="317927"/>
                  </a:lnTo>
                  <a:lnTo>
                    <a:pt x="99753" y="320144"/>
                  </a:lnTo>
                  <a:lnTo>
                    <a:pt x="104644" y="322207"/>
                  </a:lnTo>
                  <a:lnTo>
                    <a:pt x="109598" y="324114"/>
                  </a:lnTo>
                  <a:lnTo>
                    <a:pt x="114610" y="325862"/>
                  </a:lnTo>
                  <a:lnTo>
                    <a:pt x="119675" y="327450"/>
                  </a:lnTo>
                  <a:lnTo>
                    <a:pt x="124788" y="328877"/>
                  </a:lnTo>
                  <a:lnTo>
                    <a:pt x="129944" y="330140"/>
                  </a:lnTo>
                  <a:lnTo>
                    <a:pt x="135137" y="331240"/>
                  </a:lnTo>
                  <a:lnTo>
                    <a:pt x="140362" y="332174"/>
                  </a:lnTo>
                  <a:lnTo>
                    <a:pt x="145615" y="332941"/>
                  </a:lnTo>
                  <a:lnTo>
                    <a:pt x="150889" y="333541"/>
                  </a:lnTo>
                  <a:lnTo>
                    <a:pt x="156179" y="333974"/>
                  </a:lnTo>
                  <a:lnTo>
                    <a:pt x="161481" y="334238"/>
                  </a:lnTo>
                  <a:lnTo>
                    <a:pt x="166788" y="334334"/>
                  </a:lnTo>
                  <a:lnTo>
                    <a:pt x="172096" y="334261"/>
                  </a:lnTo>
                  <a:lnTo>
                    <a:pt x="177399" y="334020"/>
                  </a:lnTo>
                  <a:lnTo>
                    <a:pt x="182691" y="333611"/>
                  </a:lnTo>
                  <a:lnTo>
                    <a:pt x="187968" y="333033"/>
                  </a:lnTo>
                  <a:lnTo>
                    <a:pt x="193224" y="332289"/>
                  </a:lnTo>
                  <a:lnTo>
                    <a:pt x="198453" y="331378"/>
                  </a:lnTo>
                  <a:lnTo>
                    <a:pt x="203651" y="330301"/>
                  </a:lnTo>
                  <a:lnTo>
                    <a:pt x="208812" y="329060"/>
                  </a:lnTo>
                  <a:lnTo>
                    <a:pt x="213931" y="327656"/>
                  </a:lnTo>
                  <a:lnTo>
                    <a:pt x="219003" y="326090"/>
                  </a:lnTo>
                  <a:lnTo>
                    <a:pt x="224023" y="324364"/>
                  </a:lnTo>
                  <a:lnTo>
                    <a:pt x="228985" y="322479"/>
                  </a:lnTo>
                  <a:lnTo>
                    <a:pt x="233885" y="320437"/>
                  </a:lnTo>
                  <a:lnTo>
                    <a:pt x="238718" y="318241"/>
                  </a:lnTo>
                  <a:lnTo>
                    <a:pt x="243479" y="315893"/>
                  </a:lnTo>
                  <a:lnTo>
                    <a:pt x="248162" y="313395"/>
                  </a:lnTo>
                  <a:lnTo>
                    <a:pt x="252764" y="310749"/>
                  </a:lnTo>
                  <a:lnTo>
                    <a:pt x="257280" y="307958"/>
                  </a:lnTo>
                  <a:lnTo>
                    <a:pt x="261704" y="305026"/>
                  </a:lnTo>
                  <a:lnTo>
                    <a:pt x="266034" y="301955"/>
                  </a:lnTo>
                  <a:lnTo>
                    <a:pt x="270263" y="298747"/>
                  </a:lnTo>
                  <a:lnTo>
                    <a:pt x="274389" y="295407"/>
                  </a:lnTo>
                  <a:lnTo>
                    <a:pt x="278407" y="291938"/>
                  </a:lnTo>
                  <a:lnTo>
                    <a:pt x="282312" y="288343"/>
                  </a:lnTo>
                  <a:lnTo>
                    <a:pt x="286101" y="284625"/>
                  </a:lnTo>
                  <a:lnTo>
                    <a:pt x="289771" y="280789"/>
                  </a:lnTo>
                  <a:lnTo>
                    <a:pt x="293316" y="276839"/>
                  </a:lnTo>
                  <a:lnTo>
                    <a:pt x="296735" y="272778"/>
                  </a:lnTo>
                  <a:lnTo>
                    <a:pt x="300023" y="268611"/>
                  </a:lnTo>
                  <a:lnTo>
                    <a:pt x="303176" y="264341"/>
                  </a:lnTo>
                  <a:lnTo>
                    <a:pt x="306193" y="259973"/>
                  </a:lnTo>
                  <a:lnTo>
                    <a:pt x="309070" y="255512"/>
                  </a:lnTo>
                  <a:lnTo>
                    <a:pt x="311803" y="250961"/>
                  </a:lnTo>
                  <a:lnTo>
                    <a:pt x="314391" y="246327"/>
                  </a:lnTo>
                  <a:lnTo>
                    <a:pt x="316830" y="241612"/>
                  </a:lnTo>
                  <a:lnTo>
                    <a:pt x="319118" y="236822"/>
                  </a:lnTo>
                  <a:lnTo>
                    <a:pt x="321253" y="231962"/>
                  </a:lnTo>
                  <a:lnTo>
                    <a:pt x="323232" y="227037"/>
                  </a:lnTo>
                  <a:lnTo>
                    <a:pt x="325054" y="222051"/>
                  </a:lnTo>
                  <a:lnTo>
                    <a:pt x="326717" y="217010"/>
                  </a:lnTo>
                  <a:lnTo>
                    <a:pt x="328220" y="211919"/>
                  </a:lnTo>
                  <a:lnTo>
                    <a:pt x="329559" y="206783"/>
                  </a:lnTo>
                  <a:lnTo>
                    <a:pt x="330735" y="201606"/>
                  </a:lnTo>
                  <a:lnTo>
                    <a:pt x="331746" y="196395"/>
                  </a:lnTo>
                  <a:lnTo>
                    <a:pt x="332591" y="191155"/>
                  </a:lnTo>
                  <a:lnTo>
                    <a:pt x="333269" y="185890"/>
                  </a:lnTo>
                  <a:lnTo>
                    <a:pt x="333780" y="180606"/>
                  </a:lnTo>
                  <a:lnTo>
                    <a:pt x="334123" y="175309"/>
                  </a:lnTo>
                  <a:lnTo>
                    <a:pt x="334297" y="170004"/>
                  </a:lnTo>
                  <a:lnTo>
                    <a:pt x="334303" y="164695"/>
                  </a:lnTo>
                  <a:lnTo>
                    <a:pt x="334140" y="159390"/>
                  </a:lnTo>
                  <a:lnTo>
                    <a:pt x="333809" y="154092"/>
                  </a:lnTo>
                  <a:lnTo>
                    <a:pt x="333310" y="148807"/>
                  </a:lnTo>
                  <a:lnTo>
                    <a:pt x="332643" y="143541"/>
                  </a:lnTo>
                  <a:lnTo>
                    <a:pt x="331810" y="138299"/>
                  </a:lnTo>
                  <a:lnTo>
                    <a:pt x="330810" y="133085"/>
                  </a:lnTo>
                  <a:lnTo>
                    <a:pt x="329645" y="127906"/>
                  </a:lnTo>
                  <a:lnTo>
                    <a:pt x="328317" y="122767"/>
                  </a:lnTo>
                  <a:lnTo>
                    <a:pt x="326826" y="117672"/>
                  </a:lnTo>
                  <a:lnTo>
                    <a:pt x="325174" y="112628"/>
                  </a:lnTo>
                  <a:lnTo>
                    <a:pt x="323363" y="107638"/>
                  </a:lnTo>
                  <a:lnTo>
                    <a:pt x="321394" y="102709"/>
                  </a:lnTo>
                  <a:lnTo>
                    <a:pt x="319270" y="97844"/>
                  </a:lnTo>
                  <a:lnTo>
                    <a:pt x="316992" y="93049"/>
                  </a:lnTo>
                  <a:lnTo>
                    <a:pt x="314563" y="88329"/>
                  </a:lnTo>
                  <a:lnTo>
                    <a:pt x="311986" y="83689"/>
                  </a:lnTo>
                  <a:lnTo>
                    <a:pt x="309262" y="79132"/>
                  </a:lnTo>
                  <a:lnTo>
                    <a:pt x="306396" y="74665"/>
                  </a:lnTo>
                  <a:lnTo>
                    <a:pt x="303388" y="70291"/>
                  </a:lnTo>
                  <a:lnTo>
                    <a:pt x="300244" y="66014"/>
                  </a:lnTo>
                  <a:lnTo>
                    <a:pt x="296965" y="61839"/>
                  </a:lnTo>
                  <a:lnTo>
                    <a:pt x="293556" y="57771"/>
                  </a:lnTo>
                  <a:lnTo>
                    <a:pt x="290019" y="53813"/>
                  </a:lnTo>
                  <a:lnTo>
                    <a:pt x="286358" y="49969"/>
                  </a:lnTo>
                  <a:lnTo>
                    <a:pt x="282576" y="46243"/>
                  </a:lnTo>
                  <a:lnTo>
                    <a:pt x="278679" y="42640"/>
                  </a:lnTo>
                  <a:lnTo>
                    <a:pt x="274669" y="39161"/>
                  </a:lnTo>
                  <a:lnTo>
                    <a:pt x="270551" y="35812"/>
                  </a:lnTo>
                  <a:lnTo>
                    <a:pt x="266328" y="32596"/>
                  </a:lnTo>
                  <a:lnTo>
                    <a:pt x="262005" y="29515"/>
                  </a:lnTo>
                  <a:lnTo>
                    <a:pt x="257587" y="26573"/>
                  </a:lnTo>
                  <a:lnTo>
                    <a:pt x="253078" y="23772"/>
                  </a:lnTo>
                  <a:lnTo>
                    <a:pt x="248482" y="21116"/>
                  </a:lnTo>
                  <a:lnTo>
                    <a:pt x="243803" y="18608"/>
                  </a:lnTo>
                  <a:lnTo>
                    <a:pt x="239048" y="16249"/>
                  </a:lnTo>
                  <a:lnTo>
                    <a:pt x="234220" y="14043"/>
                  </a:lnTo>
                  <a:lnTo>
                    <a:pt x="229325" y="11991"/>
                  </a:lnTo>
                  <a:lnTo>
                    <a:pt x="224366" y="10095"/>
                  </a:lnTo>
                  <a:lnTo>
                    <a:pt x="219351" y="8358"/>
                  </a:lnTo>
                  <a:lnTo>
                    <a:pt x="214282" y="6780"/>
                  </a:lnTo>
                  <a:lnTo>
                    <a:pt x="209166" y="5365"/>
                  </a:lnTo>
                  <a:lnTo>
                    <a:pt x="204008" y="4113"/>
                  </a:lnTo>
                  <a:lnTo>
                    <a:pt x="198812" y="3025"/>
                  </a:lnTo>
                  <a:lnTo>
                    <a:pt x="193585" y="2102"/>
                  </a:lnTo>
                  <a:lnTo>
                    <a:pt x="188330" y="1346"/>
                  </a:lnTo>
                  <a:lnTo>
                    <a:pt x="183055" y="757"/>
                  </a:lnTo>
                  <a:lnTo>
                    <a:pt x="177763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282" y="4659281"/>
              <a:ext cx="138953" cy="167167"/>
            </a:xfrm>
            <a:custGeom>
              <a:avLst/>
              <a:pathLst>
                <a:path w="138953" h="167167">
                  <a:moveTo>
                    <a:pt x="138953" y="0"/>
                  </a:moveTo>
                  <a:lnTo>
                    <a:pt x="133485" y="89"/>
                  </a:lnTo>
                  <a:lnTo>
                    <a:pt x="128024" y="357"/>
                  </a:lnTo>
                  <a:lnTo>
                    <a:pt x="122575" y="804"/>
                  </a:lnTo>
                  <a:lnTo>
                    <a:pt x="117143" y="1428"/>
                  </a:lnTo>
                  <a:lnTo>
                    <a:pt x="111734" y="2230"/>
                  </a:lnTo>
                  <a:lnTo>
                    <a:pt x="106354" y="3209"/>
                  </a:lnTo>
                  <a:lnTo>
                    <a:pt x="101010" y="4362"/>
                  </a:lnTo>
                  <a:lnTo>
                    <a:pt x="95706" y="5690"/>
                  </a:lnTo>
                  <a:lnTo>
                    <a:pt x="90448" y="7191"/>
                  </a:lnTo>
                  <a:lnTo>
                    <a:pt x="85242" y="8863"/>
                  </a:lnTo>
                  <a:lnTo>
                    <a:pt x="80093" y="10704"/>
                  </a:lnTo>
                  <a:lnTo>
                    <a:pt x="75008" y="12713"/>
                  </a:lnTo>
                  <a:lnTo>
                    <a:pt x="69991" y="14887"/>
                  </a:lnTo>
                  <a:lnTo>
                    <a:pt x="65048" y="17224"/>
                  </a:lnTo>
                  <a:lnTo>
                    <a:pt x="60183" y="19721"/>
                  </a:lnTo>
                  <a:lnTo>
                    <a:pt x="55403" y="22376"/>
                  </a:lnTo>
                  <a:lnTo>
                    <a:pt x="50713" y="25186"/>
                  </a:lnTo>
                  <a:lnTo>
                    <a:pt x="46117" y="28147"/>
                  </a:lnTo>
                  <a:lnTo>
                    <a:pt x="41620" y="31258"/>
                  </a:lnTo>
                  <a:lnTo>
                    <a:pt x="37227" y="34514"/>
                  </a:lnTo>
                  <a:lnTo>
                    <a:pt x="32943" y="37912"/>
                  </a:lnTo>
                  <a:lnTo>
                    <a:pt x="28773" y="41448"/>
                  </a:lnTo>
                  <a:lnTo>
                    <a:pt x="24720" y="45118"/>
                  </a:lnTo>
                  <a:lnTo>
                    <a:pt x="20790" y="48919"/>
                  </a:lnTo>
                  <a:lnTo>
                    <a:pt x="16986" y="52847"/>
                  </a:lnTo>
                  <a:lnTo>
                    <a:pt x="13312" y="56897"/>
                  </a:lnTo>
                  <a:lnTo>
                    <a:pt x="9773" y="61065"/>
                  </a:lnTo>
                  <a:lnTo>
                    <a:pt x="6372" y="65346"/>
                  </a:lnTo>
                  <a:lnTo>
                    <a:pt x="3113" y="69737"/>
                  </a:lnTo>
                  <a:lnTo>
                    <a:pt x="0" y="74231"/>
                  </a:lnTo>
                  <a:lnTo>
                    <a:pt x="1389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282" y="4733513"/>
              <a:ext cx="138953" cy="92935"/>
            </a:xfrm>
            <a:custGeom>
              <a:avLst/>
              <a:pathLst>
                <a:path w="138953" h="92935">
                  <a:moveTo>
                    <a:pt x="0" y="0"/>
                  </a:moveTo>
                  <a:lnTo>
                    <a:pt x="138953" y="929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84282" y="4733513"/>
              <a:ext cx="138953" cy="92935"/>
            </a:xfrm>
            <a:custGeom>
              <a:avLst/>
              <a:pathLst>
                <a:path w="138953" h="92935">
                  <a:moveTo>
                    <a:pt x="0" y="0"/>
                  </a:moveTo>
                  <a:lnTo>
                    <a:pt x="138953" y="929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56080" y="4733513"/>
              <a:ext cx="334315" cy="260100"/>
            </a:xfrm>
            <a:custGeom>
              <a:avLst/>
              <a:pathLst>
                <a:path w="334315" h="260100">
                  <a:moveTo>
                    <a:pt x="28201" y="0"/>
                  </a:moveTo>
                  <a:lnTo>
                    <a:pt x="25326" y="4449"/>
                  </a:lnTo>
                  <a:lnTo>
                    <a:pt x="22593" y="8987"/>
                  </a:lnTo>
                  <a:lnTo>
                    <a:pt x="20006" y="13610"/>
                  </a:lnTo>
                  <a:lnTo>
                    <a:pt x="17566" y="18313"/>
                  </a:lnTo>
                  <a:lnTo>
                    <a:pt x="15277" y="23090"/>
                  </a:lnTo>
                  <a:lnTo>
                    <a:pt x="13140" y="27937"/>
                  </a:lnTo>
                  <a:lnTo>
                    <a:pt x="11158" y="32850"/>
                  </a:lnTo>
                  <a:lnTo>
                    <a:pt x="9332" y="37823"/>
                  </a:lnTo>
                  <a:lnTo>
                    <a:pt x="7665" y="42852"/>
                  </a:lnTo>
                  <a:lnTo>
                    <a:pt x="6158" y="47930"/>
                  </a:lnTo>
                  <a:lnTo>
                    <a:pt x="4813" y="53054"/>
                  </a:lnTo>
                  <a:lnTo>
                    <a:pt x="3631" y="58218"/>
                  </a:lnTo>
                  <a:lnTo>
                    <a:pt x="2613" y="63417"/>
                  </a:lnTo>
                  <a:lnTo>
                    <a:pt x="1760" y="68645"/>
                  </a:lnTo>
                  <a:lnTo>
                    <a:pt x="1074" y="73898"/>
                  </a:lnTo>
                  <a:lnTo>
                    <a:pt x="554" y="79170"/>
                  </a:lnTo>
                  <a:lnTo>
                    <a:pt x="201" y="84456"/>
                  </a:lnTo>
                  <a:lnTo>
                    <a:pt x="16" y="89750"/>
                  </a:lnTo>
                  <a:lnTo>
                    <a:pt x="0" y="95048"/>
                  </a:lnTo>
                  <a:lnTo>
                    <a:pt x="150" y="100343"/>
                  </a:lnTo>
                  <a:lnTo>
                    <a:pt x="469" y="105631"/>
                  </a:lnTo>
                  <a:lnTo>
                    <a:pt x="955" y="110906"/>
                  </a:lnTo>
                  <a:lnTo>
                    <a:pt x="1608" y="116164"/>
                  </a:lnTo>
                  <a:lnTo>
                    <a:pt x="2427" y="121397"/>
                  </a:lnTo>
                  <a:lnTo>
                    <a:pt x="3412" y="126603"/>
                  </a:lnTo>
                  <a:lnTo>
                    <a:pt x="4561" y="131774"/>
                  </a:lnTo>
                  <a:lnTo>
                    <a:pt x="5873" y="136907"/>
                  </a:lnTo>
                  <a:lnTo>
                    <a:pt x="7347" y="141995"/>
                  </a:lnTo>
                  <a:lnTo>
                    <a:pt x="8982" y="147034"/>
                  </a:lnTo>
                  <a:lnTo>
                    <a:pt x="10776" y="152018"/>
                  </a:lnTo>
                  <a:lnTo>
                    <a:pt x="12726" y="156944"/>
                  </a:lnTo>
                  <a:lnTo>
                    <a:pt x="14832" y="161805"/>
                  </a:lnTo>
                  <a:lnTo>
                    <a:pt x="17091" y="166597"/>
                  </a:lnTo>
                  <a:lnTo>
                    <a:pt x="19500" y="171315"/>
                  </a:lnTo>
                  <a:lnTo>
                    <a:pt x="22058" y="175954"/>
                  </a:lnTo>
                  <a:lnTo>
                    <a:pt x="24761" y="180510"/>
                  </a:lnTo>
                  <a:lnTo>
                    <a:pt x="27607" y="184978"/>
                  </a:lnTo>
                  <a:lnTo>
                    <a:pt x="30594" y="189353"/>
                  </a:lnTo>
                  <a:lnTo>
                    <a:pt x="33718" y="193632"/>
                  </a:lnTo>
                  <a:lnTo>
                    <a:pt x="36975" y="197809"/>
                  </a:lnTo>
                  <a:lnTo>
                    <a:pt x="40364" y="201881"/>
                  </a:lnTo>
                  <a:lnTo>
                    <a:pt x="43880" y="205844"/>
                  </a:lnTo>
                  <a:lnTo>
                    <a:pt x="47519" y="209693"/>
                  </a:lnTo>
                  <a:lnTo>
                    <a:pt x="51279" y="213426"/>
                  </a:lnTo>
                  <a:lnTo>
                    <a:pt x="55155" y="217037"/>
                  </a:lnTo>
                  <a:lnTo>
                    <a:pt x="59143" y="220523"/>
                  </a:lnTo>
                  <a:lnTo>
                    <a:pt x="63240" y="223882"/>
                  </a:lnTo>
                  <a:lnTo>
                    <a:pt x="67442" y="227108"/>
                  </a:lnTo>
                  <a:lnTo>
                    <a:pt x="71743" y="230200"/>
                  </a:lnTo>
                  <a:lnTo>
                    <a:pt x="76141" y="233155"/>
                  </a:lnTo>
                  <a:lnTo>
                    <a:pt x="80629" y="235968"/>
                  </a:lnTo>
                  <a:lnTo>
                    <a:pt x="85205" y="238638"/>
                  </a:lnTo>
                  <a:lnTo>
                    <a:pt x="89863" y="241161"/>
                  </a:lnTo>
                  <a:lnTo>
                    <a:pt x="94598" y="243536"/>
                  </a:lnTo>
                  <a:lnTo>
                    <a:pt x="99407" y="245759"/>
                  </a:lnTo>
                  <a:lnTo>
                    <a:pt x="104283" y="247829"/>
                  </a:lnTo>
                  <a:lnTo>
                    <a:pt x="109223" y="249744"/>
                  </a:lnTo>
                  <a:lnTo>
                    <a:pt x="114220" y="251501"/>
                  </a:lnTo>
                  <a:lnTo>
                    <a:pt x="119271" y="253098"/>
                  </a:lnTo>
                  <a:lnTo>
                    <a:pt x="124370" y="254535"/>
                  </a:lnTo>
                  <a:lnTo>
                    <a:pt x="129512" y="255809"/>
                  </a:lnTo>
                  <a:lnTo>
                    <a:pt x="134692" y="256920"/>
                  </a:lnTo>
                  <a:lnTo>
                    <a:pt x="139904" y="257867"/>
                  </a:lnTo>
                  <a:lnTo>
                    <a:pt x="145144" y="258647"/>
                  </a:lnTo>
                  <a:lnTo>
                    <a:pt x="150406" y="259261"/>
                  </a:lnTo>
                  <a:lnTo>
                    <a:pt x="155684" y="259709"/>
                  </a:lnTo>
                  <a:lnTo>
                    <a:pt x="160975" y="259988"/>
                  </a:lnTo>
                  <a:lnTo>
                    <a:pt x="166271" y="260100"/>
                  </a:lnTo>
                  <a:lnTo>
                    <a:pt x="171568" y="260044"/>
                  </a:lnTo>
                  <a:lnTo>
                    <a:pt x="176861" y="259820"/>
                  </a:lnTo>
                  <a:lnTo>
                    <a:pt x="182144" y="259429"/>
                  </a:lnTo>
                  <a:lnTo>
                    <a:pt x="187412" y="258870"/>
                  </a:lnTo>
                  <a:lnTo>
                    <a:pt x="192660" y="258145"/>
                  </a:lnTo>
                  <a:lnTo>
                    <a:pt x="197882" y="257254"/>
                  </a:lnTo>
                  <a:lnTo>
                    <a:pt x="203073" y="256198"/>
                  </a:lnTo>
                  <a:lnTo>
                    <a:pt x="208228" y="254978"/>
                  </a:lnTo>
                  <a:lnTo>
                    <a:pt x="213342" y="253595"/>
                  </a:lnTo>
                  <a:lnTo>
                    <a:pt x="218410" y="252051"/>
                  </a:lnTo>
                  <a:lnTo>
                    <a:pt x="223426" y="250347"/>
                  </a:lnTo>
                  <a:lnTo>
                    <a:pt x="228385" y="248485"/>
                  </a:lnTo>
                  <a:lnTo>
                    <a:pt x="233283" y="246466"/>
                  </a:lnTo>
                  <a:lnTo>
                    <a:pt x="238115" y="244294"/>
                  </a:lnTo>
                  <a:lnTo>
                    <a:pt x="242875" y="241969"/>
                  </a:lnTo>
                  <a:lnTo>
                    <a:pt x="247559" y="239495"/>
                  </a:lnTo>
                  <a:lnTo>
                    <a:pt x="252163" y="236874"/>
                  </a:lnTo>
                  <a:lnTo>
                    <a:pt x="256681" y="234108"/>
                  </a:lnTo>
                  <a:lnTo>
                    <a:pt x="261109" y="231200"/>
                  </a:lnTo>
                  <a:lnTo>
                    <a:pt x="265443" y="228154"/>
                  </a:lnTo>
                  <a:lnTo>
                    <a:pt x="269678" y="224972"/>
                  </a:lnTo>
                  <a:lnTo>
                    <a:pt x="273811" y="221657"/>
                  </a:lnTo>
                  <a:lnTo>
                    <a:pt x="277836" y="218212"/>
                  </a:lnTo>
                  <a:lnTo>
                    <a:pt x="281750" y="214642"/>
                  </a:lnTo>
                  <a:lnTo>
                    <a:pt x="285549" y="210950"/>
                  </a:lnTo>
                  <a:lnTo>
                    <a:pt x="289229" y="207140"/>
                  </a:lnTo>
                  <a:lnTo>
                    <a:pt x="292786" y="203214"/>
                  </a:lnTo>
                  <a:lnTo>
                    <a:pt x="296217" y="199178"/>
                  </a:lnTo>
                  <a:lnTo>
                    <a:pt x="299519" y="195035"/>
                  </a:lnTo>
                  <a:lnTo>
                    <a:pt x="302687" y="190790"/>
                  </a:lnTo>
                  <a:lnTo>
                    <a:pt x="305720" y="186446"/>
                  </a:lnTo>
                  <a:lnTo>
                    <a:pt x="308613" y="182008"/>
                  </a:lnTo>
                  <a:lnTo>
                    <a:pt x="311365" y="177481"/>
                  </a:lnTo>
                  <a:lnTo>
                    <a:pt x="313971" y="172869"/>
                  </a:lnTo>
                  <a:lnTo>
                    <a:pt x="316430" y="168177"/>
                  </a:lnTo>
                  <a:lnTo>
                    <a:pt x="318740" y="163409"/>
                  </a:lnTo>
                  <a:lnTo>
                    <a:pt x="320897" y="158571"/>
                  </a:lnTo>
                  <a:lnTo>
                    <a:pt x="322899" y="153666"/>
                  </a:lnTo>
                  <a:lnTo>
                    <a:pt x="324745" y="148701"/>
                  </a:lnTo>
                  <a:lnTo>
                    <a:pt x="326433" y="143680"/>
                  </a:lnTo>
                  <a:lnTo>
                    <a:pt x="327961" y="138607"/>
                  </a:lnTo>
                  <a:lnTo>
                    <a:pt x="329327" y="133489"/>
                  </a:lnTo>
                  <a:lnTo>
                    <a:pt x="330531" y="128330"/>
                  </a:lnTo>
                  <a:lnTo>
                    <a:pt x="331570" y="123135"/>
                  </a:lnTo>
                  <a:lnTo>
                    <a:pt x="332445" y="117910"/>
                  </a:lnTo>
                  <a:lnTo>
                    <a:pt x="333153" y="112660"/>
                  </a:lnTo>
                  <a:lnTo>
                    <a:pt x="333695" y="107391"/>
                  </a:lnTo>
                  <a:lnTo>
                    <a:pt x="334069" y="102106"/>
                  </a:lnTo>
                  <a:lnTo>
                    <a:pt x="334276" y="96813"/>
                  </a:lnTo>
                  <a:lnTo>
                    <a:pt x="334315" y="91515"/>
                  </a:lnTo>
                  <a:lnTo>
                    <a:pt x="334186" y="86219"/>
                  </a:lnTo>
                  <a:lnTo>
                    <a:pt x="333889" y="80930"/>
                  </a:lnTo>
                  <a:lnTo>
                    <a:pt x="333425" y="75653"/>
                  </a:lnTo>
                  <a:lnTo>
                    <a:pt x="332794" y="70393"/>
                  </a:lnTo>
                  <a:lnTo>
                    <a:pt x="331997" y="65156"/>
                  </a:lnTo>
                  <a:lnTo>
                    <a:pt x="331034" y="59947"/>
                  </a:lnTo>
                  <a:lnTo>
                    <a:pt x="329906" y="54771"/>
                  </a:lnTo>
                  <a:lnTo>
                    <a:pt x="328615" y="49633"/>
                  </a:lnTo>
                  <a:lnTo>
                    <a:pt x="327162" y="44538"/>
                  </a:lnTo>
                  <a:lnTo>
                    <a:pt x="325548" y="39493"/>
                  </a:lnTo>
                  <a:lnTo>
                    <a:pt x="323775" y="34501"/>
                  </a:lnTo>
                  <a:lnTo>
                    <a:pt x="321845" y="29567"/>
                  </a:lnTo>
                  <a:lnTo>
                    <a:pt x="319760" y="24697"/>
                  </a:lnTo>
                  <a:lnTo>
                    <a:pt x="167154" y="929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152605" cy="167167"/>
            </a:xfrm>
            <a:custGeom>
              <a:avLst/>
              <a:pathLst>
                <a:path w="152605" h="167167">
                  <a:moveTo>
                    <a:pt x="152605" y="98929"/>
                  </a:moveTo>
                  <a:lnTo>
                    <a:pt x="150281" y="93952"/>
                  </a:lnTo>
                  <a:lnTo>
                    <a:pt x="147794" y="89053"/>
                  </a:lnTo>
                  <a:lnTo>
                    <a:pt x="145147" y="84238"/>
                  </a:lnTo>
                  <a:lnTo>
                    <a:pt x="142344" y="79514"/>
                  </a:lnTo>
                  <a:lnTo>
                    <a:pt x="139386" y="74884"/>
                  </a:lnTo>
                  <a:lnTo>
                    <a:pt x="136279" y="70353"/>
                  </a:lnTo>
                  <a:lnTo>
                    <a:pt x="133024" y="65927"/>
                  </a:lnTo>
                  <a:lnTo>
                    <a:pt x="129625" y="61611"/>
                  </a:lnTo>
                  <a:lnTo>
                    <a:pt x="126087" y="57408"/>
                  </a:lnTo>
                  <a:lnTo>
                    <a:pt x="122412" y="53324"/>
                  </a:lnTo>
                  <a:lnTo>
                    <a:pt x="118605" y="49363"/>
                  </a:lnTo>
                  <a:lnTo>
                    <a:pt x="114670" y="45529"/>
                  </a:lnTo>
                  <a:lnTo>
                    <a:pt x="110611" y="41827"/>
                  </a:lnTo>
                  <a:lnTo>
                    <a:pt x="106432" y="38260"/>
                  </a:lnTo>
                  <a:lnTo>
                    <a:pt x="102139" y="34832"/>
                  </a:lnTo>
                  <a:lnTo>
                    <a:pt x="97735" y="31547"/>
                  </a:lnTo>
                  <a:lnTo>
                    <a:pt x="93226" y="28409"/>
                  </a:lnTo>
                  <a:lnTo>
                    <a:pt x="88616" y="25420"/>
                  </a:lnTo>
                  <a:lnTo>
                    <a:pt x="83910" y="22585"/>
                  </a:lnTo>
                  <a:lnTo>
                    <a:pt x="79114" y="19906"/>
                  </a:lnTo>
                  <a:lnTo>
                    <a:pt x="74232" y="17386"/>
                  </a:lnTo>
                  <a:lnTo>
                    <a:pt x="69270" y="15027"/>
                  </a:lnTo>
                  <a:lnTo>
                    <a:pt x="64233" y="12833"/>
                  </a:lnTo>
                  <a:lnTo>
                    <a:pt x="59127" y="10806"/>
                  </a:lnTo>
                  <a:lnTo>
                    <a:pt x="53957" y="8947"/>
                  </a:lnTo>
                  <a:lnTo>
                    <a:pt x="48729" y="7259"/>
                  </a:lnTo>
                  <a:lnTo>
                    <a:pt x="43448" y="5745"/>
                  </a:lnTo>
                  <a:lnTo>
                    <a:pt x="38120" y="4404"/>
                  </a:lnTo>
                  <a:lnTo>
                    <a:pt x="32751" y="3239"/>
                  </a:lnTo>
                  <a:lnTo>
                    <a:pt x="27347" y="2252"/>
                  </a:lnTo>
                  <a:lnTo>
                    <a:pt x="21913" y="1442"/>
                  </a:lnTo>
                  <a:lnTo>
                    <a:pt x="16455" y="811"/>
                  </a:lnTo>
                  <a:lnTo>
                    <a:pt x="10980" y="361"/>
                  </a:lnTo>
                  <a:lnTo>
                    <a:pt x="549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5546" y="4213821"/>
              <a:ext cx="82925" cy="167167"/>
            </a:xfrm>
            <a:custGeom>
              <a:avLst/>
              <a:pathLst>
                <a:path w="82925" h="167167">
                  <a:moveTo>
                    <a:pt x="82925" y="0"/>
                  </a:moveTo>
                  <a:lnTo>
                    <a:pt x="77142" y="100"/>
                  </a:lnTo>
                  <a:lnTo>
                    <a:pt x="71365" y="400"/>
                  </a:lnTo>
                  <a:lnTo>
                    <a:pt x="65602" y="899"/>
                  </a:lnTo>
                  <a:lnTo>
                    <a:pt x="59860" y="1598"/>
                  </a:lnTo>
                  <a:lnTo>
                    <a:pt x="54146" y="2495"/>
                  </a:lnTo>
                  <a:lnTo>
                    <a:pt x="48466" y="3590"/>
                  </a:lnTo>
                  <a:lnTo>
                    <a:pt x="42827" y="4880"/>
                  </a:lnTo>
                  <a:lnTo>
                    <a:pt x="37237" y="6364"/>
                  </a:lnTo>
                  <a:lnTo>
                    <a:pt x="31701" y="8041"/>
                  </a:lnTo>
                  <a:lnTo>
                    <a:pt x="26226" y="9909"/>
                  </a:lnTo>
                  <a:lnTo>
                    <a:pt x="20819" y="11964"/>
                  </a:lnTo>
                  <a:lnTo>
                    <a:pt x="15487" y="14206"/>
                  </a:lnTo>
                  <a:lnTo>
                    <a:pt x="10235" y="16631"/>
                  </a:lnTo>
                  <a:lnTo>
                    <a:pt x="5071" y="19236"/>
                  </a:lnTo>
                  <a:lnTo>
                    <a:pt x="0" y="22018"/>
                  </a:lnTo>
                  <a:lnTo>
                    <a:pt x="8292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645546" y="4235839"/>
              <a:ext cx="82925" cy="145149"/>
            </a:xfrm>
            <a:custGeom>
              <a:avLst/>
              <a:pathLst>
                <a:path w="82925" h="145149">
                  <a:moveTo>
                    <a:pt x="0" y="0"/>
                  </a:moveTo>
                  <a:lnTo>
                    <a:pt x="82925" y="145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561308" y="4235839"/>
              <a:ext cx="167163" cy="300559"/>
            </a:xfrm>
            <a:custGeom>
              <a:avLst/>
              <a:pathLst>
                <a:path w="167163" h="300559">
                  <a:moveTo>
                    <a:pt x="84238" y="0"/>
                  </a:moveTo>
                  <a:lnTo>
                    <a:pt x="79625" y="2734"/>
                  </a:lnTo>
                  <a:lnTo>
                    <a:pt x="75103" y="5614"/>
                  </a:lnTo>
                  <a:lnTo>
                    <a:pt x="70676" y="8638"/>
                  </a:lnTo>
                  <a:lnTo>
                    <a:pt x="66348" y="11803"/>
                  </a:lnTo>
                  <a:lnTo>
                    <a:pt x="62123" y="15104"/>
                  </a:lnTo>
                  <a:lnTo>
                    <a:pt x="58007" y="18540"/>
                  </a:lnTo>
                  <a:lnTo>
                    <a:pt x="54003" y="22106"/>
                  </a:lnTo>
                  <a:lnTo>
                    <a:pt x="50115" y="25798"/>
                  </a:lnTo>
                  <a:lnTo>
                    <a:pt x="46348" y="29613"/>
                  </a:lnTo>
                  <a:lnTo>
                    <a:pt x="42704" y="33547"/>
                  </a:lnTo>
                  <a:lnTo>
                    <a:pt x="39189" y="37596"/>
                  </a:lnTo>
                  <a:lnTo>
                    <a:pt x="35806" y="41755"/>
                  </a:lnTo>
                  <a:lnTo>
                    <a:pt x="32558" y="46021"/>
                  </a:lnTo>
                  <a:lnTo>
                    <a:pt x="29448" y="50388"/>
                  </a:lnTo>
                  <a:lnTo>
                    <a:pt x="26480" y="54854"/>
                  </a:lnTo>
                  <a:lnTo>
                    <a:pt x="23657" y="59412"/>
                  </a:lnTo>
                  <a:lnTo>
                    <a:pt x="20981" y="64058"/>
                  </a:lnTo>
                  <a:lnTo>
                    <a:pt x="18456" y="68788"/>
                  </a:lnTo>
                  <a:lnTo>
                    <a:pt x="16083" y="73596"/>
                  </a:lnTo>
                  <a:lnTo>
                    <a:pt x="13866" y="78478"/>
                  </a:lnTo>
                  <a:lnTo>
                    <a:pt x="11807" y="83428"/>
                  </a:lnTo>
                  <a:lnTo>
                    <a:pt x="9908" y="88442"/>
                  </a:lnTo>
                  <a:lnTo>
                    <a:pt x="8170" y="93514"/>
                  </a:lnTo>
                  <a:lnTo>
                    <a:pt x="6596" y="98640"/>
                  </a:lnTo>
                  <a:lnTo>
                    <a:pt x="5187" y="103813"/>
                  </a:lnTo>
                  <a:lnTo>
                    <a:pt x="3945" y="109029"/>
                  </a:lnTo>
                  <a:lnTo>
                    <a:pt x="2870" y="114282"/>
                  </a:lnTo>
                  <a:lnTo>
                    <a:pt x="1965" y="119566"/>
                  </a:lnTo>
                  <a:lnTo>
                    <a:pt x="1229" y="124877"/>
                  </a:lnTo>
                  <a:lnTo>
                    <a:pt x="665" y="130209"/>
                  </a:lnTo>
                  <a:lnTo>
                    <a:pt x="271" y="135556"/>
                  </a:lnTo>
                  <a:lnTo>
                    <a:pt x="49" y="140913"/>
                  </a:lnTo>
                  <a:lnTo>
                    <a:pt x="0" y="146275"/>
                  </a:lnTo>
                  <a:lnTo>
                    <a:pt x="122" y="151635"/>
                  </a:lnTo>
                  <a:lnTo>
                    <a:pt x="416" y="156989"/>
                  </a:lnTo>
                  <a:lnTo>
                    <a:pt x="881" y="162330"/>
                  </a:lnTo>
                  <a:lnTo>
                    <a:pt x="1518" y="167654"/>
                  </a:lnTo>
                  <a:lnTo>
                    <a:pt x="2324" y="172955"/>
                  </a:lnTo>
                  <a:lnTo>
                    <a:pt x="3301" y="178227"/>
                  </a:lnTo>
                  <a:lnTo>
                    <a:pt x="4446" y="183464"/>
                  </a:lnTo>
                  <a:lnTo>
                    <a:pt x="5758" y="188663"/>
                  </a:lnTo>
                  <a:lnTo>
                    <a:pt x="7237" y="193817"/>
                  </a:lnTo>
                  <a:lnTo>
                    <a:pt x="8880" y="198921"/>
                  </a:lnTo>
                  <a:lnTo>
                    <a:pt x="10686" y="203969"/>
                  </a:lnTo>
                  <a:lnTo>
                    <a:pt x="12653" y="208957"/>
                  </a:lnTo>
                  <a:lnTo>
                    <a:pt x="14778" y="213879"/>
                  </a:lnTo>
                  <a:lnTo>
                    <a:pt x="17061" y="218731"/>
                  </a:lnTo>
                  <a:lnTo>
                    <a:pt x="19498" y="223506"/>
                  </a:lnTo>
                  <a:lnTo>
                    <a:pt x="22087" y="228202"/>
                  </a:lnTo>
                  <a:lnTo>
                    <a:pt x="24825" y="232812"/>
                  </a:lnTo>
                  <a:lnTo>
                    <a:pt x="27709" y="237331"/>
                  </a:lnTo>
                  <a:lnTo>
                    <a:pt x="30737" y="241756"/>
                  </a:lnTo>
                  <a:lnTo>
                    <a:pt x="33906" y="246081"/>
                  </a:lnTo>
                  <a:lnTo>
                    <a:pt x="37211" y="250303"/>
                  </a:lnTo>
                  <a:lnTo>
                    <a:pt x="40650" y="254416"/>
                  </a:lnTo>
                  <a:lnTo>
                    <a:pt x="44219" y="258417"/>
                  </a:lnTo>
                  <a:lnTo>
                    <a:pt x="47915" y="262302"/>
                  </a:lnTo>
                  <a:lnTo>
                    <a:pt x="51733" y="266066"/>
                  </a:lnTo>
                  <a:lnTo>
                    <a:pt x="55671" y="269705"/>
                  </a:lnTo>
                  <a:lnTo>
                    <a:pt x="59722" y="273217"/>
                  </a:lnTo>
                  <a:lnTo>
                    <a:pt x="63885" y="276597"/>
                  </a:lnTo>
                  <a:lnTo>
                    <a:pt x="68153" y="279841"/>
                  </a:lnTo>
                  <a:lnTo>
                    <a:pt x="72524" y="282947"/>
                  </a:lnTo>
                  <a:lnTo>
                    <a:pt x="76992" y="285911"/>
                  </a:lnTo>
                  <a:lnTo>
                    <a:pt x="81552" y="288730"/>
                  </a:lnTo>
                  <a:lnTo>
                    <a:pt x="86201" y="291402"/>
                  </a:lnTo>
                  <a:lnTo>
                    <a:pt x="90933" y="293923"/>
                  </a:lnTo>
                  <a:lnTo>
                    <a:pt x="95743" y="296291"/>
                  </a:lnTo>
                  <a:lnTo>
                    <a:pt x="100627" y="298504"/>
                  </a:lnTo>
                  <a:lnTo>
                    <a:pt x="105579" y="300559"/>
                  </a:lnTo>
                  <a:lnTo>
                    <a:pt x="167163" y="145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666888" y="4213821"/>
              <a:ext cx="228734" cy="334334"/>
            </a:xfrm>
            <a:custGeom>
              <a:avLst/>
              <a:pathLst>
                <a:path w="228734" h="334334">
                  <a:moveTo>
                    <a:pt x="0" y="322577"/>
                  </a:moveTo>
                  <a:lnTo>
                    <a:pt x="4956" y="324451"/>
                  </a:lnTo>
                  <a:lnTo>
                    <a:pt x="9970" y="326167"/>
                  </a:lnTo>
                  <a:lnTo>
                    <a:pt x="15036" y="327723"/>
                  </a:lnTo>
                  <a:lnTo>
                    <a:pt x="20148" y="329118"/>
                  </a:lnTo>
                  <a:lnTo>
                    <a:pt x="25302" y="330350"/>
                  </a:lnTo>
                  <a:lnTo>
                    <a:pt x="30493" y="331418"/>
                  </a:lnTo>
                  <a:lnTo>
                    <a:pt x="35715" y="332321"/>
                  </a:lnTo>
                  <a:lnTo>
                    <a:pt x="40962" y="333058"/>
                  </a:lnTo>
                  <a:lnTo>
                    <a:pt x="46231" y="333628"/>
                  </a:lnTo>
                  <a:lnTo>
                    <a:pt x="51515" y="334031"/>
                  </a:lnTo>
                  <a:lnTo>
                    <a:pt x="56809" y="334266"/>
                  </a:lnTo>
                  <a:lnTo>
                    <a:pt x="62108" y="334334"/>
                  </a:lnTo>
                  <a:lnTo>
                    <a:pt x="67406" y="334233"/>
                  </a:lnTo>
                  <a:lnTo>
                    <a:pt x="72698" y="333964"/>
                  </a:lnTo>
                  <a:lnTo>
                    <a:pt x="77980" y="333528"/>
                  </a:lnTo>
                  <a:lnTo>
                    <a:pt x="83244" y="332925"/>
                  </a:lnTo>
                  <a:lnTo>
                    <a:pt x="88487" y="332155"/>
                  </a:lnTo>
                  <a:lnTo>
                    <a:pt x="93703" y="331220"/>
                  </a:lnTo>
                  <a:lnTo>
                    <a:pt x="98887" y="330119"/>
                  </a:lnTo>
                  <a:lnTo>
                    <a:pt x="104033" y="328855"/>
                  </a:lnTo>
                  <a:lnTo>
                    <a:pt x="109137" y="327428"/>
                  </a:lnTo>
                  <a:lnTo>
                    <a:pt x="114193" y="325840"/>
                  </a:lnTo>
                  <a:lnTo>
                    <a:pt x="119196" y="324093"/>
                  </a:lnTo>
                  <a:lnTo>
                    <a:pt x="124141" y="322188"/>
                  </a:lnTo>
                  <a:lnTo>
                    <a:pt x="129023" y="320127"/>
                  </a:lnTo>
                  <a:lnTo>
                    <a:pt x="133837" y="317913"/>
                  </a:lnTo>
                  <a:lnTo>
                    <a:pt x="138579" y="315547"/>
                  </a:lnTo>
                  <a:lnTo>
                    <a:pt x="143243" y="313032"/>
                  </a:lnTo>
                  <a:lnTo>
                    <a:pt x="147826" y="310370"/>
                  </a:lnTo>
                  <a:lnTo>
                    <a:pt x="152321" y="307565"/>
                  </a:lnTo>
                  <a:lnTo>
                    <a:pt x="156726" y="304618"/>
                  </a:lnTo>
                  <a:lnTo>
                    <a:pt x="161035" y="301534"/>
                  </a:lnTo>
                  <a:lnTo>
                    <a:pt x="165244" y="298314"/>
                  </a:lnTo>
                  <a:lnTo>
                    <a:pt x="169349" y="294962"/>
                  </a:lnTo>
                  <a:lnTo>
                    <a:pt x="173345" y="291482"/>
                  </a:lnTo>
                  <a:lnTo>
                    <a:pt x="177229" y="287877"/>
                  </a:lnTo>
                  <a:lnTo>
                    <a:pt x="180997" y="284151"/>
                  </a:lnTo>
                  <a:lnTo>
                    <a:pt x="184645" y="280308"/>
                  </a:lnTo>
                  <a:lnTo>
                    <a:pt x="188170" y="276350"/>
                  </a:lnTo>
                  <a:lnTo>
                    <a:pt x="191567" y="272283"/>
                  </a:lnTo>
                  <a:lnTo>
                    <a:pt x="194833" y="268110"/>
                  </a:lnTo>
                  <a:lnTo>
                    <a:pt x="197966" y="263836"/>
                  </a:lnTo>
                  <a:lnTo>
                    <a:pt x="200961" y="259465"/>
                  </a:lnTo>
                  <a:lnTo>
                    <a:pt x="203817" y="255000"/>
                  </a:lnTo>
                  <a:lnTo>
                    <a:pt x="206529" y="250448"/>
                  </a:lnTo>
                  <a:lnTo>
                    <a:pt x="209096" y="245812"/>
                  </a:lnTo>
                  <a:lnTo>
                    <a:pt x="211515" y="241097"/>
                  </a:lnTo>
                  <a:lnTo>
                    <a:pt x="213783" y="236307"/>
                  </a:lnTo>
                  <a:lnTo>
                    <a:pt x="215898" y="231449"/>
                  </a:lnTo>
                  <a:lnTo>
                    <a:pt x="217858" y="226525"/>
                  </a:lnTo>
                  <a:lnTo>
                    <a:pt x="219661" y="221542"/>
                  </a:lnTo>
                  <a:lnTo>
                    <a:pt x="221305" y="216504"/>
                  </a:lnTo>
                  <a:lnTo>
                    <a:pt x="222788" y="211417"/>
                  </a:lnTo>
                  <a:lnTo>
                    <a:pt x="224110" y="206285"/>
                  </a:lnTo>
                  <a:lnTo>
                    <a:pt x="225268" y="201114"/>
                  </a:lnTo>
                  <a:lnTo>
                    <a:pt x="226262" y="195909"/>
                  </a:lnTo>
                  <a:lnTo>
                    <a:pt x="227090" y="190674"/>
                  </a:lnTo>
                  <a:lnTo>
                    <a:pt x="227752" y="185417"/>
                  </a:lnTo>
                  <a:lnTo>
                    <a:pt x="228247" y="180141"/>
                  </a:lnTo>
                  <a:lnTo>
                    <a:pt x="228574" y="174851"/>
                  </a:lnTo>
                  <a:lnTo>
                    <a:pt x="228734" y="169555"/>
                  </a:lnTo>
                  <a:lnTo>
                    <a:pt x="228726" y="164255"/>
                  </a:lnTo>
                  <a:lnTo>
                    <a:pt x="228549" y="158959"/>
                  </a:lnTo>
                  <a:lnTo>
                    <a:pt x="228205" y="153671"/>
                  </a:lnTo>
                  <a:lnTo>
                    <a:pt x="227694" y="148396"/>
                  </a:lnTo>
                  <a:lnTo>
                    <a:pt x="227015" y="143141"/>
                  </a:lnTo>
                  <a:lnTo>
                    <a:pt x="226171" y="137909"/>
                  </a:lnTo>
                  <a:lnTo>
                    <a:pt x="225161" y="132707"/>
                  </a:lnTo>
                  <a:lnTo>
                    <a:pt x="223986" y="127540"/>
                  </a:lnTo>
                  <a:lnTo>
                    <a:pt x="222649" y="122412"/>
                  </a:lnTo>
                  <a:lnTo>
                    <a:pt x="221149" y="117329"/>
                  </a:lnTo>
                  <a:lnTo>
                    <a:pt x="219489" y="112297"/>
                  </a:lnTo>
                  <a:lnTo>
                    <a:pt x="217671" y="107319"/>
                  </a:lnTo>
                  <a:lnTo>
                    <a:pt x="215695" y="102402"/>
                  </a:lnTo>
                  <a:lnTo>
                    <a:pt x="213565" y="97550"/>
                  </a:lnTo>
                  <a:lnTo>
                    <a:pt x="211282" y="92768"/>
                  </a:lnTo>
                  <a:lnTo>
                    <a:pt x="208849" y="88060"/>
                  </a:lnTo>
                  <a:lnTo>
                    <a:pt x="206267" y="83432"/>
                  </a:lnTo>
                  <a:lnTo>
                    <a:pt x="203541" y="78888"/>
                  </a:lnTo>
                  <a:lnTo>
                    <a:pt x="200671" y="74433"/>
                  </a:lnTo>
                  <a:lnTo>
                    <a:pt x="197662" y="70071"/>
                  </a:lnTo>
                  <a:lnTo>
                    <a:pt x="194516" y="65807"/>
                  </a:lnTo>
                  <a:lnTo>
                    <a:pt x="191237" y="61644"/>
                  </a:lnTo>
                  <a:lnTo>
                    <a:pt x="187827" y="57588"/>
                  </a:lnTo>
                  <a:lnTo>
                    <a:pt x="184290" y="53641"/>
                  </a:lnTo>
                  <a:lnTo>
                    <a:pt x="180630" y="49809"/>
                  </a:lnTo>
                  <a:lnTo>
                    <a:pt x="176850" y="46095"/>
                  </a:lnTo>
                  <a:lnTo>
                    <a:pt x="172955" y="42502"/>
                  </a:lnTo>
                  <a:lnTo>
                    <a:pt x="168948" y="39034"/>
                  </a:lnTo>
                  <a:lnTo>
                    <a:pt x="164832" y="35696"/>
                  </a:lnTo>
                  <a:lnTo>
                    <a:pt x="160613" y="32489"/>
                  </a:lnTo>
                  <a:lnTo>
                    <a:pt x="156295" y="29418"/>
                  </a:lnTo>
                  <a:lnTo>
                    <a:pt x="151881" y="26485"/>
                  </a:lnTo>
                  <a:lnTo>
                    <a:pt x="147377" y="23694"/>
                  </a:lnTo>
                  <a:lnTo>
                    <a:pt x="142786" y="21047"/>
                  </a:lnTo>
                  <a:lnTo>
                    <a:pt x="138114" y="18546"/>
                  </a:lnTo>
                  <a:lnTo>
                    <a:pt x="133364" y="16195"/>
                  </a:lnTo>
                  <a:lnTo>
                    <a:pt x="128543" y="13996"/>
                  </a:lnTo>
                  <a:lnTo>
                    <a:pt x="123655" y="11950"/>
                  </a:lnTo>
                  <a:lnTo>
                    <a:pt x="118704" y="10061"/>
                  </a:lnTo>
                  <a:lnTo>
                    <a:pt x="113695" y="8329"/>
                  </a:lnTo>
                  <a:lnTo>
                    <a:pt x="108634" y="6758"/>
                  </a:lnTo>
                  <a:lnTo>
                    <a:pt x="103526" y="5347"/>
                  </a:lnTo>
                  <a:lnTo>
                    <a:pt x="98376" y="4099"/>
                  </a:lnTo>
                  <a:lnTo>
                    <a:pt x="93189" y="3014"/>
                  </a:lnTo>
                  <a:lnTo>
                    <a:pt x="87970" y="2095"/>
                  </a:lnTo>
                  <a:lnTo>
                    <a:pt x="82725" y="1342"/>
                  </a:lnTo>
                  <a:lnTo>
                    <a:pt x="77458" y="755"/>
                  </a:lnTo>
                  <a:lnTo>
                    <a:pt x="72175" y="335"/>
                  </a:lnTo>
                  <a:lnTo>
                    <a:pt x="66882" y="83"/>
                  </a:lnTo>
                  <a:lnTo>
                    <a:pt x="61584" y="0"/>
                  </a:lnTo>
                  <a:lnTo>
                    <a:pt x="615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2286" y="3707720"/>
              <a:ext cx="166725" cy="167167"/>
            </a:xfrm>
            <a:custGeom>
              <a:avLst/>
              <a:pathLst>
                <a:path w="166725" h="167167">
                  <a:moveTo>
                    <a:pt x="166725" y="0"/>
                  </a:moveTo>
                  <a:lnTo>
                    <a:pt x="161282" y="88"/>
                  </a:lnTo>
                  <a:lnTo>
                    <a:pt x="155844" y="354"/>
                  </a:lnTo>
                  <a:lnTo>
                    <a:pt x="150419" y="797"/>
                  </a:lnTo>
                  <a:lnTo>
                    <a:pt x="145010" y="1416"/>
                  </a:lnTo>
                  <a:lnTo>
                    <a:pt x="139625" y="2211"/>
                  </a:lnTo>
                  <a:lnTo>
                    <a:pt x="134268" y="3181"/>
                  </a:lnTo>
                  <a:lnTo>
                    <a:pt x="128946" y="4324"/>
                  </a:lnTo>
                  <a:lnTo>
                    <a:pt x="123664" y="5641"/>
                  </a:lnTo>
                  <a:lnTo>
                    <a:pt x="118428" y="7128"/>
                  </a:lnTo>
                  <a:lnTo>
                    <a:pt x="113242" y="8786"/>
                  </a:lnTo>
                  <a:lnTo>
                    <a:pt x="108114" y="10611"/>
                  </a:lnTo>
                  <a:lnTo>
                    <a:pt x="103047" y="12603"/>
                  </a:lnTo>
                  <a:lnTo>
                    <a:pt x="98048" y="14758"/>
                  </a:lnTo>
                  <a:lnTo>
                    <a:pt x="93122" y="17075"/>
                  </a:lnTo>
                  <a:lnTo>
                    <a:pt x="88274" y="19551"/>
                  </a:lnTo>
                  <a:lnTo>
                    <a:pt x="83510" y="22183"/>
                  </a:lnTo>
                  <a:lnTo>
                    <a:pt x="78833" y="24970"/>
                  </a:lnTo>
                  <a:lnTo>
                    <a:pt x="74250" y="27907"/>
                  </a:lnTo>
                  <a:lnTo>
                    <a:pt x="69764" y="30992"/>
                  </a:lnTo>
                  <a:lnTo>
                    <a:pt x="65382" y="34221"/>
                  </a:lnTo>
                  <a:lnTo>
                    <a:pt x="61107" y="37591"/>
                  </a:lnTo>
                  <a:lnTo>
                    <a:pt x="56944" y="41099"/>
                  </a:lnTo>
                  <a:lnTo>
                    <a:pt x="52897" y="44740"/>
                  </a:lnTo>
                  <a:lnTo>
                    <a:pt x="48972" y="48511"/>
                  </a:lnTo>
                  <a:lnTo>
                    <a:pt x="45171" y="52408"/>
                  </a:lnTo>
                  <a:lnTo>
                    <a:pt x="41498" y="56427"/>
                  </a:lnTo>
                  <a:lnTo>
                    <a:pt x="37959" y="60563"/>
                  </a:lnTo>
                  <a:lnTo>
                    <a:pt x="34556" y="64812"/>
                  </a:lnTo>
                  <a:lnTo>
                    <a:pt x="31294" y="69170"/>
                  </a:lnTo>
                  <a:lnTo>
                    <a:pt x="28175" y="73631"/>
                  </a:lnTo>
                  <a:lnTo>
                    <a:pt x="25203" y="78192"/>
                  </a:lnTo>
                  <a:lnTo>
                    <a:pt x="22381" y="82847"/>
                  </a:lnTo>
                  <a:lnTo>
                    <a:pt x="19712" y="87592"/>
                  </a:lnTo>
                  <a:lnTo>
                    <a:pt x="17199" y="92421"/>
                  </a:lnTo>
                  <a:lnTo>
                    <a:pt x="14844" y="97329"/>
                  </a:lnTo>
                  <a:lnTo>
                    <a:pt x="12651" y="102311"/>
                  </a:lnTo>
                  <a:lnTo>
                    <a:pt x="10621" y="107362"/>
                  </a:lnTo>
                  <a:lnTo>
                    <a:pt x="8756" y="112477"/>
                  </a:lnTo>
                  <a:lnTo>
                    <a:pt x="7059" y="117649"/>
                  </a:lnTo>
                  <a:lnTo>
                    <a:pt x="5532" y="122874"/>
                  </a:lnTo>
                  <a:lnTo>
                    <a:pt x="4175" y="128146"/>
                  </a:lnTo>
                  <a:lnTo>
                    <a:pt x="2991" y="133459"/>
                  </a:lnTo>
                  <a:lnTo>
                    <a:pt x="1980" y="138808"/>
                  </a:lnTo>
                  <a:lnTo>
                    <a:pt x="1144" y="144188"/>
                  </a:lnTo>
                  <a:lnTo>
                    <a:pt x="484" y="149591"/>
                  </a:lnTo>
                  <a:lnTo>
                    <a:pt x="0" y="155013"/>
                  </a:lnTo>
                  <a:lnTo>
                    <a:pt x="16672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851" y="3707726"/>
              <a:ext cx="334314" cy="334328"/>
            </a:xfrm>
            <a:custGeom>
              <a:avLst/>
              <a:pathLst>
                <a:path w="334314" h="334328">
                  <a:moveTo>
                    <a:pt x="434" y="155007"/>
                  </a:moveTo>
                  <a:lnTo>
                    <a:pt x="133" y="160286"/>
                  </a:lnTo>
                  <a:lnTo>
                    <a:pt x="0" y="165572"/>
                  </a:lnTo>
                  <a:lnTo>
                    <a:pt x="33" y="170860"/>
                  </a:lnTo>
                  <a:lnTo>
                    <a:pt x="233" y="176144"/>
                  </a:lnTo>
                  <a:lnTo>
                    <a:pt x="601" y="181419"/>
                  </a:lnTo>
                  <a:lnTo>
                    <a:pt x="1135" y="186679"/>
                  </a:lnTo>
                  <a:lnTo>
                    <a:pt x="1836" y="191921"/>
                  </a:lnTo>
                  <a:lnTo>
                    <a:pt x="2702" y="197137"/>
                  </a:lnTo>
                  <a:lnTo>
                    <a:pt x="3732" y="202323"/>
                  </a:lnTo>
                  <a:lnTo>
                    <a:pt x="4926" y="207475"/>
                  </a:lnTo>
                  <a:lnTo>
                    <a:pt x="6282" y="212586"/>
                  </a:lnTo>
                  <a:lnTo>
                    <a:pt x="7799" y="217651"/>
                  </a:lnTo>
                  <a:lnTo>
                    <a:pt x="9476" y="222666"/>
                  </a:lnTo>
                  <a:lnTo>
                    <a:pt x="11310" y="227625"/>
                  </a:lnTo>
                  <a:lnTo>
                    <a:pt x="13300" y="232524"/>
                  </a:lnTo>
                  <a:lnTo>
                    <a:pt x="15445" y="237358"/>
                  </a:lnTo>
                  <a:lnTo>
                    <a:pt x="17741" y="242121"/>
                  </a:lnTo>
                  <a:lnTo>
                    <a:pt x="20186" y="246809"/>
                  </a:lnTo>
                  <a:lnTo>
                    <a:pt x="22779" y="251418"/>
                  </a:lnTo>
                  <a:lnTo>
                    <a:pt x="25516" y="255942"/>
                  </a:lnTo>
                  <a:lnTo>
                    <a:pt x="28395" y="260377"/>
                  </a:lnTo>
                  <a:lnTo>
                    <a:pt x="31412" y="264719"/>
                  </a:lnTo>
                  <a:lnTo>
                    <a:pt x="34566" y="268964"/>
                  </a:lnTo>
                  <a:lnTo>
                    <a:pt x="37852" y="273107"/>
                  </a:lnTo>
                  <a:lnTo>
                    <a:pt x="41267" y="277143"/>
                  </a:lnTo>
                  <a:lnTo>
                    <a:pt x="44809" y="281070"/>
                  </a:lnTo>
                  <a:lnTo>
                    <a:pt x="48473" y="284883"/>
                  </a:lnTo>
                  <a:lnTo>
                    <a:pt x="52255" y="288578"/>
                  </a:lnTo>
                  <a:lnTo>
                    <a:pt x="56153" y="292151"/>
                  </a:lnTo>
                  <a:lnTo>
                    <a:pt x="60162" y="295599"/>
                  </a:lnTo>
                  <a:lnTo>
                    <a:pt x="64277" y="298919"/>
                  </a:lnTo>
                  <a:lnTo>
                    <a:pt x="68496" y="302107"/>
                  </a:lnTo>
                  <a:lnTo>
                    <a:pt x="72813" y="305160"/>
                  </a:lnTo>
                  <a:lnTo>
                    <a:pt x="77225" y="308075"/>
                  </a:lnTo>
                  <a:lnTo>
                    <a:pt x="81727" y="310849"/>
                  </a:lnTo>
                  <a:lnTo>
                    <a:pt x="86314" y="313479"/>
                  </a:lnTo>
                  <a:lnTo>
                    <a:pt x="90982" y="315963"/>
                  </a:lnTo>
                  <a:lnTo>
                    <a:pt x="95727" y="318298"/>
                  </a:lnTo>
                  <a:lnTo>
                    <a:pt x="100542" y="320481"/>
                  </a:lnTo>
                  <a:lnTo>
                    <a:pt x="105425" y="322511"/>
                  </a:lnTo>
                  <a:lnTo>
                    <a:pt x="110369" y="324386"/>
                  </a:lnTo>
                  <a:lnTo>
                    <a:pt x="115370" y="326104"/>
                  </a:lnTo>
                  <a:lnTo>
                    <a:pt x="120423" y="327662"/>
                  </a:lnTo>
                  <a:lnTo>
                    <a:pt x="125523" y="329060"/>
                  </a:lnTo>
                  <a:lnTo>
                    <a:pt x="130664" y="330296"/>
                  </a:lnTo>
                  <a:lnTo>
                    <a:pt x="135842" y="331368"/>
                  </a:lnTo>
                  <a:lnTo>
                    <a:pt x="141051" y="332277"/>
                  </a:lnTo>
                  <a:lnTo>
                    <a:pt x="146286" y="333020"/>
                  </a:lnTo>
                  <a:lnTo>
                    <a:pt x="151542" y="333597"/>
                  </a:lnTo>
                  <a:lnTo>
                    <a:pt x="156814" y="334008"/>
                  </a:lnTo>
                  <a:lnTo>
                    <a:pt x="162096" y="334252"/>
                  </a:lnTo>
                  <a:lnTo>
                    <a:pt x="167384" y="334328"/>
                  </a:lnTo>
                  <a:lnTo>
                    <a:pt x="172671" y="334237"/>
                  </a:lnTo>
                  <a:lnTo>
                    <a:pt x="177952" y="333979"/>
                  </a:lnTo>
                  <a:lnTo>
                    <a:pt x="183223" y="333555"/>
                  </a:lnTo>
                  <a:lnTo>
                    <a:pt x="188477" y="332963"/>
                  </a:lnTo>
                  <a:lnTo>
                    <a:pt x="193711" y="332206"/>
                  </a:lnTo>
                  <a:lnTo>
                    <a:pt x="198917" y="331284"/>
                  </a:lnTo>
                  <a:lnTo>
                    <a:pt x="204092" y="330197"/>
                  </a:lnTo>
                  <a:lnTo>
                    <a:pt x="209230" y="328948"/>
                  </a:lnTo>
                  <a:lnTo>
                    <a:pt x="214326" y="327536"/>
                  </a:lnTo>
                  <a:lnTo>
                    <a:pt x="219375" y="325964"/>
                  </a:lnTo>
                  <a:lnTo>
                    <a:pt x="224371" y="324233"/>
                  </a:lnTo>
                  <a:lnTo>
                    <a:pt x="229310" y="322345"/>
                  </a:lnTo>
                  <a:lnTo>
                    <a:pt x="234187" y="320302"/>
                  </a:lnTo>
                  <a:lnTo>
                    <a:pt x="238997" y="318105"/>
                  </a:lnTo>
                  <a:lnTo>
                    <a:pt x="243735" y="315758"/>
                  </a:lnTo>
                  <a:lnTo>
                    <a:pt x="248397" y="313262"/>
                  </a:lnTo>
                  <a:lnTo>
                    <a:pt x="252977" y="310619"/>
                  </a:lnTo>
                  <a:lnTo>
                    <a:pt x="257471" y="307833"/>
                  </a:lnTo>
                  <a:lnTo>
                    <a:pt x="261875" y="304906"/>
                  </a:lnTo>
                  <a:lnTo>
                    <a:pt x="266184" y="301842"/>
                  </a:lnTo>
                  <a:lnTo>
                    <a:pt x="270394" y="298643"/>
                  </a:lnTo>
                  <a:lnTo>
                    <a:pt x="274501" y="295312"/>
                  </a:lnTo>
                  <a:lnTo>
                    <a:pt x="278501" y="291853"/>
                  </a:lnTo>
                  <a:lnTo>
                    <a:pt x="282389" y="288269"/>
                  </a:lnTo>
                  <a:lnTo>
                    <a:pt x="286161" y="284564"/>
                  </a:lnTo>
                  <a:lnTo>
                    <a:pt x="289815" y="280741"/>
                  </a:lnTo>
                  <a:lnTo>
                    <a:pt x="293346" y="276805"/>
                  </a:lnTo>
                  <a:lnTo>
                    <a:pt x="296751" y="272759"/>
                  </a:lnTo>
                  <a:lnTo>
                    <a:pt x="300026" y="268608"/>
                  </a:lnTo>
                  <a:lnTo>
                    <a:pt x="303168" y="264355"/>
                  </a:lnTo>
                  <a:lnTo>
                    <a:pt x="306174" y="260005"/>
                  </a:lnTo>
                  <a:lnTo>
                    <a:pt x="309040" y="255562"/>
                  </a:lnTo>
                  <a:lnTo>
                    <a:pt x="311765" y="251030"/>
                  </a:lnTo>
                  <a:lnTo>
                    <a:pt x="314346" y="246415"/>
                  </a:lnTo>
                  <a:lnTo>
                    <a:pt x="316779" y="241720"/>
                  </a:lnTo>
                  <a:lnTo>
                    <a:pt x="319062" y="236950"/>
                  </a:lnTo>
                  <a:lnTo>
                    <a:pt x="321193" y="232111"/>
                  </a:lnTo>
                  <a:lnTo>
                    <a:pt x="323170" y="227207"/>
                  </a:lnTo>
                  <a:lnTo>
                    <a:pt x="324991" y="222243"/>
                  </a:lnTo>
                  <a:lnTo>
                    <a:pt x="326655" y="217223"/>
                  </a:lnTo>
                  <a:lnTo>
                    <a:pt x="328158" y="212154"/>
                  </a:lnTo>
                  <a:lnTo>
                    <a:pt x="329501" y="207039"/>
                  </a:lnTo>
                  <a:lnTo>
                    <a:pt x="330681" y="201885"/>
                  </a:lnTo>
                  <a:lnTo>
                    <a:pt x="331697" y="196696"/>
                  </a:lnTo>
                  <a:lnTo>
                    <a:pt x="332549" y="191477"/>
                  </a:lnTo>
                  <a:lnTo>
                    <a:pt x="333235" y="186234"/>
                  </a:lnTo>
                  <a:lnTo>
                    <a:pt x="333755" y="180972"/>
                  </a:lnTo>
                  <a:lnTo>
                    <a:pt x="334109" y="175696"/>
                  </a:lnTo>
                  <a:lnTo>
                    <a:pt x="334295" y="170412"/>
                  </a:lnTo>
                  <a:lnTo>
                    <a:pt x="334314" y="165124"/>
                  </a:lnTo>
                  <a:lnTo>
                    <a:pt x="334166" y="159838"/>
                  </a:lnTo>
                  <a:lnTo>
                    <a:pt x="333851" y="154560"/>
                  </a:lnTo>
                  <a:lnTo>
                    <a:pt x="333369" y="149294"/>
                  </a:lnTo>
                  <a:lnTo>
                    <a:pt x="332721" y="144046"/>
                  </a:lnTo>
                  <a:lnTo>
                    <a:pt x="331907" y="138821"/>
                  </a:lnTo>
                  <a:lnTo>
                    <a:pt x="330928" y="133625"/>
                  </a:lnTo>
                  <a:lnTo>
                    <a:pt x="329786" y="128462"/>
                  </a:lnTo>
                  <a:lnTo>
                    <a:pt x="328481" y="123338"/>
                  </a:lnTo>
                  <a:lnTo>
                    <a:pt x="327014" y="118258"/>
                  </a:lnTo>
                  <a:lnTo>
                    <a:pt x="325387" y="113226"/>
                  </a:lnTo>
                  <a:lnTo>
                    <a:pt x="323602" y="108249"/>
                  </a:lnTo>
                  <a:lnTo>
                    <a:pt x="321661" y="103331"/>
                  </a:lnTo>
                  <a:lnTo>
                    <a:pt x="319565" y="98476"/>
                  </a:lnTo>
                  <a:lnTo>
                    <a:pt x="317316" y="93690"/>
                  </a:lnTo>
                  <a:lnTo>
                    <a:pt x="314917" y="88978"/>
                  </a:lnTo>
                  <a:lnTo>
                    <a:pt x="312371" y="84344"/>
                  </a:lnTo>
                  <a:lnTo>
                    <a:pt x="309679" y="79793"/>
                  </a:lnTo>
                  <a:lnTo>
                    <a:pt x="306844" y="75329"/>
                  </a:lnTo>
                  <a:lnTo>
                    <a:pt x="303870" y="70957"/>
                  </a:lnTo>
                  <a:lnTo>
                    <a:pt x="300759" y="66681"/>
                  </a:lnTo>
                  <a:lnTo>
                    <a:pt x="297514" y="62506"/>
                  </a:lnTo>
                  <a:lnTo>
                    <a:pt x="294139" y="58436"/>
                  </a:lnTo>
                  <a:lnTo>
                    <a:pt x="290637" y="54474"/>
                  </a:lnTo>
                  <a:lnTo>
                    <a:pt x="287011" y="50625"/>
                  </a:lnTo>
                  <a:lnTo>
                    <a:pt x="283265" y="46893"/>
                  </a:lnTo>
                  <a:lnTo>
                    <a:pt x="279403" y="43281"/>
                  </a:lnTo>
                  <a:lnTo>
                    <a:pt x="275429" y="39793"/>
                  </a:lnTo>
                  <a:lnTo>
                    <a:pt x="271347" y="36432"/>
                  </a:lnTo>
                  <a:lnTo>
                    <a:pt x="267160" y="33202"/>
                  </a:lnTo>
                  <a:lnTo>
                    <a:pt x="262873" y="30107"/>
                  </a:lnTo>
                  <a:lnTo>
                    <a:pt x="258490" y="27148"/>
                  </a:lnTo>
                  <a:lnTo>
                    <a:pt x="254016" y="24329"/>
                  </a:lnTo>
                  <a:lnTo>
                    <a:pt x="249456" y="21654"/>
                  </a:lnTo>
                  <a:lnTo>
                    <a:pt x="244812" y="19124"/>
                  </a:lnTo>
                  <a:lnTo>
                    <a:pt x="240092" y="16742"/>
                  </a:lnTo>
                  <a:lnTo>
                    <a:pt x="235298" y="14510"/>
                  </a:lnTo>
                  <a:lnTo>
                    <a:pt x="230436" y="12432"/>
                  </a:lnTo>
                  <a:lnTo>
                    <a:pt x="225510" y="10508"/>
                  </a:lnTo>
                  <a:lnTo>
                    <a:pt x="220527" y="8741"/>
                  </a:lnTo>
                  <a:lnTo>
                    <a:pt x="215489" y="7132"/>
                  </a:lnTo>
                  <a:lnTo>
                    <a:pt x="210404" y="5684"/>
                  </a:lnTo>
                  <a:lnTo>
                    <a:pt x="205275" y="4397"/>
                  </a:lnTo>
                  <a:lnTo>
                    <a:pt x="200108" y="3273"/>
                  </a:lnTo>
                  <a:lnTo>
                    <a:pt x="194908" y="2313"/>
                  </a:lnTo>
                  <a:lnTo>
                    <a:pt x="189681" y="1517"/>
                  </a:lnTo>
                  <a:lnTo>
                    <a:pt x="184431" y="888"/>
                  </a:lnTo>
                  <a:lnTo>
                    <a:pt x="179163" y="425"/>
                  </a:lnTo>
                  <a:lnTo>
                    <a:pt x="173884" y="129"/>
                  </a:lnTo>
                  <a:lnTo>
                    <a:pt x="168598" y="0"/>
                  </a:lnTo>
                  <a:lnTo>
                    <a:pt x="167159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1438" cy="167167"/>
            </a:xfrm>
            <a:custGeom>
              <a:avLst/>
              <a:pathLst>
                <a:path w="1438" h="167167">
                  <a:moveTo>
                    <a:pt x="143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tx77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2025-06-05T20:47:06Z</dcterms:modified>
  <cp:category/>
</cp:coreProperties>
</file>