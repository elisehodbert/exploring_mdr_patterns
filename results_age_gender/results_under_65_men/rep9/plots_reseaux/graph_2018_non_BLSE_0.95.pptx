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35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9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80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06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22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144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55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92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2388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59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7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39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2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179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405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329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625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65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74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78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70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14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77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598" y="3170392"/>
              <a:ext cx="1180" cy="167167"/>
            </a:xfrm>
            <a:custGeom>
              <a:avLst/>
              <a:pathLst>
                <a:path w="1180" h="167167">
                  <a:moveTo>
                    <a:pt x="1180" y="0"/>
                  </a:moveTo>
                  <a:lnTo>
                    <a:pt x="0" y="4"/>
                  </a:lnTo>
                  <a:lnTo>
                    <a:pt x="118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18" y="3170396"/>
              <a:ext cx="334320" cy="334327"/>
            </a:xfrm>
            <a:custGeom>
              <a:avLst/>
              <a:pathLst>
                <a:path w="334320" h="334327">
                  <a:moveTo>
                    <a:pt x="165980" y="0"/>
                  </a:moveTo>
                  <a:lnTo>
                    <a:pt x="160677" y="121"/>
                  </a:lnTo>
                  <a:lnTo>
                    <a:pt x="155381" y="411"/>
                  </a:lnTo>
                  <a:lnTo>
                    <a:pt x="150097" y="868"/>
                  </a:lnTo>
                  <a:lnTo>
                    <a:pt x="144831" y="1493"/>
                  </a:lnTo>
                  <a:lnTo>
                    <a:pt x="139586" y="2285"/>
                  </a:lnTo>
                  <a:lnTo>
                    <a:pt x="134370" y="3243"/>
                  </a:lnTo>
                  <a:lnTo>
                    <a:pt x="129186" y="4366"/>
                  </a:lnTo>
                  <a:lnTo>
                    <a:pt x="124041" y="5652"/>
                  </a:lnTo>
                  <a:lnTo>
                    <a:pt x="118939" y="7101"/>
                  </a:lnTo>
                  <a:lnTo>
                    <a:pt x="113885" y="8712"/>
                  </a:lnTo>
                  <a:lnTo>
                    <a:pt x="108886" y="10481"/>
                  </a:lnTo>
                  <a:lnTo>
                    <a:pt x="103944" y="12409"/>
                  </a:lnTo>
                  <a:lnTo>
                    <a:pt x="99067" y="14492"/>
                  </a:lnTo>
                  <a:lnTo>
                    <a:pt x="94258" y="16729"/>
                  </a:lnTo>
                  <a:lnTo>
                    <a:pt x="89522" y="19118"/>
                  </a:lnTo>
                  <a:lnTo>
                    <a:pt x="84865" y="21655"/>
                  </a:lnTo>
                  <a:lnTo>
                    <a:pt x="80291" y="24339"/>
                  </a:lnTo>
                  <a:lnTo>
                    <a:pt x="75803" y="27167"/>
                  </a:lnTo>
                  <a:lnTo>
                    <a:pt x="71408" y="30135"/>
                  </a:lnTo>
                  <a:lnTo>
                    <a:pt x="67109" y="33242"/>
                  </a:lnTo>
                  <a:lnTo>
                    <a:pt x="62911" y="36483"/>
                  </a:lnTo>
                  <a:lnTo>
                    <a:pt x="58818" y="39856"/>
                  </a:lnTo>
                  <a:lnTo>
                    <a:pt x="54834" y="43357"/>
                  </a:lnTo>
                  <a:lnTo>
                    <a:pt x="50963" y="46983"/>
                  </a:lnTo>
                  <a:lnTo>
                    <a:pt x="47209" y="50729"/>
                  </a:lnTo>
                  <a:lnTo>
                    <a:pt x="43576" y="54593"/>
                  </a:lnTo>
                  <a:lnTo>
                    <a:pt x="40067" y="58570"/>
                  </a:lnTo>
                  <a:lnTo>
                    <a:pt x="36686" y="62657"/>
                  </a:lnTo>
                  <a:lnTo>
                    <a:pt x="33436" y="66849"/>
                  </a:lnTo>
                  <a:lnTo>
                    <a:pt x="30321" y="71141"/>
                  </a:lnTo>
                  <a:lnTo>
                    <a:pt x="27344" y="75531"/>
                  </a:lnTo>
                  <a:lnTo>
                    <a:pt x="24508" y="80012"/>
                  </a:lnTo>
                  <a:lnTo>
                    <a:pt x="21815" y="84581"/>
                  </a:lnTo>
                  <a:lnTo>
                    <a:pt x="19268" y="89234"/>
                  </a:lnTo>
                  <a:lnTo>
                    <a:pt x="16870" y="93965"/>
                  </a:lnTo>
                  <a:lnTo>
                    <a:pt x="14624" y="98769"/>
                  </a:lnTo>
                  <a:lnTo>
                    <a:pt x="12531" y="103643"/>
                  </a:lnTo>
                  <a:lnTo>
                    <a:pt x="10594" y="108580"/>
                  </a:lnTo>
                  <a:lnTo>
                    <a:pt x="8814" y="113576"/>
                  </a:lnTo>
                  <a:lnTo>
                    <a:pt x="7194" y="118626"/>
                  </a:lnTo>
                  <a:lnTo>
                    <a:pt x="5735" y="123726"/>
                  </a:lnTo>
                  <a:lnTo>
                    <a:pt x="4438" y="128868"/>
                  </a:lnTo>
                  <a:lnTo>
                    <a:pt x="3305" y="134050"/>
                  </a:lnTo>
                  <a:lnTo>
                    <a:pt x="2337" y="139264"/>
                  </a:lnTo>
                  <a:lnTo>
                    <a:pt x="1535" y="144507"/>
                  </a:lnTo>
                  <a:lnTo>
                    <a:pt x="900" y="149773"/>
                  </a:lnTo>
                  <a:lnTo>
                    <a:pt x="432" y="155056"/>
                  </a:lnTo>
                  <a:lnTo>
                    <a:pt x="132" y="160351"/>
                  </a:lnTo>
                  <a:lnTo>
                    <a:pt x="0" y="165653"/>
                  </a:lnTo>
                  <a:lnTo>
                    <a:pt x="36" y="170957"/>
                  </a:lnTo>
                  <a:lnTo>
                    <a:pt x="240" y="176257"/>
                  </a:lnTo>
                  <a:lnTo>
                    <a:pt x="613" y="181547"/>
                  </a:lnTo>
                  <a:lnTo>
                    <a:pt x="1153" y="186824"/>
                  </a:lnTo>
                  <a:lnTo>
                    <a:pt x="1860" y="192080"/>
                  </a:lnTo>
                  <a:lnTo>
                    <a:pt x="2734" y="197311"/>
                  </a:lnTo>
                  <a:lnTo>
                    <a:pt x="3773" y="202512"/>
                  </a:lnTo>
                  <a:lnTo>
                    <a:pt x="4977" y="207678"/>
                  </a:lnTo>
                  <a:lnTo>
                    <a:pt x="6344" y="212802"/>
                  </a:lnTo>
                  <a:lnTo>
                    <a:pt x="7872" y="217881"/>
                  </a:lnTo>
                  <a:lnTo>
                    <a:pt x="9561" y="222909"/>
                  </a:lnTo>
                  <a:lnTo>
                    <a:pt x="11409" y="227880"/>
                  </a:lnTo>
                  <a:lnTo>
                    <a:pt x="13414" y="232791"/>
                  </a:lnTo>
                  <a:lnTo>
                    <a:pt x="15573" y="237635"/>
                  </a:lnTo>
                  <a:lnTo>
                    <a:pt x="17885" y="242408"/>
                  </a:lnTo>
                  <a:lnTo>
                    <a:pt x="20347" y="247106"/>
                  </a:lnTo>
                  <a:lnTo>
                    <a:pt x="22957" y="251723"/>
                  </a:lnTo>
                  <a:lnTo>
                    <a:pt x="25712" y="256255"/>
                  </a:lnTo>
                  <a:lnTo>
                    <a:pt x="28610" y="260697"/>
                  </a:lnTo>
                  <a:lnTo>
                    <a:pt x="31647" y="265046"/>
                  </a:lnTo>
                  <a:lnTo>
                    <a:pt x="34820" y="269295"/>
                  </a:lnTo>
                  <a:lnTo>
                    <a:pt x="38127" y="273442"/>
                  </a:lnTo>
                  <a:lnTo>
                    <a:pt x="41563" y="277482"/>
                  </a:lnTo>
                  <a:lnTo>
                    <a:pt x="45126" y="281411"/>
                  </a:lnTo>
                  <a:lnTo>
                    <a:pt x="48812" y="285225"/>
                  </a:lnTo>
                  <a:lnTo>
                    <a:pt x="52617" y="288920"/>
                  </a:lnTo>
                  <a:lnTo>
                    <a:pt x="56537" y="292492"/>
                  </a:lnTo>
                  <a:lnTo>
                    <a:pt x="60568" y="295938"/>
                  </a:lnTo>
                  <a:lnTo>
                    <a:pt x="64707" y="299255"/>
                  </a:lnTo>
                  <a:lnTo>
                    <a:pt x="68949" y="302439"/>
                  </a:lnTo>
                  <a:lnTo>
                    <a:pt x="73290" y="305486"/>
                  </a:lnTo>
                  <a:lnTo>
                    <a:pt x="77725" y="308394"/>
                  </a:lnTo>
                  <a:lnTo>
                    <a:pt x="82251" y="311161"/>
                  </a:lnTo>
                  <a:lnTo>
                    <a:pt x="86862" y="313782"/>
                  </a:lnTo>
                  <a:lnTo>
                    <a:pt x="91553" y="316255"/>
                  </a:lnTo>
                  <a:lnTo>
                    <a:pt x="96321" y="318579"/>
                  </a:lnTo>
                  <a:lnTo>
                    <a:pt x="101160" y="320750"/>
                  </a:lnTo>
                  <a:lnTo>
                    <a:pt x="106066" y="322766"/>
                  </a:lnTo>
                  <a:lnTo>
                    <a:pt x="111033" y="324626"/>
                  </a:lnTo>
                  <a:lnTo>
                    <a:pt x="116056" y="326327"/>
                  </a:lnTo>
                  <a:lnTo>
                    <a:pt x="121131" y="327868"/>
                  </a:lnTo>
                  <a:lnTo>
                    <a:pt x="126252" y="329248"/>
                  </a:lnTo>
                  <a:lnTo>
                    <a:pt x="131415" y="330464"/>
                  </a:lnTo>
                  <a:lnTo>
                    <a:pt x="136613" y="331516"/>
                  </a:lnTo>
                  <a:lnTo>
                    <a:pt x="141843" y="332402"/>
                  </a:lnTo>
                  <a:lnTo>
                    <a:pt x="147097" y="333122"/>
                  </a:lnTo>
                  <a:lnTo>
                    <a:pt x="152372" y="333675"/>
                  </a:lnTo>
                  <a:lnTo>
                    <a:pt x="157662" y="334060"/>
                  </a:lnTo>
                  <a:lnTo>
                    <a:pt x="162961" y="334277"/>
                  </a:lnTo>
                  <a:lnTo>
                    <a:pt x="168265" y="334327"/>
                  </a:lnTo>
                  <a:lnTo>
                    <a:pt x="173567" y="334207"/>
                  </a:lnTo>
                  <a:lnTo>
                    <a:pt x="178863" y="333920"/>
                  </a:lnTo>
                  <a:lnTo>
                    <a:pt x="184147" y="333465"/>
                  </a:lnTo>
                  <a:lnTo>
                    <a:pt x="189414" y="332842"/>
                  </a:lnTo>
                  <a:lnTo>
                    <a:pt x="194659" y="332053"/>
                  </a:lnTo>
                  <a:lnTo>
                    <a:pt x="199876" y="331098"/>
                  </a:lnTo>
                  <a:lnTo>
                    <a:pt x="205060" y="329977"/>
                  </a:lnTo>
                  <a:lnTo>
                    <a:pt x="210206" y="328693"/>
                  </a:lnTo>
                  <a:lnTo>
                    <a:pt x="215309" y="327246"/>
                  </a:lnTo>
                  <a:lnTo>
                    <a:pt x="220363" y="325638"/>
                  </a:lnTo>
                  <a:lnTo>
                    <a:pt x="225364" y="323870"/>
                  </a:lnTo>
                  <a:lnTo>
                    <a:pt x="230306" y="321945"/>
                  </a:lnTo>
                  <a:lnTo>
                    <a:pt x="235184" y="319864"/>
                  </a:lnTo>
                  <a:lnTo>
                    <a:pt x="239994" y="317629"/>
                  </a:lnTo>
                  <a:lnTo>
                    <a:pt x="244731" y="315243"/>
                  </a:lnTo>
                  <a:lnTo>
                    <a:pt x="249389" y="312708"/>
                  </a:lnTo>
                  <a:lnTo>
                    <a:pt x="253965" y="310026"/>
                  </a:lnTo>
                  <a:lnTo>
                    <a:pt x="258453" y="307200"/>
                  </a:lnTo>
                  <a:lnTo>
                    <a:pt x="262850" y="304234"/>
                  </a:lnTo>
                  <a:lnTo>
                    <a:pt x="267150" y="301129"/>
                  </a:lnTo>
                  <a:lnTo>
                    <a:pt x="271350" y="297890"/>
                  </a:lnTo>
                  <a:lnTo>
                    <a:pt x="275444" y="294519"/>
                  </a:lnTo>
                  <a:lnTo>
                    <a:pt x="279430" y="291019"/>
                  </a:lnTo>
                  <a:lnTo>
                    <a:pt x="283303" y="287395"/>
                  </a:lnTo>
                  <a:lnTo>
                    <a:pt x="287058" y="283650"/>
                  </a:lnTo>
                  <a:lnTo>
                    <a:pt x="290693" y="279788"/>
                  </a:lnTo>
                  <a:lnTo>
                    <a:pt x="294204" y="275813"/>
                  </a:lnTo>
                  <a:lnTo>
                    <a:pt x="297587" y="271728"/>
                  </a:lnTo>
                  <a:lnTo>
                    <a:pt x="300838" y="267538"/>
                  </a:lnTo>
                  <a:lnTo>
                    <a:pt x="303955" y="263246"/>
                  </a:lnTo>
                  <a:lnTo>
                    <a:pt x="306934" y="258858"/>
                  </a:lnTo>
                  <a:lnTo>
                    <a:pt x="309773" y="254378"/>
                  </a:lnTo>
                  <a:lnTo>
                    <a:pt x="312468" y="249810"/>
                  </a:lnTo>
                  <a:lnTo>
                    <a:pt x="315017" y="245159"/>
                  </a:lnTo>
                  <a:lnTo>
                    <a:pt x="317417" y="240429"/>
                  </a:lnTo>
                  <a:lnTo>
                    <a:pt x="319665" y="235626"/>
                  </a:lnTo>
                  <a:lnTo>
                    <a:pt x="321760" y="230753"/>
                  </a:lnTo>
                  <a:lnTo>
                    <a:pt x="323700" y="225817"/>
                  </a:lnTo>
                  <a:lnTo>
                    <a:pt x="325482" y="220821"/>
                  </a:lnTo>
                  <a:lnTo>
                    <a:pt x="327104" y="215772"/>
                  </a:lnTo>
                  <a:lnTo>
                    <a:pt x="328566" y="210673"/>
                  </a:lnTo>
                  <a:lnTo>
                    <a:pt x="329865" y="205531"/>
                  </a:lnTo>
                  <a:lnTo>
                    <a:pt x="331000" y="200350"/>
                  </a:lnTo>
                  <a:lnTo>
                    <a:pt x="331971" y="195136"/>
                  </a:lnTo>
                  <a:lnTo>
                    <a:pt x="332775" y="189893"/>
                  </a:lnTo>
                  <a:lnTo>
                    <a:pt x="333413" y="184628"/>
                  </a:lnTo>
                  <a:lnTo>
                    <a:pt x="333883" y="179345"/>
                  </a:lnTo>
                  <a:lnTo>
                    <a:pt x="334186" y="174050"/>
                  </a:lnTo>
                  <a:lnTo>
                    <a:pt x="334320" y="168748"/>
                  </a:lnTo>
                  <a:lnTo>
                    <a:pt x="334286" y="163444"/>
                  </a:lnTo>
                  <a:lnTo>
                    <a:pt x="334084" y="158144"/>
                  </a:lnTo>
                  <a:lnTo>
                    <a:pt x="333714" y="152854"/>
                  </a:lnTo>
                  <a:lnTo>
                    <a:pt x="333176" y="147577"/>
                  </a:lnTo>
                  <a:lnTo>
                    <a:pt x="332471" y="142320"/>
                  </a:lnTo>
                  <a:lnTo>
                    <a:pt x="331600" y="137089"/>
                  </a:lnTo>
                  <a:lnTo>
                    <a:pt x="330563" y="131887"/>
                  </a:lnTo>
                  <a:lnTo>
                    <a:pt x="329362" y="126721"/>
                  </a:lnTo>
                  <a:lnTo>
                    <a:pt x="327997" y="121596"/>
                  </a:lnTo>
                  <a:lnTo>
                    <a:pt x="326471" y="116517"/>
                  </a:lnTo>
                  <a:lnTo>
                    <a:pt x="324784" y="111488"/>
                  </a:lnTo>
                  <a:lnTo>
                    <a:pt x="322939" y="106516"/>
                  </a:lnTo>
                  <a:lnTo>
                    <a:pt x="320936" y="101605"/>
                  </a:lnTo>
                  <a:lnTo>
                    <a:pt x="318779" y="96759"/>
                  </a:lnTo>
                  <a:lnTo>
                    <a:pt x="316469" y="91985"/>
                  </a:lnTo>
                  <a:lnTo>
                    <a:pt x="314009" y="87286"/>
                  </a:lnTo>
                  <a:lnTo>
                    <a:pt x="311401" y="82668"/>
                  </a:lnTo>
                  <a:lnTo>
                    <a:pt x="308648" y="78135"/>
                  </a:lnTo>
                  <a:lnTo>
                    <a:pt x="305753" y="73691"/>
                  </a:lnTo>
                  <a:lnTo>
                    <a:pt x="302718" y="69341"/>
                  </a:lnTo>
                  <a:lnTo>
                    <a:pt x="299546" y="65090"/>
                  </a:lnTo>
                  <a:lnTo>
                    <a:pt x="296242" y="60942"/>
                  </a:lnTo>
                  <a:lnTo>
                    <a:pt x="292807" y="56900"/>
                  </a:lnTo>
                  <a:lnTo>
                    <a:pt x="289246" y="52970"/>
                  </a:lnTo>
                  <a:lnTo>
                    <a:pt x="285562" y="49154"/>
                  </a:lnTo>
                  <a:lnTo>
                    <a:pt x="281759" y="45458"/>
                  </a:lnTo>
                  <a:lnTo>
                    <a:pt x="277840" y="41884"/>
                  </a:lnTo>
                  <a:lnTo>
                    <a:pt x="273810" y="38435"/>
                  </a:lnTo>
                  <a:lnTo>
                    <a:pt x="269673" y="35117"/>
                  </a:lnTo>
                  <a:lnTo>
                    <a:pt x="265432" y="31931"/>
                  </a:lnTo>
                  <a:lnTo>
                    <a:pt x="261093" y="28882"/>
                  </a:lnTo>
                  <a:lnTo>
                    <a:pt x="256659" y="25972"/>
                  </a:lnTo>
                  <a:lnTo>
                    <a:pt x="252135" y="23204"/>
                  </a:lnTo>
                  <a:lnTo>
                    <a:pt x="247525" y="20580"/>
                  </a:lnTo>
                  <a:lnTo>
                    <a:pt x="242835" y="18105"/>
                  </a:lnTo>
                  <a:lnTo>
                    <a:pt x="238068" y="15779"/>
                  </a:lnTo>
                  <a:lnTo>
                    <a:pt x="233230" y="13606"/>
                  </a:lnTo>
                  <a:lnTo>
                    <a:pt x="228325" y="11587"/>
                  </a:lnTo>
                  <a:lnTo>
                    <a:pt x="223359" y="9725"/>
                  </a:lnTo>
                  <a:lnTo>
                    <a:pt x="218336" y="8021"/>
                  </a:lnTo>
                  <a:lnTo>
                    <a:pt x="213262" y="6478"/>
                  </a:lnTo>
                  <a:lnTo>
                    <a:pt x="208141" y="5096"/>
                  </a:lnTo>
                  <a:lnTo>
                    <a:pt x="202979" y="3878"/>
                  </a:lnTo>
                  <a:lnTo>
                    <a:pt x="197781" y="2824"/>
                  </a:lnTo>
                  <a:lnTo>
                    <a:pt x="192553" y="1935"/>
                  </a:lnTo>
                  <a:lnTo>
                    <a:pt x="187298" y="1213"/>
                  </a:lnTo>
                  <a:lnTo>
                    <a:pt x="182024" y="657"/>
                  </a:lnTo>
                  <a:lnTo>
                    <a:pt x="167160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14863" cy="167167"/>
            </a:xfrm>
            <a:custGeom>
              <a:avLst/>
              <a:pathLst>
                <a:path w="14863" h="167167">
                  <a:moveTo>
                    <a:pt x="14863" y="6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3299" y="2633064"/>
              <a:ext cx="25712" cy="167167"/>
            </a:xfrm>
            <a:custGeom>
              <a:avLst/>
              <a:pathLst>
                <a:path w="25712" h="167167">
                  <a:moveTo>
                    <a:pt x="25712" y="0"/>
                  </a:moveTo>
                  <a:lnTo>
                    <a:pt x="17111" y="221"/>
                  </a:lnTo>
                  <a:lnTo>
                    <a:pt x="8532" y="885"/>
                  </a:lnTo>
                  <a:lnTo>
                    <a:pt x="0" y="1989"/>
                  </a:lnTo>
                  <a:lnTo>
                    <a:pt x="2571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3299" y="2635053"/>
              <a:ext cx="25712" cy="165178"/>
            </a:xfrm>
            <a:custGeom>
              <a:avLst/>
              <a:pathLst>
                <a:path w="25712" h="165178">
                  <a:moveTo>
                    <a:pt x="0" y="0"/>
                  </a:moveTo>
                  <a:lnTo>
                    <a:pt x="25712" y="165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50" y="2635053"/>
              <a:ext cx="334328" cy="332336"/>
            </a:xfrm>
            <a:custGeom>
              <a:avLst/>
              <a:pathLst>
                <a:path w="334328" h="332336">
                  <a:moveTo>
                    <a:pt x="141448" y="0"/>
                  </a:moveTo>
                  <a:lnTo>
                    <a:pt x="136231" y="896"/>
                  </a:lnTo>
                  <a:lnTo>
                    <a:pt x="131045" y="1958"/>
                  </a:lnTo>
                  <a:lnTo>
                    <a:pt x="125895" y="3184"/>
                  </a:lnTo>
                  <a:lnTo>
                    <a:pt x="120786" y="4571"/>
                  </a:lnTo>
                  <a:lnTo>
                    <a:pt x="115724" y="6120"/>
                  </a:lnTo>
                  <a:lnTo>
                    <a:pt x="110714" y="7829"/>
                  </a:lnTo>
                  <a:lnTo>
                    <a:pt x="105760" y="9695"/>
                  </a:lnTo>
                  <a:lnTo>
                    <a:pt x="100868" y="11717"/>
                  </a:lnTo>
                  <a:lnTo>
                    <a:pt x="96042" y="13893"/>
                  </a:lnTo>
                  <a:lnTo>
                    <a:pt x="91287" y="16221"/>
                  </a:lnTo>
                  <a:lnTo>
                    <a:pt x="86609" y="18698"/>
                  </a:lnTo>
                  <a:lnTo>
                    <a:pt x="82011" y="21322"/>
                  </a:lnTo>
                  <a:lnTo>
                    <a:pt x="77499" y="24090"/>
                  </a:lnTo>
                  <a:lnTo>
                    <a:pt x="73077" y="27000"/>
                  </a:lnTo>
                  <a:lnTo>
                    <a:pt x="68749" y="30048"/>
                  </a:lnTo>
                  <a:lnTo>
                    <a:pt x="64519" y="33232"/>
                  </a:lnTo>
                  <a:lnTo>
                    <a:pt x="60393" y="36548"/>
                  </a:lnTo>
                  <a:lnTo>
                    <a:pt x="56374" y="39993"/>
                  </a:lnTo>
                  <a:lnTo>
                    <a:pt x="52465" y="43564"/>
                  </a:lnTo>
                  <a:lnTo>
                    <a:pt x="48672" y="47256"/>
                  </a:lnTo>
                  <a:lnTo>
                    <a:pt x="44998" y="51067"/>
                  </a:lnTo>
                  <a:lnTo>
                    <a:pt x="41446" y="54992"/>
                  </a:lnTo>
                  <a:lnTo>
                    <a:pt x="38020" y="59028"/>
                  </a:lnTo>
                  <a:lnTo>
                    <a:pt x="34724" y="63170"/>
                  </a:lnTo>
                  <a:lnTo>
                    <a:pt x="31560" y="67415"/>
                  </a:lnTo>
                  <a:lnTo>
                    <a:pt x="28533" y="71757"/>
                  </a:lnTo>
                  <a:lnTo>
                    <a:pt x="25644" y="76194"/>
                  </a:lnTo>
                  <a:lnTo>
                    <a:pt x="22898" y="80719"/>
                  </a:lnTo>
                  <a:lnTo>
                    <a:pt x="20296" y="85329"/>
                  </a:lnTo>
                  <a:lnTo>
                    <a:pt x="17841" y="90020"/>
                  </a:lnTo>
                  <a:lnTo>
                    <a:pt x="15537" y="94785"/>
                  </a:lnTo>
                  <a:lnTo>
                    <a:pt x="13384" y="99622"/>
                  </a:lnTo>
                  <a:lnTo>
                    <a:pt x="11385" y="104523"/>
                  </a:lnTo>
                  <a:lnTo>
                    <a:pt x="9543" y="109486"/>
                  </a:lnTo>
                  <a:lnTo>
                    <a:pt x="7858" y="114505"/>
                  </a:lnTo>
                  <a:lnTo>
                    <a:pt x="6334" y="119574"/>
                  </a:lnTo>
                  <a:lnTo>
                    <a:pt x="4970" y="124689"/>
                  </a:lnTo>
                  <a:lnTo>
                    <a:pt x="3770" y="129845"/>
                  </a:lnTo>
                  <a:lnTo>
                    <a:pt x="2733" y="135036"/>
                  </a:lnTo>
                  <a:lnTo>
                    <a:pt x="1861" y="140258"/>
                  </a:lnTo>
                  <a:lnTo>
                    <a:pt x="1155" y="145504"/>
                  </a:lnTo>
                  <a:lnTo>
                    <a:pt x="615" y="150770"/>
                  </a:lnTo>
                  <a:lnTo>
                    <a:pt x="242" y="156051"/>
                  </a:lnTo>
                  <a:lnTo>
                    <a:pt x="37" y="161341"/>
                  </a:lnTo>
                  <a:lnTo>
                    <a:pt x="0" y="166634"/>
                  </a:lnTo>
                  <a:lnTo>
                    <a:pt x="129" y="171927"/>
                  </a:lnTo>
                  <a:lnTo>
                    <a:pt x="427" y="177212"/>
                  </a:lnTo>
                  <a:lnTo>
                    <a:pt x="892" y="182485"/>
                  </a:lnTo>
                  <a:lnTo>
                    <a:pt x="1523" y="187741"/>
                  </a:lnTo>
                  <a:lnTo>
                    <a:pt x="2320" y="192975"/>
                  </a:lnTo>
                  <a:lnTo>
                    <a:pt x="3283" y="198180"/>
                  </a:lnTo>
                  <a:lnTo>
                    <a:pt x="4410" y="203352"/>
                  </a:lnTo>
                  <a:lnTo>
                    <a:pt x="5701" y="208486"/>
                  </a:lnTo>
                  <a:lnTo>
                    <a:pt x="7153" y="213577"/>
                  </a:lnTo>
                  <a:lnTo>
                    <a:pt x="8766" y="218619"/>
                  </a:lnTo>
                  <a:lnTo>
                    <a:pt x="10537" y="223608"/>
                  </a:lnTo>
                  <a:lnTo>
                    <a:pt x="12466" y="228538"/>
                  </a:lnTo>
                  <a:lnTo>
                    <a:pt x="14550" y="233404"/>
                  </a:lnTo>
                  <a:lnTo>
                    <a:pt x="16786" y="238202"/>
                  </a:lnTo>
                  <a:lnTo>
                    <a:pt x="19174" y="242927"/>
                  </a:lnTo>
                  <a:lnTo>
                    <a:pt x="21710" y="247573"/>
                  </a:lnTo>
                  <a:lnTo>
                    <a:pt x="24392" y="252138"/>
                  </a:lnTo>
                  <a:lnTo>
                    <a:pt x="27217" y="256614"/>
                  </a:lnTo>
                  <a:lnTo>
                    <a:pt x="30182" y="261000"/>
                  </a:lnTo>
                  <a:lnTo>
                    <a:pt x="33285" y="265289"/>
                  </a:lnTo>
                  <a:lnTo>
                    <a:pt x="36522" y="269478"/>
                  </a:lnTo>
                  <a:lnTo>
                    <a:pt x="39890" y="273562"/>
                  </a:lnTo>
                  <a:lnTo>
                    <a:pt x="43385" y="277537"/>
                  </a:lnTo>
                  <a:lnTo>
                    <a:pt x="47005" y="281400"/>
                  </a:lnTo>
                  <a:lnTo>
                    <a:pt x="50745" y="285146"/>
                  </a:lnTo>
                  <a:lnTo>
                    <a:pt x="54602" y="288772"/>
                  </a:lnTo>
                  <a:lnTo>
                    <a:pt x="58572" y="292274"/>
                  </a:lnTo>
                  <a:lnTo>
                    <a:pt x="62651" y="295649"/>
                  </a:lnTo>
                  <a:lnTo>
                    <a:pt x="66835" y="298892"/>
                  </a:lnTo>
                  <a:lnTo>
                    <a:pt x="71119" y="302002"/>
                  </a:lnTo>
                  <a:lnTo>
                    <a:pt x="75499" y="304974"/>
                  </a:lnTo>
                  <a:lnTo>
                    <a:pt x="79972" y="307807"/>
                  </a:lnTo>
                  <a:lnTo>
                    <a:pt x="84531" y="310496"/>
                  </a:lnTo>
                  <a:lnTo>
                    <a:pt x="89174" y="313039"/>
                  </a:lnTo>
                  <a:lnTo>
                    <a:pt x="93895" y="315434"/>
                  </a:lnTo>
                  <a:lnTo>
                    <a:pt x="98689" y="317679"/>
                  </a:lnTo>
                  <a:lnTo>
                    <a:pt x="103552" y="319771"/>
                  </a:lnTo>
                  <a:lnTo>
                    <a:pt x="108479" y="321707"/>
                  </a:lnTo>
                  <a:lnTo>
                    <a:pt x="113465" y="323487"/>
                  </a:lnTo>
                  <a:lnTo>
                    <a:pt x="118504" y="325107"/>
                  </a:lnTo>
                  <a:lnTo>
                    <a:pt x="123593" y="326568"/>
                  </a:lnTo>
                  <a:lnTo>
                    <a:pt x="128725" y="327866"/>
                  </a:lnTo>
                  <a:lnTo>
                    <a:pt x="133895" y="329002"/>
                  </a:lnTo>
                  <a:lnTo>
                    <a:pt x="139099" y="329973"/>
                  </a:lnTo>
                  <a:lnTo>
                    <a:pt x="144331" y="330779"/>
                  </a:lnTo>
                  <a:lnTo>
                    <a:pt x="149586" y="331419"/>
                  </a:lnTo>
                  <a:lnTo>
                    <a:pt x="154859" y="331892"/>
                  </a:lnTo>
                  <a:lnTo>
                    <a:pt x="160143" y="332198"/>
                  </a:lnTo>
                  <a:lnTo>
                    <a:pt x="165435" y="332336"/>
                  </a:lnTo>
                  <a:lnTo>
                    <a:pt x="170729" y="332307"/>
                  </a:lnTo>
                  <a:lnTo>
                    <a:pt x="176019" y="332110"/>
                  </a:lnTo>
                  <a:lnTo>
                    <a:pt x="181300" y="331746"/>
                  </a:lnTo>
                  <a:lnTo>
                    <a:pt x="186567" y="331215"/>
                  </a:lnTo>
                  <a:lnTo>
                    <a:pt x="191815" y="330517"/>
                  </a:lnTo>
                  <a:lnTo>
                    <a:pt x="197038" y="329654"/>
                  </a:lnTo>
                  <a:lnTo>
                    <a:pt x="202231" y="328625"/>
                  </a:lnTo>
                  <a:lnTo>
                    <a:pt x="207388" y="327433"/>
                  </a:lnTo>
                  <a:lnTo>
                    <a:pt x="212506" y="326078"/>
                  </a:lnTo>
                  <a:lnTo>
                    <a:pt x="217577" y="324561"/>
                  </a:lnTo>
                  <a:lnTo>
                    <a:pt x="222599" y="322885"/>
                  </a:lnTo>
                  <a:lnTo>
                    <a:pt x="227565" y="321050"/>
                  </a:lnTo>
                  <a:lnTo>
                    <a:pt x="232470" y="319060"/>
                  </a:lnTo>
                  <a:lnTo>
                    <a:pt x="237309" y="316915"/>
                  </a:lnTo>
                  <a:lnTo>
                    <a:pt x="242079" y="314617"/>
                  </a:lnTo>
                  <a:lnTo>
                    <a:pt x="246773" y="312170"/>
                  </a:lnTo>
                  <a:lnTo>
                    <a:pt x="251387" y="309576"/>
                  </a:lnTo>
                  <a:lnTo>
                    <a:pt x="255917" y="306837"/>
                  </a:lnTo>
                  <a:lnTo>
                    <a:pt x="260358" y="303955"/>
                  </a:lnTo>
                  <a:lnTo>
                    <a:pt x="264705" y="300935"/>
                  </a:lnTo>
                  <a:lnTo>
                    <a:pt x="268955" y="297778"/>
                  </a:lnTo>
                  <a:lnTo>
                    <a:pt x="273103" y="294488"/>
                  </a:lnTo>
                  <a:lnTo>
                    <a:pt x="277144" y="291069"/>
                  </a:lnTo>
                  <a:lnTo>
                    <a:pt x="281075" y="287524"/>
                  </a:lnTo>
                  <a:lnTo>
                    <a:pt x="284892" y="283855"/>
                  </a:lnTo>
                  <a:lnTo>
                    <a:pt x="288590" y="280068"/>
                  </a:lnTo>
                  <a:lnTo>
                    <a:pt x="292167" y="276166"/>
                  </a:lnTo>
                  <a:lnTo>
                    <a:pt x="295619" y="272152"/>
                  </a:lnTo>
                  <a:lnTo>
                    <a:pt x="298941" y="268031"/>
                  </a:lnTo>
                  <a:lnTo>
                    <a:pt x="302132" y="263807"/>
                  </a:lnTo>
                  <a:lnTo>
                    <a:pt x="305187" y="259483"/>
                  </a:lnTo>
                  <a:lnTo>
                    <a:pt x="308104" y="255066"/>
                  </a:lnTo>
                  <a:lnTo>
                    <a:pt x="310880" y="250558"/>
                  </a:lnTo>
                  <a:lnTo>
                    <a:pt x="313511" y="245965"/>
                  </a:lnTo>
                  <a:lnTo>
                    <a:pt x="315996" y="241290"/>
                  </a:lnTo>
                  <a:lnTo>
                    <a:pt x="318331" y="236539"/>
                  </a:lnTo>
                  <a:lnTo>
                    <a:pt x="320515" y="231717"/>
                  </a:lnTo>
                  <a:lnTo>
                    <a:pt x="322545" y="226828"/>
                  </a:lnTo>
                  <a:lnTo>
                    <a:pt x="324419" y="221877"/>
                  </a:lnTo>
                  <a:lnTo>
                    <a:pt x="326135" y="216869"/>
                  </a:lnTo>
                  <a:lnTo>
                    <a:pt x="327692" y="211810"/>
                  </a:lnTo>
                  <a:lnTo>
                    <a:pt x="329088" y="206703"/>
                  </a:lnTo>
                  <a:lnTo>
                    <a:pt x="330322" y="201555"/>
                  </a:lnTo>
                  <a:lnTo>
                    <a:pt x="331392" y="196371"/>
                  </a:lnTo>
                  <a:lnTo>
                    <a:pt x="332297" y="191155"/>
                  </a:lnTo>
                  <a:lnTo>
                    <a:pt x="333037" y="185913"/>
                  </a:lnTo>
                  <a:lnTo>
                    <a:pt x="333610" y="180651"/>
                  </a:lnTo>
                  <a:lnTo>
                    <a:pt x="334017" y="175373"/>
                  </a:lnTo>
                  <a:lnTo>
                    <a:pt x="334256" y="170084"/>
                  </a:lnTo>
                  <a:lnTo>
                    <a:pt x="334328" y="164791"/>
                  </a:lnTo>
                  <a:lnTo>
                    <a:pt x="334232" y="159498"/>
                  </a:lnTo>
                  <a:lnTo>
                    <a:pt x="333968" y="154211"/>
                  </a:lnTo>
                  <a:lnTo>
                    <a:pt x="333537" y="148935"/>
                  </a:lnTo>
                  <a:lnTo>
                    <a:pt x="332939" y="143675"/>
                  </a:lnTo>
                  <a:lnTo>
                    <a:pt x="332175" y="138437"/>
                  </a:lnTo>
                  <a:lnTo>
                    <a:pt x="331246" y="133225"/>
                  </a:lnTo>
                  <a:lnTo>
                    <a:pt x="330152" y="128046"/>
                  </a:lnTo>
                  <a:lnTo>
                    <a:pt x="328894" y="122904"/>
                  </a:lnTo>
                  <a:lnTo>
                    <a:pt x="327475" y="117804"/>
                  </a:lnTo>
                  <a:lnTo>
                    <a:pt x="325894" y="112751"/>
                  </a:lnTo>
                  <a:lnTo>
                    <a:pt x="324155" y="107752"/>
                  </a:lnTo>
                  <a:lnTo>
                    <a:pt x="322258" y="102809"/>
                  </a:lnTo>
                  <a:lnTo>
                    <a:pt x="320205" y="97930"/>
                  </a:lnTo>
                  <a:lnTo>
                    <a:pt x="317999" y="93118"/>
                  </a:lnTo>
                  <a:lnTo>
                    <a:pt x="315642" y="88378"/>
                  </a:lnTo>
                  <a:lnTo>
                    <a:pt x="313136" y="83715"/>
                  </a:lnTo>
                  <a:lnTo>
                    <a:pt x="310483" y="79134"/>
                  </a:lnTo>
                  <a:lnTo>
                    <a:pt x="307687" y="74639"/>
                  </a:lnTo>
                  <a:lnTo>
                    <a:pt x="304750" y="70235"/>
                  </a:lnTo>
                  <a:lnTo>
                    <a:pt x="301674" y="65926"/>
                  </a:lnTo>
                  <a:lnTo>
                    <a:pt x="298464" y="61716"/>
                  </a:lnTo>
                  <a:lnTo>
                    <a:pt x="295123" y="57611"/>
                  </a:lnTo>
                  <a:lnTo>
                    <a:pt x="291653" y="53613"/>
                  </a:lnTo>
                  <a:lnTo>
                    <a:pt x="288058" y="49727"/>
                  </a:lnTo>
                  <a:lnTo>
                    <a:pt x="284341" y="45957"/>
                  </a:lnTo>
                  <a:lnTo>
                    <a:pt x="280508" y="42306"/>
                  </a:lnTo>
                  <a:lnTo>
                    <a:pt x="276560" y="38779"/>
                  </a:lnTo>
                  <a:lnTo>
                    <a:pt x="272503" y="35378"/>
                  </a:lnTo>
                  <a:lnTo>
                    <a:pt x="268341" y="32108"/>
                  </a:lnTo>
                  <a:lnTo>
                    <a:pt x="264076" y="28971"/>
                  </a:lnTo>
                  <a:lnTo>
                    <a:pt x="259715" y="25971"/>
                  </a:lnTo>
                  <a:lnTo>
                    <a:pt x="255261" y="23110"/>
                  </a:lnTo>
                  <a:lnTo>
                    <a:pt x="250718" y="20392"/>
                  </a:lnTo>
                  <a:lnTo>
                    <a:pt x="246092" y="17818"/>
                  </a:lnTo>
                  <a:lnTo>
                    <a:pt x="241387" y="15393"/>
                  </a:lnTo>
                  <a:lnTo>
                    <a:pt x="236607" y="13118"/>
                  </a:lnTo>
                  <a:lnTo>
                    <a:pt x="231757" y="10995"/>
                  </a:lnTo>
                  <a:lnTo>
                    <a:pt x="226843" y="9027"/>
                  </a:lnTo>
                  <a:lnTo>
                    <a:pt x="221869" y="7216"/>
                  </a:lnTo>
                  <a:lnTo>
                    <a:pt x="167161" y="1651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54708" cy="167167"/>
            </a:xfrm>
            <a:custGeom>
              <a:avLst/>
              <a:pathLst>
                <a:path w="54708" h="167167">
                  <a:moveTo>
                    <a:pt x="54708" y="9205"/>
                  </a:moveTo>
                  <a:lnTo>
                    <a:pt x="48820" y="7287"/>
                  </a:lnTo>
                  <a:lnTo>
                    <a:pt x="42865" y="5589"/>
                  </a:lnTo>
                  <a:lnTo>
                    <a:pt x="36851" y="4112"/>
                  </a:lnTo>
                  <a:lnTo>
                    <a:pt x="30787" y="2859"/>
                  </a:lnTo>
                  <a:lnTo>
                    <a:pt x="24680" y="1831"/>
                  </a:lnTo>
                  <a:lnTo>
                    <a:pt x="18540" y="1031"/>
                  </a:lnTo>
                  <a:lnTo>
                    <a:pt x="12374" y="458"/>
                  </a:lnTo>
                  <a:lnTo>
                    <a:pt x="6191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340" y="2126963"/>
              <a:ext cx="5131" cy="167167"/>
            </a:xfrm>
            <a:custGeom>
              <a:avLst/>
              <a:pathLst>
                <a:path w="5131" h="167167">
                  <a:moveTo>
                    <a:pt x="5131" y="0"/>
                  </a:moveTo>
                  <a:lnTo>
                    <a:pt x="0" y="78"/>
                  </a:lnTo>
                  <a:lnTo>
                    <a:pt x="513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20" y="2127042"/>
              <a:ext cx="334308" cy="334255"/>
            </a:xfrm>
            <a:custGeom>
              <a:avLst/>
              <a:pathLst>
                <a:path w="334308" h="334255">
                  <a:moveTo>
                    <a:pt x="162020" y="0"/>
                  </a:moveTo>
                  <a:lnTo>
                    <a:pt x="156725" y="246"/>
                  </a:lnTo>
                  <a:lnTo>
                    <a:pt x="151441" y="661"/>
                  </a:lnTo>
                  <a:lnTo>
                    <a:pt x="146173" y="1242"/>
                  </a:lnTo>
                  <a:lnTo>
                    <a:pt x="140926" y="1991"/>
                  </a:lnTo>
                  <a:lnTo>
                    <a:pt x="135705" y="2905"/>
                  </a:lnTo>
                  <a:lnTo>
                    <a:pt x="130515" y="3985"/>
                  </a:lnTo>
                  <a:lnTo>
                    <a:pt x="125363" y="5228"/>
                  </a:lnTo>
                  <a:lnTo>
                    <a:pt x="120252" y="6634"/>
                  </a:lnTo>
                  <a:lnTo>
                    <a:pt x="115189" y="8202"/>
                  </a:lnTo>
                  <a:lnTo>
                    <a:pt x="110178" y="9929"/>
                  </a:lnTo>
                  <a:lnTo>
                    <a:pt x="105224" y="11814"/>
                  </a:lnTo>
                  <a:lnTo>
                    <a:pt x="100333" y="13856"/>
                  </a:lnTo>
                  <a:lnTo>
                    <a:pt x="95508" y="16051"/>
                  </a:lnTo>
                  <a:lnTo>
                    <a:pt x="90756" y="18398"/>
                  </a:lnTo>
                  <a:lnTo>
                    <a:pt x="86080" y="20895"/>
                  </a:lnTo>
                  <a:lnTo>
                    <a:pt x="81486" y="23539"/>
                  </a:lnTo>
                  <a:lnTo>
                    <a:pt x="76978" y="26327"/>
                  </a:lnTo>
                  <a:lnTo>
                    <a:pt x="72561" y="29256"/>
                  </a:lnTo>
                  <a:lnTo>
                    <a:pt x="68239" y="32324"/>
                  </a:lnTo>
                  <a:lnTo>
                    <a:pt x="64016" y="35528"/>
                  </a:lnTo>
                  <a:lnTo>
                    <a:pt x="59897" y="38864"/>
                  </a:lnTo>
                  <a:lnTo>
                    <a:pt x="55886" y="42328"/>
                  </a:lnTo>
                  <a:lnTo>
                    <a:pt x="51987" y="45919"/>
                  </a:lnTo>
                  <a:lnTo>
                    <a:pt x="48203" y="49631"/>
                  </a:lnTo>
                  <a:lnTo>
                    <a:pt x="44539" y="53461"/>
                  </a:lnTo>
                  <a:lnTo>
                    <a:pt x="40998" y="57405"/>
                  </a:lnTo>
                  <a:lnTo>
                    <a:pt x="37585" y="61460"/>
                  </a:lnTo>
                  <a:lnTo>
                    <a:pt x="34301" y="65620"/>
                  </a:lnTo>
                  <a:lnTo>
                    <a:pt x="31151" y="69883"/>
                  </a:lnTo>
                  <a:lnTo>
                    <a:pt x="28138" y="74244"/>
                  </a:lnTo>
                  <a:lnTo>
                    <a:pt x="25264" y="78698"/>
                  </a:lnTo>
                  <a:lnTo>
                    <a:pt x="22533" y="83240"/>
                  </a:lnTo>
                  <a:lnTo>
                    <a:pt x="19947" y="87867"/>
                  </a:lnTo>
                  <a:lnTo>
                    <a:pt x="17510" y="92574"/>
                  </a:lnTo>
                  <a:lnTo>
                    <a:pt x="15223" y="97355"/>
                  </a:lnTo>
                  <a:lnTo>
                    <a:pt x="13088" y="102207"/>
                  </a:lnTo>
                  <a:lnTo>
                    <a:pt x="11109" y="107124"/>
                  </a:lnTo>
                  <a:lnTo>
                    <a:pt x="9286" y="112101"/>
                  </a:lnTo>
                  <a:lnTo>
                    <a:pt x="7622" y="117134"/>
                  </a:lnTo>
                  <a:lnTo>
                    <a:pt x="6119" y="122216"/>
                  </a:lnTo>
                  <a:lnTo>
                    <a:pt x="4777" y="127344"/>
                  </a:lnTo>
                  <a:lnTo>
                    <a:pt x="3599" y="132512"/>
                  </a:lnTo>
                  <a:lnTo>
                    <a:pt x="2585" y="137714"/>
                  </a:lnTo>
                  <a:lnTo>
                    <a:pt x="1736" y="142946"/>
                  </a:lnTo>
                  <a:lnTo>
                    <a:pt x="1054" y="148203"/>
                  </a:lnTo>
                  <a:lnTo>
                    <a:pt x="539" y="153478"/>
                  </a:lnTo>
                  <a:lnTo>
                    <a:pt x="191" y="158767"/>
                  </a:lnTo>
                  <a:lnTo>
                    <a:pt x="11" y="164064"/>
                  </a:lnTo>
                  <a:lnTo>
                    <a:pt x="0" y="169365"/>
                  </a:lnTo>
                  <a:lnTo>
                    <a:pt x="156" y="174663"/>
                  </a:lnTo>
                  <a:lnTo>
                    <a:pt x="480" y="179953"/>
                  </a:lnTo>
                  <a:lnTo>
                    <a:pt x="971" y="185231"/>
                  </a:lnTo>
                  <a:lnTo>
                    <a:pt x="1630" y="190490"/>
                  </a:lnTo>
                  <a:lnTo>
                    <a:pt x="2455" y="195726"/>
                  </a:lnTo>
                  <a:lnTo>
                    <a:pt x="3446" y="200933"/>
                  </a:lnTo>
                  <a:lnTo>
                    <a:pt x="4601" y="206106"/>
                  </a:lnTo>
                  <a:lnTo>
                    <a:pt x="5920" y="211240"/>
                  </a:lnTo>
                  <a:lnTo>
                    <a:pt x="7401" y="216329"/>
                  </a:lnTo>
                  <a:lnTo>
                    <a:pt x="9042" y="221369"/>
                  </a:lnTo>
                  <a:lnTo>
                    <a:pt x="10842" y="226354"/>
                  </a:lnTo>
                  <a:lnTo>
                    <a:pt x="12800" y="231280"/>
                  </a:lnTo>
                  <a:lnTo>
                    <a:pt x="14913" y="236141"/>
                  </a:lnTo>
                  <a:lnTo>
                    <a:pt x="17178" y="240933"/>
                  </a:lnTo>
                  <a:lnTo>
                    <a:pt x="19595" y="245650"/>
                  </a:lnTo>
                  <a:lnTo>
                    <a:pt x="22160" y="250289"/>
                  </a:lnTo>
                  <a:lnTo>
                    <a:pt x="24870" y="254844"/>
                  </a:lnTo>
                  <a:lnTo>
                    <a:pt x="27724" y="259310"/>
                  </a:lnTo>
                  <a:lnTo>
                    <a:pt x="30718" y="263684"/>
                  </a:lnTo>
                  <a:lnTo>
                    <a:pt x="33849" y="267961"/>
                  </a:lnTo>
                  <a:lnTo>
                    <a:pt x="37114" y="272137"/>
                  </a:lnTo>
                  <a:lnTo>
                    <a:pt x="40509" y="276206"/>
                  </a:lnTo>
                  <a:lnTo>
                    <a:pt x="44033" y="280166"/>
                  </a:lnTo>
                  <a:lnTo>
                    <a:pt x="47679" y="284013"/>
                  </a:lnTo>
                  <a:lnTo>
                    <a:pt x="51446" y="287742"/>
                  </a:lnTo>
                  <a:lnTo>
                    <a:pt x="55330" y="291349"/>
                  </a:lnTo>
                  <a:lnTo>
                    <a:pt x="59325" y="294832"/>
                  </a:lnTo>
                  <a:lnTo>
                    <a:pt x="63429" y="298186"/>
                  </a:lnTo>
                  <a:lnTo>
                    <a:pt x="67638" y="301409"/>
                  </a:lnTo>
                  <a:lnTo>
                    <a:pt x="71946" y="304496"/>
                  </a:lnTo>
                  <a:lnTo>
                    <a:pt x="76350" y="307445"/>
                  </a:lnTo>
                  <a:lnTo>
                    <a:pt x="80846" y="310253"/>
                  </a:lnTo>
                  <a:lnTo>
                    <a:pt x="85428" y="312918"/>
                  </a:lnTo>
                  <a:lnTo>
                    <a:pt x="90092" y="315435"/>
                  </a:lnTo>
                  <a:lnTo>
                    <a:pt x="94834" y="317804"/>
                  </a:lnTo>
                  <a:lnTo>
                    <a:pt x="99648" y="320020"/>
                  </a:lnTo>
                  <a:lnTo>
                    <a:pt x="104531" y="322084"/>
                  </a:lnTo>
                  <a:lnTo>
                    <a:pt x="109476" y="323991"/>
                  </a:lnTo>
                  <a:lnTo>
                    <a:pt x="114479" y="325741"/>
                  </a:lnTo>
                  <a:lnTo>
                    <a:pt x="119536" y="327331"/>
                  </a:lnTo>
                  <a:lnTo>
                    <a:pt x="124640" y="328760"/>
                  </a:lnTo>
                  <a:lnTo>
                    <a:pt x="129787" y="330026"/>
                  </a:lnTo>
                  <a:lnTo>
                    <a:pt x="134971" y="331129"/>
                  </a:lnTo>
                  <a:lnTo>
                    <a:pt x="140188" y="332067"/>
                  </a:lnTo>
                  <a:lnTo>
                    <a:pt x="145432" y="332839"/>
                  </a:lnTo>
                  <a:lnTo>
                    <a:pt x="150698" y="333444"/>
                  </a:lnTo>
                  <a:lnTo>
                    <a:pt x="155980" y="333882"/>
                  </a:lnTo>
                  <a:lnTo>
                    <a:pt x="161273" y="334152"/>
                  </a:lnTo>
                  <a:lnTo>
                    <a:pt x="166573" y="334255"/>
                  </a:lnTo>
                  <a:lnTo>
                    <a:pt x="171873" y="334189"/>
                  </a:lnTo>
                  <a:lnTo>
                    <a:pt x="177168" y="333955"/>
                  </a:lnTo>
                  <a:lnTo>
                    <a:pt x="182453" y="333554"/>
                  </a:lnTo>
                  <a:lnTo>
                    <a:pt x="187723" y="332985"/>
                  </a:lnTo>
                  <a:lnTo>
                    <a:pt x="192972" y="332249"/>
                  </a:lnTo>
                  <a:lnTo>
                    <a:pt x="198195" y="331348"/>
                  </a:lnTo>
                  <a:lnTo>
                    <a:pt x="203387" y="330281"/>
                  </a:lnTo>
                  <a:lnTo>
                    <a:pt x="208543" y="329050"/>
                  </a:lnTo>
                  <a:lnTo>
                    <a:pt x="213657" y="327657"/>
                  </a:lnTo>
                  <a:lnTo>
                    <a:pt x="218724" y="326102"/>
                  </a:lnTo>
                  <a:lnTo>
                    <a:pt x="223739" y="324387"/>
                  </a:lnTo>
                  <a:lnTo>
                    <a:pt x="228697" y="322514"/>
                  </a:lnTo>
                  <a:lnTo>
                    <a:pt x="233594" y="320484"/>
                  </a:lnTo>
                  <a:lnTo>
                    <a:pt x="238424" y="318301"/>
                  </a:lnTo>
                  <a:lnTo>
                    <a:pt x="243182" y="315965"/>
                  </a:lnTo>
                  <a:lnTo>
                    <a:pt x="247863" y="313480"/>
                  </a:lnTo>
                  <a:lnTo>
                    <a:pt x="252464" y="310847"/>
                  </a:lnTo>
                  <a:lnTo>
                    <a:pt x="256979" y="308070"/>
                  </a:lnTo>
                  <a:lnTo>
                    <a:pt x="261403" y="305152"/>
                  </a:lnTo>
                  <a:lnTo>
                    <a:pt x="265733" y="302094"/>
                  </a:lnTo>
                  <a:lnTo>
                    <a:pt x="269963" y="298901"/>
                  </a:lnTo>
                  <a:lnTo>
                    <a:pt x="274091" y="295575"/>
                  </a:lnTo>
                  <a:lnTo>
                    <a:pt x="278110" y="292121"/>
                  </a:lnTo>
                  <a:lnTo>
                    <a:pt x="282018" y="288540"/>
                  </a:lnTo>
                  <a:lnTo>
                    <a:pt x="285811" y="284837"/>
                  </a:lnTo>
                  <a:lnTo>
                    <a:pt x="289484" y="281016"/>
                  </a:lnTo>
                  <a:lnTo>
                    <a:pt x="293035" y="277081"/>
                  </a:lnTo>
                  <a:lnTo>
                    <a:pt x="296459" y="273034"/>
                  </a:lnTo>
                  <a:lnTo>
                    <a:pt x="299752" y="268882"/>
                  </a:lnTo>
                  <a:lnTo>
                    <a:pt x="302913" y="264627"/>
                  </a:lnTo>
                  <a:lnTo>
                    <a:pt x="305937" y="260274"/>
                  </a:lnTo>
                  <a:lnTo>
                    <a:pt x="308822" y="255827"/>
                  </a:lnTo>
                  <a:lnTo>
                    <a:pt x="311564" y="251291"/>
                  </a:lnTo>
                  <a:lnTo>
                    <a:pt x="314161" y="246670"/>
                  </a:lnTo>
                  <a:lnTo>
                    <a:pt x="316610" y="241969"/>
                  </a:lnTo>
                  <a:lnTo>
                    <a:pt x="318908" y="237193"/>
                  </a:lnTo>
                  <a:lnTo>
                    <a:pt x="321055" y="232347"/>
                  </a:lnTo>
                  <a:lnTo>
                    <a:pt x="323046" y="227435"/>
                  </a:lnTo>
                  <a:lnTo>
                    <a:pt x="324881" y="222462"/>
                  </a:lnTo>
                  <a:lnTo>
                    <a:pt x="326557" y="217434"/>
                  </a:lnTo>
                  <a:lnTo>
                    <a:pt x="328073" y="212355"/>
                  </a:lnTo>
                  <a:lnTo>
                    <a:pt x="329428" y="207231"/>
                  </a:lnTo>
                  <a:lnTo>
                    <a:pt x="330619" y="202066"/>
                  </a:lnTo>
                  <a:lnTo>
                    <a:pt x="331645" y="196866"/>
                  </a:lnTo>
                  <a:lnTo>
                    <a:pt x="332507" y="191636"/>
                  </a:lnTo>
                  <a:lnTo>
                    <a:pt x="333202" y="186381"/>
                  </a:lnTo>
                  <a:lnTo>
                    <a:pt x="333730" y="181107"/>
                  </a:lnTo>
                  <a:lnTo>
                    <a:pt x="334091" y="175819"/>
                  </a:lnTo>
                  <a:lnTo>
                    <a:pt x="334284" y="170522"/>
                  </a:lnTo>
                  <a:lnTo>
                    <a:pt x="334308" y="165222"/>
                  </a:lnTo>
                  <a:lnTo>
                    <a:pt x="334165" y="159923"/>
                  </a:lnTo>
                  <a:lnTo>
                    <a:pt x="333854" y="154632"/>
                  </a:lnTo>
                  <a:lnTo>
                    <a:pt x="333375" y="149353"/>
                  </a:lnTo>
                  <a:lnTo>
                    <a:pt x="332730" y="144092"/>
                  </a:lnTo>
                  <a:lnTo>
                    <a:pt x="167151" y="167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8472" y="2126963"/>
              <a:ext cx="165578" cy="167167"/>
            </a:xfrm>
            <a:custGeom>
              <a:avLst/>
              <a:pathLst>
                <a:path w="165578" h="167167">
                  <a:moveTo>
                    <a:pt x="165578" y="144171"/>
                  </a:moveTo>
                  <a:lnTo>
                    <a:pt x="164741" y="138792"/>
                  </a:lnTo>
                  <a:lnTo>
                    <a:pt x="163730" y="133444"/>
                  </a:lnTo>
                  <a:lnTo>
                    <a:pt x="162545" y="128131"/>
                  </a:lnTo>
                  <a:lnTo>
                    <a:pt x="161188" y="122860"/>
                  </a:lnTo>
                  <a:lnTo>
                    <a:pt x="159660" y="117635"/>
                  </a:lnTo>
                  <a:lnTo>
                    <a:pt x="157963" y="112463"/>
                  </a:lnTo>
                  <a:lnTo>
                    <a:pt x="156098" y="107349"/>
                  </a:lnTo>
                  <a:lnTo>
                    <a:pt x="154068" y="102299"/>
                  </a:lnTo>
                  <a:lnTo>
                    <a:pt x="151874" y="97317"/>
                  </a:lnTo>
                  <a:lnTo>
                    <a:pt x="149520" y="92409"/>
                  </a:lnTo>
                  <a:lnTo>
                    <a:pt x="147006" y="87581"/>
                  </a:lnTo>
                  <a:lnTo>
                    <a:pt x="144337" y="82837"/>
                  </a:lnTo>
                  <a:lnTo>
                    <a:pt x="141515" y="78182"/>
                  </a:lnTo>
                  <a:lnTo>
                    <a:pt x="138543" y="73622"/>
                  </a:lnTo>
                  <a:lnTo>
                    <a:pt x="135424" y="69161"/>
                  </a:lnTo>
                  <a:lnTo>
                    <a:pt x="132161" y="64804"/>
                  </a:lnTo>
                  <a:lnTo>
                    <a:pt x="128758" y="60555"/>
                  </a:lnTo>
                  <a:lnTo>
                    <a:pt x="125219" y="56419"/>
                  </a:lnTo>
                  <a:lnTo>
                    <a:pt x="121547" y="52401"/>
                  </a:lnTo>
                  <a:lnTo>
                    <a:pt x="117746" y="48505"/>
                  </a:lnTo>
                  <a:lnTo>
                    <a:pt x="113820" y="44734"/>
                  </a:lnTo>
                  <a:lnTo>
                    <a:pt x="109774" y="41093"/>
                  </a:lnTo>
                  <a:lnTo>
                    <a:pt x="105611" y="37586"/>
                  </a:lnTo>
                  <a:lnTo>
                    <a:pt x="101336" y="34216"/>
                  </a:lnTo>
                  <a:lnTo>
                    <a:pt x="96954" y="30988"/>
                  </a:lnTo>
                  <a:lnTo>
                    <a:pt x="92469" y="27903"/>
                  </a:lnTo>
                  <a:lnTo>
                    <a:pt x="87886" y="24966"/>
                  </a:lnTo>
                  <a:lnTo>
                    <a:pt x="83209" y="22180"/>
                  </a:lnTo>
                  <a:lnTo>
                    <a:pt x="78445" y="19548"/>
                  </a:lnTo>
                  <a:lnTo>
                    <a:pt x="73597" y="17072"/>
                  </a:lnTo>
                  <a:lnTo>
                    <a:pt x="68671" y="14756"/>
                  </a:lnTo>
                  <a:lnTo>
                    <a:pt x="63673" y="12601"/>
                  </a:lnTo>
                  <a:lnTo>
                    <a:pt x="58606" y="10610"/>
                  </a:lnTo>
                  <a:lnTo>
                    <a:pt x="53478" y="8785"/>
                  </a:lnTo>
                  <a:lnTo>
                    <a:pt x="48293" y="7127"/>
                  </a:lnTo>
                  <a:lnTo>
                    <a:pt x="43057" y="5640"/>
                  </a:lnTo>
                  <a:lnTo>
                    <a:pt x="37775" y="4324"/>
                  </a:lnTo>
                  <a:lnTo>
                    <a:pt x="32454" y="3180"/>
                  </a:lnTo>
                  <a:lnTo>
                    <a:pt x="27097" y="2210"/>
                  </a:lnTo>
                  <a:lnTo>
                    <a:pt x="21712" y="1416"/>
                  </a:lnTo>
                  <a:lnTo>
                    <a:pt x="16304" y="797"/>
                  </a:lnTo>
                  <a:lnTo>
                    <a:pt x="10879" y="354"/>
                  </a:lnTo>
                  <a:lnTo>
                    <a:pt x="544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7077" y="1681503"/>
              <a:ext cx="6157" cy="167167"/>
            </a:xfrm>
            <a:custGeom>
              <a:avLst/>
              <a:pathLst>
                <a:path w="6157" h="167167">
                  <a:moveTo>
                    <a:pt x="6157" y="0"/>
                  </a:moveTo>
                  <a:lnTo>
                    <a:pt x="0" y="113"/>
                  </a:lnTo>
                  <a:lnTo>
                    <a:pt x="615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77" y="1681616"/>
              <a:ext cx="334313" cy="334219"/>
            </a:xfrm>
            <a:custGeom>
              <a:avLst/>
              <a:pathLst>
                <a:path w="334313" h="334219">
                  <a:moveTo>
                    <a:pt x="161000" y="0"/>
                  </a:moveTo>
                  <a:lnTo>
                    <a:pt x="155703" y="279"/>
                  </a:lnTo>
                  <a:lnTo>
                    <a:pt x="150419" y="726"/>
                  </a:lnTo>
                  <a:lnTo>
                    <a:pt x="145151" y="1341"/>
                  </a:lnTo>
                  <a:lnTo>
                    <a:pt x="139905" y="2122"/>
                  </a:lnTo>
                  <a:lnTo>
                    <a:pt x="134687" y="3070"/>
                  </a:lnTo>
                  <a:lnTo>
                    <a:pt x="129501" y="4182"/>
                  </a:lnTo>
                  <a:lnTo>
                    <a:pt x="124354" y="5459"/>
                  </a:lnTo>
                  <a:lnTo>
                    <a:pt x="119249" y="6898"/>
                  </a:lnTo>
                  <a:lnTo>
                    <a:pt x="114193" y="8498"/>
                  </a:lnTo>
                  <a:lnTo>
                    <a:pt x="109190" y="10258"/>
                  </a:lnTo>
                  <a:lnTo>
                    <a:pt x="104245" y="12176"/>
                  </a:lnTo>
                  <a:lnTo>
                    <a:pt x="99364" y="14249"/>
                  </a:lnTo>
                  <a:lnTo>
                    <a:pt x="94551" y="16477"/>
                  </a:lnTo>
                  <a:lnTo>
                    <a:pt x="89811" y="18856"/>
                  </a:lnTo>
                  <a:lnTo>
                    <a:pt x="85148" y="21384"/>
                  </a:lnTo>
                  <a:lnTo>
                    <a:pt x="80569" y="24059"/>
                  </a:lnTo>
                  <a:lnTo>
                    <a:pt x="76076" y="26878"/>
                  </a:lnTo>
                  <a:lnTo>
                    <a:pt x="71675" y="29837"/>
                  </a:lnTo>
                  <a:lnTo>
                    <a:pt x="67371" y="32935"/>
                  </a:lnTo>
                  <a:lnTo>
                    <a:pt x="63166" y="36168"/>
                  </a:lnTo>
                  <a:lnTo>
                    <a:pt x="59067" y="39533"/>
                  </a:lnTo>
                  <a:lnTo>
                    <a:pt x="55076" y="43026"/>
                  </a:lnTo>
                  <a:lnTo>
                    <a:pt x="51198" y="46644"/>
                  </a:lnTo>
                  <a:lnTo>
                    <a:pt x="47437" y="50383"/>
                  </a:lnTo>
                  <a:lnTo>
                    <a:pt x="43796" y="54239"/>
                  </a:lnTo>
                  <a:lnTo>
                    <a:pt x="40279" y="58209"/>
                  </a:lnTo>
                  <a:lnTo>
                    <a:pt x="36890" y="62289"/>
                  </a:lnTo>
                  <a:lnTo>
                    <a:pt x="33633" y="66474"/>
                  </a:lnTo>
                  <a:lnTo>
                    <a:pt x="30509" y="70760"/>
                  </a:lnTo>
                  <a:lnTo>
                    <a:pt x="27523" y="75143"/>
                  </a:lnTo>
                  <a:lnTo>
                    <a:pt x="24678" y="79619"/>
                  </a:lnTo>
                  <a:lnTo>
                    <a:pt x="21976" y="84183"/>
                  </a:lnTo>
                  <a:lnTo>
                    <a:pt x="19420" y="88830"/>
                  </a:lnTo>
                  <a:lnTo>
                    <a:pt x="17013" y="93556"/>
                  </a:lnTo>
                  <a:lnTo>
                    <a:pt x="14757" y="98355"/>
                  </a:lnTo>
                  <a:lnTo>
                    <a:pt x="12655" y="103224"/>
                  </a:lnTo>
                  <a:lnTo>
                    <a:pt x="10708" y="108158"/>
                  </a:lnTo>
                  <a:lnTo>
                    <a:pt x="8918" y="113150"/>
                  </a:lnTo>
                  <a:lnTo>
                    <a:pt x="7288" y="118197"/>
                  </a:lnTo>
                  <a:lnTo>
                    <a:pt x="5819" y="123293"/>
                  </a:lnTo>
                  <a:lnTo>
                    <a:pt x="4512" y="128433"/>
                  </a:lnTo>
                  <a:lnTo>
                    <a:pt x="3368" y="133612"/>
                  </a:lnTo>
                  <a:lnTo>
                    <a:pt x="2390" y="138824"/>
                  </a:lnTo>
                  <a:lnTo>
                    <a:pt x="1577" y="144065"/>
                  </a:lnTo>
                  <a:lnTo>
                    <a:pt x="932" y="149329"/>
                  </a:lnTo>
                  <a:lnTo>
                    <a:pt x="453" y="154611"/>
                  </a:lnTo>
                  <a:lnTo>
                    <a:pt x="142" y="159906"/>
                  </a:lnTo>
                  <a:lnTo>
                    <a:pt x="0" y="165207"/>
                  </a:lnTo>
                  <a:lnTo>
                    <a:pt x="25" y="170511"/>
                  </a:lnTo>
                  <a:lnTo>
                    <a:pt x="219" y="175811"/>
                  </a:lnTo>
                  <a:lnTo>
                    <a:pt x="581" y="181102"/>
                  </a:lnTo>
                  <a:lnTo>
                    <a:pt x="1110" y="186379"/>
                  </a:lnTo>
                  <a:lnTo>
                    <a:pt x="1807" y="191637"/>
                  </a:lnTo>
                  <a:lnTo>
                    <a:pt x="2670" y="196869"/>
                  </a:lnTo>
                  <a:lnTo>
                    <a:pt x="3698" y="202072"/>
                  </a:lnTo>
                  <a:lnTo>
                    <a:pt x="4892" y="207240"/>
                  </a:lnTo>
                  <a:lnTo>
                    <a:pt x="6248" y="212367"/>
                  </a:lnTo>
                  <a:lnTo>
                    <a:pt x="7766" y="217449"/>
                  </a:lnTo>
                  <a:lnTo>
                    <a:pt x="9445" y="222479"/>
                  </a:lnTo>
                  <a:lnTo>
                    <a:pt x="11283" y="227454"/>
                  </a:lnTo>
                  <a:lnTo>
                    <a:pt x="13277" y="232369"/>
                  </a:lnTo>
                  <a:lnTo>
                    <a:pt x="15427" y="237217"/>
                  </a:lnTo>
                  <a:lnTo>
                    <a:pt x="17729" y="241995"/>
                  </a:lnTo>
                  <a:lnTo>
                    <a:pt x="20181" y="246697"/>
                  </a:lnTo>
                  <a:lnTo>
                    <a:pt x="22782" y="251320"/>
                  </a:lnTo>
                  <a:lnTo>
                    <a:pt x="25527" y="255857"/>
                  </a:lnTo>
                  <a:lnTo>
                    <a:pt x="28416" y="260305"/>
                  </a:lnTo>
                  <a:lnTo>
                    <a:pt x="31444" y="264659"/>
                  </a:lnTo>
                  <a:lnTo>
                    <a:pt x="34608" y="268915"/>
                  </a:lnTo>
                  <a:lnTo>
                    <a:pt x="37906" y="273069"/>
                  </a:lnTo>
                  <a:lnTo>
                    <a:pt x="41334" y="277116"/>
                  </a:lnTo>
                  <a:lnTo>
                    <a:pt x="44889" y="281052"/>
                  </a:lnTo>
                  <a:lnTo>
                    <a:pt x="48567" y="284873"/>
                  </a:lnTo>
                  <a:lnTo>
                    <a:pt x="52364" y="288575"/>
                  </a:lnTo>
                  <a:lnTo>
                    <a:pt x="56277" y="292156"/>
                  </a:lnTo>
                  <a:lnTo>
                    <a:pt x="60301" y="295610"/>
                  </a:lnTo>
                  <a:lnTo>
                    <a:pt x="64433" y="298935"/>
                  </a:lnTo>
                  <a:lnTo>
                    <a:pt x="68668" y="302127"/>
                  </a:lnTo>
                  <a:lnTo>
                    <a:pt x="73002" y="305184"/>
                  </a:lnTo>
                  <a:lnTo>
                    <a:pt x="77432" y="308101"/>
                  </a:lnTo>
                  <a:lnTo>
                    <a:pt x="81951" y="310876"/>
                  </a:lnTo>
                  <a:lnTo>
                    <a:pt x="86556" y="313507"/>
                  </a:lnTo>
                  <a:lnTo>
                    <a:pt x="91243" y="315990"/>
                  </a:lnTo>
                  <a:lnTo>
                    <a:pt x="96005" y="318323"/>
                  </a:lnTo>
                  <a:lnTo>
                    <a:pt x="100840" y="320504"/>
                  </a:lnTo>
                  <a:lnTo>
                    <a:pt x="105741" y="322530"/>
                  </a:lnTo>
                  <a:lnTo>
                    <a:pt x="110704" y="324400"/>
                  </a:lnTo>
                  <a:lnTo>
                    <a:pt x="115724" y="326112"/>
                  </a:lnTo>
                  <a:lnTo>
                    <a:pt x="120795" y="327663"/>
                  </a:lnTo>
                  <a:lnTo>
                    <a:pt x="125913" y="329053"/>
                  </a:lnTo>
                  <a:lnTo>
                    <a:pt x="131073" y="330280"/>
                  </a:lnTo>
                  <a:lnTo>
                    <a:pt x="136269" y="331343"/>
                  </a:lnTo>
                  <a:lnTo>
                    <a:pt x="141496" y="332240"/>
                  </a:lnTo>
                  <a:lnTo>
                    <a:pt x="146749" y="332971"/>
                  </a:lnTo>
                  <a:lnTo>
                    <a:pt x="152023" y="333534"/>
                  </a:lnTo>
                  <a:lnTo>
                    <a:pt x="157311" y="333931"/>
                  </a:lnTo>
                  <a:lnTo>
                    <a:pt x="162610" y="334159"/>
                  </a:lnTo>
                  <a:lnTo>
                    <a:pt x="167913" y="334219"/>
                  </a:lnTo>
                  <a:lnTo>
                    <a:pt x="173216" y="334111"/>
                  </a:lnTo>
                  <a:lnTo>
                    <a:pt x="178512" y="333835"/>
                  </a:lnTo>
                  <a:lnTo>
                    <a:pt x="183797" y="333391"/>
                  </a:lnTo>
                  <a:lnTo>
                    <a:pt x="189065" y="332779"/>
                  </a:lnTo>
                  <a:lnTo>
                    <a:pt x="194311" y="332001"/>
                  </a:lnTo>
                  <a:lnTo>
                    <a:pt x="199530" y="331056"/>
                  </a:lnTo>
                  <a:lnTo>
                    <a:pt x="204716" y="329947"/>
                  </a:lnTo>
                  <a:lnTo>
                    <a:pt x="209865" y="328673"/>
                  </a:lnTo>
                  <a:lnTo>
                    <a:pt x="214970" y="327237"/>
                  </a:lnTo>
                  <a:lnTo>
                    <a:pt x="220027" y="325640"/>
                  </a:lnTo>
                  <a:lnTo>
                    <a:pt x="225031" y="323883"/>
                  </a:lnTo>
                  <a:lnTo>
                    <a:pt x="229977" y="321968"/>
                  </a:lnTo>
                  <a:lnTo>
                    <a:pt x="234860" y="319897"/>
                  </a:lnTo>
                  <a:lnTo>
                    <a:pt x="239674" y="317673"/>
                  </a:lnTo>
                  <a:lnTo>
                    <a:pt x="244416" y="315297"/>
                  </a:lnTo>
                  <a:lnTo>
                    <a:pt x="249079" y="312771"/>
                  </a:lnTo>
                  <a:lnTo>
                    <a:pt x="253660" y="310099"/>
                  </a:lnTo>
                  <a:lnTo>
                    <a:pt x="258155" y="307283"/>
                  </a:lnTo>
                  <a:lnTo>
                    <a:pt x="262557" y="304326"/>
                  </a:lnTo>
                  <a:lnTo>
                    <a:pt x="266864" y="301231"/>
                  </a:lnTo>
                  <a:lnTo>
                    <a:pt x="271070" y="298000"/>
                  </a:lnTo>
                  <a:lnTo>
                    <a:pt x="275172" y="294638"/>
                  </a:lnTo>
                  <a:lnTo>
                    <a:pt x="279164" y="291147"/>
                  </a:lnTo>
                  <a:lnTo>
                    <a:pt x="283045" y="287532"/>
                  </a:lnTo>
                  <a:lnTo>
                    <a:pt x="286808" y="283795"/>
                  </a:lnTo>
                  <a:lnTo>
                    <a:pt x="290451" y="279940"/>
                  </a:lnTo>
                  <a:lnTo>
                    <a:pt x="293970" y="275973"/>
                  </a:lnTo>
                  <a:lnTo>
                    <a:pt x="297361" y="271895"/>
                  </a:lnTo>
                  <a:lnTo>
                    <a:pt x="300622" y="267712"/>
                  </a:lnTo>
                  <a:lnTo>
                    <a:pt x="303747" y="263427"/>
                  </a:lnTo>
                  <a:lnTo>
                    <a:pt x="306736" y="259046"/>
                  </a:lnTo>
                  <a:lnTo>
                    <a:pt x="309584" y="254572"/>
                  </a:lnTo>
                  <a:lnTo>
                    <a:pt x="312288" y="250010"/>
                  </a:lnTo>
                  <a:lnTo>
                    <a:pt x="314847" y="245364"/>
                  </a:lnTo>
                  <a:lnTo>
                    <a:pt x="317257" y="240640"/>
                  </a:lnTo>
                  <a:lnTo>
                    <a:pt x="319516" y="235841"/>
                  </a:lnTo>
                  <a:lnTo>
                    <a:pt x="321621" y="230974"/>
                  </a:lnTo>
                  <a:lnTo>
                    <a:pt x="323571" y="226041"/>
                  </a:lnTo>
                  <a:lnTo>
                    <a:pt x="325363" y="221050"/>
                  </a:lnTo>
                  <a:lnTo>
                    <a:pt x="326997" y="216004"/>
                  </a:lnTo>
                  <a:lnTo>
                    <a:pt x="328469" y="210909"/>
                  </a:lnTo>
                  <a:lnTo>
                    <a:pt x="329779" y="205770"/>
                  </a:lnTo>
                  <a:lnTo>
                    <a:pt x="330925" y="200592"/>
                  </a:lnTo>
                  <a:lnTo>
                    <a:pt x="331907" y="195380"/>
                  </a:lnTo>
                  <a:lnTo>
                    <a:pt x="332722" y="190139"/>
                  </a:lnTo>
                  <a:lnTo>
                    <a:pt x="333371" y="184876"/>
                  </a:lnTo>
                  <a:lnTo>
                    <a:pt x="333853" y="179594"/>
                  </a:lnTo>
                  <a:lnTo>
                    <a:pt x="334167" y="174300"/>
                  </a:lnTo>
                  <a:lnTo>
                    <a:pt x="334313" y="168998"/>
                  </a:lnTo>
                  <a:lnTo>
                    <a:pt x="334290" y="163695"/>
                  </a:lnTo>
                  <a:lnTo>
                    <a:pt x="334100" y="158395"/>
                  </a:lnTo>
                  <a:lnTo>
                    <a:pt x="333741" y="153103"/>
                  </a:lnTo>
                  <a:lnTo>
                    <a:pt x="333215" y="147826"/>
                  </a:lnTo>
                  <a:lnTo>
                    <a:pt x="332521" y="142568"/>
                  </a:lnTo>
                  <a:lnTo>
                    <a:pt x="331661" y="137334"/>
                  </a:lnTo>
                  <a:lnTo>
                    <a:pt x="330636" y="132131"/>
                  </a:lnTo>
                  <a:lnTo>
                    <a:pt x="329446" y="126963"/>
                  </a:lnTo>
                  <a:lnTo>
                    <a:pt x="328092" y="121835"/>
                  </a:lnTo>
                  <a:lnTo>
                    <a:pt x="326577" y="116752"/>
                  </a:lnTo>
                  <a:lnTo>
                    <a:pt x="324901" y="111720"/>
                  </a:lnTo>
                  <a:lnTo>
                    <a:pt x="323066" y="106744"/>
                  </a:lnTo>
                  <a:lnTo>
                    <a:pt x="321075" y="101829"/>
                  </a:lnTo>
                  <a:lnTo>
                    <a:pt x="318928" y="96979"/>
                  </a:lnTo>
                  <a:lnTo>
                    <a:pt x="316629" y="92200"/>
                  </a:lnTo>
                  <a:lnTo>
                    <a:pt x="314179" y="87496"/>
                  </a:lnTo>
                  <a:lnTo>
                    <a:pt x="311581" y="82872"/>
                  </a:lnTo>
                  <a:lnTo>
                    <a:pt x="308838" y="78333"/>
                  </a:lnTo>
                  <a:lnTo>
                    <a:pt x="305953" y="73883"/>
                  </a:lnTo>
                  <a:lnTo>
                    <a:pt x="302927" y="69527"/>
                  </a:lnTo>
                  <a:lnTo>
                    <a:pt x="299765" y="65270"/>
                  </a:lnTo>
                  <a:lnTo>
                    <a:pt x="296470" y="61114"/>
                  </a:lnTo>
                  <a:lnTo>
                    <a:pt x="293044" y="57066"/>
                  </a:lnTo>
                  <a:lnTo>
                    <a:pt x="289492" y="53127"/>
                  </a:lnTo>
                  <a:lnTo>
                    <a:pt x="285816" y="49304"/>
                  </a:lnTo>
                  <a:lnTo>
                    <a:pt x="282021" y="45599"/>
                  </a:lnTo>
                  <a:lnTo>
                    <a:pt x="278111" y="42017"/>
                  </a:lnTo>
                  <a:lnTo>
                    <a:pt x="274088" y="38560"/>
                  </a:lnTo>
                  <a:lnTo>
                    <a:pt x="269958" y="35233"/>
                  </a:lnTo>
                  <a:lnTo>
                    <a:pt x="265725" y="32038"/>
                  </a:lnTo>
                  <a:lnTo>
                    <a:pt x="261392" y="28979"/>
                  </a:lnTo>
                  <a:lnTo>
                    <a:pt x="256965" y="26059"/>
                  </a:lnTo>
                  <a:lnTo>
                    <a:pt x="252447" y="23281"/>
                  </a:lnTo>
                  <a:lnTo>
                    <a:pt x="247844" y="20648"/>
                  </a:lnTo>
                  <a:lnTo>
                    <a:pt x="243159" y="18162"/>
                  </a:lnTo>
                  <a:lnTo>
                    <a:pt x="238397" y="15826"/>
                  </a:lnTo>
                  <a:lnTo>
                    <a:pt x="167157" y="167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71240" cy="167167"/>
            </a:xfrm>
            <a:custGeom>
              <a:avLst/>
              <a:pathLst>
                <a:path w="71240" h="167167">
                  <a:moveTo>
                    <a:pt x="71240" y="15939"/>
                  </a:moveTo>
                  <a:lnTo>
                    <a:pt x="66079" y="13614"/>
                  </a:lnTo>
                  <a:lnTo>
                    <a:pt x="60842" y="11465"/>
                  </a:lnTo>
                  <a:lnTo>
                    <a:pt x="55535" y="9494"/>
                  </a:lnTo>
                  <a:lnTo>
                    <a:pt x="50165" y="7704"/>
                  </a:lnTo>
                  <a:lnTo>
                    <a:pt x="44737" y="6097"/>
                  </a:lnTo>
                  <a:lnTo>
                    <a:pt x="39257" y="4675"/>
                  </a:lnTo>
                  <a:lnTo>
                    <a:pt x="33733" y="3439"/>
                  </a:lnTo>
                  <a:lnTo>
                    <a:pt x="28170" y="2390"/>
                  </a:lnTo>
                  <a:lnTo>
                    <a:pt x="22575" y="1531"/>
                  </a:lnTo>
                  <a:lnTo>
                    <a:pt x="16954" y="861"/>
                  </a:lnTo>
                  <a:lnTo>
                    <a:pt x="11313" y="383"/>
                  </a:lnTo>
                  <a:lnTo>
                    <a:pt x="5660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1" y="1322571"/>
              <a:ext cx="167167" cy="320119"/>
            </a:xfrm>
            <a:custGeom>
              <a:avLst/>
              <a:pathLst>
                <a:path w="167167" h="320119">
                  <a:moveTo>
                    <a:pt x="167167" y="0"/>
                  </a:moveTo>
                  <a:lnTo>
                    <a:pt x="161806" y="85"/>
                  </a:lnTo>
                  <a:lnTo>
                    <a:pt x="156451" y="343"/>
                  </a:lnTo>
                  <a:lnTo>
                    <a:pt x="151107" y="773"/>
                  </a:lnTo>
                  <a:lnTo>
                    <a:pt x="145779" y="1373"/>
                  </a:lnTo>
                  <a:lnTo>
                    <a:pt x="140474" y="2144"/>
                  </a:lnTo>
                  <a:lnTo>
                    <a:pt x="135196" y="3085"/>
                  </a:lnTo>
                  <a:lnTo>
                    <a:pt x="129950" y="4195"/>
                  </a:lnTo>
                  <a:lnTo>
                    <a:pt x="124743" y="5472"/>
                  </a:lnTo>
                  <a:lnTo>
                    <a:pt x="119580" y="6916"/>
                  </a:lnTo>
                  <a:lnTo>
                    <a:pt x="114466" y="8524"/>
                  </a:lnTo>
                  <a:lnTo>
                    <a:pt x="109405" y="10296"/>
                  </a:lnTo>
                  <a:lnTo>
                    <a:pt x="104405" y="12229"/>
                  </a:lnTo>
                  <a:lnTo>
                    <a:pt x="99468" y="14321"/>
                  </a:lnTo>
                  <a:lnTo>
                    <a:pt x="94602" y="16571"/>
                  </a:lnTo>
                  <a:lnTo>
                    <a:pt x="89810" y="18975"/>
                  </a:lnTo>
                  <a:lnTo>
                    <a:pt x="85098" y="21532"/>
                  </a:lnTo>
                  <a:lnTo>
                    <a:pt x="80470" y="24239"/>
                  </a:lnTo>
                  <a:lnTo>
                    <a:pt x="75931" y="27092"/>
                  </a:lnTo>
                  <a:lnTo>
                    <a:pt x="71486" y="30090"/>
                  </a:lnTo>
                  <a:lnTo>
                    <a:pt x="67139" y="33229"/>
                  </a:lnTo>
                  <a:lnTo>
                    <a:pt x="62896" y="36505"/>
                  </a:lnTo>
                  <a:lnTo>
                    <a:pt x="58759" y="39916"/>
                  </a:lnTo>
                  <a:lnTo>
                    <a:pt x="54734" y="43458"/>
                  </a:lnTo>
                  <a:lnTo>
                    <a:pt x="50825" y="47127"/>
                  </a:lnTo>
                  <a:lnTo>
                    <a:pt x="47036" y="50920"/>
                  </a:lnTo>
                  <a:lnTo>
                    <a:pt x="43370" y="54832"/>
                  </a:lnTo>
                  <a:lnTo>
                    <a:pt x="39831" y="58859"/>
                  </a:lnTo>
                  <a:lnTo>
                    <a:pt x="36423" y="62998"/>
                  </a:lnTo>
                  <a:lnTo>
                    <a:pt x="33150" y="67245"/>
                  </a:lnTo>
                  <a:lnTo>
                    <a:pt x="30015" y="71594"/>
                  </a:lnTo>
                  <a:lnTo>
                    <a:pt x="27021" y="76041"/>
                  </a:lnTo>
                  <a:lnTo>
                    <a:pt x="24170" y="80582"/>
                  </a:lnTo>
                  <a:lnTo>
                    <a:pt x="21467" y="85212"/>
                  </a:lnTo>
                  <a:lnTo>
                    <a:pt x="18914" y="89926"/>
                  </a:lnTo>
                  <a:lnTo>
                    <a:pt x="16514" y="94720"/>
                  </a:lnTo>
                  <a:lnTo>
                    <a:pt x="14268" y="99589"/>
                  </a:lnTo>
                  <a:lnTo>
                    <a:pt x="12179" y="104526"/>
                  </a:lnTo>
                  <a:lnTo>
                    <a:pt x="10250" y="109529"/>
                  </a:lnTo>
                  <a:lnTo>
                    <a:pt x="8483" y="114590"/>
                  </a:lnTo>
                  <a:lnTo>
                    <a:pt x="6878" y="119706"/>
                  </a:lnTo>
                  <a:lnTo>
                    <a:pt x="5439" y="124870"/>
                  </a:lnTo>
                  <a:lnTo>
                    <a:pt x="4166" y="130078"/>
                  </a:lnTo>
                  <a:lnTo>
                    <a:pt x="3060" y="135325"/>
                  </a:lnTo>
                  <a:lnTo>
                    <a:pt x="2123" y="140603"/>
                  </a:lnTo>
                  <a:lnTo>
                    <a:pt x="1357" y="145910"/>
                  </a:lnTo>
                  <a:lnTo>
                    <a:pt x="760" y="151238"/>
                  </a:lnTo>
                  <a:lnTo>
                    <a:pt x="335" y="156582"/>
                  </a:lnTo>
                  <a:lnTo>
                    <a:pt x="81" y="161938"/>
                  </a:lnTo>
                  <a:lnTo>
                    <a:pt x="0" y="167298"/>
                  </a:lnTo>
                  <a:lnTo>
                    <a:pt x="90" y="172659"/>
                  </a:lnTo>
                  <a:lnTo>
                    <a:pt x="352" y="178014"/>
                  </a:lnTo>
                  <a:lnTo>
                    <a:pt x="785" y="183358"/>
                  </a:lnTo>
                  <a:lnTo>
                    <a:pt x="1390" y="188685"/>
                  </a:lnTo>
                  <a:lnTo>
                    <a:pt x="2165" y="193990"/>
                  </a:lnTo>
                  <a:lnTo>
                    <a:pt x="3110" y="199267"/>
                  </a:lnTo>
                  <a:lnTo>
                    <a:pt x="4224" y="204512"/>
                  </a:lnTo>
                  <a:lnTo>
                    <a:pt x="5505" y="209717"/>
                  </a:lnTo>
                  <a:lnTo>
                    <a:pt x="6953" y="214880"/>
                  </a:lnTo>
                  <a:lnTo>
                    <a:pt x="8566" y="219993"/>
                  </a:lnTo>
                  <a:lnTo>
                    <a:pt x="10341" y="225052"/>
                  </a:lnTo>
                  <a:lnTo>
                    <a:pt x="12278" y="230051"/>
                  </a:lnTo>
                  <a:lnTo>
                    <a:pt x="14374" y="234985"/>
                  </a:lnTo>
                  <a:lnTo>
                    <a:pt x="16628" y="239850"/>
                  </a:lnTo>
                  <a:lnTo>
                    <a:pt x="19036" y="244640"/>
                  </a:lnTo>
                  <a:lnTo>
                    <a:pt x="21596" y="249351"/>
                  </a:lnTo>
                  <a:lnTo>
                    <a:pt x="24307" y="253977"/>
                  </a:lnTo>
                  <a:lnTo>
                    <a:pt x="27164" y="258513"/>
                  </a:lnTo>
                  <a:lnTo>
                    <a:pt x="30165" y="262956"/>
                  </a:lnTo>
                  <a:lnTo>
                    <a:pt x="33307" y="267300"/>
                  </a:lnTo>
                  <a:lnTo>
                    <a:pt x="36587" y="271541"/>
                  </a:lnTo>
                  <a:lnTo>
                    <a:pt x="40001" y="275674"/>
                  </a:lnTo>
                  <a:lnTo>
                    <a:pt x="43546" y="279697"/>
                  </a:lnTo>
                  <a:lnTo>
                    <a:pt x="47218" y="283603"/>
                  </a:lnTo>
                  <a:lnTo>
                    <a:pt x="51014" y="287389"/>
                  </a:lnTo>
                  <a:lnTo>
                    <a:pt x="54929" y="291052"/>
                  </a:lnTo>
                  <a:lnTo>
                    <a:pt x="58959" y="294588"/>
                  </a:lnTo>
                  <a:lnTo>
                    <a:pt x="63101" y="297992"/>
                  </a:lnTo>
                  <a:lnTo>
                    <a:pt x="67350" y="301262"/>
                  </a:lnTo>
                  <a:lnTo>
                    <a:pt x="71701" y="304394"/>
                  </a:lnTo>
                  <a:lnTo>
                    <a:pt x="76151" y="307385"/>
                  </a:lnTo>
                  <a:lnTo>
                    <a:pt x="80694" y="310231"/>
                  </a:lnTo>
                  <a:lnTo>
                    <a:pt x="85326" y="312931"/>
                  </a:lnTo>
                  <a:lnTo>
                    <a:pt x="90043" y="315480"/>
                  </a:lnTo>
                  <a:lnTo>
                    <a:pt x="94839" y="317877"/>
                  </a:lnTo>
                  <a:lnTo>
                    <a:pt x="99709" y="32011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3580" y="1489739"/>
              <a:ext cx="67458" cy="152952"/>
            </a:xfrm>
            <a:custGeom>
              <a:avLst/>
              <a:pathLst>
                <a:path w="67458" h="152952">
                  <a:moveTo>
                    <a:pt x="0" y="152952"/>
                  </a:moveTo>
                  <a:lnTo>
                    <a:pt x="6745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3580" y="1322594"/>
              <a:ext cx="234619" cy="334311"/>
            </a:xfrm>
            <a:custGeom>
              <a:avLst/>
              <a:pathLst>
                <a:path w="234619" h="334311">
                  <a:moveTo>
                    <a:pt x="0" y="320096"/>
                  </a:moveTo>
                  <a:lnTo>
                    <a:pt x="4911" y="322170"/>
                  </a:lnTo>
                  <a:lnTo>
                    <a:pt x="9887" y="324085"/>
                  </a:lnTo>
                  <a:lnTo>
                    <a:pt x="14921" y="325841"/>
                  </a:lnTo>
                  <a:lnTo>
                    <a:pt x="20009" y="327436"/>
                  </a:lnTo>
                  <a:lnTo>
                    <a:pt x="25145" y="328868"/>
                  </a:lnTo>
                  <a:lnTo>
                    <a:pt x="30324" y="330135"/>
                  </a:lnTo>
                  <a:lnTo>
                    <a:pt x="35540" y="331236"/>
                  </a:lnTo>
                  <a:lnTo>
                    <a:pt x="40789" y="332170"/>
                  </a:lnTo>
                  <a:lnTo>
                    <a:pt x="46066" y="332937"/>
                  </a:lnTo>
                  <a:lnTo>
                    <a:pt x="51364" y="333535"/>
                  </a:lnTo>
                  <a:lnTo>
                    <a:pt x="56678" y="333963"/>
                  </a:lnTo>
                  <a:lnTo>
                    <a:pt x="62003" y="334222"/>
                  </a:lnTo>
                  <a:lnTo>
                    <a:pt x="67334" y="334311"/>
                  </a:lnTo>
                  <a:lnTo>
                    <a:pt x="72665" y="334230"/>
                  </a:lnTo>
                  <a:lnTo>
                    <a:pt x="77991" y="333979"/>
                  </a:lnTo>
                  <a:lnTo>
                    <a:pt x="83306" y="333558"/>
                  </a:lnTo>
                  <a:lnTo>
                    <a:pt x="88605" y="332968"/>
                  </a:lnTo>
                  <a:lnTo>
                    <a:pt x="93882" y="332210"/>
                  </a:lnTo>
                  <a:lnTo>
                    <a:pt x="99133" y="331283"/>
                  </a:lnTo>
                  <a:lnTo>
                    <a:pt x="104351" y="330189"/>
                  </a:lnTo>
                  <a:lnTo>
                    <a:pt x="109532" y="328930"/>
                  </a:lnTo>
                  <a:lnTo>
                    <a:pt x="114670" y="327506"/>
                  </a:lnTo>
                  <a:lnTo>
                    <a:pt x="119760" y="325919"/>
                  </a:lnTo>
                  <a:lnTo>
                    <a:pt x="124797" y="324170"/>
                  </a:lnTo>
                  <a:lnTo>
                    <a:pt x="129775" y="322262"/>
                  </a:lnTo>
                  <a:lnTo>
                    <a:pt x="134690" y="320196"/>
                  </a:lnTo>
                  <a:lnTo>
                    <a:pt x="139537" y="317974"/>
                  </a:lnTo>
                  <a:lnTo>
                    <a:pt x="144310" y="315598"/>
                  </a:lnTo>
                  <a:lnTo>
                    <a:pt x="149005" y="313072"/>
                  </a:lnTo>
                  <a:lnTo>
                    <a:pt x="153617" y="310397"/>
                  </a:lnTo>
                  <a:lnTo>
                    <a:pt x="158142" y="307577"/>
                  </a:lnTo>
                  <a:lnTo>
                    <a:pt x="162574" y="304613"/>
                  </a:lnTo>
                  <a:lnTo>
                    <a:pt x="166910" y="301510"/>
                  </a:lnTo>
                  <a:lnTo>
                    <a:pt x="171144" y="298270"/>
                  </a:lnTo>
                  <a:lnTo>
                    <a:pt x="175273" y="294897"/>
                  </a:lnTo>
                  <a:lnTo>
                    <a:pt x="179292" y="291394"/>
                  </a:lnTo>
                  <a:lnTo>
                    <a:pt x="183197" y="287764"/>
                  </a:lnTo>
                  <a:lnTo>
                    <a:pt x="186985" y="284012"/>
                  </a:lnTo>
                  <a:lnTo>
                    <a:pt x="190651" y="280141"/>
                  </a:lnTo>
                  <a:lnTo>
                    <a:pt x="194192" y="276155"/>
                  </a:lnTo>
                  <a:lnTo>
                    <a:pt x="197604" y="272058"/>
                  </a:lnTo>
                  <a:lnTo>
                    <a:pt x="200884" y="267854"/>
                  </a:lnTo>
                  <a:lnTo>
                    <a:pt x="204027" y="263548"/>
                  </a:lnTo>
                  <a:lnTo>
                    <a:pt x="207032" y="259144"/>
                  </a:lnTo>
                  <a:lnTo>
                    <a:pt x="209895" y="254646"/>
                  </a:lnTo>
                  <a:lnTo>
                    <a:pt x="212613" y="250059"/>
                  </a:lnTo>
                  <a:lnTo>
                    <a:pt x="215183" y="245388"/>
                  </a:lnTo>
                  <a:lnTo>
                    <a:pt x="217603" y="240637"/>
                  </a:lnTo>
                  <a:lnTo>
                    <a:pt x="219871" y="235811"/>
                  </a:lnTo>
                  <a:lnTo>
                    <a:pt x="221983" y="230916"/>
                  </a:lnTo>
                  <a:lnTo>
                    <a:pt x="223938" y="225956"/>
                  </a:lnTo>
                  <a:lnTo>
                    <a:pt x="225734" y="220936"/>
                  </a:lnTo>
                  <a:lnTo>
                    <a:pt x="227369" y="215861"/>
                  </a:lnTo>
                  <a:lnTo>
                    <a:pt x="228841" y="210737"/>
                  </a:lnTo>
                  <a:lnTo>
                    <a:pt x="230149" y="205568"/>
                  </a:lnTo>
                  <a:lnTo>
                    <a:pt x="231292" y="200360"/>
                  </a:lnTo>
                  <a:lnTo>
                    <a:pt x="232268" y="195119"/>
                  </a:lnTo>
                  <a:lnTo>
                    <a:pt x="233076" y="189848"/>
                  </a:lnTo>
                  <a:lnTo>
                    <a:pt x="233716" y="184555"/>
                  </a:lnTo>
                  <a:lnTo>
                    <a:pt x="234187" y="179245"/>
                  </a:lnTo>
                  <a:lnTo>
                    <a:pt x="234488" y="173921"/>
                  </a:lnTo>
                  <a:lnTo>
                    <a:pt x="234619" y="168591"/>
                  </a:lnTo>
                  <a:lnTo>
                    <a:pt x="234580" y="163260"/>
                  </a:lnTo>
                  <a:lnTo>
                    <a:pt x="234371" y="157932"/>
                  </a:lnTo>
                  <a:lnTo>
                    <a:pt x="233993" y="152614"/>
                  </a:lnTo>
                  <a:lnTo>
                    <a:pt x="233444" y="147311"/>
                  </a:lnTo>
                  <a:lnTo>
                    <a:pt x="232728" y="142027"/>
                  </a:lnTo>
                  <a:lnTo>
                    <a:pt x="231843" y="136770"/>
                  </a:lnTo>
                  <a:lnTo>
                    <a:pt x="230790" y="131543"/>
                  </a:lnTo>
                  <a:lnTo>
                    <a:pt x="229572" y="126352"/>
                  </a:lnTo>
                  <a:lnTo>
                    <a:pt x="228189" y="121203"/>
                  </a:lnTo>
                  <a:lnTo>
                    <a:pt x="226642" y="116101"/>
                  </a:lnTo>
                  <a:lnTo>
                    <a:pt x="224933" y="111051"/>
                  </a:lnTo>
                  <a:lnTo>
                    <a:pt x="223064" y="106057"/>
                  </a:lnTo>
                  <a:lnTo>
                    <a:pt x="221037" y="101126"/>
                  </a:lnTo>
                  <a:lnTo>
                    <a:pt x="218854" y="96262"/>
                  </a:lnTo>
                  <a:lnTo>
                    <a:pt x="216516" y="91470"/>
                  </a:lnTo>
                  <a:lnTo>
                    <a:pt x="214027" y="86755"/>
                  </a:lnTo>
                  <a:lnTo>
                    <a:pt x="211389" y="82122"/>
                  </a:lnTo>
                  <a:lnTo>
                    <a:pt x="208604" y="77575"/>
                  </a:lnTo>
                  <a:lnTo>
                    <a:pt x="205676" y="73119"/>
                  </a:lnTo>
                  <a:lnTo>
                    <a:pt x="202607" y="68759"/>
                  </a:lnTo>
                  <a:lnTo>
                    <a:pt x="199401" y="64500"/>
                  </a:lnTo>
                  <a:lnTo>
                    <a:pt x="196061" y="60344"/>
                  </a:lnTo>
                  <a:lnTo>
                    <a:pt x="192589" y="56297"/>
                  </a:lnTo>
                  <a:lnTo>
                    <a:pt x="188991" y="52363"/>
                  </a:lnTo>
                  <a:lnTo>
                    <a:pt x="185269" y="48546"/>
                  </a:lnTo>
                  <a:lnTo>
                    <a:pt x="181427" y="44849"/>
                  </a:lnTo>
                  <a:lnTo>
                    <a:pt x="177469" y="41277"/>
                  </a:lnTo>
                  <a:lnTo>
                    <a:pt x="173399" y="37833"/>
                  </a:lnTo>
                  <a:lnTo>
                    <a:pt x="169221" y="34520"/>
                  </a:lnTo>
                  <a:lnTo>
                    <a:pt x="164940" y="31342"/>
                  </a:lnTo>
                  <a:lnTo>
                    <a:pt x="160560" y="28303"/>
                  </a:lnTo>
                  <a:lnTo>
                    <a:pt x="156085" y="25404"/>
                  </a:lnTo>
                  <a:lnTo>
                    <a:pt x="151520" y="22650"/>
                  </a:lnTo>
                  <a:lnTo>
                    <a:pt x="146869" y="20043"/>
                  </a:lnTo>
                  <a:lnTo>
                    <a:pt x="142138" y="17585"/>
                  </a:lnTo>
                  <a:lnTo>
                    <a:pt x="137330" y="15280"/>
                  </a:lnTo>
                  <a:lnTo>
                    <a:pt x="132452" y="13129"/>
                  </a:lnTo>
                  <a:lnTo>
                    <a:pt x="127507" y="11134"/>
                  </a:lnTo>
                  <a:lnTo>
                    <a:pt x="122501" y="9299"/>
                  </a:lnTo>
                  <a:lnTo>
                    <a:pt x="117440" y="7624"/>
                  </a:lnTo>
                  <a:lnTo>
                    <a:pt x="112327" y="6111"/>
                  </a:lnTo>
                  <a:lnTo>
                    <a:pt x="107169" y="4762"/>
                  </a:lnTo>
                  <a:lnTo>
                    <a:pt x="101970" y="3578"/>
                  </a:lnTo>
                  <a:lnTo>
                    <a:pt x="96737" y="2561"/>
                  </a:lnTo>
                  <a:lnTo>
                    <a:pt x="91473" y="1711"/>
                  </a:lnTo>
                  <a:lnTo>
                    <a:pt x="86185" y="1029"/>
                  </a:lnTo>
                  <a:lnTo>
                    <a:pt x="80878" y="516"/>
                  </a:lnTo>
                  <a:lnTo>
                    <a:pt x="75558" y="173"/>
                  </a:lnTo>
                  <a:lnTo>
                    <a:pt x="70229" y="0"/>
                  </a:lnTo>
                  <a:lnTo>
                    <a:pt x="67458" y="1671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2771" cy="167167"/>
            </a:xfrm>
            <a:custGeom>
              <a:avLst/>
              <a:pathLst>
                <a:path w="2771" h="167167">
                  <a:moveTo>
                    <a:pt x="2771" y="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4" y="1071028"/>
              <a:ext cx="167164" cy="276631"/>
            </a:xfrm>
            <a:custGeom>
              <a:avLst/>
              <a:pathLst>
                <a:path w="167164" h="276631">
                  <a:moveTo>
                    <a:pt x="167164" y="0"/>
                  </a:moveTo>
                  <a:lnTo>
                    <a:pt x="161786" y="86"/>
                  </a:lnTo>
                  <a:lnTo>
                    <a:pt x="156413" y="346"/>
                  </a:lnTo>
                  <a:lnTo>
                    <a:pt x="151051" y="778"/>
                  </a:lnTo>
                  <a:lnTo>
                    <a:pt x="145706" y="1382"/>
                  </a:lnTo>
                  <a:lnTo>
                    <a:pt x="140383" y="2159"/>
                  </a:lnTo>
                  <a:lnTo>
                    <a:pt x="135088" y="3106"/>
                  </a:lnTo>
                  <a:lnTo>
                    <a:pt x="129826" y="4223"/>
                  </a:lnTo>
                  <a:lnTo>
                    <a:pt x="124603" y="5508"/>
                  </a:lnTo>
                  <a:lnTo>
                    <a:pt x="119424" y="6961"/>
                  </a:lnTo>
                  <a:lnTo>
                    <a:pt x="114294" y="8580"/>
                  </a:lnTo>
                  <a:lnTo>
                    <a:pt x="109219" y="10363"/>
                  </a:lnTo>
                  <a:lnTo>
                    <a:pt x="104204" y="12309"/>
                  </a:lnTo>
                  <a:lnTo>
                    <a:pt x="99254" y="14415"/>
                  </a:lnTo>
                  <a:lnTo>
                    <a:pt x="94375" y="16679"/>
                  </a:lnTo>
                  <a:lnTo>
                    <a:pt x="89571" y="19099"/>
                  </a:lnTo>
                  <a:lnTo>
                    <a:pt x="84847" y="21672"/>
                  </a:lnTo>
                  <a:lnTo>
                    <a:pt x="80208" y="24395"/>
                  </a:lnTo>
                  <a:lnTo>
                    <a:pt x="75660" y="27267"/>
                  </a:lnTo>
                  <a:lnTo>
                    <a:pt x="71206" y="30284"/>
                  </a:lnTo>
                  <a:lnTo>
                    <a:pt x="66852" y="33442"/>
                  </a:lnTo>
                  <a:lnTo>
                    <a:pt x="62601" y="36738"/>
                  </a:lnTo>
                  <a:lnTo>
                    <a:pt x="58459" y="40170"/>
                  </a:lnTo>
                  <a:lnTo>
                    <a:pt x="54429" y="43733"/>
                  </a:lnTo>
                  <a:lnTo>
                    <a:pt x="50516" y="47424"/>
                  </a:lnTo>
                  <a:lnTo>
                    <a:pt x="46724" y="51239"/>
                  </a:lnTo>
                  <a:lnTo>
                    <a:pt x="43057" y="55174"/>
                  </a:lnTo>
                  <a:lnTo>
                    <a:pt x="39518" y="59225"/>
                  </a:lnTo>
                  <a:lnTo>
                    <a:pt x="36111" y="63388"/>
                  </a:lnTo>
                  <a:lnTo>
                    <a:pt x="32840" y="67658"/>
                  </a:lnTo>
                  <a:lnTo>
                    <a:pt x="29708" y="72032"/>
                  </a:lnTo>
                  <a:lnTo>
                    <a:pt x="26718" y="76503"/>
                  </a:lnTo>
                  <a:lnTo>
                    <a:pt x="23874" y="81069"/>
                  </a:lnTo>
                  <a:lnTo>
                    <a:pt x="21178" y="85724"/>
                  </a:lnTo>
                  <a:lnTo>
                    <a:pt x="18633" y="90463"/>
                  </a:lnTo>
                  <a:lnTo>
                    <a:pt x="16242" y="95281"/>
                  </a:lnTo>
                  <a:lnTo>
                    <a:pt x="14007" y="100174"/>
                  </a:lnTo>
                  <a:lnTo>
                    <a:pt x="11931" y="105137"/>
                  </a:lnTo>
                  <a:lnTo>
                    <a:pt x="10016" y="110163"/>
                  </a:lnTo>
                  <a:lnTo>
                    <a:pt x="8263" y="115249"/>
                  </a:lnTo>
                  <a:lnTo>
                    <a:pt x="6675" y="120388"/>
                  </a:lnTo>
                  <a:lnTo>
                    <a:pt x="5253" y="125576"/>
                  </a:lnTo>
                  <a:lnTo>
                    <a:pt x="3999" y="130807"/>
                  </a:lnTo>
                  <a:lnTo>
                    <a:pt x="2913" y="136075"/>
                  </a:lnTo>
                  <a:lnTo>
                    <a:pt x="1998" y="141376"/>
                  </a:lnTo>
                  <a:lnTo>
                    <a:pt x="1254" y="146703"/>
                  </a:lnTo>
                  <a:lnTo>
                    <a:pt x="681" y="152052"/>
                  </a:lnTo>
                  <a:lnTo>
                    <a:pt x="281" y="157416"/>
                  </a:lnTo>
                  <a:lnTo>
                    <a:pt x="54" y="162790"/>
                  </a:lnTo>
                  <a:lnTo>
                    <a:pt x="0" y="168169"/>
                  </a:lnTo>
                  <a:lnTo>
                    <a:pt x="118" y="173547"/>
                  </a:lnTo>
                  <a:lnTo>
                    <a:pt x="410" y="178918"/>
                  </a:lnTo>
                  <a:lnTo>
                    <a:pt x="874" y="184277"/>
                  </a:lnTo>
                  <a:lnTo>
                    <a:pt x="1511" y="189619"/>
                  </a:lnTo>
                  <a:lnTo>
                    <a:pt x="2319" y="194937"/>
                  </a:lnTo>
                  <a:lnTo>
                    <a:pt x="3298" y="200226"/>
                  </a:lnTo>
                  <a:lnTo>
                    <a:pt x="4446" y="205481"/>
                  </a:lnTo>
                  <a:lnTo>
                    <a:pt x="5763" y="210696"/>
                  </a:lnTo>
                  <a:lnTo>
                    <a:pt x="7247" y="215867"/>
                  </a:lnTo>
                  <a:lnTo>
                    <a:pt x="8897" y="220987"/>
                  </a:lnTo>
                  <a:lnTo>
                    <a:pt x="10711" y="226051"/>
                  </a:lnTo>
                  <a:lnTo>
                    <a:pt x="12686" y="231054"/>
                  </a:lnTo>
                  <a:lnTo>
                    <a:pt x="14822" y="235991"/>
                  </a:lnTo>
                  <a:lnTo>
                    <a:pt x="17115" y="240857"/>
                  </a:lnTo>
                  <a:lnTo>
                    <a:pt x="19563" y="245646"/>
                  </a:lnTo>
                  <a:lnTo>
                    <a:pt x="22165" y="250355"/>
                  </a:lnTo>
                  <a:lnTo>
                    <a:pt x="24916" y="254977"/>
                  </a:lnTo>
                  <a:lnTo>
                    <a:pt x="27815" y="259508"/>
                  </a:lnTo>
                  <a:lnTo>
                    <a:pt x="30858" y="263944"/>
                  </a:lnTo>
                  <a:lnTo>
                    <a:pt x="34043" y="268279"/>
                  </a:lnTo>
                  <a:lnTo>
                    <a:pt x="37365" y="272510"/>
                  </a:lnTo>
                  <a:lnTo>
                    <a:pt x="40821" y="276631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8915" y="1238196"/>
              <a:ext cx="126342" cy="109464"/>
            </a:xfrm>
            <a:custGeom>
              <a:avLst/>
              <a:pathLst>
                <a:path w="126342" h="109464">
                  <a:moveTo>
                    <a:pt x="0" y="109464"/>
                  </a:moveTo>
                  <a:lnTo>
                    <a:pt x="1263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8915" y="1120782"/>
              <a:ext cx="293491" cy="284580"/>
            </a:xfrm>
            <a:custGeom>
              <a:avLst/>
              <a:pathLst>
                <a:path w="293491" h="284580">
                  <a:moveTo>
                    <a:pt x="0" y="226877"/>
                  </a:moveTo>
                  <a:lnTo>
                    <a:pt x="3538" y="230832"/>
                  </a:lnTo>
                  <a:lnTo>
                    <a:pt x="7200" y="234673"/>
                  </a:lnTo>
                  <a:lnTo>
                    <a:pt x="10982" y="238396"/>
                  </a:lnTo>
                  <a:lnTo>
                    <a:pt x="14880" y="241996"/>
                  </a:lnTo>
                  <a:lnTo>
                    <a:pt x="18890" y="245471"/>
                  </a:lnTo>
                  <a:lnTo>
                    <a:pt x="23009" y="248818"/>
                  </a:lnTo>
                  <a:lnTo>
                    <a:pt x="27232" y="252031"/>
                  </a:lnTo>
                  <a:lnTo>
                    <a:pt x="31555" y="255109"/>
                  </a:lnTo>
                  <a:lnTo>
                    <a:pt x="35973" y="258049"/>
                  </a:lnTo>
                  <a:lnTo>
                    <a:pt x="40483" y="260846"/>
                  </a:lnTo>
                  <a:lnTo>
                    <a:pt x="45079" y="263499"/>
                  </a:lnTo>
                  <a:lnTo>
                    <a:pt x="49757" y="266005"/>
                  </a:lnTo>
                  <a:lnTo>
                    <a:pt x="54512" y="268361"/>
                  </a:lnTo>
                  <a:lnTo>
                    <a:pt x="59339" y="270565"/>
                  </a:lnTo>
                  <a:lnTo>
                    <a:pt x="64234" y="272614"/>
                  </a:lnTo>
                  <a:lnTo>
                    <a:pt x="69192" y="274508"/>
                  </a:lnTo>
                  <a:lnTo>
                    <a:pt x="74207" y="276242"/>
                  </a:lnTo>
                  <a:lnTo>
                    <a:pt x="79274" y="277817"/>
                  </a:lnTo>
                  <a:lnTo>
                    <a:pt x="84389" y="279230"/>
                  </a:lnTo>
                  <a:lnTo>
                    <a:pt x="89547" y="280480"/>
                  </a:lnTo>
                  <a:lnTo>
                    <a:pt x="94741" y="281566"/>
                  </a:lnTo>
                  <a:lnTo>
                    <a:pt x="99968" y="282487"/>
                  </a:lnTo>
                  <a:lnTo>
                    <a:pt x="105220" y="283240"/>
                  </a:lnTo>
                  <a:lnTo>
                    <a:pt x="110495" y="283827"/>
                  </a:lnTo>
                  <a:lnTo>
                    <a:pt x="115785" y="284247"/>
                  </a:lnTo>
                  <a:lnTo>
                    <a:pt x="121086" y="284498"/>
                  </a:lnTo>
                  <a:lnTo>
                    <a:pt x="126392" y="284580"/>
                  </a:lnTo>
                  <a:lnTo>
                    <a:pt x="131698" y="284494"/>
                  </a:lnTo>
                  <a:lnTo>
                    <a:pt x="136998" y="284240"/>
                  </a:lnTo>
                  <a:lnTo>
                    <a:pt x="142288" y="283818"/>
                  </a:lnTo>
                  <a:lnTo>
                    <a:pt x="147562" y="283228"/>
                  </a:lnTo>
                  <a:lnTo>
                    <a:pt x="152814" y="282471"/>
                  </a:lnTo>
                  <a:lnTo>
                    <a:pt x="158040" y="281548"/>
                  </a:lnTo>
                  <a:lnTo>
                    <a:pt x="163234" y="280459"/>
                  </a:lnTo>
                  <a:lnTo>
                    <a:pt x="168391" y="279206"/>
                  </a:lnTo>
                  <a:lnTo>
                    <a:pt x="173505" y="277789"/>
                  </a:lnTo>
                  <a:lnTo>
                    <a:pt x="178572" y="276212"/>
                  </a:lnTo>
                  <a:lnTo>
                    <a:pt x="183586" y="274474"/>
                  </a:lnTo>
                  <a:lnTo>
                    <a:pt x="188542" y="272578"/>
                  </a:lnTo>
                  <a:lnTo>
                    <a:pt x="193436" y="270525"/>
                  </a:lnTo>
                  <a:lnTo>
                    <a:pt x="198262" y="268318"/>
                  </a:lnTo>
                  <a:lnTo>
                    <a:pt x="203016" y="265960"/>
                  </a:lnTo>
                  <a:lnTo>
                    <a:pt x="207692" y="263451"/>
                  </a:lnTo>
                  <a:lnTo>
                    <a:pt x="212286" y="260795"/>
                  </a:lnTo>
                  <a:lnTo>
                    <a:pt x="216794" y="257995"/>
                  </a:lnTo>
                  <a:lnTo>
                    <a:pt x="221211" y="255053"/>
                  </a:lnTo>
                  <a:lnTo>
                    <a:pt x="225532" y="251973"/>
                  </a:lnTo>
                  <a:lnTo>
                    <a:pt x="229753" y="248757"/>
                  </a:lnTo>
                  <a:lnTo>
                    <a:pt x="233870" y="245408"/>
                  </a:lnTo>
                  <a:lnTo>
                    <a:pt x="237878" y="241931"/>
                  </a:lnTo>
                  <a:lnTo>
                    <a:pt x="241774" y="238328"/>
                  </a:lnTo>
                  <a:lnTo>
                    <a:pt x="245554" y="234603"/>
                  </a:lnTo>
                  <a:lnTo>
                    <a:pt x="249214" y="230760"/>
                  </a:lnTo>
                  <a:lnTo>
                    <a:pt x="252750" y="226803"/>
                  </a:lnTo>
                  <a:lnTo>
                    <a:pt x="256158" y="222735"/>
                  </a:lnTo>
                  <a:lnTo>
                    <a:pt x="259436" y="218562"/>
                  </a:lnTo>
                  <a:lnTo>
                    <a:pt x="262579" y="214286"/>
                  </a:lnTo>
                  <a:lnTo>
                    <a:pt x="265585" y="209913"/>
                  </a:lnTo>
                  <a:lnTo>
                    <a:pt x="268451" y="205447"/>
                  </a:lnTo>
                  <a:lnTo>
                    <a:pt x="271174" y="200892"/>
                  </a:lnTo>
                  <a:lnTo>
                    <a:pt x="273751" y="196253"/>
                  </a:lnTo>
                  <a:lnTo>
                    <a:pt x="276179" y="191534"/>
                  </a:lnTo>
                  <a:lnTo>
                    <a:pt x="278456" y="186741"/>
                  </a:lnTo>
                  <a:lnTo>
                    <a:pt x="280580" y="181878"/>
                  </a:lnTo>
                  <a:lnTo>
                    <a:pt x="282548" y="176949"/>
                  </a:lnTo>
                  <a:lnTo>
                    <a:pt x="284359" y="171961"/>
                  </a:lnTo>
                  <a:lnTo>
                    <a:pt x="286011" y="166918"/>
                  </a:lnTo>
                  <a:lnTo>
                    <a:pt x="287502" y="161825"/>
                  </a:lnTo>
                  <a:lnTo>
                    <a:pt x="288831" y="156687"/>
                  </a:lnTo>
                  <a:lnTo>
                    <a:pt x="289995" y="151510"/>
                  </a:lnTo>
                  <a:lnTo>
                    <a:pt x="290995" y="146298"/>
                  </a:lnTo>
                  <a:lnTo>
                    <a:pt x="291829" y="141058"/>
                  </a:lnTo>
                  <a:lnTo>
                    <a:pt x="292496" y="135793"/>
                  </a:lnTo>
                  <a:lnTo>
                    <a:pt x="292996" y="130510"/>
                  </a:lnTo>
                  <a:lnTo>
                    <a:pt x="293328" y="125214"/>
                  </a:lnTo>
                  <a:lnTo>
                    <a:pt x="293491" y="119909"/>
                  </a:lnTo>
                  <a:lnTo>
                    <a:pt x="293486" y="114603"/>
                  </a:lnTo>
                  <a:lnTo>
                    <a:pt x="293313" y="109299"/>
                  </a:lnTo>
                  <a:lnTo>
                    <a:pt x="292971" y="104003"/>
                  </a:lnTo>
                  <a:lnTo>
                    <a:pt x="292461" y="98721"/>
                  </a:lnTo>
                  <a:lnTo>
                    <a:pt x="291784" y="93458"/>
                  </a:lnTo>
                  <a:lnTo>
                    <a:pt x="290941" y="88218"/>
                  </a:lnTo>
                  <a:lnTo>
                    <a:pt x="289931" y="83009"/>
                  </a:lnTo>
                  <a:lnTo>
                    <a:pt x="288757" y="77833"/>
                  </a:lnTo>
                  <a:lnTo>
                    <a:pt x="287419" y="72698"/>
                  </a:lnTo>
                  <a:lnTo>
                    <a:pt x="285918" y="67608"/>
                  </a:lnTo>
                  <a:lnTo>
                    <a:pt x="284257" y="62568"/>
                  </a:lnTo>
                  <a:lnTo>
                    <a:pt x="282436" y="57583"/>
                  </a:lnTo>
                  <a:lnTo>
                    <a:pt x="280459" y="52659"/>
                  </a:lnTo>
                  <a:lnTo>
                    <a:pt x="278326" y="47800"/>
                  </a:lnTo>
                  <a:lnTo>
                    <a:pt x="276040" y="43011"/>
                  </a:lnTo>
                  <a:lnTo>
                    <a:pt x="273603" y="38297"/>
                  </a:lnTo>
                  <a:lnTo>
                    <a:pt x="271017" y="33662"/>
                  </a:lnTo>
                  <a:lnTo>
                    <a:pt x="268286" y="29112"/>
                  </a:lnTo>
                  <a:lnTo>
                    <a:pt x="265412" y="24652"/>
                  </a:lnTo>
                  <a:lnTo>
                    <a:pt x="262397" y="20284"/>
                  </a:lnTo>
                  <a:lnTo>
                    <a:pt x="259246" y="16014"/>
                  </a:lnTo>
                  <a:lnTo>
                    <a:pt x="255960" y="11847"/>
                  </a:lnTo>
                  <a:lnTo>
                    <a:pt x="252544" y="7786"/>
                  </a:lnTo>
                  <a:lnTo>
                    <a:pt x="249001" y="3836"/>
                  </a:lnTo>
                  <a:lnTo>
                    <a:pt x="245334" y="0"/>
                  </a:lnTo>
                  <a:lnTo>
                    <a:pt x="126342" y="117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18991" cy="167167"/>
            </a:xfrm>
            <a:custGeom>
              <a:avLst/>
              <a:pathLst>
                <a:path w="118991" h="167167">
                  <a:moveTo>
                    <a:pt x="118991" y="49754"/>
                  </a:moveTo>
                  <a:lnTo>
                    <a:pt x="115052" y="45891"/>
                  </a:lnTo>
                  <a:lnTo>
                    <a:pt x="110988" y="42161"/>
                  </a:lnTo>
                  <a:lnTo>
                    <a:pt x="106803" y="38567"/>
                  </a:lnTo>
                  <a:lnTo>
                    <a:pt x="102501" y="35112"/>
                  </a:lnTo>
                  <a:lnTo>
                    <a:pt x="98088" y="31802"/>
                  </a:lnTo>
                  <a:lnTo>
                    <a:pt x="93568" y="28639"/>
                  </a:lnTo>
                  <a:lnTo>
                    <a:pt x="88946" y="25627"/>
                  </a:lnTo>
                  <a:lnTo>
                    <a:pt x="84227" y="22769"/>
                  </a:lnTo>
                  <a:lnTo>
                    <a:pt x="79416" y="20069"/>
                  </a:lnTo>
                  <a:lnTo>
                    <a:pt x="74519" y="17528"/>
                  </a:lnTo>
                  <a:lnTo>
                    <a:pt x="69541" y="15151"/>
                  </a:lnTo>
                  <a:lnTo>
                    <a:pt x="64487" y="12939"/>
                  </a:lnTo>
                  <a:lnTo>
                    <a:pt x="59363" y="10895"/>
                  </a:lnTo>
                  <a:lnTo>
                    <a:pt x="54174" y="9021"/>
                  </a:lnTo>
                  <a:lnTo>
                    <a:pt x="48926" y="7320"/>
                  </a:lnTo>
                  <a:lnTo>
                    <a:pt x="43625" y="5792"/>
                  </a:lnTo>
                  <a:lnTo>
                    <a:pt x="38276" y="4441"/>
                  </a:lnTo>
                  <a:lnTo>
                    <a:pt x="32886" y="3266"/>
                  </a:lnTo>
                  <a:lnTo>
                    <a:pt x="27460" y="2270"/>
                  </a:lnTo>
                  <a:lnTo>
                    <a:pt x="22004" y="1454"/>
                  </a:lnTo>
                  <a:lnTo>
                    <a:pt x="16524" y="818"/>
                  </a:lnTo>
                  <a:lnTo>
                    <a:pt x="11026" y="364"/>
                  </a:lnTo>
                  <a:lnTo>
                    <a:pt x="551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39449" y="941493"/>
              <a:ext cx="84094" cy="167167"/>
            </a:xfrm>
            <a:custGeom>
              <a:avLst/>
              <a:pathLst>
                <a:path w="84094" h="167167">
                  <a:moveTo>
                    <a:pt x="84094" y="0"/>
                  </a:moveTo>
                  <a:lnTo>
                    <a:pt x="78220" y="103"/>
                  </a:lnTo>
                  <a:lnTo>
                    <a:pt x="72354" y="412"/>
                  </a:lnTo>
                  <a:lnTo>
                    <a:pt x="66503" y="928"/>
                  </a:lnTo>
                  <a:lnTo>
                    <a:pt x="60673" y="1648"/>
                  </a:lnTo>
                  <a:lnTo>
                    <a:pt x="54872" y="2573"/>
                  </a:lnTo>
                  <a:lnTo>
                    <a:pt x="49107" y="3702"/>
                  </a:lnTo>
                  <a:lnTo>
                    <a:pt x="43385" y="5032"/>
                  </a:lnTo>
                  <a:lnTo>
                    <a:pt x="37714" y="6562"/>
                  </a:lnTo>
                  <a:lnTo>
                    <a:pt x="32100" y="8291"/>
                  </a:lnTo>
                  <a:lnTo>
                    <a:pt x="26550" y="10216"/>
                  </a:lnTo>
                  <a:lnTo>
                    <a:pt x="21071" y="12335"/>
                  </a:lnTo>
                  <a:lnTo>
                    <a:pt x="15670" y="14645"/>
                  </a:lnTo>
                  <a:lnTo>
                    <a:pt x="10353" y="17143"/>
                  </a:lnTo>
                  <a:lnTo>
                    <a:pt x="5128" y="19826"/>
                  </a:lnTo>
                  <a:lnTo>
                    <a:pt x="0" y="22692"/>
                  </a:lnTo>
                  <a:lnTo>
                    <a:pt x="8409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9449" y="964185"/>
              <a:ext cx="84094" cy="144475"/>
            </a:xfrm>
            <a:custGeom>
              <a:avLst/>
              <a:pathLst>
                <a:path w="84094" h="144475">
                  <a:moveTo>
                    <a:pt x="0" y="0"/>
                  </a:moveTo>
                  <a:lnTo>
                    <a:pt x="84094" y="1444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77" y="947639"/>
              <a:ext cx="334334" cy="328169"/>
            </a:xfrm>
            <a:custGeom>
              <a:avLst/>
              <a:pathLst>
                <a:path w="334334" h="328169">
                  <a:moveTo>
                    <a:pt x="83072" y="16546"/>
                  </a:moveTo>
                  <a:lnTo>
                    <a:pt x="78535" y="19283"/>
                  </a:lnTo>
                  <a:lnTo>
                    <a:pt x="74088" y="22164"/>
                  </a:lnTo>
                  <a:lnTo>
                    <a:pt x="69733" y="25184"/>
                  </a:lnTo>
                  <a:lnTo>
                    <a:pt x="65477" y="28340"/>
                  </a:lnTo>
                  <a:lnTo>
                    <a:pt x="61323" y="31630"/>
                  </a:lnTo>
                  <a:lnTo>
                    <a:pt x="57275" y="35049"/>
                  </a:lnTo>
                  <a:lnTo>
                    <a:pt x="53338" y="38595"/>
                  </a:lnTo>
                  <a:lnTo>
                    <a:pt x="49515" y="42265"/>
                  </a:lnTo>
                  <a:lnTo>
                    <a:pt x="45810" y="46053"/>
                  </a:lnTo>
                  <a:lnTo>
                    <a:pt x="42227" y="49957"/>
                  </a:lnTo>
                  <a:lnTo>
                    <a:pt x="38770" y="53973"/>
                  </a:lnTo>
                  <a:lnTo>
                    <a:pt x="35441" y="58096"/>
                  </a:lnTo>
                  <a:lnTo>
                    <a:pt x="32245" y="62323"/>
                  </a:lnTo>
                  <a:lnTo>
                    <a:pt x="29185" y="66649"/>
                  </a:lnTo>
                  <a:lnTo>
                    <a:pt x="26263" y="71069"/>
                  </a:lnTo>
                  <a:lnTo>
                    <a:pt x="23483" y="75580"/>
                  </a:lnTo>
                  <a:lnTo>
                    <a:pt x="20847" y="80177"/>
                  </a:lnTo>
                  <a:lnTo>
                    <a:pt x="18359" y="84855"/>
                  </a:lnTo>
                  <a:lnTo>
                    <a:pt x="16019" y="89610"/>
                  </a:lnTo>
                  <a:lnTo>
                    <a:pt x="13832" y="94436"/>
                  </a:lnTo>
                  <a:lnTo>
                    <a:pt x="11799" y="99330"/>
                  </a:lnTo>
                  <a:lnTo>
                    <a:pt x="9921" y="104285"/>
                  </a:lnTo>
                  <a:lnTo>
                    <a:pt x="8202" y="109297"/>
                  </a:lnTo>
                  <a:lnTo>
                    <a:pt x="6643" y="114362"/>
                  </a:lnTo>
                  <a:lnTo>
                    <a:pt x="5245" y="119473"/>
                  </a:lnTo>
                  <a:lnTo>
                    <a:pt x="4009" y="124626"/>
                  </a:lnTo>
                  <a:lnTo>
                    <a:pt x="2937" y="129815"/>
                  </a:lnTo>
                  <a:lnTo>
                    <a:pt x="2031" y="135036"/>
                  </a:lnTo>
                  <a:lnTo>
                    <a:pt x="1290" y="140283"/>
                  </a:lnTo>
                  <a:lnTo>
                    <a:pt x="716" y="145551"/>
                  </a:lnTo>
                  <a:lnTo>
                    <a:pt x="310" y="150834"/>
                  </a:lnTo>
                  <a:lnTo>
                    <a:pt x="71" y="156127"/>
                  </a:lnTo>
                  <a:lnTo>
                    <a:pt x="0" y="161426"/>
                  </a:lnTo>
                  <a:lnTo>
                    <a:pt x="96" y="166724"/>
                  </a:lnTo>
                  <a:lnTo>
                    <a:pt x="361" y="172016"/>
                  </a:lnTo>
                  <a:lnTo>
                    <a:pt x="793" y="177298"/>
                  </a:lnTo>
                  <a:lnTo>
                    <a:pt x="1393" y="182562"/>
                  </a:lnTo>
                  <a:lnTo>
                    <a:pt x="2159" y="187806"/>
                  </a:lnTo>
                  <a:lnTo>
                    <a:pt x="3091" y="193022"/>
                  </a:lnTo>
                  <a:lnTo>
                    <a:pt x="4187" y="198206"/>
                  </a:lnTo>
                  <a:lnTo>
                    <a:pt x="5448" y="203353"/>
                  </a:lnTo>
                  <a:lnTo>
                    <a:pt x="6871" y="208457"/>
                  </a:lnTo>
                  <a:lnTo>
                    <a:pt x="8455" y="213514"/>
                  </a:lnTo>
                  <a:lnTo>
                    <a:pt x="10198" y="218518"/>
                  </a:lnTo>
                  <a:lnTo>
                    <a:pt x="12099" y="223464"/>
                  </a:lnTo>
                  <a:lnTo>
                    <a:pt x="14156" y="228347"/>
                  </a:lnTo>
                  <a:lnTo>
                    <a:pt x="16367" y="233163"/>
                  </a:lnTo>
                  <a:lnTo>
                    <a:pt x="18729" y="237906"/>
                  </a:lnTo>
                  <a:lnTo>
                    <a:pt x="21241" y="242572"/>
                  </a:lnTo>
                  <a:lnTo>
                    <a:pt x="23899" y="247157"/>
                  </a:lnTo>
                  <a:lnTo>
                    <a:pt x="26701" y="251654"/>
                  </a:lnTo>
                  <a:lnTo>
                    <a:pt x="29644" y="256060"/>
                  </a:lnTo>
                  <a:lnTo>
                    <a:pt x="32725" y="260371"/>
                  </a:lnTo>
                  <a:lnTo>
                    <a:pt x="35942" y="264583"/>
                  </a:lnTo>
                  <a:lnTo>
                    <a:pt x="39290" y="268690"/>
                  </a:lnTo>
                  <a:lnTo>
                    <a:pt x="42767" y="272688"/>
                  </a:lnTo>
                  <a:lnTo>
                    <a:pt x="46368" y="276575"/>
                  </a:lnTo>
                  <a:lnTo>
                    <a:pt x="50092" y="280346"/>
                  </a:lnTo>
                  <a:lnTo>
                    <a:pt x="53932" y="283996"/>
                  </a:lnTo>
                  <a:lnTo>
                    <a:pt x="57887" y="287523"/>
                  </a:lnTo>
                  <a:lnTo>
                    <a:pt x="61951" y="290923"/>
                  </a:lnTo>
                  <a:lnTo>
                    <a:pt x="66121" y="294193"/>
                  </a:lnTo>
                  <a:lnTo>
                    <a:pt x="70393" y="297329"/>
                  </a:lnTo>
                  <a:lnTo>
                    <a:pt x="74762" y="300327"/>
                  </a:lnTo>
                  <a:lnTo>
                    <a:pt x="79223" y="303186"/>
                  </a:lnTo>
                  <a:lnTo>
                    <a:pt x="83773" y="305902"/>
                  </a:lnTo>
                  <a:lnTo>
                    <a:pt x="88407" y="308472"/>
                  </a:lnTo>
                  <a:lnTo>
                    <a:pt x="93120" y="310894"/>
                  </a:lnTo>
                  <a:lnTo>
                    <a:pt x="97907" y="313166"/>
                  </a:lnTo>
                  <a:lnTo>
                    <a:pt x="102764" y="315285"/>
                  </a:lnTo>
                  <a:lnTo>
                    <a:pt x="107686" y="317248"/>
                  </a:lnTo>
                  <a:lnTo>
                    <a:pt x="112667" y="319055"/>
                  </a:lnTo>
                  <a:lnTo>
                    <a:pt x="117704" y="320703"/>
                  </a:lnTo>
                  <a:lnTo>
                    <a:pt x="122789" y="322190"/>
                  </a:lnTo>
                  <a:lnTo>
                    <a:pt x="127920" y="323516"/>
                  </a:lnTo>
                  <a:lnTo>
                    <a:pt x="133090" y="324678"/>
                  </a:lnTo>
                  <a:lnTo>
                    <a:pt x="138294" y="325676"/>
                  </a:lnTo>
                  <a:lnTo>
                    <a:pt x="143527" y="326508"/>
                  </a:lnTo>
                  <a:lnTo>
                    <a:pt x="148784" y="327174"/>
                  </a:lnTo>
                  <a:lnTo>
                    <a:pt x="154059" y="327674"/>
                  </a:lnTo>
                  <a:lnTo>
                    <a:pt x="159348" y="328005"/>
                  </a:lnTo>
                  <a:lnTo>
                    <a:pt x="164644" y="328169"/>
                  </a:lnTo>
                  <a:lnTo>
                    <a:pt x="169943" y="328165"/>
                  </a:lnTo>
                  <a:lnTo>
                    <a:pt x="175239" y="327993"/>
                  </a:lnTo>
                  <a:lnTo>
                    <a:pt x="180527" y="327653"/>
                  </a:lnTo>
                  <a:lnTo>
                    <a:pt x="185802" y="327146"/>
                  </a:lnTo>
                  <a:lnTo>
                    <a:pt x="191058" y="326472"/>
                  </a:lnTo>
                  <a:lnTo>
                    <a:pt x="196290" y="325632"/>
                  </a:lnTo>
                  <a:lnTo>
                    <a:pt x="201492" y="324626"/>
                  </a:lnTo>
                  <a:lnTo>
                    <a:pt x="206661" y="323456"/>
                  </a:lnTo>
                  <a:lnTo>
                    <a:pt x="211789" y="322123"/>
                  </a:lnTo>
                  <a:lnTo>
                    <a:pt x="216873" y="320627"/>
                  </a:lnTo>
                  <a:lnTo>
                    <a:pt x="221906" y="318972"/>
                  </a:lnTo>
                  <a:lnTo>
                    <a:pt x="226885" y="317157"/>
                  </a:lnTo>
                  <a:lnTo>
                    <a:pt x="231804" y="315186"/>
                  </a:lnTo>
                  <a:lnTo>
                    <a:pt x="236657" y="313060"/>
                  </a:lnTo>
                  <a:lnTo>
                    <a:pt x="241441" y="310781"/>
                  </a:lnTo>
                  <a:lnTo>
                    <a:pt x="246150" y="308352"/>
                  </a:lnTo>
                  <a:lnTo>
                    <a:pt x="250780" y="305775"/>
                  </a:lnTo>
                  <a:lnTo>
                    <a:pt x="255326" y="303052"/>
                  </a:lnTo>
                  <a:lnTo>
                    <a:pt x="259784" y="300186"/>
                  </a:lnTo>
                  <a:lnTo>
                    <a:pt x="264148" y="297181"/>
                  </a:lnTo>
                  <a:lnTo>
                    <a:pt x="268415" y="294039"/>
                  </a:lnTo>
                  <a:lnTo>
                    <a:pt x="272580" y="290763"/>
                  </a:lnTo>
                  <a:lnTo>
                    <a:pt x="276639" y="287357"/>
                  </a:lnTo>
                  <a:lnTo>
                    <a:pt x="280588" y="283824"/>
                  </a:lnTo>
                  <a:lnTo>
                    <a:pt x="284423" y="280167"/>
                  </a:lnTo>
                  <a:lnTo>
                    <a:pt x="288140" y="276391"/>
                  </a:lnTo>
                  <a:lnTo>
                    <a:pt x="291736" y="272499"/>
                  </a:lnTo>
                  <a:lnTo>
                    <a:pt x="295207" y="268495"/>
                  </a:lnTo>
                  <a:lnTo>
                    <a:pt x="298549" y="264382"/>
                  </a:lnTo>
                  <a:lnTo>
                    <a:pt x="301759" y="260166"/>
                  </a:lnTo>
                  <a:lnTo>
                    <a:pt x="304834" y="255851"/>
                  </a:lnTo>
                  <a:lnTo>
                    <a:pt x="307770" y="251440"/>
                  </a:lnTo>
                  <a:lnTo>
                    <a:pt x="310565" y="246938"/>
                  </a:lnTo>
                  <a:lnTo>
                    <a:pt x="313216" y="242350"/>
                  </a:lnTo>
                  <a:lnTo>
                    <a:pt x="315720" y="237680"/>
                  </a:lnTo>
                  <a:lnTo>
                    <a:pt x="318076" y="232933"/>
                  </a:lnTo>
                  <a:lnTo>
                    <a:pt x="320279" y="228114"/>
                  </a:lnTo>
                  <a:lnTo>
                    <a:pt x="322328" y="223228"/>
                  </a:lnTo>
                  <a:lnTo>
                    <a:pt x="324222" y="218279"/>
                  </a:lnTo>
                  <a:lnTo>
                    <a:pt x="325958" y="213272"/>
                  </a:lnTo>
                  <a:lnTo>
                    <a:pt x="327534" y="208213"/>
                  </a:lnTo>
                  <a:lnTo>
                    <a:pt x="328949" y="203107"/>
                  </a:lnTo>
                  <a:lnTo>
                    <a:pt x="330202" y="197958"/>
                  </a:lnTo>
                  <a:lnTo>
                    <a:pt x="331291" y="192772"/>
                  </a:lnTo>
                  <a:lnTo>
                    <a:pt x="332215" y="187554"/>
                  </a:lnTo>
                  <a:lnTo>
                    <a:pt x="332973" y="182310"/>
                  </a:lnTo>
                  <a:lnTo>
                    <a:pt x="333564" y="177044"/>
                  </a:lnTo>
                  <a:lnTo>
                    <a:pt x="333988" y="171762"/>
                  </a:lnTo>
                  <a:lnTo>
                    <a:pt x="334245" y="166469"/>
                  </a:lnTo>
                  <a:lnTo>
                    <a:pt x="334334" y="161171"/>
                  </a:lnTo>
                  <a:lnTo>
                    <a:pt x="334255" y="155873"/>
                  </a:lnTo>
                  <a:lnTo>
                    <a:pt x="334007" y="150580"/>
                  </a:lnTo>
                  <a:lnTo>
                    <a:pt x="333593" y="145297"/>
                  </a:lnTo>
                  <a:lnTo>
                    <a:pt x="333011" y="140030"/>
                  </a:lnTo>
                  <a:lnTo>
                    <a:pt x="332262" y="134784"/>
                  </a:lnTo>
                  <a:lnTo>
                    <a:pt x="331348" y="129565"/>
                  </a:lnTo>
                  <a:lnTo>
                    <a:pt x="330268" y="124377"/>
                  </a:lnTo>
                  <a:lnTo>
                    <a:pt x="329025" y="119226"/>
                  </a:lnTo>
                  <a:lnTo>
                    <a:pt x="327619" y="114117"/>
                  </a:lnTo>
                  <a:lnTo>
                    <a:pt x="326052" y="109055"/>
                  </a:lnTo>
                  <a:lnTo>
                    <a:pt x="324325" y="104045"/>
                  </a:lnTo>
                  <a:lnTo>
                    <a:pt x="322440" y="99093"/>
                  </a:lnTo>
                  <a:lnTo>
                    <a:pt x="320399" y="94203"/>
                  </a:lnTo>
                  <a:lnTo>
                    <a:pt x="318205" y="89380"/>
                  </a:lnTo>
                  <a:lnTo>
                    <a:pt x="315858" y="84629"/>
                  </a:lnTo>
                  <a:lnTo>
                    <a:pt x="313362" y="79954"/>
                  </a:lnTo>
                  <a:lnTo>
                    <a:pt x="310719" y="75361"/>
                  </a:lnTo>
                  <a:lnTo>
                    <a:pt x="307932" y="70855"/>
                  </a:lnTo>
                  <a:lnTo>
                    <a:pt x="305004" y="66439"/>
                  </a:lnTo>
                  <a:lnTo>
                    <a:pt x="301937" y="62117"/>
                  </a:lnTo>
                  <a:lnTo>
                    <a:pt x="298734" y="57896"/>
                  </a:lnTo>
                  <a:lnTo>
                    <a:pt x="295400" y="53777"/>
                  </a:lnTo>
                  <a:lnTo>
                    <a:pt x="291936" y="49767"/>
                  </a:lnTo>
                  <a:lnTo>
                    <a:pt x="288348" y="45868"/>
                  </a:lnTo>
                  <a:lnTo>
                    <a:pt x="284637" y="42085"/>
                  </a:lnTo>
                  <a:lnTo>
                    <a:pt x="280808" y="38422"/>
                  </a:lnTo>
                  <a:lnTo>
                    <a:pt x="276866" y="34882"/>
                  </a:lnTo>
                  <a:lnTo>
                    <a:pt x="272813" y="31468"/>
                  </a:lnTo>
                  <a:lnTo>
                    <a:pt x="268654" y="28185"/>
                  </a:lnTo>
                  <a:lnTo>
                    <a:pt x="264392" y="25035"/>
                  </a:lnTo>
                  <a:lnTo>
                    <a:pt x="260034" y="22022"/>
                  </a:lnTo>
                  <a:lnTo>
                    <a:pt x="255581" y="19148"/>
                  </a:lnTo>
                  <a:lnTo>
                    <a:pt x="251040" y="16418"/>
                  </a:lnTo>
                  <a:lnTo>
                    <a:pt x="246415" y="13832"/>
                  </a:lnTo>
                  <a:lnTo>
                    <a:pt x="241710" y="11394"/>
                  </a:lnTo>
                  <a:lnTo>
                    <a:pt x="236931" y="9107"/>
                  </a:lnTo>
                  <a:lnTo>
                    <a:pt x="232081" y="6972"/>
                  </a:lnTo>
                  <a:lnTo>
                    <a:pt x="227166" y="4992"/>
                  </a:lnTo>
                  <a:lnTo>
                    <a:pt x="222190" y="3168"/>
                  </a:lnTo>
                  <a:lnTo>
                    <a:pt x="217159" y="1504"/>
                  </a:lnTo>
                  <a:lnTo>
                    <a:pt x="212079" y="0"/>
                  </a:lnTo>
                  <a:lnTo>
                    <a:pt x="167166" y="1610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44912" cy="167167"/>
            </a:xfrm>
            <a:custGeom>
              <a:avLst/>
              <a:pathLst>
                <a:path w="44912" h="167167">
                  <a:moveTo>
                    <a:pt x="44912" y="6146"/>
                  </a:moveTo>
                  <a:lnTo>
                    <a:pt x="38622" y="4522"/>
                  </a:lnTo>
                  <a:lnTo>
                    <a:pt x="32275" y="3145"/>
                  </a:lnTo>
                  <a:lnTo>
                    <a:pt x="25878" y="2015"/>
                  </a:lnTo>
                  <a:lnTo>
                    <a:pt x="19443" y="1134"/>
                  </a:lnTo>
                  <a:lnTo>
                    <a:pt x="12978" y="504"/>
                  </a:lnTo>
                  <a:lnTo>
                    <a:pt x="6494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37019" y="941493"/>
              <a:ext cx="49196" cy="167167"/>
            </a:xfrm>
            <a:custGeom>
              <a:avLst/>
              <a:pathLst>
                <a:path w="49196" h="167167">
                  <a:moveTo>
                    <a:pt x="49196" y="0"/>
                  </a:moveTo>
                  <a:lnTo>
                    <a:pt x="42955" y="116"/>
                  </a:lnTo>
                  <a:lnTo>
                    <a:pt x="36724" y="465"/>
                  </a:lnTo>
                  <a:lnTo>
                    <a:pt x="30509" y="1047"/>
                  </a:lnTo>
                  <a:lnTo>
                    <a:pt x="24321" y="1861"/>
                  </a:lnTo>
                  <a:lnTo>
                    <a:pt x="18167" y="2904"/>
                  </a:lnTo>
                  <a:lnTo>
                    <a:pt x="12057" y="4177"/>
                  </a:lnTo>
                  <a:lnTo>
                    <a:pt x="5998" y="5677"/>
                  </a:lnTo>
                  <a:lnTo>
                    <a:pt x="0" y="7403"/>
                  </a:lnTo>
                  <a:lnTo>
                    <a:pt x="4919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49" y="948896"/>
              <a:ext cx="167166" cy="325477"/>
            </a:xfrm>
            <a:custGeom>
              <a:avLst/>
              <a:pathLst>
                <a:path w="167166" h="325477">
                  <a:moveTo>
                    <a:pt x="117969" y="0"/>
                  </a:moveTo>
                  <a:lnTo>
                    <a:pt x="112900" y="1649"/>
                  </a:lnTo>
                  <a:lnTo>
                    <a:pt x="107886" y="3460"/>
                  </a:lnTo>
                  <a:lnTo>
                    <a:pt x="102932" y="5430"/>
                  </a:lnTo>
                  <a:lnTo>
                    <a:pt x="98043" y="7557"/>
                  </a:lnTo>
                  <a:lnTo>
                    <a:pt x="93225" y="9838"/>
                  </a:lnTo>
                  <a:lnTo>
                    <a:pt x="88482" y="12272"/>
                  </a:lnTo>
                  <a:lnTo>
                    <a:pt x="83819" y="14856"/>
                  </a:lnTo>
                  <a:lnTo>
                    <a:pt x="79241" y="17588"/>
                  </a:lnTo>
                  <a:lnTo>
                    <a:pt x="74752" y="20464"/>
                  </a:lnTo>
                  <a:lnTo>
                    <a:pt x="70357" y="23481"/>
                  </a:lnTo>
                  <a:lnTo>
                    <a:pt x="66060" y="26638"/>
                  </a:lnTo>
                  <a:lnTo>
                    <a:pt x="61867" y="29929"/>
                  </a:lnTo>
                  <a:lnTo>
                    <a:pt x="57780" y="33353"/>
                  </a:lnTo>
                  <a:lnTo>
                    <a:pt x="53805" y="36905"/>
                  </a:lnTo>
                  <a:lnTo>
                    <a:pt x="49945" y="40582"/>
                  </a:lnTo>
                  <a:lnTo>
                    <a:pt x="46204" y="44381"/>
                  </a:lnTo>
                  <a:lnTo>
                    <a:pt x="42587" y="48297"/>
                  </a:lnTo>
                  <a:lnTo>
                    <a:pt x="39096" y="52326"/>
                  </a:lnTo>
                  <a:lnTo>
                    <a:pt x="35735" y="56464"/>
                  </a:lnTo>
                  <a:lnTo>
                    <a:pt x="32508" y="60708"/>
                  </a:lnTo>
                  <a:lnTo>
                    <a:pt x="29418" y="65052"/>
                  </a:lnTo>
                  <a:lnTo>
                    <a:pt x="26468" y="69492"/>
                  </a:lnTo>
                  <a:lnTo>
                    <a:pt x="23661" y="74025"/>
                  </a:lnTo>
                  <a:lnTo>
                    <a:pt x="21000" y="78644"/>
                  </a:lnTo>
                  <a:lnTo>
                    <a:pt x="18487" y="83346"/>
                  </a:lnTo>
                  <a:lnTo>
                    <a:pt x="16126" y="88126"/>
                  </a:lnTo>
                  <a:lnTo>
                    <a:pt x="13919" y="92979"/>
                  </a:lnTo>
                  <a:lnTo>
                    <a:pt x="11867" y="97900"/>
                  </a:lnTo>
                  <a:lnTo>
                    <a:pt x="9973" y="102883"/>
                  </a:lnTo>
                  <a:lnTo>
                    <a:pt x="8239" y="107924"/>
                  </a:lnTo>
                  <a:lnTo>
                    <a:pt x="6667" y="113018"/>
                  </a:lnTo>
                  <a:lnTo>
                    <a:pt x="5258" y="118160"/>
                  </a:lnTo>
                  <a:lnTo>
                    <a:pt x="4014" y="123344"/>
                  </a:lnTo>
                  <a:lnTo>
                    <a:pt x="2936" y="128565"/>
                  </a:lnTo>
                  <a:lnTo>
                    <a:pt x="2024" y="133818"/>
                  </a:lnTo>
                  <a:lnTo>
                    <a:pt x="1281" y="139097"/>
                  </a:lnTo>
                  <a:lnTo>
                    <a:pt x="706" y="144397"/>
                  </a:lnTo>
                  <a:lnTo>
                    <a:pt x="301" y="149712"/>
                  </a:lnTo>
                  <a:lnTo>
                    <a:pt x="65" y="155038"/>
                  </a:lnTo>
                  <a:lnTo>
                    <a:pt x="0" y="160369"/>
                  </a:lnTo>
                  <a:lnTo>
                    <a:pt x="104" y="165699"/>
                  </a:lnTo>
                  <a:lnTo>
                    <a:pt x="378" y="171023"/>
                  </a:lnTo>
                  <a:lnTo>
                    <a:pt x="822" y="176336"/>
                  </a:lnTo>
                  <a:lnTo>
                    <a:pt x="1435" y="181632"/>
                  </a:lnTo>
                  <a:lnTo>
                    <a:pt x="2216" y="186905"/>
                  </a:lnTo>
                  <a:lnTo>
                    <a:pt x="3166" y="192151"/>
                  </a:lnTo>
                  <a:lnTo>
                    <a:pt x="4282" y="197364"/>
                  </a:lnTo>
                  <a:lnTo>
                    <a:pt x="5564" y="202539"/>
                  </a:lnTo>
                  <a:lnTo>
                    <a:pt x="7010" y="207670"/>
                  </a:lnTo>
                  <a:lnTo>
                    <a:pt x="8619" y="212753"/>
                  </a:lnTo>
                  <a:lnTo>
                    <a:pt x="10389" y="217782"/>
                  </a:lnTo>
                  <a:lnTo>
                    <a:pt x="12319" y="222751"/>
                  </a:lnTo>
                  <a:lnTo>
                    <a:pt x="14406" y="227657"/>
                  </a:lnTo>
                  <a:lnTo>
                    <a:pt x="16649" y="232493"/>
                  </a:lnTo>
                  <a:lnTo>
                    <a:pt x="19045" y="237256"/>
                  </a:lnTo>
                  <a:lnTo>
                    <a:pt x="21591" y="241940"/>
                  </a:lnTo>
                  <a:lnTo>
                    <a:pt x="24285" y="246540"/>
                  </a:lnTo>
                  <a:lnTo>
                    <a:pt x="27125" y="251052"/>
                  </a:lnTo>
                  <a:lnTo>
                    <a:pt x="30107" y="255471"/>
                  </a:lnTo>
                  <a:lnTo>
                    <a:pt x="33229" y="259793"/>
                  </a:lnTo>
                  <a:lnTo>
                    <a:pt x="36486" y="264013"/>
                  </a:lnTo>
                  <a:lnTo>
                    <a:pt x="39877" y="268127"/>
                  </a:lnTo>
                  <a:lnTo>
                    <a:pt x="43397" y="272130"/>
                  </a:lnTo>
                  <a:lnTo>
                    <a:pt x="47043" y="276020"/>
                  </a:lnTo>
                  <a:lnTo>
                    <a:pt x="50811" y="279791"/>
                  </a:lnTo>
                  <a:lnTo>
                    <a:pt x="54698" y="283440"/>
                  </a:lnTo>
                  <a:lnTo>
                    <a:pt x="58699" y="286964"/>
                  </a:lnTo>
                  <a:lnTo>
                    <a:pt x="62810" y="290358"/>
                  </a:lnTo>
                  <a:lnTo>
                    <a:pt x="67027" y="293619"/>
                  </a:lnTo>
                  <a:lnTo>
                    <a:pt x="71346" y="296744"/>
                  </a:lnTo>
                  <a:lnTo>
                    <a:pt x="75763" y="299730"/>
                  </a:lnTo>
                  <a:lnTo>
                    <a:pt x="80272" y="302573"/>
                  </a:lnTo>
                  <a:lnTo>
                    <a:pt x="84870" y="305271"/>
                  </a:lnTo>
                  <a:lnTo>
                    <a:pt x="89552" y="307822"/>
                  </a:lnTo>
                  <a:lnTo>
                    <a:pt x="94313" y="310221"/>
                  </a:lnTo>
                  <a:lnTo>
                    <a:pt x="99147" y="312468"/>
                  </a:lnTo>
                  <a:lnTo>
                    <a:pt x="104051" y="314559"/>
                  </a:lnTo>
                  <a:lnTo>
                    <a:pt x="109019" y="316493"/>
                  </a:lnTo>
                  <a:lnTo>
                    <a:pt x="114046" y="318267"/>
                  </a:lnTo>
                  <a:lnTo>
                    <a:pt x="119128" y="319880"/>
                  </a:lnTo>
                  <a:lnTo>
                    <a:pt x="124258" y="321331"/>
                  </a:lnTo>
                  <a:lnTo>
                    <a:pt x="129431" y="322617"/>
                  </a:lnTo>
                  <a:lnTo>
                    <a:pt x="134644" y="323737"/>
                  </a:lnTo>
                  <a:lnTo>
                    <a:pt x="139889" y="324691"/>
                  </a:lnTo>
                  <a:lnTo>
                    <a:pt x="145162" y="325477"/>
                  </a:lnTo>
                  <a:lnTo>
                    <a:pt x="167166" y="1597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64211" y="941493"/>
              <a:ext cx="189156" cy="334332"/>
            </a:xfrm>
            <a:custGeom>
              <a:avLst/>
              <a:pathLst>
                <a:path w="189156" h="334332">
                  <a:moveTo>
                    <a:pt x="0" y="332880"/>
                  </a:moveTo>
                  <a:lnTo>
                    <a:pt x="5277" y="333495"/>
                  </a:lnTo>
                  <a:lnTo>
                    <a:pt x="10570" y="333943"/>
                  </a:lnTo>
                  <a:lnTo>
                    <a:pt x="15876" y="334222"/>
                  </a:lnTo>
                  <a:lnTo>
                    <a:pt x="21188" y="334332"/>
                  </a:lnTo>
                  <a:lnTo>
                    <a:pt x="26500" y="334274"/>
                  </a:lnTo>
                  <a:lnTo>
                    <a:pt x="31808" y="334047"/>
                  </a:lnTo>
                  <a:lnTo>
                    <a:pt x="37106" y="333651"/>
                  </a:lnTo>
                  <a:lnTo>
                    <a:pt x="42389" y="333087"/>
                  </a:lnTo>
                  <a:lnTo>
                    <a:pt x="47651" y="332355"/>
                  </a:lnTo>
                  <a:lnTo>
                    <a:pt x="52887" y="331457"/>
                  </a:lnTo>
                  <a:lnTo>
                    <a:pt x="58092" y="330392"/>
                  </a:lnTo>
                  <a:lnTo>
                    <a:pt x="63261" y="329163"/>
                  </a:lnTo>
                  <a:lnTo>
                    <a:pt x="68388" y="327770"/>
                  </a:lnTo>
                  <a:lnTo>
                    <a:pt x="73468" y="326215"/>
                  </a:lnTo>
                  <a:lnTo>
                    <a:pt x="78496" y="324500"/>
                  </a:lnTo>
                  <a:lnTo>
                    <a:pt x="83467" y="322625"/>
                  </a:lnTo>
                  <a:lnTo>
                    <a:pt x="88376" y="320593"/>
                  </a:lnTo>
                  <a:lnTo>
                    <a:pt x="93218" y="318407"/>
                  </a:lnTo>
                  <a:lnTo>
                    <a:pt x="97988" y="316067"/>
                  </a:lnTo>
                  <a:lnTo>
                    <a:pt x="102681" y="313578"/>
                  </a:lnTo>
                  <a:lnTo>
                    <a:pt x="107293" y="310940"/>
                  </a:lnTo>
                  <a:lnTo>
                    <a:pt x="111819" y="308157"/>
                  </a:lnTo>
                  <a:lnTo>
                    <a:pt x="116254" y="305232"/>
                  </a:lnTo>
                  <a:lnTo>
                    <a:pt x="120593" y="302167"/>
                  </a:lnTo>
                  <a:lnTo>
                    <a:pt x="124833" y="298966"/>
                  </a:lnTo>
                  <a:lnTo>
                    <a:pt x="128970" y="295632"/>
                  </a:lnTo>
                  <a:lnTo>
                    <a:pt x="132998" y="292168"/>
                  </a:lnTo>
                  <a:lnTo>
                    <a:pt x="136914" y="288578"/>
                  </a:lnTo>
                  <a:lnTo>
                    <a:pt x="140714" y="284865"/>
                  </a:lnTo>
                  <a:lnTo>
                    <a:pt x="144394" y="281033"/>
                  </a:lnTo>
                  <a:lnTo>
                    <a:pt x="147951" y="277086"/>
                  </a:lnTo>
                  <a:lnTo>
                    <a:pt x="151380" y="273028"/>
                  </a:lnTo>
                  <a:lnTo>
                    <a:pt x="154679" y="268864"/>
                  </a:lnTo>
                  <a:lnTo>
                    <a:pt x="157843" y="264596"/>
                  </a:lnTo>
                  <a:lnTo>
                    <a:pt x="160871" y="260231"/>
                  </a:lnTo>
                  <a:lnTo>
                    <a:pt x="163758" y="255771"/>
                  </a:lnTo>
                  <a:lnTo>
                    <a:pt x="166502" y="251221"/>
                  </a:lnTo>
                  <a:lnTo>
                    <a:pt x="169100" y="246587"/>
                  </a:lnTo>
                  <a:lnTo>
                    <a:pt x="171550" y="241873"/>
                  </a:lnTo>
                  <a:lnTo>
                    <a:pt x="173848" y="237083"/>
                  </a:lnTo>
                  <a:lnTo>
                    <a:pt x="175993" y="232222"/>
                  </a:lnTo>
                  <a:lnTo>
                    <a:pt x="177983" y="227296"/>
                  </a:lnTo>
                  <a:lnTo>
                    <a:pt x="179815" y="222309"/>
                  </a:lnTo>
                  <a:lnTo>
                    <a:pt x="181487" y="217267"/>
                  </a:lnTo>
                  <a:lnTo>
                    <a:pt x="182999" y="212173"/>
                  </a:lnTo>
                  <a:lnTo>
                    <a:pt x="184347" y="207035"/>
                  </a:lnTo>
                  <a:lnTo>
                    <a:pt x="185532" y="201856"/>
                  </a:lnTo>
                  <a:lnTo>
                    <a:pt x="186552" y="196642"/>
                  </a:lnTo>
                  <a:lnTo>
                    <a:pt x="187406" y="191398"/>
                  </a:lnTo>
                  <a:lnTo>
                    <a:pt x="188092" y="186130"/>
                  </a:lnTo>
                  <a:lnTo>
                    <a:pt x="188611" y="180842"/>
                  </a:lnTo>
                  <a:lnTo>
                    <a:pt x="188961" y="175541"/>
                  </a:lnTo>
                  <a:lnTo>
                    <a:pt x="189143" y="170231"/>
                  </a:lnTo>
                  <a:lnTo>
                    <a:pt x="189156" y="164919"/>
                  </a:lnTo>
                  <a:lnTo>
                    <a:pt x="189000" y="159608"/>
                  </a:lnTo>
                  <a:lnTo>
                    <a:pt x="188676" y="154305"/>
                  </a:lnTo>
                  <a:lnTo>
                    <a:pt x="188183" y="149015"/>
                  </a:lnTo>
                  <a:lnTo>
                    <a:pt x="187522" y="143744"/>
                  </a:lnTo>
                  <a:lnTo>
                    <a:pt x="186694" y="138496"/>
                  </a:lnTo>
                  <a:lnTo>
                    <a:pt x="185700" y="133277"/>
                  </a:lnTo>
                  <a:lnTo>
                    <a:pt x="184540" y="128092"/>
                  </a:lnTo>
                  <a:lnTo>
                    <a:pt x="183216" y="122947"/>
                  </a:lnTo>
                  <a:lnTo>
                    <a:pt x="181730" y="117847"/>
                  </a:lnTo>
                  <a:lnTo>
                    <a:pt x="180082" y="112796"/>
                  </a:lnTo>
                  <a:lnTo>
                    <a:pt x="178274" y="107800"/>
                  </a:lnTo>
                  <a:lnTo>
                    <a:pt x="176309" y="102864"/>
                  </a:lnTo>
                  <a:lnTo>
                    <a:pt x="174188" y="97993"/>
                  </a:lnTo>
                  <a:lnTo>
                    <a:pt x="171913" y="93192"/>
                  </a:lnTo>
                  <a:lnTo>
                    <a:pt x="169486" y="88466"/>
                  </a:lnTo>
                  <a:lnTo>
                    <a:pt x="166911" y="83819"/>
                  </a:lnTo>
                  <a:lnTo>
                    <a:pt x="164189" y="79256"/>
                  </a:lnTo>
                  <a:lnTo>
                    <a:pt x="161324" y="74782"/>
                  </a:lnTo>
                  <a:lnTo>
                    <a:pt x="158318" y="70402"/>
                  </a:lnTo>
                  <a:lnTo>
                    <a:pt x="155174" y="66119"/>
                  </a:lnTo>
                  <a:lnTo>
                    <a:pt x="151896" y="61938"/>
                  </a:lnTo>
                  <a:lnTo>
                    <a:pt x="148486" y="57864"/>
                  </a:lnTo>
                  <a:lnTo>
                    <a:pt x="144949" y="53900"/>
                  </a:lnTo>
                  <a:lnTo>
                    <a:pt x="141287" y="50050"/>
                  </a:lnTo>
                  <a:lnTo>
                    <a:pt x="137506" y="46319"/>
                  </a:lnTo>
                  <a:lnTo>
                    <a:pt x="133607" y="42709"/>
                  </a:lnTo>
                  <a:lnTo>
                    <a:pt x="129596" y="39226"/>
                  </a:lnTo>
                  <a:lnTo>
                    <a:pt x="125476" y="35872"/>
                  </a:lnTo>
                  <a:lnTo>
                    <a:pt x="121251" y="32650"/>
                  </a:lnTo>
                  <a:lnTo>
                    <a:pt x="116927" y="29564"/>
                  </a:lnTo>
                  <a:lnTo>
                    <a:pt x="112506" y="26617"/>
                  </a:lnTo>
                  <a:lnTo>
                    <a:pt x="107994" y="23812"/>
                  </a:lnTo>
                  <a:lnTo>
                    <a:pt x="103395" y="21152"/>
                  </a:lnTo>
                  <a:lnTo>
                    <a:pt x="98714" y="18639"/>
                  </a:lnTo>
                  <a:lnTo>
                    <a:pt x="93956" y="16277"/>
                  </a:lnTo>
                  <a:lnTo>
                    <a:pt x="89124" y="14066"/>
                  </a:lnTo>
                  <a:lnTo>
                    <a:pt x="84225" y="12011"/>
                  </a:lnTo>
                  <a:lnTo>
                    <a:pt x="79264" y="10112"/>
                  </a:lnTo>
                  <a:lnTo>
                    <a:pt x="74244" y="8372"/>
                  </a:lnTo>
                  <a:lnTo>
                    <a:pt x="69171" y="6792"/>
                  </a:lnTo>
                  <a:lnTo>
                    <a:pt x="64051" y="5374"/>
                  </a:lnTo>
                  <a:lnTo>
                    <a:pt x="58889" y="4120"/>
                  </a:lnTo>
                  <a:lnTo>
                    <a:pt x="53689" y="3030"/>
                  </a:lnTo>
                  <a:lnTo>
                    <a:pt x="48457" y="2106"/>
                  </a:lnTo>
                  <a:lnTo>
                    <a:pt x="43199" y="1349"/>
                  </a:lnTo>
                  <a:lnTo>
                    <a:pt x="37919" y="759"/>
                  </a:lnTo>
                  <a:lnTo>
                    <a:pt x="32623" y="337"/>
                  </a:lnTo>
                  <a:lnTo>
                    <a:pt x="27316" y="84"/>
                  </a:lnTo>
                  <a:lnTo>
                    <a:pt x="22004" y="0"/>
                  </a:lnTo>
                  <a:lnTo>
                    <a:pt x="2200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682" y="1071028"/>
              <a:ext cx="166818" cy="167167"/>
            </a:xfrm>
            <a:custGeom>
              <a:avLst/>
              <a:pathLst>
                <a:path w="166818" h="167167">
                  <a:moveTo>
                    <a:pt x="166818" y="0"/>
                  </a:moveTo>
                  <a:lnTo>
                    <a:pt x="161345" y="89"/>
                  </a:lnTo>
                  <a:lnTo>
                    <a:pt x="155879" y="358"/>
                  </a:lnTo>
                  <a:lnTo>
                    <a:pt x="150424" y="805"/>
                  </a:lnTo>
                  <a:lnTo>
                    <a:pt x="144986" y="1431"/>
                  </a:lnTo>
                  <a:lnTo>
                    <a:pt x="139572" y="2235"/>
                  </a:lnTo>
                  <a:lnTo>
                    <a:pt x="134188" y="3215"/>
                  </a:lnTo>
                  <a:lnTo>
                    <a:pt x="128838" y="4371"/>
                  </a:lnTo>
                  <a:lnTo>
                    <a:pt x="123529" y="5702"/>
                  </a:lnTo>
                  <a:lnTo>
                    <a:pt x="118266" y="7206"/>
                  </a:lnTo>
                  <a:lnTo>
                    <a:pt x="113055" y="8881"/>
                  </a:lnTo>
                  <a:lnTo>
                    <a:pt x="107902" y="10726"/>
                  </a:lnTo>
                  <a:lnTo>
                    <a:pt x="102813" y="12738"/>
                  </a:lnTo>
                  <a:lnTo>
                    <a:pt x="97791" y="14916"/>
                  </a:lnTo>
                  <a:lnTo>
                    <a:pt x="92844" y="17258"/>
                  </a:lnTo>
                  <a:lnTo>
                    <a:pt x="87976" y="19760"/>
                  </a:lnTo>
                  <a:lnTo>
                    <a:pt x="83193" y="22420"/>
                  </a:lnTo>
                  <a:lnTo>
                    <a:pt x="78499" y="25235"/>
                  </a:lnTo>
                  <a:lnTo>
                    <a:pt x="73900" y="28202"/>
                  </a:lnTo>
                  <a:lnTo>
                    <a:pt x="69400" y="31319"/>
                  </a:lnTo>
                  <a:lnTo>
                    <a:pt x="65005" y="34581"/>
                  </a:lnTo>
                  <a:lnTo>
                    <a:pt x="60719" y="37985"/>
                  </a:lnTo>
                  <a:lnTo>
                    <a:pt x="56547" y="41527"/>
                  </a:lnTo>
                  <a:lnTo>
                    <a:pt x="52493" y="45205"/>
                  </a:lnTo>
                  <a:lnTo>
                    <a:pt x="48562" y="49013"/>
                  </a:lnTo>
                  <a:lnTo>
                    <a:pt x="44757" y="52947"/>
                  </a:lnTo>
                  <a:lnTo>
                    <a:pt x="41083" y="57004"/>
                  </a:lnTo>
                  <a:lnTo>
                    <a:pt x="37544" y="61180"/>
                  </a:lnTo>
                  <a:lnTo>
                    <a:pt x="34144" y="65468"/>
                  </a:lnTo>
                  <a:lnTo>
                    <a:pt x="30886" y="69866"/>
                  </a:lnTo>
                  <a:lnTo>
                    <a:pt x="27773" y="74368"/>
                  </a:lnTo>
                  <a:lnTo>
                    <a:pt x="24810" y="78970"/>
                  </a:lnTo>
                  <a:lnTo>
                    <a:pt x="21999" y="83666"/>
                  </a:lnTo>
                  <a:lnTo>
                    <a:pt x="19343" y="88452"/>
                  </a:lnTo>
                  <a:lnTo>
                    <a:pt x="16845" y="93322"/>
                  </a:lnTo>
                  <a:lnTo>
                    <a:pt x="14508" y="98271"/>
                  </a:lnTo>
                  <a:lnTo>
                    <a:pt x="12334" y="103294"/>
                  </a:lnTo>
                  <a:lnTo>
                    <a:pt x="10326" y="108386"/>
                  </a:lnTo>
                  <a:lnTo>
                    <a:pt x="8486" y="113541"/>
                  </a:lnTo>
                  <a:lnTo>
                    <a:pt x="6815" y="118753"/>
                  </a:lnTo>
                  <a:lnTo>
                    <a:pt x="5316" y="124017"/>
                  </a:lnTo>
                  <a:lnTo>
                    <a:pt x="3990" y="129327"/>
                  </a:lnTo>
                  <a:lnTo>
                    <a:pt x="2838" y="134678"/>
                  </a:lnTo>
                  <a:lnTo>
                    <a:pt x="1862" y="140063"/>
                  </a:lnTo>
                  <a:lnTo>
                    <a:pt x="1064" y="145478"/>
                  </a:lnTo>
                  <a:lnTo>
                    <a:pt x="442" y="150916"/>
                  </a:lnTo>
                  <a:lnTo>
                    <a:pt x="0" y="156371"/>
                  </a:lnTo>
                  <a:lnTo>
                    <a:pt x="16681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682" y="1227400"/>
              <a:ext cx="166818" cy="10795"/>
            </a:xfrm>
            <a:custGeom>
              <a:avLst/>
              <a:pathLst>
                <a:path w="166818" h="10795">
                  <a:moveTo>
                    <a:pt x="0" y="0"/>
                  </a:moveTo>
                  <a:lnTo>
                    <a:pt x="166818" y="107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34" y="1074387"/>
              <a:ext cx="334333" cy="330958"/>
            </a:xfrm>
            <a:custGeom>
              <a:avLst/>
              <a:pathLst>
                <a:path w="334333" h="330958">
                  <a:moveTo>
                    <a:pt x="348" y="153013"/>
                  </a:moveTo>
                  <a:lnTo>
                    <a:pt x="90" y="158319"/>
                  </a:lnTo>
                  <a:lnTo>
                    <a:pt x="0" y="163631"/>
                  </a:lnTo>
                  <a:lnTo>
                    <a:pt x="78" y="168942"/>
                  </a:lnTo>
                  <a:lnTo>
                    <a:pt x="326" y="174249"/>
                  </a:lnTo>
                  <a:lnTo>
                    <a:pt x="742" y="179545"/>
                  </a:lnTo>
                  <a:lnTo>
                    <a:pt x="1326" y="184825"/>
                  </a:lnTo>
                  <a:lnTo>
                    <a:pt x="2077" y="190083"/>
                  </a:lnTo>
                  <a:lnTo>
                    <a:pt x="2995" y="195316"/>
                  </a:lnTo>
                  <a:lnTo>
                    <a:pt x="4079" y="200516"/>
                  </a:lnTo>
                  <a:lnTo>
                    <a:pt x="5328" y="205680"/>
                  </a:lnTo>
                  <a:lnTo>
                    <a:pt x="6740" y="210801"/>
                  </a:lnTo>
                  <a:lnTo>
                    <a:pt x="8314" y="215874"/>
                  </a:lnTo>
                  <a:lnTo>
                    <a:pt x="10049" y="220896"/>
                  </a:lnTo>
                  <a:lnTo>
                    <a:pt x="11942" y="225859"/>
                  </a:lnTo>
                  <a:lnTo>
                    <a:pt x="13992" y="230760"/>
                  </a:lnTo>
                  <a:lnTo>
                    <a:pt x="16197" y="235593"/>
                  </a:lnTo>
                  <a:lnTo>
                    <a:pt x="18554" y="240354"/>
                  </a:lnTo>
                  <a:lnTo>
                    <a:pt x="21061" y="245037"/>
                  </a:lnTo>
                  <a:lnTo>
                    <a:pt x="23716" y="249638"/>
                  </a:lnTo>
                  <a:lnTo>
                    <a:pt x="26515" y="254153"/>
                  </a:lnTo>
                  <a:lnTo>
                    <a:pt x="29457" y="258577"/>
                  </a:lnTo>
                  <a:lnTo>
                    <a:pt x="32538" y="262904"/>
                  </a:lnTo>
                  <a:lnTo>
                    <a:pt x="35754" y="267132"/>
                  </a:lnTo>
                  <a:lnTo>
                    <a:pt x="39104" y="271255"/>
                  </a:lnTo>
                  <a:lnTo>
                    <a:pt x="42582" y="275270"/>
                  </a:lnTo>
                  <a:lnTo>
                    <a:pt x="46187" y="279172"/>
                  </a:lnTo>
                  <a:lnTo>
                    <a:pt x="49913" y="282958"/>
                  </a:lnTo>
                  <a:lnTo>
                    <a:pt x="53759" y="286624"/>
                  </a:lnTo>
                  <a:lnTo>
                    <a:pt x="57718" y="290165"/>
                  </a:lnTo>
                  <a:lnTo>
                    <a:pt x="61788" y="293579"/>
                  </a:lnTo>
                  <a:lnTo>
                    <a:pt x="65965" y="296862"/>
                  </a:lnTo>
                  <a:lnTo>
                    <a:pt x="70244" y="300010"/>
                  </a:lnTo>
                  <a:lnTo>
                    <a:pt x="74620" y="303021"/>
                  </a:lnTo>
                  <a:lnTo>
                    <a:pt x="79090" y="305891"/>
                  </a:lnTo>
                  <a:lnTo>
                    <a:pt x="83649" y="308618"/>
                  </a:lnTo>
                  <a:lnTo>
                    <a:pt x="88293" y="311199"/>
                  </a:lnTo>
                  <a:lnTo>
                    <a:pt x="93016" y="313630"/>
                  </a:lnTo>
                  <a:lnTo>
                    <a:pt x="97813" y="315911"/>
                  </a:lnTo>
                  <a:lnTo>
                    <a:pt x="102681" y="318038"/>
                  </a:lnTo>
                  <a:lnTo>
                    <a:pt x="107614" y="320009"/>
                  </a:lnTo>
                  <a:lnTo>
                    <a:pt x="112608" y="321822"/>
                  </a:lnTo>
                  <a:lnTo>
                    <a:pt x="117656" y="323476"/>
                  </a:lnTo>
                  <a:lnTo>
                    <a:pt x="122754" y="324968"/>
                  </a:lnTo>
                  <a:lnTo>
                    <a:pt x="127897" y="326298"/>
                  </a:lnTo>
                  <a:lnTo>
                    <a:pt x="133080" y="327464"/>
                  </a:lnTo>
                  <a:lnTo>
                    <a:pt x="138297" y="328464"/>
                  </a:lnTo>
                  <a:lnTo>
                    <a:pt x="143544" y="329299"/>
                  </a:lnTo>
                  <a:lnTo>
                    <a:pt x="148814" y="329966"/>
                  </a:lnTo>
                  <a:lnTo>
                    <a:pt x="154102" y="330465"/>
                  </a:lnTo>
                  <a:lnTo>
                    <a:pt x="159404" y="330796"/>
                  </a:lnTo>
                  <a:lnTo>
                    <a:pt x="164714" y="330958"/>
                  </a:lnTo>
                  <a:lnTo>
                    <a:pt x="170026" y="330952"/>
                  </a:lnTo>
                  <a:lnTo>
                    <a:pt x="175336" y="330776"/>
                  </a:lnTo>
                  <a:lnTo>
                    <a:pt x="180637" y="330433"/>
                  </a:lnTo>
                  <a:lnTo>
                    <a:pt x="185924" y="329920"/>
                  </a:lnTo>
                  <a:lnTo>
                    <a:pt x="191193" y="329241"/>
                  </a:lnTo>
                  <a:lnTo>
                    <a:pt x="196437" y="328394"/>
                  </a:lnTo>
                  <a:lnTo>
                    <a:pt x="201652" y="327380"/>
                  </a:lnTo>
                  <a:lnTo>
                    <a:pt x="206832" y="326202"/>
                  </a:lnTo>
                  <a:lnTo>
                    <a:pt x="211972" y="324860"/>
                  </a:lnTo>
                  <a:lnTo>
                    <a:pt x="217066" y="323355"/>
                  </a:lnTo>
                  <a:lnTo>
                    <a:pt x="222111" y="321689"/>
                  </a:lnTo>
                  <a:lnTo>
                    <a:pt x="227099" y="319863"/>
                  </a:lnTo>
                  <a:lnTo>
                    <a:pt x="232028" y="317880"/>
                  </a:lnTo>
                  <a:lnTo>
                    <a:pt x="236890" y="315742"/>
                  </a:lnTo>
                  <a:lnTo>
                    <a:pt x="241683" y="313449"/>
                  </a:lnTo>
                  <a:lnTo>
                    <a:pt x="246400" y="311006"/>
                  </a:lnTo>
                  <a:lnTo>
                    <a:pt x="251037" y="308414"/>
                  </a:lnTo>
                  <a:lnTo>
                    <a:pt x="255589" y="305676"/>
                  </a:lnTo>
                  <a:lnTo>
                    <a:pt x="260052" y="302795"/>
                  </a:lnTo>
                  <a:lnTo>
                    <a:pt x="264422" y="299774"/>
                  </a:lnTo>
                  <a:lnTo>
                    <a:pt x="268693" y="296615"/>
                  </a:lnTo>
                  <a:lnTo>
                    <a:pt x="272861" y="293322"/>
                  </a:lnTo>
                  <a:lnTo>
                    <a:pt x="276923" y="289898"/>
                  </a:lnTo>
                  <a:lnTo>
                    <a:pt x="280874" y="286347"/>
                  </a:lnTo>
                  <a:lnTo>
                    <a:pt x="284710" y="282672"/>
                  </a:lnTo>
                  <a:lnTo>
                    <a:pt x="288427" y="278878"/>
                  </a:lnTo>
                  <a:lnTo>
                    <a:pt x="292022" y="274966"/>
                  </a:lnTo>
                  <a:lnTo>
                    <a:pt x="295491" y="270943"/>
                  </a:lnTo>
                  <a:lnTo>
                    <a:pt x="298831" y="266812"/>
                  </a:lnTo>
                  <a:lnTo>
                    <a:pt x="302037" y="262576"/>
                  </a:lnTo>
                  <a:lnTo>
                    <a:pt x="305107" y="258241"/>
                  </a:lnTo>
                  <a:lnTo>
                    <a:pt x="308038" y="253810"/>
                  </a:lnTo>
                  <a:lnTo>
                    <a:pt x="310826" y="249289"/>
                  </a:lnTo>
                  <a:lnTo>
                    <a:pt x="313470" y="244681"/>
                  </a:lnTo>
                  <a:lnTo>
                    <a:pt x="315966" y="239992"/>
                  </a:lnTo>
                  <a:lnTo>
                    <a:pt x="318311" y="235225"/>
                  </a:lnTo>
                  <a:lnTo>
                    <a:pt x="320504" y="230387"/>
                  </a:lnTo>
                  <a:lnTo>
                    <a:pt x="322542" y="225481"/>
                  </a:lnTo>
                  <a:lnTo>
                    <a:pt x="324423" y="220513"/>
                  </a:lnTo>
                  <a:lnTo>
                    <a:pt x="326146" y="215488"/>
                  </a:lnTo>
                  <a:lnTo>
                    <a:pt x="327707" y="210410"/>
                  </a:lnTo>
                  <a:lnTo>
                    <a:pt x="329107" y="205286"/>
                  </a:lnTo>
                  <a:lnTo>
                    <a:pt x="330343" y="200119"/>
                  </a:lnTo>
                  <a:lnTo>
                    <a:pt x="331414" y="194916"/>
                  </a:lnTo>
                  <a:lnTo>
                    <a:pt x="332320" y="189681"/>
                  </a:lnTo>
                  <a:lnTo>
                    <a:pt x="333059" y="184421"/>
                  </a:lnTo>
                  <a:lnTo>
                    <a:pt x="333630" y="179139"/>
                  </a:lnTo>
                  <a:lnTo>
                    <a:pt x="334033" y="173842"/>
                  </a:lnTo>
                  <a:lnTo>
                    <a:pt x="334267" y="168535"/>
                  </a:lnTo>
                  <a:lnTo>
                    <a:pt x="334333" y="163223"/>
                  </a:lnTo>
                  <a:lnTo>
                    <a:pt x="334230" y="157912"/>
                  </a:lnTo>
                  <a:lnTo>
                    <a:pt x="333959" y="152607"/>
                  </a:lnTo>
                  <a:lnTo>
                    <a:pt x="333518" y="147313"/>
                  </a:lnTo>
                  <a:lnTo>
                    <a:pt x="332910" y="142036"/>
                  </a:lnTo>
                  <a:lnTo>
                    <a:pt x="332135" y="136780"/>
                  </a:lnTo>
                  <a:lnTo>
                    <a:pt x="331193" y="131552"/>
                  </a:lnTo>
                  <a:lnTo>
                    <a:pt x="330085" y="126357"/>
                  </a:lnTo>
                  <a:lnTo>
                    <a:pt x="328813" y="121199"/>
                  </a:lnTo>
                  <a:lnTo>
                    <a:pt x="327377" y="116084"/>
                  </a:lnTo>
                  <a:lnTo>
                    <a:pt x="325780" y="111018"/>
                  </a:lnTo>
                  <a:lnTo>
                    <a:pt x="324022" y="106005"/>
                  </a:lnTo>
                  <a:lnTo>
                    <a:pt x="322107" y="101050"/>
                  </a:lnTo>
                  <a:lnTo>
                    <a:pt x="320034" y="96159"/>
                  </a:lnTo>
                  <a:lnTo>
                    <a:pt x="317808" y="91336"/>
                  </a:lnTo>
                  <a:lnTo>
                    <a:pt x="315429" y="86586"/>
                  </a:lnTo>
                  <a:lnTo>
                    <a:pt x="312900" y="81914"/>
                  </a:lnTo>
                  <a:lnTo>
                    <a:pt x="310224" y="77325"/>
                  </a:lnTo>
                  <a:lnTo>
                    <a:pt x="307404" y="72823"/>
                  </a:lnTo>
                  <a:lnTo>
                    <a:pt x="304443" y="68413"/>
                  </a:lnTo>
                  <a:lnTo>
                    <a:pt x="301342" y="64099"/>
                  </a:lnTo>
                  <a:lnTo>
                    <a:pt x="298106" y="59886"/>
                  </a:lnTo>
                  <a:lnTo>
                    <a:pt x="294738" y="55778"/>
                  </a:lnTo>
                  <a:lnTo>
                    <a:pt x="291241" y="51779"/>
                  </a:lnTo>
                  <a:lnTo>
                    <a:pt x="287619" y="47894"/>
                  </a:lnTo>
                  <a:lnTo>
                    <a:pt x="283875" y="44125"/>
                  </a:lnTo>
                  <a:lnTo>
                    <a:pt x="280013" y="40477"/>
                  </a:lnTo>
                  <a:lnTo>
                    <a:pt x="276037" y="36954"/>
                  </a:lnTo>
                  <a:lnTo>
                    <a:pt x="271952" y="33559"/>
                  </a:lnTo>
                  <a:lnTo>
                    <a:pt x="267760" y="30295"/>
                  </a:lnTo>
                  <a:lnTo>
                    <a:pt x="263467" y="27166"/>
                  </a:lnTo>
                  <a:lnTo>
                    <a:pt x="259077" y="24175"/>
                  </a:lnTo>
                  <a:lnTo>
                    <a:pt x="254594" y="21325"/>
                  </a:lnTo>
                  <a:lnTo>
                    <a:pt x="250022" y="18619"/>
                  </a:lnTo>
                  <a:lnTo>
                    <a:pt x="245367" y="16060"/>
                  </a:lnTo>
                  <a:lnTo>
                    <a:pt x="240633" y="13650"/>
                  </a:lnTo>
                  <a:lnTo>
                    <a:pt x="235825" y="11391"/>
                  </a:lnTo>
                  <a:lnTo>
                    <a:pt x="230947" y="9287"/>
                  </a:lnTo>
                  <a:lnTo>
                    <a:pt x="226005" y="7338"/>
                  </a:lnTo>
                  <a:lnTo>
                    <a:pt x="221004" y="5548"/>
                  </a:lnTo>
                  <a:lnTo>
                    <a:pt x="215948" y="3917"/>
                  </a:lnTo>
                  <a:lnTo>
                    <a:pt x="210843" y="2448"/>
                  </a:lnTo>
                  <a:lnTo>
                    <a:pt x="205694" y="1142"/>
                  </a:lnTo>
                  <a:lnTo>
                    <a:pt x="200506" y="0"/>
                  </a:lnTo>
                  <a:lnTo>
                    <a:pt x="167167" y="1638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33339" cy="167167"/>
            </a:xfrm>
            <a:custGeom>
              <a:avLst/>
              <a:pathLst>
                <a:path w="33339" h="167167">
                  <a:moveTo>
                    <a:pt x="33339" y="3358"/>
                  </a:moveTo>
                  <a:lnTo>
                    <a:pt x="26736" y="2151"/>
                  </a:lnTo>
                  <a:lnTo>
                    <a:pt x="20089" y="1211"/>
                  </a:lnTo>
                  <a:lnTo>
                    <a:pt x="13411" y="538"/>
                  </a:lnTo>
                  <a:lnTo>
                    <a:pt x="6711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15813" y="1322571"/>
              <a:ext cx="72907" cy="167167"/>
            </a:xfrm>
            <a:custGeom>
              <a:avLst/>
              <a:pathLst>
                <a:path w="72907" h="167167">
                  <a:moveTo>
                    <a:pt x="72907" y="0"/>
                  </a:moveTo>
                  <a:lnTo>
                    <a:pt x="67105" y="100"/>
                  </a:lnTo>
                  <a:lnTo>
                    <a:pt x="61310" y="402"/>
                  </a:lnTo>
                  <a:lnTo>
                    <a:pt x="55529" y="905"/>
                  </a:lnTo>
                  <a:lnTo>
                    <a:pt x="49768" y="1609"/>
                  </a:lnTo>
                  <a:lnTo>
                    <a:pt x="44036" y="2511"/>
                  </a:lnTo>
                  <a:lnTo>
                    <a:pt x="38339" y="3613"/>
                  </a:lnTo>
                  <a:lnTo>
                    <a:pt x="32683" y="4911"/>
                  </a:lnTo>
                  <a:lnTo>
                    <a:pt x="27075" y="6405"/>
                  </a:lnTo>
                  <a:lnTo>
                    <a:pt x="21523" y="8093"/>
                  </a:lnTo>
                  <a:lnTo>
                    <a:pt x="16033" y="9972"/>
                  </a:lnTo>
                  <a:lnTo>
                    <a:pt x="10611" y="12041"/>
                  </a:lnTo>
                  <a:lnTo>
                    <a:pt x="5265" y="14296"/>
                  </a:lnTo>
                  <a:lnTo>
                    <a:pt x="0" y="16736"/>
                  </a:lnTo>
                  <a:lnTo>
                    <a:pt x="7290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5813" y="1339308"/>
              <a:ext cx="72907" cy="150430"/>
            </a:xfrm>
            <a:custGeom>
              <a:avLst/>
              <a:pathLst>
                <a:path w="72907" h="150430">
                  <a:moveTo>
                    <a:pt x="0" y="0"/>
                  </a:moveTo>
                  <a:lnTo>
                    <a:pt x="72907" y="1504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58" y="1339308"/>
              <a:ext cx="334328" cy="317589"/>
            </a:xfrm>
            <a:custGeom>
              <a:avLst/>
              <a:pathLst>
                <a:path w="334328" h="317589">
                  <a:moveTo>
                    <a:pt x="94255" y="0"/>
                  </a:moveTo>
                  <a:lnTo>
                    <a:pt x="89513" y="2391"/>
                  </a:lnTo>
                  <a:lnTo>
                    <a:pt x="84850" y="4933"/>
                  </a:lnTo>
                  <a:lnTo>
                    <a:pt x="80270" y="7621"/>
                  </a:lnTo>
                  <a:lnTo>
                    <a:pt x="75777" y="10453"/>
                  </a:lnTo>
                  <a:lnTo>
                    <a:pt x="71377" y="13426"/>
                  </a:lnTo>
                  <a:lnTo>
                    <a:pt x="67073" y="16538"/>
                  </a:lnTo>
                  <a:lnTo>
                    <a:pt x="62871" y="19785"/>
                  </a:lnTo>
                  <a:lnTo>
                    <a:pt x="58773" y="23164"/>
                  </a:lnTo>
                  <a:lnTo>
                    <a:pt x="54785" y="26671"/>
                  </a:lnTo>
                  <a:lnTo>
                    <a:pt x="50911" y="30303"/>
                  </a:lnTo>
                  <a:lnTo>
                    <a:pt x="47154" y="34056"/>
                  </a:lnTo>
                  <a:lnTo>
                    <a:pt x="43518" y="37927"/>
                  </a:lnTo>
                  <a:lnTo>
                    <a:pt x="40006" y="41912"/>
                  </a:lnTo>
                  <a:lnTo>
                    <a:pt x="36623" y="46005"/>
                  </a:lnTo>
                  <a:lnTo>
                    <a:pt x="33372" y="50205"/>
                  </a:lnTo>
                  <a:lnTo>
                    <a:pt x="30256" y="54505"/>
                  </a:lnTo>
                  <a:lnTo>
                    <a:pt x="27278" y="58902"/>
                  </a:lnTo>
                  <a:lnTo>
                    <a:pt x="24441" y="63392"/>
                  </a:lnTo>
                  <a:lnTo>
                    <a:pt x="21749" y="67969"/>
                  </a:lnTo>
                  <a:lnTo>
                    <a:pt x="19203" y="72630"/>
                  </a:lnTo>
                  <a:lnTo>
                    <a:pt x="16806" y="77369"/>
                  </a:lnTo>
                  <a:lnTo>
                    <a:pt x="14561" y="82182"/>
                  </a:lnTo>
                  <a:lnTo>
                    <a:pt x="12470" y="87064"/>
                  </a:lnTo>
                  <a:lnTo>
                    <a:pt x="10535" y="92010"/>
                  </a:lnTo>
                  <a:lnTo>
                    <a:pt x="8759" y="97015"/>
                  </a:lnTo>
                  <a:lnTo>
                    <a:pt x="7142" y="102073"/>
                  </a:lnTo>
                  <a:lnTo>
                    <a:pt x="5686" y="107181"/>
                  </a:lnTo>
                  <a:lnTo>
                    <a:pt x="4394" y="112332"/>
                  </a:lnTo>
                  <a:lnTo>
                    <a:pt x="3266" y="117521"/>
                  </a:lnTo>
                  <a:lnTo>
                    <a:pt x="2303" y="122744"/>
                  </a:lnTo>
                  <a:lnTo>
                    <a:pt x="1507" y="127995"/>
                  </a:lnTo>
                  <a:lnTo>
                    <a:pt x="878" y="133268"/>
                  </a:lnTo>
                  <a:lnTo>
                    <a:pt x="417" y="138559"/>
                  </a:lnTo>
                  <a:lnTo>
                    <a:pt x="124" y="143861"/>
                  </a:lnTo>
                  <a:lnTo>
                    <a:pt x="0" y="149171"/>
                  </a:lnTo>
                  <a:lnTo>
                    <a:pt x="44" y="154481"/>
                  </a:lnTo>
                  <a:lnTo>
                    <a:pt x="257" y="159788"/>
                  </a:lnTo>
                  <a:lnTo>
                    <a:pt x="638" y="165085"/>
                  </a:lnTo>
                  <a:lnTo>
                    <a:pt x="1188" y="170367"/>
                  </a:lnTo>
                  <a:lnTo>
                    <a:pt x="1905" y="175629"/>
                  </a:lnTo>
                  <a:lnTo>
                    <a:pt x="2789" y="180866"/>
                  </a:lnTo>
                  <a:lnTo>
                    <a:pt x="3838" y="186072"/>
                  </a:lnTo>
                  <a:lnTo>
                    <a:pt x="5053" y="191242"/>
                  </a:lnTo>
                  <a:lnTo>
                    <a:pt x="6431" y="196371"/>
                  </a:lnTo>
                  <a:lnTo>
                    <a:pt x="7972" y="201453"/>
                  </a:lnTo>
                  <a:lnTo>
                    <a:pt x="9673" y="206484"/>
                  </a:lnTo>
                  <a:lnTo>
                    <a:pt x="11533" y="211458"/>
                  </a:lnTo>
                  <a:lnTo>
                    <a:pt x="13550" y="216371"/>
                  </a:lnTo>
                  <a:lnTo>
                    <a:pt x="15722" y="221217"/>
                  </a:lnTo>
                  <a:lnTo>
                    <a:pt x="18047" y="225992"/>
                  </a:lnTo>
                  <a:lnTo>
                    <a:pt x="20522" y="230691"/>
                  </a:lnTo>
                  <a:lnTo>
                    <a:pt x="23146" y="235308"/>
                  </a:lnTo>
                  <a:lnTo>
                    <a:pt x="25915" y="239840"/>
                  </a:lnTo>
                  <a:lnTo>
                    <a:pt x="28826" y="244282"/>
                  </a:lnTo>
                  <a:lnTo>
                    <a:pt x="31877" y="248629"/>
                  </a:lnTo>
                  <a:lnTo>
                    <a:pt x="35065" y="252876"/>
                  </a:lnTo>
                  <a:lnTo>
                    <a:pt x="38385" y="257021"/>
                  </a:lnTo>
                  <a:lnTo>
                    <a:pt x="41836" y="261058"/>
                  </a:lnTo>
                  <a:lnTo>
                    <a:pt x="45414" y="264983"/>
                  </a:lnTo>
                  <a:lnTo>
                    <a:pt x="49114" y="268792"/>
                  </a:lnTo>
                  <a:lnTo>
                    <a:pt x="52933" y="272482"/>
                  </a:lnTo>
                  <a:lnTo>
                    <a:pt x="56868" y="276049"/>
                  </a:lnTo>
                  <a:lnTo>
                    <a:pt x="60914" y="279489"/>
                  </a:lnTo>
                  <a:lnTo>
                    <a:pt x="65067" y="282799"/>
                  </a:lnTo>
                  <a:lnTo>
                    <a:pt x="69323" y="285975"/>
                  </a:lnTo>
                  <a:lnTo>
                    <a:pt x="73678" y="289015"/>
                  </a:lnTo>
                  <a:lnTo>
                    <a:pt x="78127" y="291914"/>
                  </a:lnTo>
                  <a:lnTo>
                    <a:pt x="82667" y="294671"/>
                  </a:lnTo>
                  <a:lnTo>
                    <a:pt x="87291" y="297282"/>
                  </a:lnTo>
                  <a:lnTo>
                    <a:pt x="91996" y="299745"/>
                  </a:lnTo>
                  <a:lnTo>
                    <a:pt x="96777" y="302058"/>
                  </a:lnTo>
                  <a:lnTo>
                    <a:pt x="101629" y="304217"/>
                  </a:lnTo>
                  <a:lnTo>
                    <a:pt x="106547" y="306221"/>
                  </a:lnTo>
                  <a:lnTo>
                    <a:pt x="111526" y="308068"/>
                  </a:lnTo>
                  <a:lnTo>
                    <a:pt x="116562" y="309756"/>
                  </a:lnTo>
                  <a:lnTo>
                    <a:pt x="121648" y="311283"/>
                  </a:lnTo>
                  <a:lnTo>
                    <a:pt x="126781" y="312647"/>
                  </a:lnTo>
                  <a:lnTo>
                    <a:pt x="131954" y="313848"/>
                  </a:lnTo>
                  <a:lnTo>
                    <a:pt x="137163" y="314884"/>
                  </a:lnTo>
                  <a:lnTo>
                    <a:pt x="142402" y="315754"/>
                  </a:lnTo>
                  <a:lnTo>
                    <a:pt x="147666" y="316457"/>
                  </a:lnTo>
                  <a:lnTo>
                    <a:pt x="152949" y="316993"/>
                  </a:lnTo>
                  <a:lnTo>
                    <a:pt x="158247" y="317360"/>
                  </a:lnTo>
                  <a:lnTo>
                    <a:pt x="163554" y="317559"/>
                  </a:lnTo>
                  <a:lnTo>
                    <a:pt x="168865" y="317589"/>
                  </a:lnTo>
                  <a:lnTo>
                    <a:pt x="174174" y="317451"/>
                  </a:lnTo>
                  <a:lnTo>
                    <a:pt x="179476" y="317144"/>
                  </a:lnTo>
                  <a:lnTo>
                    <a:pt x="184765" y="316668"/>
                  </a:lnTo>
                  <a:lnTo>
                    <a:pt x="190037" y="316025"/>
                  </a:lnTo>
                  <a:lnTo>
                    <a:pt x="195286" y="315215"/>
                  </a:lnTo>
                  <a:lnTo>
                    <a:pt x="200506" y="314239"/>
                  </a:lnTo>
                  <a:lnTo>
                    <a:pt x="205692" y="313097"/>
                  </a:lnTo>
                  <a:lnTo>
                    <a:pt x="210840" y="311791"/>
                  </a:lnTo>
                  <a:lnTo>
                    <a:pt x="215943" y="310322"/>
                  </a:lnTo>
                  <a:lnTo>
                    <a:pt x="220998" y="308692"/>
                  </a:lnTo>
                  <a:lnTo>
                    <a:pt x="225998" y="306902"/>
                  </a:lnTo>
                  <a:lnTo>
                    <a:pt x="230938" y="304954"/>
                  </a:lnTo>
                  <a:lnTo>
                    <a:pt x="235815" y="302850"/>
                  </a:lnTo>
                  <a:lnTo>
                    <a:pt x="240622" y="300592"/>
                  </a:lnTo>
                  <a:lnTo>
                    <a:pt x="245355" y="298183"/>
                  </a:lnTo>
                  <a:lnTo>
                    <a:pt x="250008" y="295625"/>
                  </a:lnTo>
                  <a:lnTo>
                    <a:pt x="254579" y="292920"/>
                  </a:lnTo>
                  <a:lnTo>
                    <a:pt x="259061" y="290071"/>
                  </a:lnTo>
                  <a:lnTo>
                    <a:pt x="263450" y="287082"/>
                  </a:lnTo>
                  <a:lnTo>
                    <a:pt x="267742" y="283954"/>
                  </a:lnTo>
                  <a:lnTo>
                    <a:pt x="271933" y="280692"/>
                  </a:lnTo>
                  <a:lnTo>
                    <a:pt x="276018" y="277298"/>
                  </a:lnTo>
                  <a:lnTo>
                    <a:pt x="279993" y="273776"/>
                  </a:lnTo>
                  <a:lnTo>
                    <a:pt x="283854" y="270130"/>
                  </a:lnTo>
                  <a:lnTo>
                    <a:pt x="287597" y="266363"/>
                  </a:lnTo>
                  <a:lnTo>
                    <a:pt x="291219" y="262479"/>
                  </a:lnTo>
                  <a:lnTo>
                    <a:pt x="294716" y="258481"/>
                  </a:lnTo>
                  <a:lnTo>
                    <a:pt x="298084" y="254375"/>
                  </a:lnTo>
                  <a:lnTo>
                    <a:pt x="301319" y="250164"/>
                  </a:lnTo>
                  <a:lnTo>
                    <a:pt x="304420" y="245852"/>
                  </a:lnTo>
                  <a:lnTo>
                    <a:pt x="307382" y="241444"/>
                  </a:lnTo>
                  <a:lnTo>
                    <a:pt x="310202" y="236944"/>
                  </a:lnTo>
                  <a:lnTo>
                    <a:pt x="312878" y="232357"/>
                  </a:lnTo>
                  <a:lnTo>
                    <a:pt x="315407" y="227687"/>
                  </a:lnTo>
                  <a:lnTo>
                    <a:pt x="317786" y="222939"/>
                  </a:lnTo>
                  <a:lnTo>
                    <a:pt x="320013" y="218118"/>
                  </a:lnTo>
                  <a:lnTo>
                    <a:pt x="322086" y="213228"/>
                  </a:lnTo>
                  <a:lnTo>
                    <a:pt x="324003" y="208275"/>
                  </a:lnTo>
                  <a:lnTo>
                    <a:pt x="325761" y="203264"/>
                  </a:lnTo>
                  <a:lnTo>
                    <a:pt x="327359" y="198200"/>
                  </a:lnTo>
                  <a:lnTo>
                    <a:pt x="328796" y="193087"/>
                  </a:lnTo>
                  <a:lnTo>
                    <a:pt x="330069" y="187931"/>
                  </a:lnTo>
                  <a:lnTo>
                    <a:pt x="331178" y="182737"/>
                  </a:lnTo>
                  <a:lnTo>
                    <a:pt x="332122" y="177511"/>
                  </a:lnTo>
                  <a:lnTo>
                    <a:pt x="332899" y="172257"/>
                  </a:lnTo>
                  <a:lnTo>
                    <a:pt x="333508" y="166982"/>
                  </a:lnTo>
                  <a:lnTo>
                    <a:pt x="333950" y="161689"/>
                  </a:lnTo>
                  <a:lnTo>
                    <a:pt x="334224" y="156386"/>
                  </a:lnTo>
                  <a:lnTo>
                    <a:pt x="334328" y="151076"/>
                  </a:lnTo>
                  <a:lnTo>
                    <a:pt x="334265" y="145766"/>
                  </a:lnTo>
                  <a:lnTo>
                    <a:pt x="334032" y="140460"/>
                  </a:lnTo>
                  <a:lnTo>
                    <a:pt x="333631" y="135164"/>
                  </a:lnTo>
                  <a:lnTo>
                    <a:pt x="333062" y="129884"/>
                  </a:lnTo>
                  <a:lnTo>
                    <a:pt x="332326" y="124625"/>
                  </a:lnTo>
                  <a:lnTo>
                    <a:pt x="331423" y="119391"/>
                  </a:lnTo>
                  <a:lnTo>
                    <a:pt x="330354" y="114189"/>
                  </a:lnTo>
                  <a:lnTo>
                    <a:pt x="329120" y="109024"/>
                  </a:lnTo>
                  <a:lnTo>
                    <a:pt x="327723" y="103900"/>
                  </a:lnTo>
                  <a:lnTo>
                    <a:pt x="326164" y="98823"/>
                  </a:lnTo>
                  <a:lnTo>
                    <a:pt x="324445" y="93799"/>
                  </a:lnTo>
                  <a:lnTo>
                    <a:pt x="322566" y="88831"/>
                  </a:lnTo>
                  <a:lnTo>
                    <a:pt x="320531" y="83926"/>
                  </a:lnTo>
                  <a:lnTo>
                    <a:pt x="318341" y="79088"/>
                  </a:lnTo>
                  <a:lnTo>
                    <a:pt x="315999" y="74321"/>
                  </a:lnTo>
                  <a:lnTo>
                    <a:pt x="313506" y="69632"/>
                  </a:lnTo>
                  <a:lnTo>
                    <a:pt x="310866" y="65024"/>
                  </a:lnTo>
                  <a:lnTo>
                    <a:pt x="308080" y="60503"/>
                  </a:lnTo>
                  <a:lnTo>
                    <a:pt x="305153" y="56072"/>
                  </a:lnTo>
                  <a:lnTo>
                    <a:pt x="302086" y="51736"/>
                  </a:lnTo>
                  <a:lnTo>
                    <a:pt x="298883" y="47500"/>
                  </a:lnTo>
                  <a:lnTo>
                    <a:pt x="295547" y="43368"/>
                  </a:lnTo>
                  <a:lnTo>
                    <a:pt x="292081" y="39344"/>
                  </a:lnTo>
                  <a:lnTo>
                    <a:pt x="288489" y="35432"/>
                  </a:lnTo>
                  <a:lnTo>
                    <a:pt x="284775" y="31636"/>
                  </a:lnTo>
                  <a:lnTo>
                    <a:pt x="280942" y="27960"/>
                  </a:lnTo>
                  <a:lnTo>
                    <a:pt x="276995" y="24407"/>
                  </a:lnTo>
                  <a:lnTo>
                    <a:pt x="167162" y="1504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109832" cy="167167"/>
            </a:xfrm>
            <a:custGeom>
              <a:avLst/>
              <a:pathLst>
                <a:path w="109832" h="167167">
                  <a:moveTo>
                    <a:pt x="109832" y="41144"/>
                  </a:moveTo>
                  <a:lnTo>
                    <a:pt x="105467" y="37469"/>
                  </a:lnTo>
                  <a:lnTo>
                    <a:pt x="100979" y="33945"/>
                  </a:lnTo>
                  <a:lnTo>
                    <a:pt x="96373" y="30576"/>
                  </a:lnTo>
                  <a:lnTo>
                    <a:pt x="91655" y="27366"/>
                  </a:lnTo>
                  <a:lnTo>
                    <a:pt x="86831" y="24320"/>
                  </a:lnTo>
                  <a:lnTo>
                    <a:pt x="81905" y="21439"/>
                  </a:lnTo>
                  <a:lnTo>
                    <a:pt x="76883" y="18729"/>
                  </a:lnTo>
                  <a:lnTo>
                    <a:pt x="71772" y="16191"/>
                  </a:lnTo>
                  <a:lnTo>
                    <a:pt x="66578" y="13830"/>
                  </a:lnTo>
                  <a:lnTo>
                    <a:pt x="61306" y="11647"/>
                  </a:lnTo>
                  <a:lnTo>
                    <a:pt x="55962" y="9645"/>
                  </a:lnTo>
                  <a:lnTo>
                    <a:pt x="50553" y="7827"/>
                  </a:lnTo>
                  <a:lnTo>
                    <a:pt x="45086" y="6194"/>
                  </a:lnTo>
                  <a:lnTo>
                    <a:pt x="39566" y="4749"/>
                  </a:lnTo>
                  <a:lnTo>
                    <a:pt x="33999" y="3494"/>
                  </a:lnTo>
                  <a:lnTo>
                    <a:pt x="28393" y="2429"/>
                  </a:lnTo>
                  <a:lnTo>
                    <a:pt x="22754" y="1555"/>
                  </a:lnTo>
                  <a:lnTo>
                    <a:pt x="17089" y="875"/>
                  </a:lnTo>
                  <a:lnTo>
                    <a:pt x="11404" y="389"/>
                  </a:lnTo>
                  <a:lnTo>
                    <a:pt x="570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3702" y="1681503"/>
              <a:ext cx="2822" cy="167167"/>
            </a:xfrm>
            <a:custGeom>
              <a:avLst/>
              <a:pathLst>
                <a:path w="2822" h="167167">
                  <a:moveTo>
                    <a:pt x="2822" y="0"/>
                  </a:moveTo>
                  <a:lnTo>
                    <a:pt x="0" y="23"/>
                  </a:lnTo>
                  <a:lnTo>
                    <a:pt x="28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3702" y="1681527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54140" y="1681527"/>
              <a:ext cx="132384" cy="167143"/>
            </a:xfrm>
            <a:custGeom>
              <a:avLst/>
              <a:pathLst>
                <a:path w="132384" h="167143">
                  <a:moveTo>
                    <a:pt x="129561" y="0"/>
                  </a:moveTo>
                  <a:lnTo>
                    <a:pt x="124010" y="186"/>
                  </a:lnTo>
                  <a:lnTo>
                    <a:pt x="118469" y="556"/>
                  </a:lnTo>
                  <a:lnTo>
                    <a:pt x="112943" y="1110"/>
                  </a:lnTo>
                  <a:lnTo>
                    <a:pt x="107438" y="1847"/>
                  </a:lnTo>
                  <a:lnTo>
                    <a:pt x="101961" y="2767"/>
                  </a:lnTo>
                  <a:lnTo>
                    <a:pt x="96517" y="3869"/>
                  </a:lnTo>
                  <a:lnTo>
                    <a:pt x="91113" y="5150"/>
                  </a:lnTo>
                  <a:lnTo>
                    <a:pt x="85755" y="6611"/>
                  </a:lnTo>
                  <a:lnTo>
                    <a:pt x="80448" y="8248"/>
                  </a:lnTo>
                  <a:lnTo>
                    <a:pt x="75198" y="10061"/>
                  </a:lnTo>
                  <a:lnTo>
                    <a:pt x="70012" y="12047"/>
                  </a:lnTo>
                  <a:lnTo>
                    <a:pt x="64894" y="14205"/>
                  </a:lnTo>
                  <a:lnTo>
                    <a:pt x="59851" y="16531"/>
                  </a:lnTo>
                  <a:lnTo>
                    <a:pt x="54888" y="19024"/>
                  </a:lnTo>
                  <a:lnTo>
                    <a:pt x="50010" y="21680"/>
                  </a:lnTo>
                  <a:lnTo>
                    <a:pt x="45224" y="24496"/>
                  </a:lnTo>
                  <a:lnTo>
                    <a:pt x="40533" y="27470"/>
                  </a:lnTo>
                  <a:lnTo>
                    <a:pt x="35944" y="30599"/>
                  </a:lnTo>
                  <a:lnTo>
                    <a:pt x="31462" y="33878"/>
                  </a:lnTo>
                  <a:lnTo>
                    <a:pt x="27090" y="37304"/>
                  </a:lnTo>
                  <a:lnTo>
                    <a:pt x="22835" y="40873"/>
                  </a:lnTo>
                  <a:lnTo>
                    <a:pt x="18701" y="44582"/>
                  </a:lnTo>
                  <a:lnTo>
                    <a:pt x="14693" y="48426"/>
                  </a:lnTo>
                  <a:lnTo>
                    <a:pt x="10814" y="52401"/>
                  </a:lnTo>
                  <a:lnTo>
                    <a:pt x="7070" y="56503"/>
                  </a:lnTo>
                  <a:lnTo>
                    <a:pt x="3463" y="60727"/>
                  </a:lnTo>
                  <a:lnTo>
                    <a:pt x="0" y="65068"/>
                  </a:lnTo>
                  <a:lnTo>
                    <a:pt x="132384" y="167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66" y="1681503"/>
              <a:ext cx="334309" cy="334333"/>
            </a:xfrm>
            <a:custGeom>
              <a:avLst/>
              <a:pathLst>
                <a:path w="334309" h="334333">
                  <a:moveTo>
                    <a:pt x="34774" y="65092"/>
                  </a:moveTo>
                  <a:lnTo>
                    <a:pt x="31598" y="69348"/>
                  </a:lnTo>
                  <a:lnTo>
                    <a:pt x="28559" y="73704"/>
                  </a:lnTo>
                  <a:lnTo>
                    <a:pt x="25660" y="78154"/>
                  </a:lnTo>
                  <a:lnTo>
                    <a:pt x="22904" y="82693"/>
                  </a:lnTo>
                  <a:lnTo>
                    <a:pt x="20294" y="87318"/>
                  </a:lnTo>
                  <a:lnTo>
                    <a:pt x="17831" y="92024"/>
                  </a:lnTo>
                  <a:lnTo>
                    <a:pt x="15520" y="96805"/>
                  </a:lnTo>
                  <a:lnTo>
                    <a:pt x="13361" y="101657"/>
                  </a:lnTo>
                  <a:lnTo>
                    <a:pt x="11358" y="106576"/>
                  </a:lnTo>
                  <a:lnTo>
                    <a:pt x="9512" y="111555"/>
                  </a:lnTo>
                  <a:lnTo>
                    <a:pt x="7825" y="116591"/>
                  </a:lnTo>
                  <a:lnTo>
                    <a:pt x="6299" y="121678"/>
                  </a:lnTo>
                  <a:lnTo>
                    <a:pt x="4935" y="126811"/>
                  </a:lnTo>
                  <a:lnTo>
                    <a:pt x="3735" y="131984"/>
                  </a:lnTo>
                  <a:lnTo>
                    <a:pt x="2700" y="137193"/>
                  </a:lnTo>
                  <a:lnTo>
                    <a:pt x="1831" y="142432"/>
                  </a:lnTo>
                  <a:lnTo>
                    <a:pt x="1128" y="147696"/>
                  </a:lnTo>
                  <a:lnTo>
                    <a:pt x="594" y="152980"/>
                  </a:lnTo>
                  <a:lnTo>
                    <a:pt x="227" y="158278"/>
                  </a:lnTo>
                  <a:lnTo>
                    <a:pt x="29" y="163585"/>
                  </a:lnTo>
                  <a:lnTo>
                    <a:pt x="0" y="168896"/>
                  </a:lnTo>
                  <a:lnTo>
                    <a:pt x="139" y="174205"/>
                  </a:lnTo>
                  <a:lnTo>
                    <a:pt x="447" y="179507"/>
                  </a:lnTo>
                  <a:lnTo>
                    <a:pt x="923" y="184796"/>
                  </a:lnTo>
                  <a:lnTo>
                    <a:pt x="1567" y="190068"/>
                  </a:lnTo>
                  <a:lnTo>
                    <a:pt x="2378" y="195316"/>
                  </a:lnTo>
                  <a:lnTo>
                    <a:pt x="3355" y="200536"/>
                  </a:lnTo>
                  <a:lnTo>
                    <a:pt x="4498" y="205723"/>
                  </a:lnTo>
                  <a:lnTo>
                    <a:pt x="5804" y="210870"/>
                  </a:lnTo>
                  <a:lnTo>
                    <a:pt x="7274" y="215974"/>
                  </a:lnTo>
                  <a:lnTo>
                    <a:pt x="8905" y="221028"/>
                  </a:lnTo>
                  <a:lnTo>
                    <a:pt x="10696" y="226027"/>
                  </a:lnTo>
                  <a:lnTo>
                    <a:pt x="12645" y="230968"/>
                  </a:lnTo>
                  <a:lnTo>
                    <a:pt x="14749" y="235844"/>
                  </a:lnTo>
                  <a:lnTo>
                    <a:pt x="17008" y="240650"/>
                  </a:lnTo>
                  <a:lnTo>
                    <a:pt x="19418" y="245383"/>
                  </a:lnTo>
                  <a:lnTo>
                    <a:pt x="21977" y="250036"/>
                  </a:lnTo>
                  <a:lnTo>
                    <a:pt x="24682" y="254606"/>
                  </a:lnTo>
                  <a:lnTo>
                    <a:pt x="27532" y="259088"/>
                  </a:lnTo>
                  <a:lnTo>
                    <a:pt x="30522" y="263477"/>
                  </a:lnTo>
                  <a:lnTo>
                    <a:pt x="33650" y="267769"/>
                  </a:lnTo>
                  <a:lnTo>
                    <a:pt x="36913" y="271959"/>
                  </a:lnTo>
                  <a:lnTo>
                    <a:pt x="40308" y="276043"/>
                  </a:lnTo>
                  <a:lnTo>
                    <a:pt x="43830" y="280017"/>
                  </a:lnTo>
                  <a:lnTo>
                    <a:pt x="47477" y="283878"/>
                  </a:lnTo>
                  <a:lnTo>
                    <a:pt x="51245" y="287621"/>
                  </a:lnTo>
                  <a:lnTo>
                    <a:pt x="55130" y="291242"/>
                  </a:lnTo>
                  <a:lnTo>
                    <a:pt x="59128" y="294738"/>
                  </a:lnTo>
                  <a:lnTo>
                    <a:pt x="63234" y="298105"/>
                  </a:lnTo>
                  <a:lnTo>
                    <a:pt x="67446" y="301340"/>
                  </a:lnTo>
                  <a:lnTo>
                    <a:pt x="71759" y="304440"/>
                  </a:lnTo>
                  <a:lnTo>
                    <a:pt x="76167" y="307401"/>
                  </a:lnTo>
                  <a:lnTo>
                    <a:pt x="80668" y="310221"/>
                  </a:lnTo>
                  <a:lnTo>
                    <a:pt x="85255" y="312896"/>
                  </a:lnTo>
                  <a:lnTo>
                    <a:pt x="89926" y="315424"/>
                  </a:lnTo>
                  <a:lnTo>
                    <a:pt x="94674" y="317803"/>
                  </a:lnTo>
                  <a:lnTo>
                    <a:pt x="99496" y="320029"/>
                  </a:lnTo>
                  <a:lnTo>
                    <a:pt x="104386" y="322101"/>
                  </a:lnTo>
                  <a:lnTo>
                    <a:pt x="109339" y="324017"/>
                  </a:lnTo>
                  <a:lnTo>
                    <a:pt x="114350" y="325774"/>
                  </a:lnTo>
                  <a:lnTo>
                    <a:pt x="119415" y="327372"/>
                  </a:lnTo>
                  <a:lnTo>
                    <a:pt x="124528" y="328807"/>
                  </a:lnTo>
                  <a:lnTo>
                    <a:pt x="129684" y="330080"/>
                  </a:lnTo>
                  <a:lnTo>
                    <a:pt x="134878" y="331188"/>
                  </a:lnTo>
                  <a:lnTo>
                    <a:pt x="140105" y="332131"/>
                  </a:lnTo>
                  <a:lnTo>
                    <a:pt x="145359" y="332907"/>
                  </a:lnTo>
                  <a:lnTo>
                    <a:pt x="150634" y="333516"/>
                  </a:lnTo>
                  <a:lnTo>
                    <a:pt x="155927" y="333957"/>
                  </a:lnTo>
                  <a:lnTo>
                    <a:pt x="161231" y="334229"/>
                  </a:lnTo>
                  <a:lnTo>
                    <a:pt x="166540" y="334333"/>
                  </a:lnTo>
                  <a:lnTo>
                    <a:pt x="171851" y="334269"/>
                  </a:lnTo>
                  <a:lnTo>
                    <a:pt x="177156" y="334035"/>
                  </a:lnTo>
                  <a:lnTo>
                    <a:pt x="182452" y="333633"/>
                  </a:lnTo>
                  <a:lnTo>
                    <a:pt x="187732" y="333063"/>
                  </a:lnTo>
                  <a:lnTo>
                    <a:pt x="192991" y="332326"/>
                  </a:lnTo>
                  <a:lnTo>
                    <a:pt x="198225" y="331422"/>
                  </a:lnTo>
                  <a:lnTo>
                    <a:pt x="203427" y="330353"/>
                  </a:lnTo>
                  <a:lnTo>
                    <a:pt x="208592" y="329118"/>
                  </a:lnTo>
                  <a:lnTo>
                    <a:pt x="213715" y="327720"/>
                  </a:lnTo>
                  <a:lnTo>
                    <a:pt x="218792" y="326160"/>
                  </a:lnTo>
                  <a:lnTo>
                    <a:pt x="223816" y="324440"/>
                  </a:lnTo>
                  <a:lnTo>
                    <a:pt x="228784" y="322561"/>
                  </a:lnTo>
                  <a:lnTo>
                    <a:pt x="233689" y="320525"/>
                  </a:lnTo>
                  <a:lnTo>
                    <a:pt x="238527" y="318334"/>
                  </a:lnTo>
                  <a:lnTo>
                    <a:pt x="243292" y="315991"/>
                  </a:lnTo>
                  <a:lnTo>
                    <a:pt x="247981" y="313497"/>
                  </a:lnTo>
                  <a:lnTo>
                    <a:pt x="252589" y="310856"/>
                  </a:lnTo>
                  <a:lnTo>
                    <a:pt x="257110" y="308070"/>
                  </a:lnTo>
                  <a:lnTo>
                    <a:pt x="261540" y="305141"/>
                  </a:lnTo>
                  <a:lnTo>
                    <a:pt x="265876" y="302074"/>
                  </a:lnTo>
                  <a:lnTo>
                    <a:pt x="270111" y="298870"/>
                  </a:lnTo>
                  <a:lnTo>
                    <a:pt x="274243" y="295533"/>
                  </a:lnTo>
                  <a:lnTo>
                    <a:pt x="278266" y="292067"/>
                  </a:lnTo>
                  <a:lnTo>
                    <a:pt x="282178" y="288474"/>
                  </a:lnTo>
                  <a:lnTo>
                    <a:pt x="285973" y="284759"/>
                  </a:lnTo>
                  <a:lnTo>
                    <a:pt x="289648" y="280926"/>
                  </a:lnTo>
                  <a:lnTo>
                    <a:pt x="293200" y="276977"/>
                  </a:lnTo>
                  <a:lnTo>
                    <a:pt x="296625" y="272918"/>
                  </a:lnTo>
                  <a:lnTo>
                    <a:pt x="299919" y="268752"/>
                  </a:lnTo>
                  <a:lnTo>
                    <a:pt x="303078" y="264484"/>
                  </a:lnTo>
                  <a:lnTo>
                    <a:pt x="306101" y="260117"/>
                  </a:lnTo>
                  <a:lnTo>
                    <a:pt x="308984" y="255657"/>
                  </a:lnTo>
                  <a:lnTo>
                    <a:pt x="311723" y="251107"/>
                  </a:lnTo>
                  <a:lnTo>
                    <a:pt x="314316" y="246473"/>
                  </a:lnTo>
                  <a:lnTo>
                    <a:pt x="316761" y="241758"/>
                  </a:lnTo>
                  <a:lnTo>
                    <a:pt x="319055" y="236968"/>
                  </a:lnTo>
                  <a:lnTo>
                    <a:pt x="321196" y="232108"/>
                  </a:lnTo>
                  <a:lnTo>
                    <a:pt x="323181" y="227182"/>
                  </a:lnTo>
                  <a:lnTo>
                    <a:pt x="325009" y="222196"/>
                  </a:lnTo>
                  <a:lnTo>
                    <a:pt x="326677" y="217154"/>
                  </a:lnTo>
                  <a:lnTo>
                    <a:pt x="328184" y="212061"/>
                  </a:lnTo>
                  <a:lnTo>
                    <a:pt x="329529" y="206924"/>
                  </a:lnTo>
                  <a:lnTo>
                    <a:pt x="330710" y="201746"/>
                  </a:lnTo>
                  <a:lnTo>
                    <a:pt x="331726" y="196533"/>
                  </a:lnTo>
                  <a:lnTo>
                    <a:pt x="332576" y="191291"/>
                  </a:lnTo>
                  <a:lnTo>
                    <a:pt x="333258" y="186024"/>
                  </a:lnTo>
                  <a:lnTo>
                    <a:pt x="333774" y="180738"/>
                  </a:lnTo>
                  <a:lnTo>
                    <a:pt x="334121" y="175439"/>
                  </a:lnTo>
                  <a:lnTo>
                    <a:pt x="334299" y="170131"/>
                  </a:lnTo>
                  <a:lnTo>
                    <a:pt x="334309" y="164820"/>
                  </a:lnTo>
                  <a:lnTo>
                    <a:pt x="334150" y="159512"/>
                  </a:lnTo>
                  <a:lnTo>
                    <a:pt x="333823" y="154211"/>
                  </a:lnTo>
                  <a:lnTo>
                    <a:pt x="333327" y="148924"/>
                  </a:lnTo>
                  <a:lnTo>
                    <a:pt x="332664" y="143654"/>
                  </a:lnTo>
                  <a:lnTo>
                    <a:pt x="331833" y="138409"/>
                  </a:lnTo>
                  <a:lnTo>
                    <a:pt x="330837" y="133193"/>
                  </a:lnTo>
                  <a:lnTo>
                    <a:pt x="329675" y="128010"/>
                  </a:lnTo>
                  <a:lnTo>
                    <a:pt x="328349" y="122868"/>
                  </a:lnTo>
                  <a:lnTo>
                    <a:pt x="326860" y="117770"/>
                  </a:lnTo>
                  <a:lnTo>
                    <a:pt x="325211" y="112722"/>
                  </a:lnTo>
                  <a:lnTo>
                    <a:pt x="323402" y="107729"/>
                  </a:lnTo>
                  <a:lnTo>
                    <a:pt x="321435" y="102796"/>
                  </a:lnTo>
                  <a:lnTo>
                    <a:pt x="319312" y="97927"/>
                  </a:lnTo>
                  <a:lnTo>
                    <a:pt x="317036" y="93129"/>
                  </a:lnTo>
                  <a:lnTo>
                    <a:pt x="314608" y="88406"/>
                  </a:lnTo>
                  <a:lnTo>
                    <a:pt x="312032" y="83762"/>
                  </a:lnTo>
                  <a:lnTo>
                    <a:pt x="309310" y="79202"/>
                  </a:lnTo>
                  <a:lnTo>
                    <a:pt x="306444" y="74731"/>
                  </a:lnTo>
                  <a:lnTo>
                    <a:pt x="303437" y="70353"/>
                  </a:lnTo>
                  <a:lnTo>
                    <a:pt x="300293" y="66073"/>
                  </a:lnTo>
                  <a:lnTo>
                    <a:pt x="297015" y="61895"/>
                  </a:lnTo>
                  <a:lnTo>
                    <a:pt x="293605" y="57823"/>
                  </a:lnTo>
                  <a:lnTo>
                    <a:pt x="290068" y="53861"/>
                  </a:lnTo>
                  <a:lnTo>
                    <a:pt x="286407" y="50014"/>
                  </a:lnTo>
                  <a:lnTo>
                    <a:pt x="282625" y="46286"/>
                  </a:lnTo>
                  <a:lnTo>
                    <a:pt x="278727" y="42679"/>
                  </a:lnTo>
                  <a:lnTo>
                    <a:pt x="274716" y="39198"/>
                  </a:lnTo>
                  <a:lnTo>
                    <a:pt x="270597" y="35845"/>
                  </a:lnTo>
                  <a:lnTo>
                    <a:pt x="266373" y="32626"/>
                  </a:lnTo>
                  <a:lnTo>
                    <a:pt x="262050" y="29542"/>
                  </a:lnTo>
                  <a:lnTo>
                    <a:pt x="257630" y="26597"/>
                  </a:lnTo>
                  <a:lnTo>
                    <a:pt x="253119" y="23795"/>
                  </a:lnTo>
                  <a:lnTo>
                    <a:pt x="248521" y="21136"/>
                  </a:lnTo>
                  <a:lnTo>
                    <a:pt x="243842" y="18626"/>
                  </a:lnTo>
                  <a:lnTo>
                    <a:pt x="239085" y="16265"/>
                  </a:lnTo>
                  <a:lnTo>
                    <a:pt x="234255" y="14056"/>
                  </a:lnTo>
                  <a:lnTo>
                    <a:pt x="229357" y="12002"/>
                  </a:lnTo>
                  <a:lnTo>
                    <a:pt x="224397" y="10104"/>
                  </a:lnTo>
                  <a:lnTo>
                    <a:pt x="219379" y="8365"/>
                  </a:lnTo>
                  <a:lnTo>
                    <a:pt x="214308" y="6787"/>
                  </a:lnTo>
                  <a:lnTo>
                    <a:pt x="209190" y="5370"/>
                  </a:lnTo>
                  <a:lnTo>
                    <a:pt x="204029" y="4116"/>
                  </a:lnTo>
                  <a:lnTo>
                    <a:pt x="198831" y="3028"/>
                  </a:lnTo>
                  <a:lnTo>
                    <a:pt x="193601" y="2104"/>
                  </a:lnTo>
                  <a:lnTo>
                    <a:pt x="188345" y="1348"/>
                  </a:lnTo>
                  <a:lnTo>
                    <a:pt x="183067" y="758"/>
                  </a:lnTo>
                  <a:lnTo>
                    <a:pt x="177773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5981" y="2126963"/>
              <a:ext cx="25306" cy="167167"/>
            </a:xfrm>
            <a:custGeom>
              <a:avLst/>
              <a:pathLst>
                <a:path w="25306" h="167167">
                  <a:moveTo>
                    <a:pt x="25306" y="0"/>
                  </a:moveTo>
                  <a:lnTo>
                    <a:pt x="16842" y="214"/>
                  </a:lnTo>
                  <a:lnTo>
                    <a:pt x="8399" y="857"/>
                  </a:lnTo>
                  <a:lnTo>
                    <a:pt x="0" y="1926"/>
                  </a:lnTo>
                  <a:lnTo>
                    <a:pt x="2530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5981" y="21288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25" y="2127911"/>
              <a:ext cx="334326" cy="333380"/>
            </a:xfrm>
            <a:custGeom>
              <a:avLst/>
              <a:pathLst>
                <a:path w="334326" h="333380">
                  <a:moveTo>
                    <a:pt x="141855" y="978"/>
                  </a:moveTo>
                  <a:lnTo>
                    <a:pt x="136629" y="1864"/>
                  </a:lnTo>
                  <a:lnTo>
                    <a:pt x="131434" y="2914"/>
                  </a:lnTo>
                  <a:lnTo>
                    <a:pt x="126274" y="4129"/>
                  </a:lnTo>
                  <a:lnTo>
                    <a:pt x="121156" y="5507"/>
                  </a:lnTo>
                  <a:lnTo>
                    <a:pt x="116084" y="7046"/>
                  </a:lnTo>
                  <a:lnTo>
                    <a:pt x="111063" y="8746"/>
                  </a:lnTo>
                  <a:lnTo>
                    <a:pt x="106099" y="10603"/>
                  </a:lnTo>
                  <a:lnTo>
                    <a:pt x="101196" y="12617"/>
                  </a:lnTo>
                  <a:lnTo>
                    <a:pt x="96360" y="14786"/>
                  </a:lnTo>
                  <a:lnTo>
                    <a:pt x="91594" y="17107"/>
                  </a:lnTo>
                  <a:lnTo>
                    <a:pt x="86905" y="19577"/>
                  </a:lnTo>
                  <a:lnTo>
                    <a:pt x="82296" y="22196"/>
                  </a:lnTo>
                  <a:lnTo>
                    <a:pt x="77773" y="24958"/>
                  </a:lnTo>
                  <a:lnTo>
                    <a:pt x="73339" y="27863"/>
                  </a:lnTo>
                  <a:lnTo>
                    <a:pt x="69000" y="30907"/>
                  </a:lnTo>
                  <a:lnTo>
                    <a:pt x="64759" y="34088"/>
                  </a:lnTo>
                  <a:lnTo>
                    <a:pt x="60622" y="37401"/>
                  </a:lnTo>
                  <a:lnTo>
                    <a:pt x="56591" y="40843"/>
                  </a:lnTo>
                  <a:lnTo>
                    <a:pt x="52672" y="44411"/>
                  </a:lnTo>
                  <a:lnTo>
                    <a:pt x="48868" y="48102"/>
                  </a:lnTo>
                  <a:lnTo>
                    <a:pt x="45183" y="51912"/>
                  </a:lnTo>
                  <a:lnTo>
                    <a:pt x="41620" y="55837"/>
                  </a:lnTo>
                  <a:lnTo>
                    <a:pt x="38184" y="59872"/>
                  </a:lnTo>
                  <a:lnTo>
                    <a:pt x="34877" y="64015"/>
                  </a:lnTo>
                  <a:lnTo>
                    <a:pt x="31703" y="68260"/>
                  </a:lnTo>
                  <a:lnTo>
                    <a:pt x="28666" y="72604"/>
                  </a:lnTo>
                  <a:lnTo>
                    <a:pt x="25767" y="77042"/>
                  </a:lnTo>
                  <a:lnTo>
                    <a:pt x="23011" y="81569"/>
                  </a:lnTo>
                  <a:lnTo>
                    <a:pt x="20400" y="86182"/>
                  </a:lnTo>
                  <a:lnTo>
                    <a:pt x="17936" y="90875"/>
                  </a:lnTo>
                  <a:lnTo>
                    <a:pt x="15623" y="95644"/>
                  </a:lnTo>
                  <a:lnTo>
                    <a:pt x="13461" y="100484"/>
                  </a:lnTo>
                  <a:lnTo>
                    <a:pt x="11454" y="105390"/>
                  </a:lnTo>
                  <a:lnTo>
                    <a:pt x="9604" y="110357"/>
                  </a:lnTo>
                  <a:lnTo>
                    <a:pt x="7912" y="115380"/>
                  </a:lnTo>
                  <a:lnTo>
                    <a:pt x="6381" y="120454"/>
                  </a:lnTo>
                  <a:lnTo>
                    <a:pt x="5010" y="125574"/>
                  </a:lnTo>
                  <a:lnTo>
                    <a:pt x="3803" y="130736"/>
                  </a:lnTo>
                  <a:lnTo>
                    <a:pt x="2761" y="135933"/>
                  </a:lnTo>
                  <a:lnTo>
                    <a:pt x="1883" y="141160"/>
                  </a:lnTo>
                  <a:lnTo>
                    <a:pt x="1172" y="146412"/>
                  </a:lnTo>
                  <a:lnTo>
                    <a:pt x="627" y="151685"/>
                  </a:lnTo>
                  <a:lnTo>
                    <a:pt x="250" y="156972"/>
                  </a:lnTo>
                  <a:lnTo>
                    <a:pt x="41" y="162268"/>
                  </a:lnTo>
                  <a:lnTo>
                    <a:pt x="0" y="167568"/>
                  </a:lnTo>
                  <a:lnTo>
                    <a:pt x="126" y="172867"/>
                  </a:lnTo>
                  <a:lnTo>
                    <a:pt x="421" y="178160"/>
                  </a:lnTo>
                  <a:lnTo>
                    <a:pt x="883" y="183440"/>
                  </a:lnTo>
                  <a:lnTo>
                    <a:pt x="1513" y="188703"/>
                  </a:lnTo>
                  <a:lnTo>
                    <a:pt x="2309" y="193943"/>
                  </a:lnTo>
                  <a:lnTo>
                    <a:pt x="3271" y="199156"/>
                  </a:lnTo>
                  <a:lnTo>
                    <a:pt x="4397" y="204335"/>
                  </a:lnTo>
                  <a:lnTo>
                    <a:pt x="5688" y="209476"/>
                  </a:lnTo>
                  <a:lnTo>
                    <a:pt x="7140" y="214574"/>
                  </a:lnTo>
                  <a:lnTo>
                    <a:pt x="8754" y="219623"/>
                  </a:lnTo>
                  <a:lnTo>
                    <a:pt x="10526" y="224618"/>
                  </a:lnTo>
                  <a:lnTo>
                    <a:pt x="12457" y="229554"/>
                  </a:lnTo>
                  <a:lnTo>
                    <a:pt x="14542" y="234427"/>
                  </a:lnTo>
                  <a:lnTo>
                    <a:pt x="16781" y="239232"/>
                  </a:lnTo>
                  <a:lnTo>
                    <a:pt x="19172" y="243962"/>
                  </a:lnTo>
                  <a:lnTo>
                    <a:pt x="21711" y="248615"/>
                  </a:lnTo>
                  <a:lnTo>
                    <a:pt x="24396" y="253185"/>
                  </a:lnTo>
                  <a:lnTo>
                    <a:pt x="27225" y="257667"/>
                  </a:lnTo>
                  <a:lnTo>
                    <a:pt x="30195" y="262058"/>
                  </a:lnTo>
                  <a:lnTo>
                    <a:pt x="33302" y="266352"/>
                  </a:lnTo>
                  <a:lnTo>
                    <a:pt x="36544" y="270546"/>
                  </a:lnTo>
                  <a:lnTo>
                    <a:pt x="39917" y="274634"/>
                  </a:lnTo>
                  <a:lnTo>
                    <a:pt x="43418" y="278614"/>
                  </a:lnTo>
                  <a:lnTo>
                    <a:pt x="47044" y="282480"/>
                  </a:lnTo>
                  <a:lnTo>
                    <a:pt x="50790" y="286230"/>
                  </a:lnTo>
                  <a:lnTo>
                    <a:pt x="54653" y="289859"/>
                  </a:lnTo>
                  <a:lnTo>
                    <a:pt x="58630" y="293364"/>
                  </a:lnTo>
                  <a:lnTo>
                    <a:pt x="62715" y="296741"/>
                  </a:lnTo>
                  <a:lnTo>
                    <a:pt x="66906" y="299987"/>
                  </a:lnTo>
                  <a:lnTo>
                    <a:pt x="71197" y="303098"/>
                  </a:lnTo>
                  <a:lnTo>
                    <a:pt x="75585" y="306071"/>
                  </a:lnTo>
                  <a:lnTo>
                    <a:pt x="80065" y="308904"/>
                  </a:lnTo>
                  <a:lnTo>
                    <a:pt x="84632" y="311594"/>
                  </a:lnTo>
                  <a:lnTo>
                    <a:pt x="89282" y="314137"/>
                  </a:lnTo>
                  <a:lnTo>
                    <a:pt x="94011" y="316532"/>
                  </a:lnTo>
                  <a:lnTo>
                    <a:pt x="98813" y="318776"/>
                  </a:lnTo>
                  <a:lnTo>
                    <a:pt x="103684" y="320866"/>
                  </a:lnTo>
                  <a:lnTo>
                    <a:pt x="108619" y="322801"/>
                  </a:lnTo>
                  <a:lnTo>
                    <a:pt x="113613" y="324578"/>
                  </a:lnTo>
                  <a:lnTo>
                    <a:pt x="118660" y="326196"/>
                  </a:lnTo>
                  <a:lnTo>
                    <a:pt x="123756" y="327653"/>
                  </a:lnTo>
                  <a:lnTo>
                    <a:pt x="128896" y="328948"/>
                  </a:lnTo>
                  <a:lnTo>
                    <a:pt x="134074" y="330080"/>
                  </a:lnTo>
                  <a:lnTo>
                    <a:pt x="139286" y="331046"/>
                  </a:lnTo>
                  <a:lnTo>
                    <a:pt x="144526" y="331847"/>
                  </a:lnTo>
                  <a:lnTo>
                    <a:pt x="149788" y="332481"/>
                  </a:lnTo>
                  <a:lnTo>
                    <a:pt x="155068" y="332949"/>
                  </a:lnTo>
                  <a:lnTo>
                    <a:pt x="160360" y="333248"/>
                  </a:lnTo>
                  <a:lnTo>
                    <a:pt x="165659" y="333380"/>
                  </a:lnTo>
                  <a:lnTo>
                    <a:pt x="170959" y="333344"/>
                  </a:lnTo>
                  <a:lnTo>
                    <a:pt x="176255" y="333139"/>
                  </a:lnTo>
                  <a:lnTo>
                    <a:pt x="181543" y="332767"/>
                  </a:lnTo>
                  <a:lnTo>
                    <a:pt x="186816" y="332227"/>
                  </a:lnTo>
                  <a:lnTo>
                    <a:pt x="192069" y="331521"/>
                  </a:lnTo>
                  <a:lnTo>
                    <a:pt x="197297" y="330648"/>
                  </a:lnTo>
                  <a:lnTo>
                    <a:pt x="202495" y="329610"/>
                  </a:lnTo>
                  <a:lnTo>
                    <a:pt x="207657" y="328408"/>
                  </a:lnTo>
                  <a:lnTo>
                    <a:pt x="212779" y="327042"/>
                  </a:lnTo>
                  <a:lnTo>
                    <a:pt x="217855" y="325515"/>
                  </a:lnTo>
                  <a:lnTo>
                    <a:pt x="222879" y="323828"/>
                  </a:lnTo>
                  <a:lnTo>
                    <a:pt x="227848" y="321982"/>
                  </a:lnTo>
                  <a:lnTo>
                    <a:pt x="232756" y="319980"/>
                  </a:lnTo>
                  <a:lnTo>
                    <a:pt x="237598" y="317823"/>
                  </a:lnTo>
                  <a:lnTo>
                    <a:pt x="242369" y="315514"/>
                  </a:lnTo>
                  <a:lnTo>
                    <a:pt x="247064" y="313054"/>
                  </a:lnTo>
                  <a:lnTo>
                    <a:pt x="251679" y="310447"/>
                  </a:lnTo>
                  <a:lnTo>
                    <a:pt x="256209" y="307695"/>
                  </a:lnTo>
                  <a:lnTo>
                    <a:pt x="260650" y="304801"/>
                  </a:lnTo>
                  <a:lnTo>
                    <a:pt x="264996" y="301768"/>
                  </a:lnTo>
                  <a:lnTo>
                    <a:pt x="269244" y="298598"/>
                  </a:lnTo>
                  <a:lnTo>
                    <a:pt x="273390" y="295295"/>
                  </a:lnTo>
                  <a:lnTo>
                    <a:pt x="277429" y="291862"/>
                  </a:lnTo>
                  <a:lnTo>
                    <a:pt x="281356" y="288303"/>
                  </a:lnTo>
                  <a:lnTo>
                    <a:pt x="285170" y="284621"/>
                  </a:lnTo>
                  <a:lnTo>
                    <a:pt x="288864" y="280821"/>
                  </a:lnTo>
                  <a:lnTo>
                    <a:pt x="292436" y="276905"/>
                  </a:lnTo>
                  <a:lnTo>
                    <a:pt x="295882" y="272877"/>
                  </a:lnTo>
                  <a:lnTo>
                    <a:pt x="299199" y="268743"/>
                  </a:lnTo>
                  <a:lnTo>
                    <a:pt x="302383" y="264505"/>
                  </a:lnTo>
                  <a:lnTo>
                    <a:pt x="305431" y="260169"/>
                  </a:lnTo>
                  <a:lnTo>
                    <a:pt x="308340" y="255738"/>
                  </a:lnTo>
                  <a:lnTo>
                    <a:pt x="311107" y="251217"/>
                  </a:lnTo>
                  <a:lnTo>
                    <a:pt x="313729" y="246611"/>
                  </a:lnTo>
                  <a:lnTo>
                    <a:pt x="316204" y="241924"/>
                  </a:lnTo>
                  <a:lnTo>
                    <a:pt x="318530" y="237160"/>
                  </a:lnTo>
                  <a:lnTo>
                    <a:pt x="320703" y="232326"/>
                  </a:lnTo>
                  <a:lnTo>
                    <a:pt x="322721" y="227425"/>
                  </a:lnTo>
                  <a:lnTo>
                    <a:pt x="324584" y="222462"/>
                  </a:lnTo>
                  <a:lnTo>
                    <a:pt x="326287" y="217443"/>
                  </a:lnTo>
                  <a:lnTo>
                    <a:pt x="327831" y="212372"/>
                  </a:lnTo>
                  <a:lnTo>
                    <a:pt x="329214" y="207255"/>
                  </a:lnTo>
                  <a:lnTo>
                    <a:pt x="330433" y="202097"/>
                  </a:lnTo>
                  <a:lnTo>
                    <a:pt x="331489" y="196903"/>
                  </a:lnTo>
                  <a:lnTo>
                    <a:pt x="332379" y="191678"/>
                  </a:lnTo>
                  <a:lnTo>
                    <a:pt x="333103" y="186427"/>
                  </a:lnTo>
                  <a:lnTo>
                    <a:pt x="333660" y="181156"/>
                  </a:lnTo>
                  <a:lnTo>
                    <a:pt x="334050" y="175870"/>
                  </a:lnTo>
                  <a:lnTo>
                    <a:pt x="334272" y="170574"/>
                  </a:lnTo>
                  <a:lnTo>
                    <a:pt x="334326" y="165274"/>
                  </a:lnTo>
                  <a:lnTo>
                    <a:pt x="334212" y="159974"/>
                  </a:lnTo>
                  <a:lnTo>
                    <a:pt x="333930" y="154681"/>
                  </a:lnTo>
                  <a:lnTo>
                    <a:pt x="333481" y="149400"/>
                  </a:lnTo>
                  <a:lnTo>
                    <a:pt x="332864" y="144136"/>
                  </a:lnTo>
                  <a:lnTo>
                    <a:pt x="332080" y="138893"/>
                  </a:lnTo>
                  <a:lnTo>
                    <a:pt x="331131" y="133679"/>
                  </a:lnTo>
                  <a:lnTo>
                    <a:pt x="330017" y="128496"/>
                  </a:lnTo>
                  <a:lnTo>
                    <a:pt x="328739" y="123352"/>
                  </a:lnTo>
                  <a:lnTo>
                    <a:pt x="327299" y="118251"/>
                  </a:lnTo>
                  <a:lnTo>
                    <a:pt x="325698" y="113198"/>
                  </a:lnTo>
                  <a:lnTo>
                    <a:pt x="323937" y="108199"/>
                  </a:lnTo>
                  <a:lnTo>
                    <a:pt x="322019" y="103258"/>
                  </a:lnTo>
                  <a:lnTo>
                    <a:pt x="319945" y="98380"/>
                  </a:lnTo>
                  <a:lnTo>
                    <a:pt x="317717" y="93570"/>
                  </a:lnTo>
                  <a:lnTo>
                    <a:pt x="315338" y="88834"/>
                  </a:lnTo>
                  <a:lnTo>
                    <a:pt x="312811" y="84175"/>
                  </a:lnTo>
                  <a:lnTo>
                    <a:pt x="310136" y="79598"/>
                  </a:lnTo>
                  <a:lnTo>
                    <a:pt x="307318" y="75109"/>
                  </a:lnTo>
                  <a:lnTo>
                    <a:pt x="304359" y="70711"/>
                  </a:lnTo>
                  <a:lnTo>
                    <a:pt x="301262" y="66410"/>
                  </a:lnTo>
                  <a:lnTo>
                    <a:pt x="298031" y="62209"/>
                  </a:lnTo>
                  <a:lnTo>
                    <a:pt x="294667" y="58112"/>
                  </a:lnTo>
                  <a:lnTo>
                    <a:pt x="291176" y="54124"/>
                  </a:lnTo>
                  <a:lnTo>
                    <a:pt x="287560" y="50248"/>
                  </a:lnTo>
                  <a:lnTo>
                    <a:pt x="283822" y="46490"/>
                  </a:lnTo>
                  <a:lnTo>
                    <a:pt x="279968" y="42851"/>
                  </a:lnTo>
                  <a:lnTo>
                    <a:pt x="276000" y="39337"/>
                  </a:lnTo>
                  <a:lnTo>
                    <a:pt x="271923" y="35950"/>
                  </a:lnTo>
                  <a:lnTo>
                    <a:pt x="267740" y="32694"/>
                  </a:lnTo>
                  <a:lnTo>
                    <a:pt x="263456" y="29573"/>
                  </a:lnTo>
                  <a:lnTo>
                    <a:pt x="259076" y="26589"/>
                  </a:lnTo>
                  <a:lnTo>
                    <a:pt x="254603" y="23745"/>
                  </a:lnTo>
                  <a:lnTo>
                    <a:pt x="250042" y="21044"/>
                  </a:lnTo>
                  <a:lnTo>
                    <a:pt x="245398" y="18490"/>
                  </a:lnTo>
                  <a:lnTo>
                    <a:pt x="240675" y="16083"/>
                  </a:lnTo>
                  <a:lnTo>
                    <a:pt x="235878" y="13828"/>
                  </a:lnTo>
                  <a:lnTo>
                    <a:pt x="231012" y="11726"/>
                  </a:lnTo>
                  <a:lnTo>
                    <a:pt x="226082" y="9780"/>
                  </a:lnTo>
                  <a:lnTo>
                    <a:pt x="221093" y="7990"/>
                  </a:lnTo>
                  <a:lnTo>
                    <a:pt x="216049" y="6360"/>
                  </a:lnTo>
                  <a:lnTo>
                    <a:pt x="210956" y="4891"/>
                  </a:lnTo>
                  <a:lnTo>
                    <a:pt x="205820" y="3583"/>
                  </a:lnTo>
                  <a:lnTo>
                    <a:pt x="200644" y="2439"/>
                  </a:lnTo>
                  <a:lnTo>
                    <a:pt x="195435" y="1460"/>
                  </a:lnTo>
                  <a:lnTo>
                    <a:pt x="190197" y="647"/>
                  </a:lnTo>
                  <a:lnTo>
                    <a:pt x="184936" y="0"/>
                  </a:lnTo>
                  <a:lnTo>
                    <a:pt x="167161" y="1662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17774" cy="167167"/>
            </a:xfrm>
            <a:custGeom>
              <a:avLst/>
              <a:pathLst>
                <a:path w="17774" h="167167">
                  <a:moveTo>
                    <a:pt x="17774" y="947"/>
                  </a:moveTo>
                  <a:lnTo>
                    <a:pt x="8900" y="23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489" y="2633064"/>
              <a:ext cx="4259" cy="167167"/>
            </a:xfrm>
            <a:custGeom>
              <a:avLst/>
              <a:pathLst>
                <a:path w="4259" h="167167">
                  <a:moveTo>
                    <a:pt x="4259" y="0"/>
                  </a:moveTo>
                  <a:lnTo>
                    <a:pt x="0" y="54"/>
                  </a:lnTo>
                  <a:lnTo>
                    <a:pt x="42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489" y="2633118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3" y="2633118"/>
              <a:ext cx="334331" cy="334261"/>
            </a:xfrm>
            <a:custGeom>
              <a:avLst/>
              <a:pathLst>
                <a:path w="334331" h="334261">
                  <a:moveTo>
                    <a:pt x="162906" y="0"/>
                  </a:moveTo>
                  <a:lnTo>
                    <a:pt x="157621" y="218"/>
                  </a:lnTo>
                  <a:lnTo>
                    <a:pt x="152346" y="603"/>
                  </a:lnTo>
                  <a:lnTo>
                    <a:pt x="147085" y="1156"/>
                  </a:lnTo>
                  <a:lnTo>
                    <a:pt x="141845" y="1874"/>
                  </a:lnTo>
                  <a:lnTo>
                    <a:pt x="136630" y="2758"/>
                  </a:lnTo>
                  <a:lnTo>
                    <a:pt x="131446" y="3806"/>
                  </a:lnTo>
                  <a:lnTo>
                    <a:pt x="126298" y="5018"/>
                  </a:lnTo>
                  <a:lnTo>
                    <a:pt x="121190" y="6392"/>
                  </a:lnTo>
                  <a:lnTo>
                    <a:pt x="116128" y="7927"/>
                  </a:lnTo>
                  <a:lnTo>
                    <a:pt x="111118" y="9621"/>
                  </a:lnTo>
                  <a:lnTo>
                    <a:pt x="106163" y="11473"/>
                  </a:lnTo>
                  <a:lnTo>
                    <a:pt x="101270" y="13480"/>
                  </a:lnTo>
                  <a:lnTo>
                    <a:pt x="96443" y="15642"/>
                  </a:lnTo>
                  <a:lnTo>
                    <a:pt x="91686" y="17955"/>
                  </a:lnTo>
                  <a:lnTo>
                    <a:pt x="87005" y="20418"/>
                  </a:lnTo>
                  <a:lnTo>
                    <a:pt x="82404" y="23027"/>
                  </a:lnTo>
                  <a:lnTo>
                    <a:pt x="77889" y="25781"/>
                  </a:lnTo>
                  <a:lnTo>
                    <a:pt x="73462" y="28676"/>
                  </a:lnTo>
                  <a:lnTo>
                    <a:pt x="69129" y="31710"/>
                  </a:lnTo>
                  <a:lnTo>
                    <a:pt x="64895" y="34879"/>
                  </a:lnTo>
                  <a:lnTo>
                    <a:pt x="60763" y="38180"/>
                  </a:lnTo>
                  <a:lnTo>
                    <a:pt x="56737" y="41611"/>
                  </a:lnTo>
                  <a:lnTo>
                    <a:pt x="52822" y="45167"/>
                  </a:lnTo>
                  <a:lnTo>
                    <a:pt x="49021" y="48846"/>
                  </a:lnTo>
                  <a:lnTo>
                    <a:pt x="45339" y="52643"/>
                  </a:lnTo>
                  <a:lnTo>
                    <a:pt x="41778" y="56554"/>
                  </a:lnTo>
                  <a:lnTo>
                    <a:pt x="38343" y="60576"/>
                  </a:lnTo>
                  <a:lnTo>
                    <a:pt x="35038" y="64705"/>
                  </a:lnTo>
                  <a:lnTo>
                    <a:pt x="31864" y="68936"/>
                  </a:lnTo>
                  <a:lnTo>
                    <a:pt x="28826" y="73266"/>
                  </a:lnTo>
                  <a:lnTo>
                    <a:pt x="25926" y="77689"/>
                  </a:lnTo>
                  <a:lnTo>
                    <a:pt x="23168" y="82202"/>
                  </a:lnTo>
                  <a:lnTo>
                    <a:pt x="20553" y="86800"/>
                  </a:lnTo>
                  <a:lnTo>
                    <a:pt x="18086" y="91479"/>
                  </a:lnTo>
                  <a:lnTo>
                    <a:pt x="15768" y="96233"/>
                  </a:lnTo>
                  <a:lnTo>
                    <a:pt x="13601" y="101058"/>
                  </a:lnTo>
                  <a:lnTo>
                    <a:pt x="11588" y="105949"/>
                  </a:lnTo>
                  <a:lnTo>
                    <a:pt x="9731" y="110902"/>
                  </a:lnTo>
                  <a:lnTo>
                    <a:pt x="8032" y="115910"/>
                  </a:lnTo>
                  <a:lnTo>
                    <a:pt x="6492" y="120970"/>
                  </a:lnTo>
                  <a:lnTo>
                    <a:pt x="5112" y="126077"/>
                  </a:lnTo>
                  <a:lnTo>
                    <a:pt x="3895" y="131224"/>
                  </a:lnTo>
                  <a:lnTo>
                    <a:pt x="2842" y="136407"/>
                  </a:lnTo>
                  <a:lnTo>
                    <a:pt x="1952" y="141621"/>
                  </a:lnTo>
                  <a:lnTo>
                    <a:pt x="1229" y="146860"/>
                  </a:lnTo>
                  <a:lnTo>
                    <a:pt x="671" y="152120"/>
                  </a:lnTo>
                  <a:lnTo>
                    <a:pt x="280" y="157395"/>
                  </a:lnTo>
                  <a:lnTo>
                    <a:pt x="56" y="162679"/>
                  </a:lnTo>
                  <a:lnTo>
                    <a:pt x="0" y="167968"/>
                  </a:lnTo>
                  <a:lnTo>
                    <a:pt x="110" y="173256"/>
                  </a:lnTo>
                  <a:lnTo>
                    <a:pt x="388" y="178538"/>
                  </a:lnTo>
                  <a:lnTo>
                    <a:pt x="833" y="183809"/>
                  </a:lnTo>
                  <a:lnTo>
                    <a:pt x="1445" y="189062"/>
                  </a:lnTo>
                  <a:lnTo>
                    <a:pt x="2222" y="194294"/>
                  </a:lnTo>
                  <a:lnTo>
                    <a:pt x="3164" y="199499"/>
                  </a:lnTo>
                  <a:lnTo>
                    <a:pt x="4271" y="204671"/>
                  </a:lnTo>
                  <a:lnTo>
                    <a:pt x="5541" y="209805"/>
                  </a:lnTo>
                  <a:lnTo>
                    <a:pt x="6972" y="214897"/>
                  </a:lnTo>
                  <a:lnTo>
                    <a:pt x="8564" y="219941"/>
                  </a:lnTo>
                  <a:lnTo>
                    <a:pt x="10315" y="224932"/>
                  </a:lnTo>
                  <a:lnTo>
                    <a:pt x="12223" y="229865"/>
                  </a:lnTo>
                  <a:lnTo>
                    <a:pt x="14285" y="234736"/>
                  </a:lnTo>
                  <a:lnTo>
                    <a:pt x="16501" y="239538"/>
                  </a:lnTo>
                  <a:lnTo>
                    <a:pt x="18868" y="244269"/>
                  </a:lnTo>
                  <a:lnTo>
                    <a:pt x="21383" y="248922"/>
                  </a:lnTo>
                  <a:lnTo>
                    <a:pt x="24044" y="253493"/>
                  </a:lnTo>
                  <a:lnTo>
                    <a:pt x="26849" y="257977"/>
                  </a:lnTo>
                  <a:lnTo>
                    <a:pt x="29793" y="262371"/>
                  </a:lnTo>
                  <a:lnTo>
                    <a:pt x="32876" y="266669"/>
                  </a:lnTo>
                  <a:lnTo>
                    <a:pt x="36093" y="270867"/>
                  </a:lnTo>
                  <a:lnTo>
                    <a:pt x="39441" y="274962"/>
                  </a:lnTo>
                  <a:lnTo>
                    <a:pt x="42917" y="278949"/>
                  </a:lnTo>
                  <a:lnTo>
                    <a:pt x="46517" y="282824"/>
                  </a:lnTo>
                  <a:lnTo>
                    <a:pt x="50238" y="286583"/>
                  </a:lnTo>
                  <a:lnTo>
                    <a:pt x="54076" y="290222"/>
                  </a:lnTo>
                  <a:lnTo>
                    <a:pt x="58027" y="293738"/>
                  </a:lnTo>
                  <a:lnTo>
                    <a:pt x="62088" y="297127"/>
                  </a:lnTo>
                  <a:lnTo>
                    <a:pt x="66254" y="300386"/>
                  </a:lnTo>
                  <a:lnTo>
                    <a:pt x="70520" y="303512"/>
                  </a:lnTo>
                  <a:lnTo>
                    <a:pt x="74884" y="306501"/>
                  </a:lnTo>
                  <a:lnTo>
                    <a:pt x="79340" y="309351"/>
                  </a:lnTo>
                  <a:lnTo>
                    <a:pt x="83884" y="312058"/>
                  </a:lnTo>
                  <a:lnTo>
                    <a:pt x="88511" y="314620"/>
                  </a:lnTo>
                  <a:lnTo>
                    <a:pt x="93217" y="317035"/>
                  </a:lnTo>
                  <a:lnTo>
                    <a:pt x="97997" y="319299"/>
                  </a:lnTo>
                  <a:lnTo>
                    <a:pt x="102846" y="321411"/>
                  </a:lnTo>
                  <a:lnTo>
                    <a:pt x="107760" y="323369"/>
                  </a:lnTo>
                  <a:lnTo>
                    <a:pt x="112733" y="325170"/>
                  </a:lnTo>
                  <a:lnTo>
                    <a:pt x="117760" y="326813"/>
                  </a:lnTo>
                  <a:lnTo>
                    <a:pt x="122837" y="328296"/>
                  </a:lnTo>
                  <a:lnTo>
                    <a:pt x="127959" y="329618"/>
                  </a:lnTo>
                  <a:lnTo>
                    <a:pt x="133119" y="330777"/>
                  </a:lnTo>
                  <a:lnTo>
                    <a:pt x="138314" y="331772"/>
                  </a:lnTo>
                  <a:lnTo>
                    <a:pt x="143538" y="332602"/>
                  </a:lnTo>
                  <a:lnTo>
                    <a:pt x="148785" y="333267"/>
                  </a:lnTo>
                  <a:lnTo>
                    <a:pt x="154051" y="333765"/>
                  </a:lnTo>
                  <a:lnTo>
                    <a:pt x="159330" y="334096"/>
                  </a:lnTo>
                  <a:lnTo>
                    <a:pt x="164616" y="334261"/>
                  </a:lnTo>
                  <a:lnTo>
                    <a:pt x="169905" y="334258"/>
                  </a:lnTo>
                  <a:lnTo>
                    <a:pt x="175192" y="334087"/>
                  </a:lnTo>
                  <a:lnTo>
                    <a:pt x="180470" y="333750"/>
                  </a:lnTo>
                  <a:lnTo>
                    <a:pt x="185735" y="333245"/>
                  </a:lnTo>
                  <a:lnTo>
                    <a:pt x="190982" y="332575"/>
                  </a:lnTo>
                  <a:lnTo>
                    <a:pt x="196205" y="331738"/>
                  </a:lnTo>
                  <a:lnTo>
                    <a:pt x="201398" y="330737"/>
                  </a:lnTo>
                  <a:lnTo>
                    <a:pt x="206558" y="329572"/>
                  </a:lnTo>
                  <a:lnTo>
                    <a:pt x="211677" y="328245"/>
                  </a:lnTo>
                  <a:lnTo>
                    <a:pt x="216753" y="326756"/>
                  </a:lnTo>
                  <a:lnTo>
                    <a:pt x="221779" y="325107"/>
                  </a:lnTo>
                  <a:lnTo>
                    <a:pt x="226750" y="323300"/>
                  </a:lnTo>
                  <a:lnTo>
                    <a:pt x="231661" y="321337"/>
                  </a:lnTo>
                  <a:lnTo>
                    <a:pt x="236508" y="319220"/>
                  </a:lnTo>
                  <a:lnTo>
                    <a:pt x="241285" y="316950"/>
                  </a:lnTo>
                  <a:lnTo>
                    <a:pt x="245988" y="314530"/>
                  </a:lnTo>
                  <a:lnTo>
                    <a:pt x="250612" y="311962"/>
                  </a:lnTo>
                  <a:lnTo>
                    <a:pt x="255153" y="309250"/>
                  </a:lnTo>
                  <a:lnTo>
                    <a:pt x="259606" y="306395"/>
                  </a:lnTo>
                  <a:lnTo>
                    <a:pt x="263966" y="303401"/>
                  </a:lnTo>
                  <a:lnTo>
                    <a:pt x="268229" y="300270"/>
                  </a:lnTo>
                  <a:lnTo>
                    <a:pt x="272391" y="297006"/>
                  </a:lnTo>
                  <a:lnTo>
                    <a:pt x="276448" y="293612"/>
                  </a:lnTo>
                  <a:lnTo>
                    <a:pt x="280395" y="290092"/>
                  </a:lnTo>
                  <a:lnTo>
                    <a:pt x="284229" y="286448"/>
                  </a:lnTo>
                  <a:lnTo>
                    <a:pt x="287946" y="282685"/>
                  </a:lnTo>
                  <a:lnTo>
                    <a:pt x="291542" y="278806"/>
                  </a:lnTo>
                  <a:lnTo>
                    <a:pt x="295013" y="274815"/>
                  </a:lnTo>
                  <a:lnTo>
                    <a:pt x="298356" y="270717"/>
                  </a:lnTo>
                  <a:lnTo>
                    <a:pt x="301568" y="266514"/>
                  </a:lnTo>
                  <a:lnTo>
                    <a:pt x="304646" y="262213"/>
                  </a:lnTo>
                  <a:lnTo>
                    <a:pt x="307585" y="257816"/>
                  </a:lnTo>
                  <a:lnTo>
                    <a:pt x="310385" y="253328"/>
                  </a:lnTo>
                  <a:lnTo>
                    <a:pt x="313040" y="248754"/>
                  </a:lnTo>
                  <a:lnTo>
                    <a:pt x="315550" y="244098"/>
                  </a:lnTo>
                  <a:lnTo>
                    <a:pt x="317911" y="239365"/>
                  </a:lnTo>
                  <a:lnTo>
                    <a:pt x="320122" y="234560"/>
                  </a:lnTo>
                  <a:lnTo>
                    <a:pt x="322179" y="229687"/>
                  </a:lnTo>
                  <a:lnTo>
                    <a:pt x="324081" y="224752"/>
                  </a:lnTo>
                  <a:lnTo>
                    <a:pt x="325826" y="219759"/>
                  </a:lnTo>
                  <a:lnTo>
                    <a:pt x="327412" y="214713"/>
                  </a:lnTo>
                  <a:lnTo>
                    <a:pt x="328838" y="209619"/>
                  </a:lnTo>
                  <a:lnTo>
                    <a:pt x="330101" y="204483"/>
                  </a:lnTo>
                  <a:lnTo>
                    <a:pt x="331202" y="199310"/>
                  </a:lnTo>
                  <a:lnTo>
                    <a:pt x="332139" y="194104"/>
                  </a:lnTo>
                  <a:lnTo>
                    <a:pt x="332910" y="188872"/>
                  </a:lnTo>
                  <a:lnTo>
                    <a:pt x="333515" y="183617"/>
                  </a:lnTo>
                  <a:lnTo>
                    <a:pt x="333954" y="178346"/>
                  </a:lnTo>
                  <a:lnTo>
                    <a:pt x="334226" y="173064"/>
                  </a:lnTo>
                  <a:lnTo>
                    <a:pt x="334331" y="167776"/>
                  </a:lnTo>
                  <a:lnTo>
                    <a:pt x="334268" y="162487"/>
                  </a:lnTo>
                  <a:lnTo>
                    <a:pt x="334038" y="157203"/>
                  </a:lnTo>
                  <a:lnTo>
                    <a:pt x="333641" y="151929"/>
                  </a:lnTo>
                  <a:lnTo>
                    <a:pt x="333077" y="146670"/>
                  </a:lnTo>
                  <a:lnTo>
                    <a:pt x="332348" y="141431"/>
                  </a:lnTo>
                  <a:lnTo>
                    <a:pt x="331453" y="136218"/>
                  </a:lnTo>
                  <a:lnTo>
                    <a:pt x="330393" y="131036"/>
                  </a:lnTo>
                  <a:lnTo>
                    <a:pt x="329170" y="125890"/>
                  </a:lnTo>
                  <a:lnTo>
                    <a:pt x="327785" y="120786"/>
                  </a:lnTo>
                  <a:lnTo>
                    <a:pt x="326239" y="115727"/>
                  </a:lnTo>
                  <a:lnTo>
                    <a:pt x="324533" y="110721"/>
                  </a:lnTo>
                  <a:lnTo>
                    <a:pt x="322671" y="105770"/>
                  </a:lnTo>
                  <a:lnTo>
                    <a:pt x="320652" y="100881"/>
                  </a:lnTo>
                  <a:lnTo>
                    <a:pt x="318480" y="96059"/>
                  </a:lnTo>
                  <a:lnTo>
                    <a:pt x="316156" y="91307"/>
                  </a:lnTo>
                  <a:lnTo>
                    <a:pt x="313684" y="86632"/>
                  </a:lnTo>
                  <a:lnTo>
                    <a:pt x="311064" y="82037"/>
                  </a:lnTo>
                  <a:lnTo>
                    <a:pt x="308301" y="77527"/>
                  </a:lnTo>
                  <a:lnTo>
                    <a:pt x="305396" y="73107"/>
                  </a:lnTo>
                  <a:lnTo>
                    <a:pt x="302353" y="68781"/>
                  </a:lnTo>
                  <a:lnTo>
                    <a:pt x="299174" y="64553"/>
                  </a:lnTo>
                  <a:lnTo>
                    <a:pt x="295863" y="60428"/>
                  </a:lnTo>
                  <a:lnTo>
                    <a:pt x="167165" y="1671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128698" cy="167167"/>
            </a:xfrm>
            <a:custGeom>
              <a:avLst/>
              <a:pathLst>
                <a:path w="128698" h="167167">
                  <a:moveTo>
                    <a:pt x="128698" y="60482"/>
                  </a:moveTo>
                  <a:lnTo>
                    <a:pt x="125020" y="56195"/>
                  </a:lnTo>
                  <a:lnTo>
                    <a:pt x="121199" y="52034"/>
                  </a:lnTo>
                  <a:lnTo>
                    <a:pt x="117240" y="48005"/>
                  </a:lnTo>
                  <a:lnTo>
                    <a:pt x="113147" y="44111"/>
                  </a:lnTo>
                  <a:lnTo>
                    <a:pt x="108924" y="40359"/>
                  </a:lnTo>
                  <a:lnTo>
                    <a:pt x="104578" y="36751"/>
                  </a:lnTo>
                  <a:lnTo>
                    <a:pt x="100111" y="33292"/>
                  </a:lnTo>
                  <a:lnTo>
                    <a:pt x="95531" y="29986"/>
                  </a:lnTo>
                  <a:lnTo>
                    <a:pt x="90841" y="26836"/>
                  </a:lnTo>
                  <a:lnTo>
                    <a:pt x="86048" y="23847"/>
                  </a:lnTo>
                  <a:lnTo>
                    <a:pt x="81156" y="21021"/>
                  </a:lnTo>
                  <a:lnTo>
                    <a:pt x="76172" y="18363"/>
                  </a:lnTo>
                  <a:lnTo>
                    <a:pt x="71101" y="15874"/>
                  </a:lnTo>
                  <a:lnTo>
                    <a:pt x="65948" y="13558"/>
                  </a:lnTo>
                  <a:lnTo>
                    <a:pt x="60720" y="11417"/>
                  </a:lnTo>
                  <a:lnTo>
                    <a:pt x="55423" y="9455"/>
                  </a:lnTo>
                  <a:lnTo>
                    <a:pt x="50063" y="7672"/>
                  </a:lnTo>
                  <a:lnTo>
                    <a:pt x="44645" y="6072"/>
                  </a:lnTo>
                  <a:lnTo>
                    <a:pt x="39177" y="4655"/>
                  </a:lnTo>
                  <a:lnTo>
                    <a:pt x="33664" y="3424"/>
                  </a:lnTo>
                  <a:lnTo>
                    <a:pt x="28112" y="2380"/>
                  </a:lnTo>
                  <a:lnTo>
                    <a:pt x="22528" y="1524"/>
                  </a:lnTo>
                  <a:lnTo>
                    <a:pt x="16918" y="858"/>
                  </a:lnTo>
                  <a:lnTo>
                    <a:pt x="11290" y="381"/>
                  </a:lnTo>
                  <a:lnTo>
                    <a:pt x="5648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307" y="3170392"/>
              <a:ext cx="17672" cy="167167"/>
            </a:xfrm>
            <a:custGeom>
              <a:avLst/>
              <a:pathLst>
                <a:path w="17672" h="167167">
                  <a:moveTo>
                    <a:pt x="17672" y="0"/>
                  </a:moveTo>
                  <a:lnTo>
                    <a:pt x="8823" y="234"/>
                  </a:lnTo>
                  <a:lnTo>
                    <a:pt x="0" y="936"/>
                  </a:lnTo>
                  <a:lnTo>
                    <a:pt x="1767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8307" y="3171329"/>
              <a:ext cx="17672" cy="166230"/>
            </a:xfrm>
            <a:custGeom>
              <a:avLst/>
              <a:pathLst>
                <a:path w="17672" h="166230">
                  <a:moveTo>
                    <a:pt x="0" y="0"/>
                  </a:moveTo>
                  <a:lnTo>
                    <a:pt x="17672" y="1662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21" y="3171329"/>
              <a:ext cx="334315" cy="333397"/>
            </a:xfrm>
            <a:custGeom>
              <a:avLst/>
              <a:pathLst>
                <a:path w="334315" h="333397">
                  <a:moveTo>
                    <a:pt x="149486" y="0"/>
                  </a:moveTo>
                  <a:lnTo>
                    <a:pt x="144238" y="642"/>
                  </a:lnTo>
                  <a:lnTo>
                    <a:pt x="139012" y="1449"/>
                  </a:lnTo>
                  <a:lnTo>
                    <a:pt x="133814" y="2422"/>
                  </a:lnTo>
                  <a:lnTo>
                    <a:pt x="128650" y="3559"/>
                  </a:lnTo>
                  <a:lnTo>
                    <a:pt x="123525" y="4858"/>
                  </a:lnTo>
                  <a:lnTo>
                    <a:pt x="118443" y="6319"/>
                  </a:lnTo>
                  <a:lnTo>
                    <a:pt x="113410" y="7939"/>
                  </a:lnTo>
                  <a:lnTo>
                    <a:pt x="108430" y="9718"/>
                  </a:lnTo>
                  <a:lnTo>
                    <a:pt x="103510" y="11654"/>
                  </a:lnTo>
                  <a:lnTo>
                    <a:pt x="98653" y="13745"/>
                  </a:lnTo>
                  <a:lnTo>
                    <a:pt x="93864" y="15988"/>
                  </a:lnTo>
                  <a:lnTo>
                    <a:pt x="89149" y="18381"/>
                  </a:lnTo>
                  <a:lnTo>
                    <a:pt x="84512" y="20922"/>
                  </a:lnTo>
                  <a:lnTo>
                    <a:pt x="79958" y="23609"/>
                  </a:lnTo>
                  <a:lnTo>
                    <a:pt x="75491" y="26438"/>
                  </a:lnTo>
                  <a:lnTo>
                    <a:pt x="71115" y="29407"/>
                  </a:lnTo>
                  <a:lnTo>
                    <a:pt x="66836" y="32513"/>
                  </a:lnTo>
                  <a:lnTo>
                    <a:pt x="62657" y="35753"/>
                  </a:lnTo>
                  <a:lnTo>
                    <a:pt x="58583" y="39123"/>
                  </a:lnTo>
                  <a:lnTo>
                    <a:pt x="54617" y="42621"/>
                  </a:lnTo>
                  <a:lnTo>
                    <a:pt x="50764" y="46242"/>
                  </a:lnTo>
                  <a:lnTo>
                    <a:pt x="47027" y="49983"/>
                  </a:lnTo>
                  <a:lnTo>
                    <a:pt x="43411" y="53841"/>
                  </a:lnTo>
                  <a:lnTo>
                    <a:pt x="39918" y="57811"/>
                  </a:lnTo>
                  <a:lnTo>
                    <a:pt x="36553" y="61889"/>
                  </a:lnTo>
                  <a:lnTo>
                    <a:pt x="33318" y="66072"/>
                  </a:lnTo>
                  <a:lnTo>
                    <a:pt x="30217" y="70355"/>
                  </a:lnTo>
                  <a:lnTo>
                    <a:pt x="27254" y="74734"/>
                  </a:lnTo>
                  <a:lnTo>
                    <a:pt x="24430" y="79205"/>
                  </a:lnTo>
                  <a:lnTo>
                    <a:pt x="21749" y="83763"/>
                  </a:lnTo>
                  <a:lnTo>
                    <a:pt x="19213" y="88403"/>
                  </a:lnTo>
                  <a:lnTo>
                    <a:pt x="16826" y="93121"/>
                  </a:lnTo>
                  <a:lnTo>
                    <a:pt x="14589" y="97912"/>
                  </a:lnTo>
                  <a:lnTo>
                    <a:pt x="12505" y="102772"/>
                  </a:lnTo>
                  <a:lnTo>
                    <a:pt x="10575" y="107695"/>
                  </a:lnTo>
                  <a:lnTo>
                    <a:pt x="8802" y="112676"/>
                  </a:lnTo>
                  <a:lnTo>
                    <a:pt x="7187" y="117711"/>
                  </a:lnTo>
                  <a:lnTo>
                    <a:pt x="5733" y="122795"/>
                  </a:lnTo>
                  <a:lnTo>
                    <a:pt x="4440" y="127922"/>
                  </a:lnTo>
                  <a:lnTo>
                    <a:pt x="3310" y="133088"/>
                  </a:lnTo>
                  <a:lnTo>
                    <a:pt x="2344" y="138286"/>
                  </a:lnTo>
                  <a:lnTo>
                    <a:pt x="1542" y="143513"/>
                  </a:lnTo>
                  <a:lnTo>
                    <a:pt x="907" y="148762"/>
                  </a:lnTo>
                  <a:lnTo>
                    <a:pt x="437" y="154029"/>
                  </a:lnTo>
                  <a:lnTo>
                    <a:pt x="135" y="159308"/>
                  </a:lnTo>
                  <a:lnTo>
                    <a:pt x="0" y="164594"/>
                  </a:lnTo>
                  <a:lnTo>
                    <a:pt x="31" y="169882"/>
                  </a:lnTo>
                  <a:lnTo>
                    <a:pt x="230" y="175166"/>
                  </a:lnTo>
                  <a:lnTo>
                    <a:pt x="597" y="180441"/>
                  </a:lnTo>
                  <a:lnTo>
                    <a:pt x="1129" y="185702"/>
                  </a:lnTo>
                  <a:lnTo>
                    <a:pt x="1828" y="190943"/>
                  </a:lnTo>
                  <a:lnTo>
                    <a:pt x="2693" y="196159"/>
                  </a:lnTo>
                  <a:lnTo>
                    <a:pt x="3721" y="201346"/>
                  </a:lnTo>
                  <a:lnTo>
                    <a:pt x="4914" y="206498"/>
                  </a:lnTo>
                  <a:lnTo>
                    <a:pt x="6269" y="211609"/>
                  </a:lnTo>
                  <a:lnTo>
                    <a:pt x="7784" y="216675"/>
                  </a:lnTo>
                  <a:lnTo>
                    <a:pt x="9459" y="221690"/>
                  </a:lnTo>
                  <a:lnTo>
                    <a:pt x="11292" y="226650"/>
                  </a:lnTo>
                  <a:lnTo>
                    <a:pt x="13281" y="231549"/>
                  </a:lnTo>
                  <a:lnTo>
                    <a:pt x="15424" y="236383"/>
                  </a:lnTo>
                  <a:lnTo>
                    <a:pt x="17719" y="241147"/>
                  </a:lnTo>
                  <a:lnTo>
                    <a:pt x="20163" y="245836"/>
                  </a:lnTo>
                  <a:lnTo>
                    <a:pt x="22754" y="250445"/>
                  </a:lnTo>
                  <a:lnTo>
                    <a:pt x="25490" y="254970"/>
                  </a:lnTo>
                  <a:lnTo>
                    <a:pt x="28367" y="259406"/>
                  </a:lnTo>
                  <a:lnTo>
                    <a:pt x="31384" y="263749"/>
                  </a:lnTo>
                  <a:lnTo>
                    <a:pt x="34536" y="267995"/>
                  </a:lnTo>
                  <a:lnTo>
                    <a:pt x="37821" y="272138"/>
                  </a:lnTo>
                  <a:lnTo>
                    <a:pt x="41235" y="276176"/>
                  </a:lnTo>
                  <a:lnTo>
                    <a:pt x="44775" y="280104"/>
                  </a:lnTo>
                  <a:lnTo>
                    <a:pt x="48438" y="283917"/>
                  </a:lnTo>
                  <a:lnTo>
                    <a:pt x="52219" y="287613"/>
                  </a:lnTo>
                  <a:lnTo>
                    <a:pt x="56116" y="291188"/>
                  </a:lnTo>
                  <a:lnTo>
                    <a:pt x="60124" y="294637"/>
                  </a:lnTo>
                  <a:lnTo>
                    <a:pt x="64238" y="297958"/>
                  </a:lnTo>
                  <a:lnTo>
                    <a:pt x="68456" y="301147"/>
                  </a:lnTo>
                  <a:lnTo>
                    <a:pt x="72772" y="304202"/>
                  </a:lnTo>
                  <a:lnTo>
                    <a:pt x="77183" y="307118"/>
                  </a:lnTo>
                  <a:lnTo>
                    <a:pt x="81684" y="309893"/>
                  </a:lnTo>
                  <a:lnTo>
                    <a:pt x="86271" y="312524"/>
                  </a:lnTo>
                  <a:lnTo>
                    <a:pt x="90938" y="315010"/>
                  </a:lnTo>
                  <a:lnTo>
                    <a:pt x="95681" y="317346"/>
                  </a:lnTo>
                  <a:lnTo>
                    <a:pt x="100497" y="319531"/>
                  </a:lnTo>
                  <a:lnTo>
                    <a:pt x="105378" y="321562"/>
                  </a:lnTo>
                  <a:lnTo>
                    <a:pt x="110322" y="323439"/>
                  </a:lnTo>
                  <a:lnTo>
                    <a:pt x="115323" y="325158"/>
                  </a:lnTo>
                  <a:lnTo>
                    <a:pt x="120375" y="326718"/>
                  </a:lnTo>
                  <a:lnTo>
                    <a:pt x="125474" y="328117"/>
                  </a:lnTo>
                  <a:lnTo>
                    <a:pt x="130615" y="329354"/>
                  </a:lnTo>
                  <a:lnTo>
                    <a:pt x="135792" y="330428"/>
                  </a:lnTo>
                  <a:lnTo>
                    <a:pt x="141001" y="331338"/>
                  </a:lnTo>
                  <a:lnTo>
                    <a:pt x="146236" y="332083"/>
                  </a:lnTo>
                  <a:lnTo>
                    <a:pt x="151492" y="332662"/>
                  </a:lnTo>
                  <a:lnTo>
                    <a:pt x="156764" y="333074"/>
                  </a:lnTo>
                  <a:lnTo>
                    <a:pt x="162046" y="333319"/>
                  </a:lnTo>
                  <a:lnTo>
                    <a:pt x="167333" y="333397"/>
                  </a:lnTo>
                  <a:lnTo>
                    <a:pt x="172620" y="333308"/>
                  </a:lnTo>
                  <a:lnTo>
                    <a:pt x="177901" y="333052"/>
                  </a:lnTo>
                  <a:lnTo>
                    <a:pt x="183172" y="332629"/>
                  </a:lnTo>
                  <a:lnTo>
                    <a:pt x="188427" y="332039"/>
                  </a:lnTo>
                  <a:lnTo>
                    <a:pt x="193660" y="331284"/>
                  </a:lnTo>
                  <a:lnTo>
                    <a:pt x="198867" y="330363"/>
                  </a:lnTo>
                  <a:lnTo>
                    <a:pt x="204042" y="329278"/>
                  </a:lnTo>
                  <a:lnTo>
                    <a:pt x="209181" y="328030"/>
                  </a:lnTo>
                  <a:lnTo>
                    <a:pt x="214277" y="326620"/>
                  </a:lnTo>
                  <a:lnTo>
                    <a:pt x="219326" y="325049"/>
                  </a:lnTo>
                  <a:lnTo>
                    <a:pt x="224323" y="323320"/>
                  </a:lnTo>
                  <a:lnTo>
                    <a:pt x="229263" y="321434"/>
                  </a:lnTo>
                  <a:lnTo>
                    <a:pt x="234140" y="319392"/>
                  </a:lnTo>
                  <a:lnTo>
                    <a:pt x="238951" y="317197"/>
                  </a:lnTo>
                  <a:lnTo>
                    <a:pt x="243689" y="314851"/>
                  </a:lnTo>
                  <a:lnTo>
                    <a:pt x="248352" y="312356"/>
                  </a:lnTo>
                  <a:lnTo>
                    <a:pt x="252932" y="309715"/>
                  </a:lnTo>
                  <a:lnTo>
                    <a:pt x="257428" y="306930"/>
                  </a:lnTo>
                  <a:lnTo>
                    <a:pt x="261832" y="304005"/>
                  </a:lnTo>
                  <a:lnTo>
                    <a:pt x="266142" y="300942"/>
                  </a:lnTo>
                  <a:lnTo>
                    <a:pt x="270353" y="297744"/>
                  </a:lnTo>
                  <a:lnTo>
                    <a:pt x="274461" y="294414"/>
                  </a:lnTo>
                  <a:lnTo>
                    <a:pt x="278462" y="290956"/>
                  </a:lnTo>
                  <a:lnTo>
                    <a:pt x="282351" y="287374"/>
                  </a:lnTo>
                  <a:lnTo>
                    <a:pt x="286125" y="283670"/>
                  </a:lnTo>
                  <a:lnTo>
                    <a:pt x="289779" y="279849"/>
                  </a:lnTo>
                  <a:lnTo>
                    <a:pt x="293311" y="275914"/>
                  </a:lnTo>
                  <a:lnTo>
                    <a:pt x="296717" y="271869"/>
                  </a:lnTo>
                  <a:lnTo>
                    <a:pt x="299994" y="267719"/>
                  </a:lnTo>
                  <a:lnTo>
                    <a:pt x="303137" y="263467"/>
                  </a:lnTo>
                  <a:lnTo>
                    <a:pt x="306144" y="259117"/>
                  </a:lnTo>
                  <a:lnTo>
                    <a:pt x="309012" y="254675"/>
                  </a:lnTo>
                  <a:lnTo>
                    <a:pt x="311739" y="250145"/>
                  </a:lnTo>
                  <a:lnTo>
                    <a:pt x="314320" y="245530"/>
                  </a:lnTo>
                  <a:lnTo>
                    <a:pt x="316755" y="240836"/>
                  </a:lnTo>
                  <a:lnTo>
                    <a:pt x="319040" y="236067"/>
                  </a:lnTo>
                  <a:lnTo>
                    <a:pt x="321172" y="231229"/>
                  </a:lnTo>
                  <a:lnTo>
                    <a:pt x="323151" y="226325"/>
                  </a:lnTo>
                  <a:lnTo>
                    <a:pt x="324974" y="221362"/>
                  </a:lnTo>
                  <a:lnTo>
                    <a:pt x="326638" y="216343"/>
                  </a:lnTo>
                  <a:lnTo>
                    <a:pt x="328143" y="211274"/>
                  </a:lnTo>
                  <a:lnTo>
                    <a:pt x="329488" y="206160"/>
                  </a:lnTo>
                  <a:lnTo>
                    <a:pt x="330669" y="201006"/>
                  </a:lnTo>
                  <a:lnTo>
                    <a:pt x="331687" y="195817"/>
                  </a:lnTo>
                  <a:lnTo>
                    <a:pt x="332541" y="190599"/>
                  </a:lnTo>
                  <a:lnTo>
                    <a:pt x="333229" y="185356"/>
                  </a:lnTo>
                  <a:lnTo>
                    <a:pt x="333750" y="180094"/>
                  </a:lnTo>
                  <a:lnTo>
                    <a:pt x="334106" y="174818"/>
                  </a:lnTo>
                  <a:lnTo>
                    <a:pt x="334294" y="169534"/>
                  </a:lnTo>
                  <a:lnTo>
                    <a:pt x="334315" y="164246"/>
                  </a:lnTo>
                  <a:lnTo>
                    <a:pt x="334168" y="158961"/>
                  </a:lnTo>
                  <a:lnTo>
                    <a:pt x="333855" y="153682"/>
                  </a:lnTo>
                  <a:lnTo>
                    <a:pt x="333375" y="148417"/>
                  </a:lnTo>
                  <a:lnTo>
                    <a:pt x="332728" y="143169"/>
                  </a:lnTo>
                  <a:lnTo>
                    <a:pt x="331916" y="137944"/>
                  </a:lnTo>
                  <a:lnTo>
                    <a:pt x="330939" y="132747"/>
                  </a:lnTo>
                  <a:lnTo>
                    <a:pt x="329798" y="127584"/>
                  </a:lnTo>
                  <a:lnTo>
                    <a:pt x="328494" y="122459"/>
                  </a:lnTo>
                  <a:lnTo>
                    <a:pt x="327029" y="117379"/>
                  </a:lnTo>
                  <a:lnTo>
                    <a:pt x="325404" y="112347"/>
                  </a:lnTo>
                  <a:lnTo>
                    <a:pt x="323621" y="107369"/>
                  </a:lnTo>
                  <a:lnTo>
                    <a:pt x="321681" y="102450"/>
                  </a:lnTo>
                  <a:lnTo>
                    <a:pt x="319586" y="97595"/>
                  </a:lnTo>
                  <a:lnTo>
                    <a:pt x="317339" y="92808"/>
                  </a:lnTo>
                  <a:lnTo>
                    <a:pt x="314942" y="88095"/>
                  </a:lnTo>
                  <a:lnTo>
                    <a:pt x="312397" y="83460"/>
                  </a:lnTo>
                  <a:lnTo>
                    <a:pt x="309707" y="78908"/>
                  </a:lnTo>
                  <a:lnTo>
                    <a:pt x="306874" y="74444"/>
                  </a:lnTo>
                  <a:lnTo>
                    <a:pt x="303901" y="70071"/>
                  </a:lnTo>
                  <a:lnTo>
                    <a:pt x="300791" y="65794"/>
                  </a:lnTo>
                  <a:lnTo>
                    <a:pt x="297548" y="61618"/>
                  </a:lnTo>
                  <a:lnTo>
                    <a:pt x="294174" y="57546"/>
                  </a:lnTo>
                  <a:lnTo>
                    <a:pt x="290673" y="53584"/>
                  </a:lnTo>
                  <a:lnTo>
                    <a:pt x="287048" y="49734"/>
                  </a:lnTo>
                  <a:lnTo>
                    <a:pt x="167159" y="1662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119889" cy="167167"/>
            </a:xfrm>
            <a:custGeom>
              <a:avLst/>
              <a:pathLst>
                <a:path w="119889" h="167167">
                  <a:moveTo>
                    <a:pt x="119889" y="50670"/>
                  </a:moveTo>
                  <a:lnTo>
                    <a:pt x="115941" y="46741"/>
                  </a:lnTo>
                  <a:lnTo>
                    <a:pt x="111865" y="42945"/>
                  </a:lnTo>
                  <a:lnTo>
                    <a:pt x="107664" y="39287"/>
                  </a:lnTo>
                  <a:lnTo>
                    <a:pt x="103344" y="35771"/>
                  </a:lnTo>
                  <a:lnTo>
                    <a:pt x="98908" y="32401"/>
                  </a:lnTo>
                  <a:lnTo>
                    <a:pt x="94364" y="29180"/>
                  </a:lnTo>
                  <a:lnTo>
                    <a:pt x="89714" y="26113"/>
                  </a:lnTo>
                  <a:lnTo>
                    <a:pt x="84965" y="23202"/>
                  </a:lnTo>
                  <a:lnTo>
                    <a:pt x="80121" y="20451"/>
                  </a:lnTo>
                  <a:lnTo>
                    <a:pt x="75188" y="17863"/>
                  </a:lnTo>
                  <a:lnTo>
                    <a:pt x="70172" y="15441"/>
                  </a:lnTo>
                  <a:lnTo>
                    <a:pt x="65078" y="13187"/>
                  </a:lnTo>
                  <a:lnTo>
                    <a:pt x="59912" y="11105"/>
                  </a:lnTo>
                  <a:lnTo>
                    <a:pt x="54679" y="9195"/>
                  </a:lnTo>
                  <a:lnTo>
                    <a:pt x="49386" y="7461"/>
                  </a:lnTo>
                  <a:lnTo>
                    <a:pt x="44038" y="5904"/>
                  </a:lnTo>
                  <a:lnTo>
                    <a:pt x="38640" y="4527"/>
                  </a:lnTo>
                  <a:lnTo>
                    <a:pt x="33200" y="3330"/>
                  </a:lnTo>
                  <a:lnTo>
                    <a:pt x="27723" y="2314"/>
                  </a:lnTo>
                  <a:lnTo>
                    <a:pt x="22216" y="1482"/>
                  </a:lnTo>
                  <a:lnTo>
                    <a:pt x="16683" y="834"/>
                  </a:lnTo>
                  <a:lnTo>
                    <a:pt x="11132" y="371"/>
                  </a:lnTo>
                  <a:lnTo>
                    <a:pt x="556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386" y="3707720"/>
              <a:ext cx="4361" cy="167167"/>
            </a:xfrm>
            <a:custGeom>
              <a:avLst/>
              <a:pathLst>
                <a:path w="4361" h="167167">
                  <a:moveTo>
                    <a:pt x="4361" y="0"/>
                  </a:moveTo>
                  <a:lnTo>
                    <a:pt x="0" y="56"/>
                  </a:lnTo>
                  <a:lnTo>
                    <a:pt x="43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386" y="3707777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386" y="3707777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386" y="3707777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386" y="3707777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386" y="3707777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386" y="3707777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386" y="3707777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386" y="3707777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386" y="3707777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386" y="3707777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386" y="3707777"/>
              <a:ext cx="4361" cy="167110"/>
            </a:xfrm>
            <a:custGeom>
              <a:avLst/>
              <a:pathLst>
                <a:path w="4361" h="167110">
                  <a:moveTo>
                    <a:pt x="0" y="0"/>
                  </a:moveTo>
                  <a:lnTo>
                    <a:pt x="4361" y="1671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90" y="3707777"/>
              <a:ext cx="334315" cy="334275"/>
            </a:xfrm>
            <a:custGeom>
              <a:avLst/>
              <a:pathLst>
                <a:path w="334315" h="334275">
                  <a:moveTo>
                    <a:pt x="162796" y="0"/>
                  </a:moveTo>
                  <a:lnTo>
                    <a:pt x="157495" y="222"/>
                  </a:lnTo>
                  <a:lnTo>
                    <a:pt x="152204" y="613"/>
                  </a:lnTo>
                  <a:lnTo>
                    <a:pt x="146927" y="1171"/>
                  </a:lnTo>
                  <a:lnTo>
                    <a:pt x="141672" y="1897"/>
                  </a:lnTo>
                  <a:lnTo>
                    <a:pt x="136442" y="2789"/>
                  </a:lnTo>
                  <a:lnTo>
                    <a:pt x="131242" y="3846"/>
                  </a:lnTo>
                  <a:lnTo>
                    <a:pt x="126079" y="5068"/>
                  </a:lnTo>
                  <a:lnTo>
                    <a:pt x="120958" y="6454"/>
                  </a:lnTo>
                  <a:lnTo>
                    <a:pt x="115883" y="8001"/>
                  </a:lnTo>
                  <a:lnTo>
                    <a:pt x="110859" y="9708"/>
                  </a:lnTo>
                  <a:lnTo>
                    <a:pt x="105892" y="11574"/>
                  </a:lnTo>
                  <a:lnTo>
                    <a:pt x="100987" y="13596"/>
                  </a:lnTo>
                  <a:lnTo>
                    <a:pt x="96149" y="15774"/>
                  </a:lnTo>
                  <a:lnTo>
                    <a:pt x="91382" y="18103"/>
                  </a:lnTo>
                  <a:lnTo>
                    <a:pt x="86692" y="20583"/>
                  </a:lnTo>
                  <a:lnTo>
                    <a:pt x="82082" y="23210"/>
                  </a:lnTo>
                  <a:lnTo>
                    <a:pt x="77559" y="25983"/>
                  </a:lnTo>
                  <a:lnTo>
                    <a:pt x="73125" y="28897"/>
                  </a:lnTo>
                  <a:lnTo>
                    <a:pt x="68786" y="31951"/>
                  </a:lnTo>
                  <a:lnTo>
                    <a:pt x="64547" y="35141"/>
                  </a:lnTo>
                  <a:lnTo>
                    <a:pt x="60410" y="38463"/>
                  </a:lnTo>
                  <a:lnTo>
                    <a:pt x="56382" y="41916"/>
                  </a:lnTo>
                  <a:lnTo>
                    <a:pt x="52464" y="45494"/>
                  </a:lnTo>
                  <a:lnTo>
                    <a:pt x="48663" y="49195"/>
                  </a:lnTo>
                  <a:lnTo>
                    <a:pt x="44980" y="53015"/>
                  </a:lnTo>
                  <a:lnTo>
                    <a:pt x="41421" y="56950"/>
                  </a:lnTo>
                  <a:lnTo>
                    <a:pt x="37989" y="60995"/>
                  </a:lnTo>
                  <a:lnTo>
                    <a:pt x="34686" y="65148"/>
                  </a:lnTo>
                  <a:lnTo>
                    <a:pt x="31517" y="69403"/>
                  </a:lnTo>
                  <a:lnTo>
                    <a:pt x="28485" y="73757"/>
                  </a:lnTo>
                  <a:lnTo>
                    <a:pt x="25592" y="78205"/>
                  </a:lnTo>
                  <a:lnTo>
                    <a:pt x="22842" y="82742"/>
                  </a:lnTo>
                  <a:lnTo>
                    <a:pt x="20237" y="87364"/>
                  </a:lnTo>
                  <a:lnTo>
                    <a:pt x="17781" y="92067"/>
                  </a:lnTo>
                  <a:lnTo>
                    <a:pt x="15475" y="96845"/>
                  </a:lnTo>
                  <a:lnTo>
                    <a:pt x="13321" y="101694"/>
                  </a:lnTo>
                  <a:lnTo>
                    <a:pt x="11323" y="106609"/>
                  </a:lnTo>
                  <a:lnTo>
                    <a:pt x="9481" y="111585"/>
                  </a:lnTo>
                  <a:lnTo>
                    <a:pt x="7798" y="116616"/>
                  </a:lnTo>
                  <a:lnTo>
                    <a:pt x="6276" y="121699"/>
                  </a:lnTo>
                  <a:lnTo>
                    <a:pt x="4916" y="126827"/>
                  </a:lnTo>
                  <a:lnTo>
                    <a:pt x="3720" y="131996"/>
                  </a:lnTo>
                  <a:lnTo>
                    <a:pt x="2688" y="137201"/>
                  </a:lnTo>
                  <a:lnTo>
                    <a:pt x="1821" y="142435"/>
                  </a:lnTo>
                  <a:lnTo>
                    <a:pt x="1122" y="147694"/>
                  </a:lnTo>
                  <a:lnTo>
                    <a:pt x="589" y="152973"/>
                  </a:lnTo>
                  <a:lnTo>
                    <a:pt x="224" y="158266"/>
                  </a:lnTo>
                  <a:lnTo>
                    <a:pt x="28" y="163568"/>
                  </a:lnTo>
                  <a:lnTo>
                    <a:pt x="0" y="168874"/>
                  </a:lnTo>
                  <a:lnTo>
                    <a:pt x="140" y="174178"/>
                  </a:lnTo>
                  <a:lnTo>
                    <a:pt x="448" y="179474"/>
                  </a:lnTo>
                  <a:lnTo>
                    <a:pt x="924" y="184758"/>
                  </a:lnTo>
                  <a:lnTo>
                    <a:pt x="1568" y="190025"/>
                  </a:lnTo>
                  <a:lnTo>
                    <a:pt x="2379" y="195268"/>
                  </a:lnTo>
                  <a:lnTo>
                    <a:pt x="3355" y="200483"/>
                  </a:lnTo>
                  <a:lnTo>
                    <a:pt x="4497" y="205665"/>
                  </a:lnTo>
                  <a:lnTo>
                    <a:pt x="5802" y="210807"/>
                  </a:lnTo>
                  <a:lnTo>
                    <a:pt x="7270" y="215906"/>
                  </a:lnTo>
                  <a:lnTo>
                    <a:pt x="8899" y="220955"/>
                  </a:lnTo>
                  <a:lnTo>
                    <a:pt x="10688" y="225950"/>
                  </a:lnTo>
                  <a:lnTo>
                    <a:pt x="12634" y="230886"/>
                  </a:lnTo>
                  <a:lnTo>
                    <a:pt x="14736" y="235758"/>
                  </a:lnTo>
                  <a:lnTo>
                    <a:pt x="16991" y="240560"/>
                  </a:lnTo>
                  <a:lnTo>
                    <a:pt x="19397" y="245289"/>
                  </a:lnTo>
                  <a:lnTo>
                    <a:pt x="21953" y="249938"/>
                  </a:lnTo>
                  <a:lnTo>
                    <a:pt x="24655" y="254505"/>
                  </a:lnTo>
                  <a:lnTo>
                    <a:pt x="27500" y="258983"/>
                  </a:lnTo>
                  <a:lnTo>
                    <a:pt x="30486" y="263369"/>
                  </a:lnTo>
                  <a:lnTo>
                    <a:pt x="33609" y="267657"/>
                  </a:lnTo>
                  <a:lnTo>
                    <a:pt x="36867" y="271845"/>
                  </a:lnTo>
                  <a:lnTo>
                    <a:pt x="40257" y="275927"/>
                  </a:lnTo>
                  <a:lnTo>
                    <a:pt x="43774" y="279899"/>
                  </a:lnTo>
                  <a:lnTo>
                    <a:pt x="47415" y="283758"/>
                  </a:lnTo>
                  <a:lnTo>
                    <a:pt x="51177" y="287499"/>
                  </a:lnTo>
                  <a:lnTo>
                    <a:pt x="55056" y="291119"/>
                  </a:lnTo>
                  <a:lnTo>
                    <a:pt x="59048" y="294614"/>
                  </a:lnTo>
                  <a:lnTo>
                    <a:pt x="63149" y="297981"/>
                  </a:lnTo>
                  <a:lnTo>
                    <a:pt x="67354" y="301215"/>
                  </a:lnTo>
                  <a:lnTo>
                    <a:pt x="71660" y="304315"/>
                  </a:lnTo>
                  <a:lnTo>
                    <a:pt x="76062" y="307276"/>
                  </a:lnTo>
                  <a:lnTo>
                    <a:pt x="80556" y="310097"/>
                  </a:lnTo>
                  <a:lnTo>
                    <a:pt x="85138" y="312773"/>
                  </a:lnTo>
                  <a:lnTo>
                    <a:pt x="89802" y="315302"/>
                  </a:lnTo>
                  <a:lnTo>
                    <a:pt x="94543" y="317683"/>
                  </a:lnTo>
                  <a:lnTo>
                    <a:pt x="99358" y="319911"/>
                  </a:lnTo>
                  <a:lnTo>
                    <a:pt x="104241" y="321986"/>
                  </a:lnTo>
                  <a:lnTo>
                    <a:pt x="109188" y="323904"/>
                  </a:lnTo>
                  <a:lnTo>
                    <a:pt x="114193" y="325665"/>
                  </a:lnTo>
                  <a:lnTo>
                    <a:pt x="119251" y="327266"/>
                  </a:lnTo>
                  <a:lnTo>
                    <a:pt x="124358" y="328706"/>
                  </a:lnTo>
                  <a:lnTo>
                    <a:pt x="129508" y="329982"/>
                  </a:lnTo>
                  <a:lnTo>
                    <a:pt x="134695" y="331095"/>
                  </a:lnTo>
                  <a:lnTo>
                    <a:pt x="139916" y="332043"/>
                  </a:lnTo>
                  <a:lnTo>
                    <a:pt x="145163" y="332824"/>
                  </a:lnTo>
                  <a:lnTo>
                    <a:pt x="150433" y="333439"/>
                  </a:lnTo>
                  <a:lnTo>
                    <a:pt x="155720" y="333886"/>
                  </a:lnTo>
                  <a:lnTo>
                    <a:pt x="161018" y="334165"/>
                  </a:lnTo>
                  <a:lnTo>
                    <a:pt x="166323" y="334275"/>
                  </a:lnTo>
                  <a:lnTo>
                    <a:pt x="171628" y="334218"/>
                  </a:lnTo>
                  <a:lnTo>
                    <a:pt x="176929" y="333992"/>
                  </a:lnTo>
                  <a:lnTo>
                    <a:pt x="182220" y="333597"/>
                  </a:lnTo>
                  <a:lnTo>
                    <a:pt x="187496" y="333036"/>
                  </a:lnTo>
                  <a:lnTo>
                    <a:pt x="192751" y="332307"/>
                  </a:lnTo>
                  <a:lnTo>
                    <a:pt x="197981" y="331411"/>
                  </a:lnTo>
                  <a:lnTo>
                    <a:pt x="203179" y="330350"/>
                  </a:lnTo>
                  <a:lnTo>
                    <a:pt x="208341" y="329125"/>
                  </a:lnTo>
                  <a:lnTo>
                    <a:pt x="213462" y="327736"/>
                  </a:lnTo>
                  <a:lnTo>
                    <a:pt x="218536" y="326186"/>
                  </a:lnTo>
                  <a:lnTo>
                    <a:pt x="223559" y="324475"/>
                  </a:lnTo>
                  <a:lnTo>
                    <a:pt x="228524" y="322606"/>
                  </a:lnTo>
                  <a:lnTo>
                    <a:pt x="233428" y="320581"/>
                  </a:lnTo>
                  <a:lnTo>
                    <a:pt x="238265" y="318400"/>
                  </a:lnTo>
                  <a:lnTo>
                    <a:pt x="243030" y="316068"/>
                  </a:lnTo>
                  <a:lnTo>
                    <a:pt x="247719" y="313585"/>
                  </a:lnTo>
                  <a:lnTo>
                    <a:pt x="252327" y="310954"/>
                  </a:lnTo>
                  <a:lnTo>
                    <a:pt x="256849" y="308179"/>
                  </a:lnTo>
                  <a:lnTo>
                    <a:pt x="261280" y="305262"/>
                  </a:lnTo>
                  <a:lnTo>
                    <a:pt x="265617" y="302205"/>
                  </a:lnTo>
                  <a:lnTo>
                    <a:pt x="269854" y="299013"/>
                  </a:lnTo>
                  <a:lnTo>
                    <a:pt x="273989" y="295687"/>
                  </a:lnTo>
                  <a:lnTo>
                    <a:pt x="278015" y="292232"/>
                  </a:lnTo>
                  <a:lnTo>
                    <a:pt x="281930" y="288651"/>
                  </a:lnTo>
                  <a:lnTo>
                    <a:pt x="285729" y="284948"/>
                  </a:lnTo>
                  <a:lnTo>
                    <a:pt x="289409" y="281126"/>
                  </a:lnTo>
                  <a:lnTo>
                    <a:pt x="292966" y="277189"/>
                  </a:lnTo>
                  <a:lnTo>
                    <a:pt x="296396" y="273141"/>
                  </a:lnTo>
                  <a:lnTo>
                    <a:pt x="299695" y="268986"/>
                  </a:lnTo>
                  <a:lnTo>
                    <a:pt x="302862" y="264729"/>
                  </a:lnTo>
                  <a:lnTo>
                    <a:pt x="305891" y="260373"/>
                  </a:lnTo>
                  <a:lnTo>
                    <a:pt x="308781" y="255923"/>
                  </a:lnTo>
                  <a:lnTo>
                    <a:pt x="311528" y="251384"/>
                  </a:lnTo>
                  <a:lnTo>
                    <a:pt x="314130" y="246760"/>
                  </a:lnTo>
                  <a:lnTo>
                    <a:pt x="316583" y="242056"/>
                  </a:lnTo>
                  <a:lnTo>
                    <a:pt x="318886" y="237276"/>
                  </a:lnTo>
                  <a:lnTo>
                    <a:pt x="321037" y="232426"/>
                  </a:lnTo>
                  <a:lnTo>
                    <a:pt x="323032" y="227510"/>
                  </a:lnTo>
                  <a:lnTo>
                    <a:pt x="324870" y="222533"/>
                  </a:lnTo>
                  <a:lnTo>
                    <a:pt x="326550" y="217500"/>
                  </a:lnTo>
                  <a:lnTo>
                    <a:pt x="328068" y="212416"/>
                  </a:lnTo>
                  <a:lnTo>
                    <a:pt x="329425" y="207287"/>
                  </a:lnTo>
                  <a:lnTo>
                    <a:pt x="330618" y="202117"/>
                  </a:lnTo>
                  <a:lnTo>
                    <a:pt x="331647" y="196912"/>
                  </a:lnTo>
                  <a:lnTo>
                    <a:pt x="332510" y="191677"/>
                  </a:lnTo>
                  <a:lnTo>
                    <a:pt x="333206" y="186418"/>
                  </a:lnTo>
                  <a:lnTo>
                    <a:pt x="333735" y="181138"/>
                  </a:lnTo>
                  <a:lnTo>
                    <a:pt x="334097" y="175845"/>
                  </a:lnTo>
                  <a:lnTo>
                    <a:pt x="334290" y="170543"/>
                  </a:lnTo>
                  <a:lnTo>
                    <a:pt x="334315" y="165237"/>
                  </a:lnTo>
                  <a:lnTo>
                    <a:pt x="334171" y="159934"/>
                  </a:lnTo>
                  <a:lnTo>
                    <a:pt x="333859" y="154637"/>
                  </a:lnTo>
                  <a:lnTo>
                    <a:pt x="333379" y="149353"/>
                  </a:lnTo>
                  <a:lnTo>
                    <a:pt x="332732" y="144087"/>
                  </a:lnTo>
                  <a:lnTo>
                    <a:pt x="331918" y="138844"/>
                  </a:lnTo>
                  <a:lnTo>
                    <a:pt x="330938" y="133630"/>
                  </a:lnTo>
                  <a:lnTo>
                    <a:pt x="329793" y="128450"/>
                  </a:lnTo>
                  <a:lnTo>
                    <a:pt x="328484" y="123308"/>
                  </a:lnTo>
                  <a:lnTo>
                    <a:pt x="327013" y="118210"/>
                  </a:lnTo>
                  <a:lnTo>
                    <a:pt x="325381" y="113162"/>
                  </a:lnTo>
                  <a:lnTo>
                    <a:pt x="323589" y="108168"/>
                  </a:lnTo>
                  <a:lnTo>
                    <a:pt x="321640" y="103233"/>
                  </a:lnTo>
                  <a:lnTo>
                    <a:pt x="319535" y="98363"/>
                  </a:lnTo>
                  <a:lnTo>
                    <a:pt x="317276" y="93562"/>
                  </a:lnTo>
                  <a:lnTo>
                    <a:pt x="314867" y="88835"/>
                  </a:lnTo>
                  <a:lnTo>
                    <a:pt x="312308" y="84187"/>
                  </a:lnTo>
                  <a:lnTo>
                    <a:pt x="309604" y="79623"/>
                  </a:lnTo>
                  <a:lnTo>
                    <a:pt x="306756" y="75146"/>
                  </a:lnTo>
                  <a:lnTo>
                    <a:pt x="303767" y="70763"/>
                  </a:lnTo>
                  <a:lnTo>
                    <a:pt x="300641" y="66476"/>
                  </a:lnTo>
                  <a:lnTo>
                    <a:pt x="297380" y="62291"/>
                  </a:lnTo>
                  <a:lnTo>
                    <a:pt x="293988" y="58211"/>
                  </a:lnTo>
                  <a:lnTo>
                    <a:pt x="290468" y="54241"/>
                  </a:lnTo>
                  <a:lnTo>
                    <a:pt x="286824" y="50384"/>
                  </a:lnTo>
                  <a:lnTo>
                    <a:pt x="283060" y="46646"/>
                  </a:lnTo>
                  <a:lnTo>
                    <a:pt x="279178" y="43028"/>
                  </a:lnTo>
                  <a:lnTo>
                    <a:pt x="167158" y="1671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112020" cy="167167"/>
            </a:xfrm>
            <a:custGeom>
              <a:avLst/>
              <a:pathLst>
                <a:path w="112020" h="167167">
                  <a:moveTo>
                    <a:pt x="112020" y="43085"/>
                  </a:moveTo>
                  <a:lnTo>
                    <a:pt x="107817" y="39416"/>
                  </a:lnTo>
                  <a:lnTo>
                    <a:pt x="103493" y="35889"/>
                  </a:lnTo>
                  <a:lnTo>
                    <a:pt x="99054" y="32508"/>
                  </a:lnTo>
                  <a:lnTo>
                    <a:pt x="94505" y="29277"/>
                  </a:lnTo>
                  <a:lnTo>
                    <a:pt x="89850" y="26200"/>
                  </a:lnTo>
                  <a:lnTo>
                    <a:pt x="85096" y="23280"/>
                  </a:lnTo>
                  <a:lnTo>
                    <a:pt x="80246" y="20520"/>
                  </a:lnTo>
                  <a:lnTo>
                    <a:pt x="75307" y="17923"/>
                  </a:lnTo>
                  <a:lnTo>
                    <a:pt x="70285" y="15493"/>
                  </a:lnTo>
                  <a:lnTo>
                    <a:pt x="65184" y="13232"/>
                  </a:lnTo>
                  <a:lnTo>
                    <a:pt x="60010" y="11142"/>
                  </a:lnTo>
                  <a:lnTo>
                    <a:pt x="54769" y="9226"/>
                  </a:lnTo>
                  <a:lnTo>
                    <a:pt x="49468" y="7487"/>
                  </a:lnTo>
                  <a:lnTo>
                    <a:pt x="44111" y="5925"/>
                  </a:lnTo>
                  <a:lnTo>
                    <a:pt x="38705" y="4542"/>
                  </a:lnTo>
                  <a:lnTo>
                    <a:pt x="33256" y="3341"/>
                  </a:lnTo>
                  <a:lnTo>
                    <a:pt x="27770" y="2322"/>
                  </a:lnTo>
                  <a:lnTo>
                    <a:pt x="22253" y="1487"/>
                  </a:lnTo>
                  <a:lnTo>
                    <a:pt x="16712" y="837"/>
                  </a:lnTo>
                  <a:lnTo>
                    <a:pt x="11151" y="372"/>
                  </a:lnTo>
                  <a:lnTo>
                    <a:pt x="557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8106" y="4213821"/>
              <a:ext cx="3181" cy="167167"/>
            </a:xfrm>
            <a:custGeom>
              <a:avLst/>
              <a:pathLst>
                <a:path w="3181" h="167167">
                  <a:moveTo>
                    <a:pt x="3181" y="0"/>
                  </a:moveTo>
                  <a:lnTo>
                    <a:pt x="0" y="30"/>
                  </a:lnTo>
                  <a:lnTo>
                    <a:pt x="318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30" y="4213851"/>
              <a:ext cx="167157" cy="261363"/>
            </a:xfrm>
            <a:custGeom>
              <a:avLst/>
              <a:pathLst>
                <a:path w="167157" h="261363">
                  <a:moveTo>
                    <a:pt x="163975" y="0"/>
                  </a:moveTo>
                  <a:lnTo>
                    <a:pt x="158613" y="188"/>
                  </a:lnTo>
                  <a:lnTo>
                    <a:pt x="153259" y="548"/>
                  </a:lnTo>
                  <a:lnTo>
                    <a:pt x="147920" y="1080"/>
                  </a:lnTo>
                  <a:lnTo>
                    <a:pt x="142601" y="1783"/>
                  </a:lnTo>
                  <a:lnTo>
                    <a:pt x="137307" y="2656"/>
                  </a:lnTo>
                  <a:lnTo>
                    <a:pt x="132044" y="3699"/>
                  </a:lnTo>
                  <a:lnTo>
                    <a:pt x="126817" y="4910"/>
                  </a:lnTo>
                  <a:lnTo>
                    <a:pt x="121631" y="6288"/>
                  </a:lnTo>
                  <a:lnTo>
                    <a:pt x="116492" y="7832"/>
                  </a:lnTo>
                  <a:lnTo>
                    <a:pt x="111406" y="9540"/>
                  </a:lnTo>
                  <a:lnTo>
                    <a:pt x="106377" y="11410"/>
                  </a:lnTo>
                  <a:lnTo>
                    <a:pt x="101411" y="13441"/>
                  </a:lnTo>
                  <a:lnTo>
                    <a:pt x="96512" y="15630"/>
                  </a:lnTo>
                  <a:lnTo>
                    <a:pt x="91686" y="17975"/>
                  </a:lnTo>
                  <a:lnTo>
                    <a:pt x="86938" y="20474"/>
                  </a:lnTo>
                  <a:lnTo>
                    <a:pt x="82273" y="23124"/>
                  </a:lnTo>
                  <a:lnTo>
                    <a:pt x="77695" y="25922"/>
                  </a:lnTo>
                  <a:lnTo>
                    <a:pt x="73209" y="28866"/>
                  </a:lnTo>
                  <a:lnTo>
                    <a:pt x="68820" y="31952"/>
                  </a:lnTo>
                  <a:lnTo>
                    <a:pt x="64532" y="35178"/>
                  </a:lnTo>
                  <a:lnTo>
                    <a:pt x="60350" y="38539"/>
                  </a:lnTo>
                  <a:lnTo>
                    <a:pt x="56278" y="42033"/>
                  </a:lnTo>
                  <a:lnTo>
                    <a:pt x="52320" y="45656"/>
                  </a:lnTo>
                  <a:lnTo>
                    <a:pt x="48481" y="49404"/>
                  </a:lnTo>
                  <a:lnTo>
                    <a:pt x="44763" y="53274"/>
                  </a:lnTo>
                  <a:lnTo>
                    <a:pt x="41172" y="57260"/>
                  </a:lnTo>
                  <a:lnTo>
                    <a:pt x="37711" y="61360"/>
                  </a:lnTo>
                  <a:lnTo>
                    <a:pt x="34383" y="65569"/>
                  </a:lnTo>
                  <a:lnTo>
                    <a:pt x="31192" y="69882"/>
                  </a:lnTo>
                  <a:lnTo>
                    <a:pt x="28141" y="74296"/>
                  </a:lnTo>
                  <a:lnTo>
                    <a:pt x="25233" y="78805"/>
                  </a:lnTo>
                  <a:lnTo>
                    <a:pt x="22471" y="83405"/>
                  </a:lnTo>
                  <a:lnTo>
                    <a:pt x="19858" y="88092"/>
                  </a:lnTo>
                  <a:lnTo>
                    <a:pt x="17397" y="92859"/>
                  </a:lnTo>
                  <a:lnTo>
                    <a:pt x="15091" y="97704"/>
                  </a:lnTo>
                  <a:lnTo>
                    <a:pt x="12941" y="102620"/>
                  </a:lnTo>
                  <a:lnTo>
                    <a:pt x="10950" y="107602"/>
                  </a:lnTo>
                  <a:lnTo>
                    <a:pt x="9120" y="112646"/>
                  </a:lnTo>
                  <a:lnTo>
                    <a:pt x="7452" y="117746"/>
                  </a:lnTo>
                  <a:lnTo>
                    <a:pt x="5949" y="122897"/>
                  </a:lnTo>
                  <a:lnTo>
                    <a:pt x="4613" y="128093"/>
                  </a:lnTo>
                  <a:lnTo>
                    <a:pt x="3443" y="133330"/>
                  </a:lnTo>
                  <a:lnTo>
                    <a:pt x="2443" y="138601"/>
                  </a:lnTo>
                  <a:lnTo>
                    <a:pt x="1612" y="143902"/>
                  </a:lnTo>
                  <a:lnTo>
                    <a:pt x="951" y="149227"/>
                  </a:lnTo>
                  <a:lnTo>
                    <a:pt x="462" y="154570"/>
                  </a:lnTo>
                  <a:lnTo>
                    <a:pt x="145" y="159926"/>
                  </a:lnTo>
                  <a:lnTo>
                    <a:pt x="0" y="165290"/>
                  </a:lnTo>
                  <a:lnTo>
                    <a:pt x="26" y="170655"/>
                  </a:lnTo>
                  <a:lnTo>
                    <a:pt x="225" y="176017"/>
                  </a:lnTo>
                  <a:lnTo>
                    <a:pt x="596" y="181370"/>
                  </a:lnTo>
                  <a:lnTo>
                    <a:pt x="1139" y="186708"/>
                  </a:lnTo>
                  <a:lnTo>
                    <a:pt x="1852" y="192025"/>
                  </a:lnTo>
                  <a:lnTo>
                    <a:pt x="2736" y="197318"/>
                  </a:lnTo>
                  <a:lnTo>
                    <a:pt x="3790" y="202579"/>
                  </a:lnTo>
                  <a:lnTo>
                    <a:pt x="5011" y="207803"/>
                  </a:lnTo>
                  <a:lnTo>
                    <a:pt x="6400" y="212986"/>
                  </a:lnTo>
                  <a:lnTo>
                    <a:pt x="7954" y="218122"/>
                  </a:lnTo>
                  <a:lnTo>
                    <a:pt x="9672" y="223205"/>
                  </a:lnTo>
                  <a:lnTo>
                    <a:pt x="11553" y="228230"/>
                  </a:lnTo>
                  <a:lnTo>
                    <a:pt x="13594" y="233192"/>
                  </a:lnTo>
                  <a:lnTo>
                    <a:pt x="15793" y="238086"/>
                  </a:lnTo>
                  <a:lnTo>
                    <a:pt x="18148" y="242907"/>
                  </a:lnTo>
                  <a:lnTo>
                    <a:pt x="20656" y="247651"/>
                  </a:lnTo>
                  <a:lnTo>
                    <a:pt x="23315" y="252311"/>
                  </a:lnTo>
                  <a:lnTo>
                    <a:pt x="26123" y="256883"/>
                  </a:lnTo>
                  <a:lnTo>
                    <a:pt x="29076" y="261363"/>
                  </a:lnTo>
                  <a:lnTo>
                    <a:pt x="167157" y="167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3206" y="4213821"/>
              <a:ext cx="305242" cy="334315"/>
            </a:xfrm>
            <a:custGeom>
              <a:avLst/>
              <a:pathLst>
                <a:path w="305242" h="334315">
                  <a:moveTo>
                    <a:pt x="0" y="261393"/>
                  </a:moveTo>
                  <a:lnTo>
                    <a:pt x="3074" y="265748"/>
                  </a:lnTo>
                  <a:lnTo>
                    <a:pt x="6286" y="270002"/>
                  </a:lnTo>
                  <a:lnTo>
                    <a:pt x="9631" y="274152"/>
                  </a:lnTo>
                  <a:lnTo>
                    <a:pt x="13107" y="278193"/>
                  </a:lnTo>
                  <a:lnTo>
                    <a:pt x="16711" y="282121"/>
                  </a:lnTo>
                  <a:lnTo>
                    <a:pt x="20438" y="285932"/>
                  </a:lnTo>
                  <a:lnTo>
                    <a:pt x="24284" y="289622"/>
                  </a:lnTo>
                  <a:lnTo>
                    <a:pt x="28246" y="293188"/>
                  </a:lnTo>
                  <a:lnTo>
                    <a:pt x="32320" y="296626"/>
                  </a:lnTo>
                  <a:lnTo>
                    <a:pt x="36501" y="299932"/>
                  </a:lnTo>
                  <a:lnTo>
                    <a:pt x="40786" y="303103"/>
                  </a:lnTo>
                  <a:lnTo>
                    <a:pt x="45169" y="306136"/>
                  </a:lnTo>
                  <a:lnTo>
                    <a:pt x="49647" y="309028"/>
                  </a:lnTo>
                  <a:lnTo>
                    <a:pt x="54215" y="311775"/>
                  </a:lnTo>
                  <a:lnTo>
                    <a:pt x="58868" y="314375"/>
                  </a:lnTo>
                  <a:lnTo>
                    <a:pt x="63602" y="316826"/>
                  </a:lnTo>
                  <a:lnTo>
                    <a:pt x="68411" y="319125"/>
                  </a:lnTo>
                  <a:lnTo>
                    <a:pt x="73291" y="321269"/>
                  </a:lnTo>
                  <a:lnTo>
                    <a:pt x="78238" y="323256"/>
                  </a:lnTo>
                  <a:lnTo>
                    <a:pt x="83244" y="325085"/>
                  </a:lnTo>
                  <a:lnTo>
                    <a:pt x="88307" y="326753"/>
                  </a:lnTo>
                  <a:lnTo>
                    <a:pt x="93421" y="328258"/>
                  </a:lnTo>
                  <a:lnTo>
                    <a:pt x="98579" y="329600"/>
                  </a:lnTo>
                  <a:lnTo>
                    <a:pt x="103778" y="330777"/>
                  </a:lnTo>
                  <a:lnTo>
                    <a:pt x="109012" y="331788"/>
                  </a:lnTo>
                  <a:lnTo>
                    <a:pt x="114275" y="332631"/>
                  </a:lnTo>
                  <a:lnTo>
                    <a:pt x="119563" y="333306"/>
                  </a:lnTo>
                  <a:lnTo>
                    <a:pt x="124869" y="333812"/>
                  </a:lnTo>
                  <a:lnTo>
                    <a:pt x="130189" y="334148"/>
                  </a:lnTo>
                  <a:lnTo>
                    <a:pt x="135517" y="334315"/>
                  </a:lnTo>
                  <a:lnTo>
                    <a:pt x="140847" y="334311"/>
                  </a:lnTo>
                  <a:lnTo>
                    <a:pt x="146175" y="334138"/>
                  </a:lnTo>
                  <a:lnTo>
                    <a:pt x="151494" y="333795"/>
                  </a:lnTo>
                  <a:lnTo>
                    <a:pt x="156800" y="333283"/>
                  </a:lnTo>
                  <a:lnTo>
                    <a:pt x="162087" y="332602"/>
                  </a:lnTo>
                  <a:lnTo>
                    <a:pt x="167349" y="331752"/>
                  </a:lnTo>
                  <a:lnTo>
                    <a:pt x="172582" y="330735"/>
                  </a:lnTo>
                  <a:lnTo>
                    <a:pt x="177779" y="329552"/>
                  </a:lnTo>
                  <a:lnTo>
                    <a:pt x="182936" y="328204"/>
                  </a:lnTo>
                  <a:lnTo>
                    <a:pt x="188048" y="326692"/>
                  </a:lnTo>
                  <a:lnTo>
                    <a:pt x="193108" y="325018"/>
                  </a:lnTo>
                  <a:lnTo>
                    <a:pt x="198113" y="323183"/>
                  </a:lnTo>
                  <a:lnTo>
                    <a:pt x="203057" y="321190"/>
                  </a:lnTo>
                  <a:lnTo>
                    <a:pt x="207935" y="319040"/>
                  </a:lnTo>
                  <a:lnTo>
                    <a:pt x="212741" y="316735"/>
                  </a:lnTo>
                  <a:lnTo>
                    <a:pt x="217472" y="314279"/>
                  </a:lnTo>
                  <a:lnTo>
                    <a:pt x="222122" y="311673"/>
                  </a:lnTo>
                  <a:lnTo>
                    <a:pt x="226686" y="308920"/>
                  </a:lnTo>
                  <a:lnTo>
                    <a:pt x="231161" y="306023"/>
                  </a:lnTo>
                  <a:lnTo>
                    <a:pt x="235541" y="302985"/>
                  </a:lnTo>
                  <a:lnTo>
                    <a:pt x="239821" y="299808"/>
                  </a:lnTo>
                  <a:lnTo>
                    <a:pt x="243999" y="296497"/>
                  </a:lnTo>
                  <a:lnTo>
                    <a:pt x="248068" y="293054"/>
                  </a:lnTo>
                  <a:lnTo>
                    <a:pt x="252026" y="289484"/>
                  </a:lnTo>
                  <a:lnTo>
                    <a:pt x="255868" y="285789"/>
                  </a:lnTo>
                  <a:lnTo>
                    <a:pt x="259590" y="281973"/>
                  </a:lnTo>
                  <a:lnTo>
                    <a:pt x="263188" y="278041"/>
                  </a:lnTo>
                  <a:lnTo>
                    <a:pt x="266660" y="273995"/>
                  </a:lnTo>
                  <a:lnTo>
                    <a:pt x="270000" y="269842"/>
                  </a:lnTo>
                  <a:lnTo>
                    <a:pt x="273207" y="265583"/>
                  </a:lnTo>
                  <a:lnTo>
                    <a:pt x="276276" y="261225"/>
                  </a:lnTo>
                  <a:lnTo>
                    <a:pt x="279205" y="256771"/>
                  </a:lnTo>
                  <a:lnTo>
                    <a:pt x="281990" y="252226"/>
                  </a:lnTo>
                  <a:lnTo>
                    <a:pt x="284628" y="247595"/>
                  </a:lnTo>
                  <a:lnTo>
                    <a:pt x="287118" y="242882"/>
                  </a:lnTo>
                  <a:lnTo>
                    <a:pt x="289456" y="238091"/>
                  </a:lnTo>
                  <a:lnTo>
                    <a:pt x="291641" y="233229"/>
                  </a:lnTo>
                  <a:lnTo>
                    <a:pt x="293669" y="228300"/>
                  </a:lnTo>
                  <a:lnTo>
                    <a:pt x="295539" y="223308"/>
                  </a:lnTo>
                  <a:lnTo>
                    <a:pt x="297249" y="218259"/>
                  </a:lnTo>
                  <a:lnTo>
                    <a:pt x="298797" y="213159"/>
                  </a:lnTo>
                  <a:lnTo>
                    <a:pt x="300181" y="208011"/>
                  </a:lnTo>
                  <a:lnTo>
                    <a:pt x="301401" y="202822"/>
                  </a:lnTo>
                  <a:lnTo>
                    <a:pt x="302455" y="197597"/>
                  </a:lnTo>
                  <a:lnTo>
                    <a:pt x="303342" y="192341"/>
                  </a:lnTo>
                  <a:lnTo>
                    <a:pt x="304060" y="187059"/>
                  </a:lnTo>
                  <a:lnTo>
                    <a:pt x="304610" y="181757"/>
                  </a:lnTo>
                  <a:lnTo>
                    <a:pt x="304991" y="176440"/>
                  </a:lnTo>
                  <a:lnTo>
                    <a:pt x="305201" y="171114"/>
                  </a:lnTo>
                  <a:lnTo>
                    <a:pt x="305242" y="165783"/>
                  </a:lnTo>
                  <a:lnTo>
                    <a:pt x="305113" y="160455"/>
                  </a:lnTo>
                  <a:lnTo>
                    <a:pt x="304814" y="155133"/>
                  </a:lnTo>
                  <a:lnTo>
                    <a:pt x="304346" y="149823"/>
                  </a:lnTo>
                  <a:lnTo>
                    <a:pt x="303708" y="144531"/>
                  </a:lnTo>
                  <a:lnTo>
                    <a:pt x="302902" y="139261"/>
                  </a:lnTo>
                  <a:lnTo>
                    <a:pt x="301929" y="134021"/>
                  </a:lnTo>
                  <a:lnTo>
                    <a:pt x="300789" y="128814"/>
                  </a:lnTo>
                  <a:lnTo>
                    <a:pt x="299483" y="123645"/>
                  </a:lnTo>
                  <a:lnTo>
                    <a:pt x="298014" y="118522"/>
                  </a:lnTo>
                  <a:lnTo>
                    <a:pt x="296381" y="113447"/>
                  </a:lnTo>
                  <a:lnTo>
                    <a:pt x="294588" y="108427"/>
                  </a:lnTo>
                  <a:lnTo>
                    <a:pt x="292636" y="103467"/>
                  </a:lnTo>
                  <a:lnTo>
                    <a:pt x="290526" y="98572"/>
                  </a:lnTo>
                  <a:lnTo>
                    <a:pt x="288262" y="93747"/>
                  </a:lnTo>
                  <a:lnTo>
                    <a:pt x="285845" y="88996"/>
                  </a:lnTo>
                  <a:lnTo>
                    <a:pt x="283277" y="84324"/>
                  </a:lnTo>
                  <a:lnTo>
                    <a:pt x="280562" y="79737"/>
                  </a:lnTo>
                  <a:lnTo>
                    <a:pt x="277702" y="75239"/>
                  </a:lnTo>
                  <a:lnTo>
                    <a:pt x="274700" y="70834"/>
                  </a:lnTo>
                  <a:lnTo>
                    <a:pt x="271559" y="66527"/>
                  </a:lnTo>
                  <a:lnTo>
                    <a:pt x="268283" y="62323"/>
                  </a:lnTo>
                  <a:lnTo>
                    <a:pt x="264874" y="58225"/>
                  </a:lnTo>
                  <a:lnTo>
                    <a:pt x="261336" y="54238"/>
                  </a:lnTo>
                  <a:lnTo>
                    <a:pt x="257673" y="50365"/>
                  </a:lnTo>
                  <a:lnTo>
                    <a:pt x="253888" y="46612"/>
                  </a:lnTo>
                  <a:lnTo>
                    <a:pt x="249986" y="42981"/>
                  </a:lnTo>
                  <a:lnTo>
                    <a:pt x="245969" y="39476"/>
                  </a:lnTo>
                  <a:lnTo>
                    <a:pt x="241843" y="36101"/>
                  </a:lnTo>
                  <a:lnTo>
                    <a:pt x="237612" y="32860"/>
                  </a:lnTo>
                  <a:lnTo>
                    <a:pt x="233279" y="29755"/>
                  </a:lnTo>
                  <a:lnTo>
                    <a:pt x="228850" y="26789"/>
                  </a:lnTo>
                  <a:lnTo>
                    <a:pt x="224328" y="23967"/>
                  </a:lnTo>
                  <a:lnTo>
                    <a:pt x="219719" y="21290"/>
                  </a:lnTo>
                  <a:lnTo>
                    <a:pt x="215026" y="18761"/>
                  </a:lnTo>
                  <a:lnTo>
                    <a:pt x="210255" y="16383"/>
                  </a:lnTo>
                  <a:lnTo>
                    <a:pt x="205411" y="14159"/>
                  </a:lnTo>
                  <a:lnTo>
                    <a:pt x="200499" y="12090"/>
                  </a:lnTo>
                  <a:lnTo>
                    <a:pt x="195523" y="10179"/>
                  </a:lnTo>
                  <a:lnTo>
                    <a:pt x="190488" y="8427"/>
                  </a:lnTo>
                  <a:lnTo>
                    <a:pt x="185401" y="6837"/>
                  </a:lnTo>
                  <a:lnTo>
                    <a:pt x="180265" y="5410"/>
                  </a:lnTo>
                  <a:lnTo>
                    <a:pt x="175086" y="4147"/>
                  </a:lnTo>
                  <a:lnTo>
                    <a:pt x="169870" y="3050"/>
                  </a:lnTo>
                  <a:lnTo>
                    <a:pt x="164621" y="2120"/>
                  </a:lnTo>
                  <a:lnTo>
                    <a:pt x="159345" y="1358"/>
                  </a:lnTo>
                  <a:lnTo>
                    <a:pt x="154048" y="764"/>
                  </a:lnTo>
                  <a:lnTo>
                    <a:pt x="148735" y="339"/>
                  </a:lnTo>
                  <a:lnTo>
                    <a:pt x="143410" y="84"/>
                  </a:lnTo>
                  <a:lnTo>
                    <a:pt x="138080" y="0"/>
                  </a:lnTo>
                  <a:lnTo>
                    <a:pt x="13808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3702" y="4659281"/>
              <a:ext cx="2822" cy="167167"/>
            </a:xfrm>
            <a:custGeom>
              <a:avLst/>
              <a:pathLst>
                <a:path w="2822" h="167167">
                  <a:moveTo>
                    <a:pt x="2822" y="0"/>
                  </a:moveTo>
                  <a:lnTo>
                    <a:pt x="0" y="23"/>
                  </a:lnTo>
                  <a:lnTo>
                    <a:pt x="282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3702" y="4659305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3702" y="4659305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3702" y="4659305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3702" y="4659305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3702" y="4659305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3702" y="4659305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3702" y="4659305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3702" y="4659305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3702" y="4659305"/>
              <a:ext cx="2822" cy="167143"/>
            </a:xfrm>
            <a:custGeom>
              <a:avLst/>
              <a:pathLst>
                <a:path w="2822" h="167143">
                  <a:moveTo>
                    <a:pt x="0" y="0"/>
                  </a:moveTo>
                  <a:lnTo>
                    <a:pt x="2822" y="1671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535" y="4659305"/>
              <a:ext cx="166989" cy="167143"/>
            </a:xfrm>
            <a:custGeom>
              <a:avLst/>
              <a:pathLst>
                <a:path w="166989" h="167143">
                  <a:moveTo>
                    <a:pt x="164166" y="0"/>
                  </a:moveTo>
                  <a:lnTo>
                    <a:pt x="158690" y="182"/>
                  </a:lnTo>
                  <a:lnTo>
                    <a:pt x="153223" y="543"/>
                  </a:lnTo>
                  <a:lnTo>
                    <a:pt x="147771" y="1084"/>
                  </a:lnTo>
                  <a:lnTo>
                    <a:pt x="142340" y="1803"/>
                  </a:lnTo>
                  <a:lnTo>
                    <a:pt x="136935" y="2699"/>
                  </a:lnTo>
                  <a:lnTo>
                    <a:pt x="131562" y="3773"/>
                  </a:lnTo>
                  <a:lnTo>
                    <a:pt x="126227" y="5021"/>
                  </a:lnTo>
                  <a:lnTo>
                    <a:pt x="120936" y="6444"/>
                  </a:lnTo>
                  <a:lnTo>
                    <a:pt x="115695" y="8040"/>
                  </a:lnTo>
                  <a:lnTo>
                    <a:pt x="110508" y="9806"/>
                  </a:lnTo>
                  <a:lnTo>
                    <a:pt x="105383" y="11741"/>
                  </a:lnTo>
                  <a:lnTo>
                    <a:pt x="100323" y="13844"/>
                  </a:lnTo>
                  <a:lnTo>
                    <a:pt x="95335" y="16111"/>
                  </a:lnTo>
                  <a:lnTo>
                    <a:pt x="90425" y="18540"/>
                  </a:lnTo>
                  <a:lnTo>
                    <a:pt x="85596" y="21129"/>
                  </a:lnTo>
                  <a:lnTo>
                    <a:pt x="80855" y="23874"/>
                  </a:lnTo>
                  <a:lnTo>
                    <a:pt x="76206" y="26774"/>
                  </a:lnTo>
                  <a:lnTo>
                    <a:pt x="71655" y="29824"/>
                  </a:lnTo>
                  <a:lnTo>
                    <a:pt x="67206" y="33022"/>
                  </a:lnTo>
                  <a:lnTo>
                    <a:pt x="62864" y="36364"/>
                  </a:lnTo>
                  <a:lnTo>
                    <a:pt x="58635" y="39847"/>
                  </a:lnTo>
                  <a:lnTo>
                    <a:pt x="54521" y="43466"/>
                  </a:lnTo>
                  <a:lnTo>
                    <a:pt x="50529" y="47218"/>
                  </a:lnTo>
                  <a:lnTo>
                    <a:pt x="46661" y="51099"/>
                  </a:lnTo>
                  <a:lnTo>
                    <a:pt x="42923" y="55104"/>
                  </a:lnTo>
                  <a:lnTo>
                    <a:pt x="39318" y="59230"/>
                  </a:lnTo>
                  <a:lnTo>
                    <a:pt x="35850" y="63472"/>
                  </a:lnTo>
                  <a:lnTo>
                    <a:pt x="32524" y="67825"/>
                  </a:lnTo>
                  <a:lnTo>
                    <a:pt x="29341" y="72285"/>
                  </a:lnTo>
                  <a:lnTo>
                    <a:pt x="26306" y="76846"/>
                  </a:lnTo>
                  <a:lnTo>
                    <a:pt x="23423" y="81505"/>
                  </a:lnTo>
                  <a:lnTo>
                    <a:pt x="20694" y="86256"/>
                  </a:lnTo>
                  <a:lnTo>
                    <a:pt x="18122" y="91093"/>
                  </a:lnTo>
                  <a:lnTo>
                    <a:pt x="15709" y="96013"/>
                  </a:lnTo>
                  <a:lnTo>
                    <a:pt x="13460" y="101008"/>
                  </a:lnTo>
                  <a:lnTo>
                    <a:pt x="11375" y="106075"/>
                  </a:lnTo>
                  <a:lnTo>
                    <a:pt x="9457" y="111207"/>
                  </a:lnTo>
                  <a:lnTo>
                    <a:pt x="7709" y="116400"/>
                  </a:lnTo>
                  <a:lnTo>
                    <a:pt x="6131" y="121647"/>
                  </a:lnTo>
                  <a:lnTo>
                    <a:pt x="4727" y="126942"/>
                  </a:lnTo>
                  <a:lnTo>
                    <a:pt x="3497" y="132281"/>
                  </a:lnTo>
                  <a:lnTo>
                    <a:pt x="2442" y="137658"/>
                  </a:lnTo>
                  <a:lnTo>
                    <a:pt x="1564" y="143066"/>
                  </a:lnTo>
                  <a:lnTo>
                    <a:pt x="864" y="148500"/>
                  </a:lnTo>
                  <a:lnTo>
                    <a:pt x="342" y="153954"/>
                  </a:lnTo>
                  <a:lnTo>
                    <a:pt x="0" y="159422"/>
                  </a:lnTo>
                  <a:lnTo>
                    <a:pt x="166989" y="167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75" y="4659281"/>
              <a:ext cx="334297" cy="334334"/>
            </a:xfrm>
            <a:custGeom>
              <a:avLst/>
              <a:pathLst>
                <a:path w="334297" h="334334">
                  <a:moveTo>
                    <a:pt x="160" y="159446"/>
                  </a:moveTo>
                  <a:lnTo>
                    <a:pt x="0" y="164746"/>
                  </a:lnTo>
                  <a:lnTo>
                    <a:pt x="7" y="170049"/>
                  </a:lnTo>
                  <a:lnTo>
                    <a:pt x="182" y="175349"/>
                  </a:lnTo>
                  <a:lnTo>
                    <a:pt x="526" y="180641"/>
                  </a:lnTo>
                  <a:lnTo>
                    <a:pt x="1037" y="185920"/>
                  </a:lnTo>
                  <a:lnTo>
                    <a:pt x="1716" y="191179"/>
                  </a:lnTo>
                  <a:lnTo>
                    <a:pt x="2560" y="196414"/>
                  </a:lnTo>
                  <a:lnTo>
                    <a:pt x="3571" y="201620"/>
                  </a:lnTo>
                  <a:lnTo>
                    <a:pt x="4746" y="206791"/>
                  </a:lnTo>
                  <a:lnTo>
                    <a:pt x="6085" y="211923"/>
                  </a:lnTo>
                  <a:lnTo>
                    <a:pt x="7585" y="217009"/>
                  </a:lnTo>
                  <a:lnTo>
                    <a:pt x="9246" y="222045"/>
                  </a:lnTo>
                  <a:lnTo>
                    <a:pt x="11066" y="227026"/>
                  </a:lnTo>
                  <a:lnTo>
                    <a:pt x="13044" y="231946"/>
                  </a:lnTo>
                  <a:lnTo>
                    <a:pt x="15176" y="236802"/>
                  </a:lnTo>
                  <a:lnTo>
                    <a:pt x="17461" y="241587"/>
                  </a:lnTo>
                  <a:lnTo>
                    <a:pt x="19897" y="246298"/>
                  </a:lnTo>
                  <a:lnTo>
                    <a:pt x="22481" y="250928"/>
                  </a:lnTo>
                  <a:lnTo>
                    <a:pt x="25211" y="255475"/>
                  </a:lnTo>
                  <a:lnTo>
                    <a:pt x="28083" y="259933"/>
                  </a:lnTo>
                  <a:lnTo>
                    <a:pt x="31095" y="264297"/>
                  </a:lnTo>
                  <a:lnTo>
                    <a:pt x="34245" y="268564"/>
                  </a:lnTo>
                  <a:lnTo>
                    <a:pt x="37528" y="272728"/>
                  </a:lnTo>
                  <a:lnTo>
                    <a:pt x="40941" y="276786"/>
                  </a:lnTo>
                  <a:lnTo>
                    <a:pt x="44482" y="280734"/>
                  </a:lnTo>
                  <a:lnTo>
                    <a:pt x="48146" y="284568"/>
                  </a:lnTo>
                  <a:lnTo>
                    <a:pt x="51929" y="288284"/>
                  </a:lnTo>
                  <a:lnTo>
                    <a:pt x="55829" y="291877"/>
                  </a:lnTo>
                  <a:lnTo>
                    <a:pt x="59840" y="295346"/>
                  </a:lnTo>
                  <a:lnTo>
                    <a:pt x="63960" y="298685"/>
                  </a:lnTo>
                  <a:lnTo>
                    <a:pt x="68184" y="301892"/>
                  </a:lnTo>
                  <a:lnTo>
                    <a:pt x="72507" y="304963"/>
                  </a:lnTo>
                  <a:lnTo>
                    <a:pt x="76925" y="307895"/>
                  </a:lnTo>
                  <a:lnTo>
                    <a:pt x="81434" y="310686"/>
                  </a:lnTo>
                  <a:lnTo>
                    <a:pt x="86029" y="313333"/>
                  </a:lnTo>
                  <a:lnTo>
                    <a:pt x="90706" y="315832"/>
                  </a:lnTo>
                  <a:lnTo>
                    <a:pt x="95460" y="318182"/>
                  </a:lnTo>
                  <a:lnTo>
                    <a:pt x="100286" y="320380"/>
                  </a:lnTo>
                  <a:lnTo>
                    <a:pt x="105180" y="322424"/>
                  </a:lnTo>
                  <a:lnTo>
                    <a:pt x="110136" y="324311"/>
                  </a:lnTo>
                  <a:lnTo>
                    <a:pt x="115149" y="326041"/>
                  </a:lnTo>
                  <a:lnTo>
                    <a:pt x="120214" y="327610"/>
                  </a:lnTo>
                  <a:lnTo>
                    <a:pt x="125327" y="329018"/>
                  </a:lnTo>
                  <a:lnTo>
                    <a:pt x="130481" y="330263"/>
                  </a:lnTo>
                  <a:lnTo>
                    <a:pt x="135673" y="331344"/>
                  </a:lnTo>
                  <a:lnTo>
                    <a:pt x="140896" y="332260"/>
                  </a:lnTo>
                  <a:lnTo>
                    <a:pt x="146146" y="333010"/>
                  </a:lnTo>
                  <a:lnTo>
                    <a:pt x="151417" y="333592"/>
                  </a:lnTo>
                  <a:lnTo>
                    <a:pt x="156704" y="334008"/>
                  </a:lnTo>
                  <a:lnTo>
                    <a:pt x="162001" y="334255"/>
                  </a:lnTo>
                  <a:lnTo>
                    <a:pt x="167303" y="334334"/>
                  </a:lnTo>
                  <a:lnTo>
                    <a:pt x="172606" y="334245"/>
                  </a:lnTo>
                  <a:lnTo>
                    <a:pt x="177902" y="333988"/>
                  </a:lnTo>
                  <a:lnTo>
                    <a:pt x="183188" y="333563"/>
                  </a:lnTo>
                  <a:lnTo>
                    <a:pt x="188458" y="332971"/>
                  </a:lnTo>
                  <a:lnTo>
                    <a:pt x="193706" y="332211"/>
                  </a:lnTo>
                  <a:lnTo>
                    <a:pt x="198928" y="331286"/>
                  </a:lnTo>
                  <a:lnTo>
                    <a:pt x="204118" y="330195"/>
                  </a:lnTo>
                  <a:lnTo>
                    <a:pt x="209270" y="328941"/>
                  </a:lnTo>
                  <a:lnTo>
                    <a:pt x="214380" y="327523"/>
                  </a:lnTo>
                  <a:lnTo>
                    <a:pt x="219443" y="325945"/>
                  </a:lnTo>
                  <a:lnTo>
                    <a:pt x="224453" y="324206"/>
                  </a:lnTo>
                  <a:lnTo>
                    <a:pt x="229405" y="322309"/>
                  </a:lnTo>
                  <a:lnTo>
                    <a:pt x="234294" y="320257"/>
                  </a:lnTo>
                  <a:lnTo>
                    <a:pt x="239116" y="318050"/>
                  </a:lnTo>
                  <a:lnTo>
                    <a:pt x="243866" y="315691"/>
                  </a:lnTo>
                  <a:lnTo>
                    <a:pt x="248538" y="313183"/>
                  </a:lnTo>
                  <a:lnTo>
                    <a:pt x="253129" y="310528"/>
                  </a:lnTo>
                  <a:lnTo>
                    <a:pt x="257633" y="307729"/>
                  </a:lnTo>
                  <a:lnTo>
                    <a:pt x="262046" y="304788"/>
                  </a:lnTo>
                  <a:lnTo>
                    <a:pt x="266363" y="301709"/>
                  </a:lnTo>
                  <a:lnTo>
                    <a:pt x="270581" y="298494"/>
                  </a:lnTo>
                  <a:lnTo>
                    <a:pt x="274694" y="295148"/>
                  </a:lnTo>
                  <a:lnTo>
                    <a:pt x="278700" y="291672"/>
                  </a:lnTo>
                  <a:lnTo>
                    <a:pt x="282593" y="288071"/>
                  </a:lnTo>
                  <a:lnTo>
                    <a:pt x="286369" y="284349"/>
                  </a:lnTo>
                  <a:lnTo>
                    <a:pt x="290026" y="280508"/>
                  </a:lnTo>
                  <a:lnTo>
                    <a:pt x="293559" y="276554"/>
                  </a:lnTo>
                  <a:lnTo>
                    <a:pt x="296965" y="272489"/>
                  </a:lnTo>
                  <a:lnTo>
                    <a:pt x="300241" y="268319"/>
                  </a:lnTo>
                  <a:lnTo>
                    <a:pt x="303382" y="264046"/>
                  </a:lnTo>
                  <a:lnTo>
                    <a:pt x="306387" y="259676"/>
                  </a:lnTo>
                  <a:lnTo>
                    <a:pt x="309251" y="255213"/>
                  </a:lnTo>
                  <a:lnTo>
                    <a:pt x="311972" y="250662"/>
                  </a:lnTo>
                  <a:lnTo>
                    <a:pt x="314547" y="246026"/>
                  </a:lnTo>
                  <a:lnTo>
                    <a:pt x="316975" y="241311"/>
                  </a:lnTo>
                  <a:lnTo>
                    <a:pt x="319251" y="236522"/>
                  </a:lnTo>
                  <a:lnTo>
                    <a:pt x="321374" y="231662"/>
                  </a:lnTo>
                  <a:lnTo>
                    <a:pt x="323342" y="226738"/>
                  </a:lnTo>
                  <a:lnTo>
                    <a:pt x="325153" y="221754"/>
                  </a:lnTo>
                  <a:lnTo>
                    <a:pt x="326805" y="216715"/>
                  </a:lnTo>
                  <a:lnTo>
                    <a:pt x="328296" y="211626"/>
                  </a:lnTo>
                  <a:lnTo>
                    <a:pt x="329626" y="206492"/>
                  </a:lnTo>
                  <a:lnTo>
                    <a:pt x="330791" y="201319"/>
                  </a:lnTo>
                  <a:lnTo>
                    <a:pt x="331792" y="196111"/>
                  </a:lnTo>
                  <a:lnTo>
                    <a:pt x="332627" y="190874"/>
                  </a:lnTo>
                  <a:lnTo>
                    <a:pt x="333296" y="185614"/>
                  </a:lnTo>
                  <a:lnTo>
                    <a:pt x="333797" y="180334"/>
                  </a:lnTo>
                  <a:lnTo>
                    <a:pt x="334131" y="175042"/>
                  </a:lnTo>
                  <a:lnTo>
                    <a:pt x="334297" y="169741"/>
                  </a:lnTo>
                  <a:lnTo>
                    <a:pt x="334295" y="164438"/>
                  </a:lnTo>
                  <a:lnTo>
                    <a:pt x="334124" y="159138"/>
                  </a:lnTo>
                  <a:lnTo>
                    <a:pt x="333785" y="153846"/>
                  </a:lnTo>
                  <a:lnTo>
                    <a:pt x="333279" y="148567"/>
                  </a:lnTo>
                  <a:lnTo>
                    <a:pt x="332605" y="143307"/>
                  </a:lnTo>
                  <a:lnTo>
                    <a:pt x="331765" y="138071"/>
                  </a:lnTo>
                  <a:lnTo>
                    <a:pt x="330760" y="132864"/>
                  </a:lnTo>
                  <a:lnTo>
                    <a:pt x="329589" y="127692"/>
                  </a:lnTo>
                  <a:lnTo>
                    <a:pt x="328255" y="122560"/>
                  </a:lnTo>
                  <a:lnTo>
                    <a:pt x="326759" y="117472"/>
                  </a:lnTo>
                  <a:lnTo>
                    <a:pt x="325103" y="112435"/>
                  </a:lnTo>
                  <a:lnTo>
                    <a:pt x="323287" y="107452"/>
                  </a:lnTo>
                  <a:lnTo>
                    <a:pt x="321315" y="102530"/>
                  </a:lnTo>
                  <a:lnTo>
                    <a:pt x="319187" y="97672"/>
                  </a:lnTo>
                  <a:lnTo>
                    <a:pt x="316906" y="92885"/>
                  </a:lnTo>
                  <a:lnTo>
                    <a:pt x="314475" y="88172"/>
                  </a:lnTo>
                  <a:lnTo>
                    <a:pt x="311895" y="83539"/>
                  </a:lnTo>
                  <a:lnTo>
                    <a:pt x="309170" y="78990"/>
                  </a:lnTo>
                  <a:lnTo>
                    <a:pt x="306301" y="74529"/>
                  </a:lnTo>
                  <a:lnTo>
                    <a:pt x="303293" y="70162"/>
                  </a:lnTo>
                  <a:lnTo>
                    <a:pt x="300148" y="65893"/>
                  </a:lnTo>
                  <a:lnTo>
                    <a:pt x="296868" y="61725"/>
                  </a:lnTo>
                  <a:lnTo>
                    <a:pt x="293459" y="57664"/>
                  </a:lnTo>
                  <a:lnTo>
                    <a:pt x="289922" y="53713"/>
                  </a:lnTo>
                  <a:lnTo>
                    <a:pt x="286261" y="49875"/>
                  </a:lnTo>
                  <a:lnTo>
                    <a:pt x="282481" y="46156"/>
                  </a:lnTo>
                  <a:lnTo>
                    <a:pt x="278585" y="42559"/>
                  </a:lnTo>
                  <a:lnTo>
                    <a:pt x="274576" y="39087"/>
                  </a:lnTo>
                  <a:lnTo>
                    <a:pt x="270460" y="35744"/>
                  </a:lnTo>
                  <a:lnTo>
                    <a:pt x="266239" y="32534"/>
                  </a:lnTo>
                  <a:lnTo>
                    <a:pt x="261919" y="29458"/>
                  </a:lnTo>
                  <a:lnTo>
                    <a:pt x="257503" y="26522"/>
                  </a:lnTo>
                  <a:lnTo>
                    <a:pt x="252997" y="23726"/>
                  </a:lnTo>
                  <a:lnTo>
                    <a:pt x="248404" y="21076"/>
                  </a:lnTo>
                  <a:lnTo>
                    <a:pt x="243729" y="18572"/>
                  </a:lnTo>
                  <a:lnTo>
                    <a:pt x="238977" y="16218"/>
                  </a:lnTo>
                  <a:lnTo>
                    <a:pt x="234153" y="14015"/>
                  </a:lnTo>
                  <a:lnTo>
                    <a:pt x="229262" y="11967"/>
                  </a:lnTo>
                  <a:lnTo>
                    <a:pt x="224308" y="10075"/>
                  </a:lnTo>
                  <a:lnTo>
                    <a:pt x="219296" y="8341"/>
                  </a:lnTo>
                  <a:lnTo>
                    <a:pt x="214232" y="6767"/>
                  </a:lnTo>
                  <a:lnTo>
                    <a:pt x="209121" y="5354"/>
                  </a:lnTo>
                  <a:lnTo>
                    <a:pt x="203968" y="4104"/>
                  </a:lnTo>
                  <a:lnTo>
                    <a:pt x="198777" y="3019"/>
                  </a:lnTo>
                  <a:lnTo>
                    <a:pt x="193554" y="2098"/>
                  </a:lnTo>
                  <a:lnTo>
                    <a:pt x="188305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72" y="5018213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6" y="84"/>
                  </a:lnTo>
                  <a:lnTo>
                    <a:pt x="156549" y="336"/>
                  </a:lnTo>
                  <a:lnTo>
                    <a:pt x="151263" y="756"/>
                  </a:lnTo>
                  <a:lnTo>
                    <a:pt x="145993" y="1343"/>
                  </a:lnTo>
                  <a:lnTo>
                    <a:pt x="140745" y="2098"/>
                  </a:lnTo>
                  <a:lnTo>
                    <a:pt x="135523" y="3018"/>
                  </a:lnTo>
                  <a:lnTo>
                    <a:pt x="130332" y="4104"/>
                  </a:lnTo>
                  <a:lnTo>
                    <a:pt x="125179" y="5353"/>
                  </a:lnTo>
                  <a:lnTo>
                    <a:pt x="120068" y="6766"/>
                  </a:lnTo>
                  <a:lnTo>
                    <a:pt x="115005" y="8340"/>
                  </a:lnTo>
                  <a:lnTo>
                    <a:pt x="109993" y="10073"/>
                  </a:lnTo>
                  <a:lnTo>
                    <a:pt x="105040" y="11965"/>
                  </a:lnTo>
                  <a:lnTo>
                    <a:pt x="100149" y="14013"/>
                  </a:lnTo>
                  <a:lnTo>
                    <a:pt x="95325" y="16215"/>
                  </a:lnTo>
                  <a:lnTo>
                    <a:pt x="90573" y="18569"/>
                  </a:lnTo>
                  <a:lnTo>
                    <a:pt x="85899" y="21072"/>
                  </a:lnTo>
                  <a:lnTo>
                    <a:pt x="81306" y="23723"/>
                  </a:lnTo>
                  <a:lnTo>
                    <a:pt x="76800" y="26517"/>
                  </a:lnTo>
                  <a:lnTo>
                    <a:pt x="72385" y="29454"/>
                  </a:lnTo>
                  <a:lnTo>
                    <a:pt x="68065" y="32528"/>
                  </a:lnTo>
                  <a:lnTo>
                    <a:pt x="63844" y="35739"/>
                  </a:lnTo>
                  <a:lnTo>
                    <a:pt x="59728" y="39081"/>
                  </a:lnTo>
                  <a:lnTo>
                    <a:pt x="55719" y="42552"/>
                  </a:lnTo>
                  <a:lnTo>
                    <a:pt x="51823" y="46149"/>
                  </a:lnTo>
                  <a:lnTo>
                    <a:pt x="48043" y="49868"/>
                  </a:lnTo>
                  <a:lnTo>
                    <a:pt x="44383" y="53704"/>
                  </a:lnTo>
                  <a:lnTo>
                    <a:pt x="40846" y="57655"/>
                  </a:lnTo>
                  <a:lnTo>
                    <a:pt x="37436" y="61716"/>
                  </a:lnTo>
                  <a:lnTo>
                    <a:pt x="34157" y="65883"/>
                  </a:lnTo>
                  <a:lnTo>
                    <a:pt x="31011" y="70152"/>
                  </a:lnTo>
                  <a:lnTo>
                    <a:pt x="28003" y="74518"/>
                  </a:lnTo>
                  <a:lnTo>
                    <a:pt x="25135" y="78978"/>
                  </a:lnTo>
                  <a:lnTo>
                    <a:pt x="22409" y="83526"/>
                  </a:lnTo>
                  <a:lnTo>
                    <a:pt x="19829" y="88159"/>
                  </a:lnTo>
                  <a:lnTo>
                    <a:pt x="17397" y="92871"/>
                  </a:lnTo>
                  <a:lnTo>
                    <a:pt x="15116" y="97658"/>
                  </a:lnTo>
                  <a:lnTo>
                    <a:pt x="12988" y="102515"/>
                  </a:lnTo>
                  <a:lnTo>
                    <a:pt x="11015" y="107437"/>
                  </a:lnTo>
                  <a:lnTo>
                    <a:pt x="9199" y="112419"/>
                  </a:lnTo>
                  <a:lnTo>
                    <a:pt x="7543" y="117456"/>
                  </a:lnTo>
                  <a:lnTo>
                    <a:pt x="6046" y="122543"/>
                  </a:lnTo>
                  <a:lnTo>
                    <a:pt x="4712" y="127675"/>
                  </a:lnTo>
                  <a:lnTo>
                    <a:pt x="3541" y="132846"/>
                  </a:lnTo>
                  <a:lnTo>
                    <a:pt x="2535" y="138052"/>
                  </a:lnTo>
                  <a:lnTo>
                    <a:pt x="1694" y="143288"/>
                  </a:lnTo>
                  <a:lnTo>
                    <a:pt x="1020" y="148547"/>
                  </a:lnTo>
                  <a:lnTo>
                    <a:pt x="513" y="153826"/>
                  </a:lnTo>
                  <a:lnTo>
                    <a:pt x="174" y="159117"/>
                  </a:lnTo>
                  <a:lnTo>
                    <a:pt x="3" y="164417"/>
                  </a:lnTo>
                  <a:lnTo>
                    <a:pt x="0" y="169720"/>
                  </a:lnTo>
                  <a:lnTo>
                    <a:pt x="165" y="175020"/>
                  </a:lnTo>
                  <a:lnTo>
                    <a:pt x="498" y="180312"/>
                  </a:lnTo>
                  <a:lnTo>
                    <a:pt x="998" y="185591"/>
                  </a:lnTo>
                  <a:lnTo>
                    <a:pt x="1666" y="190851"/>
                  </a:lnTo>
                  <a:lnTo>
                    <a:pt x="2501" y="196088"/>
                  </a:lnTo>
                  <a:lnTo>
                    <a:pt x="3501" y="201295"/>
                  </a:lnTo>
                  <a:lnTo>
                    <a:pt x="4665" y="206468"/>
                  </a:lnTo>
                  <a:lnTo>
                    <a:pt x="5994" y="211601"/>
                  </a:lnTo>
                  <a:lnTo>
                    <a:pt x="7484" y="216690"/>
                  </a:lnTo>
                  <a:lnTo>
                    <a:pt x="9135" y="221729"/>
                  </a:lnTo>
                  <a:lnTo>
                    <a:pt x="10945" y="226713"/>
                  </a:lnTo>
                  <a:lnTo>
                    <a:pt x="12912" y="231637"/>
                  </a:lnTo>
                  <a:lnTo>
                    <a:pt x="15035" y="236497"/>
                  </a:lnTo>
                  <a:lnTo>
                    <a:pt x="17310" y="241286"/>
                  </a:lnTo>
                  <a:lnTo>
                    <a:pt x="19736" y="246001"/>
                  </a:lnTo>
                  <a:lnTo>
                    <a:pt x="22311" y="250637"/>
                  </a:lnTo>
                  <a:lnTo>
                    <a:pt x="25031" y="255189"/>
                  </a:lnTo>
                  <a:lnTo>
                    <a:pt x="27894" y="259652"/>
                  </a:lnTo>
                  <a:lnTo>
                    <a:pt x="30897" y="264022"/>
                  </a:lnTo>
                  <a:lnTo>
                    <a:pt x="34038" y="268294"/>
                  </a:lnTo>
                  <a:lnTo>
                    <a:pt x="37312" y="272465"/>
                  </a:lnTo>
                  <a:lnTo>
                    <a:pt x="40717" y="276530"/>
                  </a:lnTo>
                  <a:lnTo>
                    <a:pt x="44249" y="280485"/>
                  </a:lnTo>
                  <a:lnTo>
                    <a:pt x="47905" y="284326"/>
                  </a:lnTo>
                  <a:lnTo>
                    <a:pt x="51681" y="288049"/>
                  </a:lnTo>
                  <a:lnTo>
                    <a:pt x="55573" y="291650"/>
                  </a:lnTo>
                  <a:lnTo>
                    <a:pt x="59577" y="295126"/>
                  </a:lnTo>
                  <a:lnTo>
                    <a:pt x="63689" y="298473"/>
                  </a:lnTo>
                  <a:lnTo>
                    <a:pt x="67906" y="301689"/>
                  </a:lnTo>
                  <a:lnTo>
                    <a:pt x="72222" y="304769"/>
                  </a:lnTo>
                  <a:lnTo>
                    <a:pt x="76634" y="307710"/>
                  </a:lnTo>
                  <a:lnTo>
                    <a:pt x="81137" y="310510"/>
                  </a:lnTo>
                  <a:lnTo>
                    <a:pt x="85727" y="313166"/>
                  </a:lnTo>
                  <a:lnTo>
                    <a:pt x="90398" y="315675"/>
                  </a:lnTo>
                  <a:lnTo>
                    <a:pt x="95147" y="318034"/>
                  </a:lnTo>
                  <a:lnTo>
                    <a:pt x="99968" y="320242"/>
                  </a:lnTo>
                  <a:lnTo>
                    <a:pt x="104857" y="322295"/>
                  </a:lnTo>
                  <a:lnTo>
                    <a:pt x="109808" y="324193"/>
                  </a:lnTo>
                  <a:lnTo>
                    <a:pt x="114817" y="325933"/>
                  </a:lnTo>
                  <a:lnTo>
                    <a:pt x="119879" y="327512"/>
                  </a:lnTo>
                  <a:lnTo>
                    <a:pt x="124988" y="328931"/>
                  </a:lnTo>
                  <a:lnTo>
                    <a:pt x="130140" y="330187"/>
                  </a:lnTo>
                  <a:lnTo>
                    <a:pt x="135329" y="331278"/>
                  </a:lnTo>
                  <a:lnTo>
                    <a:pt x="140550" y="332205"/>
                  </a:lnTo>
                  <a:lnTo>
                    <a:pt x="145798" y="332965"/>
                  </a:lnTo>
                  <a:lnTo>
                    <a:pt x="151067" y="333559"/>
                  </a:lnTo>
                  <a:lnTo>
                    <a:pt x="156352" y="333985"/>
                  </a:lnTo>
                  <a:lnTo>
                    <a:pt x="161649" y="334244"/>
                  </a:lnTo>
                  <a:lnTo>
                    <a:pt x="166950" y="334334"/>
                  </a:lnTo>
                  <a:lnTo>
                    <a:pt x="172252" y="334256"/>
                  </a:lnTo>
                  <a:lnTo>
                    <a:pt x="177549" y="334010"/>
                  </a:lnTo>
                  <a:lnTo>
                    <a:pt x="182836" y="333597"/>
                  </a:lnTo>
                  <a:lnTo>
                    <a:pt x="188106" y="333015"/>
                  </a:lnTo>
                  <a:lnTo>
                    <a:pt x="193356" y="332267"/>
                  </a:lnTo>
                  <a:lnTo>
                    <a:pt x="198579" y="331353"/>
                  </a:lnTo>
                  <a:lnTo>
                    <a:pt x="203770" y="330273"/>
                  </a:lnTo>
                  <a:lnTo>
                    <a:pt x="208925" y="329030"/>
                  </a:lnTo>
                  <a:lnTo>
                    <a:pt x="214038" y="327623"/>
                  </a:lnTo>
                  <a:lnTo>
                    <a:pt x="219103" y="326055"/>
                  </a:lnTo>
                  <a:lnTo>
                    <a:pt x="224116" y="324328"/>
                  </a:lnTo>
                  <a:lnTo>
                    <a:pt x="229072" y="322442"/>
                  </a:lnTo>
                  <a:lnTo>
                    <a:pt x="233966" y="320400"/>
                  </a:lnTo>
                  <a:lnTo>
                    <a:pt x="238792" y="318203"/>
                  </a:lnTo>
                  <a:lnTo>
                    <a:pt x="243546" y="315855"/>
                  </a:lnTo>
                  <a:lnTo>
                    <a:pt x="248224" y="313357"/>
                  </a:lnTo>
                  <a:lnTo>
                    <a:pt x="252820" y="310712"/>
                  </a:lnTo>
                  <a:lnTo>
                    <a:pt x="257329" y="307923"/>
                  </a:lnTo>
                  <a:lnTo>
                    <a:pt x="261748" y="304992"/>
                  </a:lnTo>
                  <a:lnTo>
                    <a:pt x="266072" y="301922"/>
                  </a:lnTo>
                  <a:lnTo>
                    <a:pt x="270296" y="298717"/>
                  </a:lnTo>
                  <a:lnTo>
                    <a:pt x="274416" y="295379"/>
                  </a:lnTo>
                  <a:lnTo>
                    <a:pt x="278429" y="291913"/>
                  </a:lnTo>
                  <a:lnTo>
                    <a:pt x="282329" y="288320"/>
                  </a:lnTo>
                  <a:lnTo>
                    <a:pt x="286114" y="284606"/>
                  </a:lnTo>
                  <a:lnTo>
                    <a:pt x="289778" y="280774"/>
                  </a:lnTo>
                  <a:lnTo>
                    <a:pt x="293320" y="276828"/>
                  </a:lnTo>
                  <a:lnTo>
                    <a:pt x="296734" y="272771"/>
                  </a:lnTo>
                  <a:lnTo>
                    <a:pt x="300019" y="268608"/>
                  </a:lnTo>
                  <a:lnTo>
                    <a:pt x="303169" y="264343"/>
                  </a:lnTo>
                  <a:lnTo>
                    <a:pt x="306183" y="259980"/>
                  </a:lnTo>
                  <a:lnTo>
                    <a:pt x="309056" y="255523"/>
                  </a:lnTo>
                  <a:lnTo>
                    <a:pt x="311787" y="250978"/>
                  </a:lnTo>
                  <a:lnTo>
                    <a:pt x="314373" y="246348"/>
                  </a:lnTo>
                  <a:lnTo>
                    <a:pt x="316810" y="241639"/>
                  </a:lnTo>
                  <a:lnTo>
                    <a:pt x="319097" y="236855"/>
                  </a:lnTo>
                  <a:lnTo>
                    <a:pt x="321230" y="232001"/>
                  </a:lnTo>
                  <a:lnTo>
                    <a:pt x="323209" y="227081"/>
                  </a:lnTo>
                  <a:lnTo>
                    <a:pt x="325031" y="222101"/>
                  </a:lnTo>
                  <a:lnTo>
                    <a:pt x="326694" y="217066"/>
                  </a:lnTo>
                  <a:lnTo>
                    <a:pt x="328196" y="211981"/>
                  </a:lnTo>
                  <a:lnTo>
                    <a:pt x="329536" y="206851"/>
                  </a:lnTo>
                  <a:lnTo>
                    <a:pt x="330713" y="201680"/>
                  </a:lnTo>
                  <a:lnTo>
                    <a:pt x="331726" y="196475"/>
                  </a:lnTo>
                  <a:lnTo>
                    <a:pt x="332572" y="191241"/>
                  </a:lnTo>
                  <a:lnTo>
                    <a:pt x="333253" y="185982"/>
                  </a:lnTo>
                  <a:lnTo>
                    <a:pt x="333766" y="180704"/>
                  </a:lnTo>
                  <a:lnTo>
                    <a:pt x="334111" y="175413"/>
                  </a:lnTo>
                  <a:lnTo>
                    <a:pt x="334289" y="170114"/>
                  </a:lnTo>
                  <a:lnTo>
                    <a:pt x="334298" y="164811"/>
                  </a:lnTo>
                  <a:lnTo>
                    <a:pt x="334139" y="159511"/>
                  </a:lnTo>
                  <a:lnTo>
                    <a:pt x="333813" y="154218"/>
                  </a:lnTo>
                  <a:lnTo>
                    <a:pt x="333318" y="148939"/>
                  </a:lnTo>
                  <a:lnTo>
                    <a:pt x="332656" y="143678"/>
                  </a:lnTo>
                  <a:lnTo>
                    <a:pt x="331828" y="138440"/>
                  </a:lnTo>
                  <a:lnTo>
                    <a:pt x="330834" y="133232"/>
                  </a:lnTo>
                  <a:lnTo>
                    <a:pt x="329676" y="128057"/>
                  </a:lnTo>
                  <a:lnTo>
                    <a:pt x="328353" y="122922"/>
                  </a:lnTo>
                  <a:lnTo>
                    <a:pt x="326869" y="117832"/>
                  </a:lnTo>
                  <a:lnTo>
                    <a:pt x="325224" y="112791"/>
                  </a:lnTo>
                  <a:lnTo>
                    <a:pt x="323420" y="107805"/>
                  </a:lnTo>
                  <a:lnTo>
                    <a:pt x="321459" y="102878"/>
                  </a:lnTo>
                  <a:lnTo>
                    <a:pt x="319342" y="98016"/>
                  </a:lnTo>
                  <a:lnTo>
                    <a:pt x="317072" y="93224"/>
                  </a:lnTo>
                  <a:lnTo>
                    <a:pt x="314652" y="88506"/>
                  </a:lnTo>
                  <a:lnTo>
                    <a:pt x="312083" y="83868"/>
                  </a:lnTo>
                  <a:lnTo>
                    <a:pt x="309368" y="79313"/>
                  </a:lnTo>
                  <a:lnTo>
                    <a:pt x="306510" y="74846"/>
                  </a:lnTo>
                  <a:lnTo>
                    <a:pt x="303512" y="70473"/>
                  </a:lnTo>
                  <a:lnTo>
                    <a:pt x="300376" y="66196"/>
                  </a:lnTo>
                  <a:lnTo>
                    <a:pt x="297107" y="62022"/>
                  </a:lnTo>
                  <a:lnTo>
                    <a:pt x="293707" y="57953"/>
                  </a:lnTo>
                  <a:lnTo>
                    <a:pt x="290179" y="53994"/>
                  </a:lnTo>
                  <a:lnTo>
                    <a:pt x="286528" y="50149"/>
                  </a:lnTo>
                  <a:lnTo>
                    <a:pt x="282756" y="46421"/>
                  </a:lnTo>
                  <a:lnTo>
                    <a:pt x="278869" y="42815"/>
                  </a:lnTo>
                  <a:lnTo>
                    <a:pt x="274869" y="39335"/>
                  </a:lnTo>
                  <a:lnTo>
                    <a:pt x="270760" y="35982"/>
                  </a:lnTo>
                  <a:lnTo>
                    <a:pt x="266547" y="32762"/>
                  </a:lnTo>
                  <a:lnTo>
                    <a:pt x="262234" y="29677"/>
                  </a:lnTo>
                  <a:lnTo>
                    <a:pt x="257826" y="26731"/>
                  </a:lnTo>
                  <a:lnTo>
                    <a:pt x="253326" y="23925"/>
                  </a:lnTo>
                  <a:lnTo>
                    <a:pt x="248740" y="21264"/>
                  </a:lnTo>
                  <a:lnTo>
                    <a:pt x="244071" y="18750"/>
                  </a:lnTo>
                  <a:lnTo>
                    <a:pt x="239326" y="16385"/>
                  </a:lnTo>
                  <a:lnTo>
                    <a:pt x="234507" y="14171"/>
                  </a:lnTo>
                  <a:lnTo>
                    <a:pt x="229621" y="12112"/>
                  </a:lnTo>
                  <a:lnTo>
                    <a:pt x="224672" y="10209"/>
                  </a:lnTo>
                  <a:lnTo>
                    <a:pt x="219664" y="8463"/>
                  </a:lnTo>
                  <a:lnTo>
                    <a:pt x="214605" y="6877"/>
                  </a:lnTo>
                  <a:lnTo>
                    <a:pt x="209497" y="5453"/>
                  </a:lnTo>
                  <a:lnTo>
                    <a:pt x="204347" y="4191"/>
                  </a:lnTo>
                  <a:lnTo>
                    <a:pt x="199159" y="3093"/>
                  </a:lnTo>
                  <a:lnTo>
                    <a:pt x="193939" y="2160"/>
                  </a:lnTo>
                  <a:lnTo>
                    <a:pt x="188692" y="1394"/>
                  </a:lnTo>
                  <a:lnTo>
                    <a:pt x="183424" y="794"/>
                  </a:lnTo>
                  <a:lnTo>
                    <a:pt x="178139" y="361"/>
                  </a:lnTo>
                  <a:lnTo>
                    <a:pt x="172843" y="9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5695" cy="167167"/>
            </a:xfrm>
            <a:custGeom>
              <a:avLst/>
              <a:pathLst>
                <a:path w="5695" h="167167">
                  <a:moveTo>
                    <a:pt x="5695" y="9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43" y="5269756"/>
              <a:ext cx="167157" cy="168989"/>
            </a:xfrm>
            <a:custGeom>
              <a:avLst/>
              <a:pathLst>
                <a:path w="167157" h="168989">
                  <a:moveTo>
                    <a:pt x="167157" y="0"/>
                  </a:moveTo>
                  <a:lnTo>
                    <a:pt x="161762" y="87"/>
                  </a:lnTo>
                  <a:lnTo>
                    <a:pt x="156372" y="348"/>
                  </a:lnTo>
                  <a:lnTo>
                    <a:pt x="150994" y="783"/>
                  </a:lnTo>
                  <a:lnTo>
                    <a:pt x="145633" y="1391"/>
                  </a:lnTo>
                  <a:lnTo>
                    <a:pt x="140294" y="2172"/>
                  </a:lnTo>
                  <a:lnTo>
                    <a:pt x="134983" y="3125"/>
                  </a:lnTo>
                  <a:lnTo>
                    <a:pt x="129705" y="4249"/>
                  </a:lnTo>
                  <a:lnTo>
                    <a:pt x="124467" y="5542"/>
                  </a:lnTo>
                  <a:lnTo>
                    <a:pt x="119273" y="7004"/>
                  </a:lnTo>
                  <a:lnTo>
                    <a:pt x="114128" y="8633"/>
                  </a:lnTo>
                  <a:lnTo>
                    <a:pt x="109040" y="10427"/>
                  </a:lnTo>
                  <a:lnTo>
                    <a:pt x="104011" y="12385"/>
                  </a:lnTo>
                  <a:lnTo>
                    <a:pt x="99049" y="14503"/>
                  </a:lnTo>
                  <a:lnTo>
                    <a:pt x="94157" y="16781"/>
                  </a:lnTo>
                  <a:lnTo>
                    <a:pt x="89342" y="19215"/>
                  </a:lnTo>
                  <a:lnTo>
                    <a:pt x="84607" y="21804"/>
                  </a:lnTo>
                  <a:lnTo>
                    <a:pt x="79959" y="24544"/>
                  </a:lnTo>
                  <a:lnTo>
                    <a:pt x="75401" y="27432"/>
                  </a:lnTo>
                  <a:lnTo>
                    <a:pt x="70939" y="30466"/>
                  </a:lnTo>
                  <a:lnTo>
                    <a:pt x="66577" y="33643"/>
                  </a:lnTo>
                  <a:lnTo>
                    <a:pt x="62320" y="36958"/>
                  </a:lnTo>
                  <a:lnTo>
                    <a:pt x="58173" y="40410"/>
                  </a:lnTo>
                  <a:lnTo>
                    <a:pt x="54139" y="43993"/>
                  </a:lnTo>
                  <a:lnTo>
                    <a:pt x="50222" y="47705"/>
                  </a:lnTo>
                  <a:lnTo>
                    <a:pt x="46428" y="51541"/>
                  </a:lnTo>
                  <a:lnTo>
                    <a:pt x="42759" y="55498"/>
                  </a:lnTo>
                  <a:lnTo>
                    <a:pt x="39220" y="59571"/>
                  </a:lnTo>
                  <a:lnTo>
                    <a:pt x="35814" y="63756"/>
                  </a:lnTo>
                  <a:lnTo>
                    <a:pt x="32545" y="68049"/>
                  </a:lnTo>
                  <a:lnTo>
                    <a:pt x="29416" y="72445"/>
                  </a:lnTo>
                  <a:lnTo>
                    <a:pt x="26431" y="76939"/>
                  </a:lnTo>
                  <a:lnTo>
                    <a:pt x="23592" y="81528"/>
                  </a:lnTo>
                  <a:lnTo>
                    <a:pt x="20903" y="86206"/>
                  </a:lnTo>
                  <a:lnTo>
                    <a:pt x="18366" y="90969"/>
                  </a:lnTo>
                  <a:lnTo>
                    <a:pt x="15984" y="95810"/>
                  </a:lnTo>
                  <a:lnTo>
                    <a:pt x="13760" y="100726"/>
                  </a:lnTo>
                  <a:lnTo>
                    <a:pt x="11696" y="105712"/>
                  </a:lnTo>
                  <a:lnTo>
                    <a:pt x="9793" y="110761"/>
                  </a:lnTo>
                  <a:lnTo>
                    <a:pt x="8055" y="115869"/>
                  </a:lnTo>
                  <a:lnTo>
                    <a:pt x="6482" y="121031"/>
                  </a:lnTo>
                  <a:lnTo>
                    <a:pt x="5077" y="126240"/>
                  </a:lnTo>
                  <a:lnTo>
                    <a:pt x="3840" y="131493"/>
                  </a:lnTo>
                  <a:lnTo>
                    <a:pt x="2774" y="136782"/>
                  </a:lnTo>
                  <a:lnTo>
                    <a:pt x="1879" y="142103"/>
                  </a:lnTo>
                  <a:lnTo>
                    <a:pt x="1156" y="147451"/>
                  </a:lnTo>
                  <a:lnTo>
                    <a:pt x="607" y="152818"/>
                  </a:lnTo>
                  <a:lnTo>
                    <a:pt x="230" y="158201"/>
                  </a:lnTo>
                  <a:lnTo>
                    <a:pt x="28" y="163593"/>
                  </a:lnTo>
                  <a:lnTo>
                    <a:pt x="0" y="16898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43" y="5269756"/>
              <a:ext cx="334308" cy="334333"/>
            </a:xfrm>
            <a:custGeom>
              <a:avLst/>
              <a:pathLst>
                <a:path w="334308" h="334333">
                  <a:moveTo>
                    <a:pt x="0" y="168989"/>
                  </a:moveTo>
                  <a:lnTo>
                    <a:pt x="142" y="174297"/>
                  </a:lnTo>
                  <a:lnTo>
                    <a:pt x="452" y="179598"/>
                  </a:lnTo>
                  <a:lnTo>
                    <a:pt x="931" y="184887"/>
                  </a:lnTo>
                  <a:lnTo>
                    <a:pt x="1578" y="190157"/>
                  </a:lnTo>
                  <a:lnTo>
                    <a:pt x="2392" y="195405"/>
                  </a:lnTo>
                  <a:lnTo>
                    <a:pt x="3372" y="200624"/>
                  </a:lnTo>
                  <a:lnTo>
                    <a:pt x="4517" y="205809"/>
                  </a:lnTo>
                  <a:lnTo>
                    <a:pt x="5826" y="210955"/>
                  </a:lnTo>
                  <a:lnTo>
                    <a:pt x="7299" y="216057"/>
                  </a:lnTo>
                  <a:lnTo>
                    <a:pt x="8932" y="221110"/>
                  </a:lnTo>
                  <a:lnTo>
                    <a:pt x="10725" y="226108"/>
                  </a:lnTo>
                  <a:lnTo>
                    <a:pt x="12676" y="231047"/>
                  </a:lnTo>
                  <a:lnTo>
                    <a:pt x="14783" y="235921"/>
                  </a:lnTo>
                  <a:lnTo>
                    <a:pt x="17044" y="240726"/>
                  </a:lnTo>
                  <a:lnTo>
                    <a:pt x="19456" y="245457"/>
                  </a:lnTo>
                  <a:lnTo>
                    <a:pt x="22017" y="250108"/>
                  </a:lnTo>
                  <a:lnTo>
                    <a:pt x="24724" y="254676"/>
                  </a:lnTo>
                  <a:lnTo>
                    <a:pt x="27576" y="259156"/>
                  </a:lnTo>
                  <a:lnTo>
                    <a:pt x="30568" y="263543"/>
                  </a:lnTo>
                  <a:lnTo>
                    <a:pt x="33698" y="267833"/>
                  </a:lnTo>
                  <a:lnTo>
                    <a:pt x="36962" y="272021"/>
                  </a:lnTo>
                  <a:lnTo>
                    <a:pt x="40358" y="276103"/>
                  </a:lnTo>
                  <a:lnTo>
                    <a:pt x="43882" y="280075"/>
                  </a:lnTo>
                  <a:lnTo>
                    <a:pt x="47531" y="283934"/>
                  </a:lnTo>
                  <a:lnTo>
                    <a:pt x="51300" y="287674"/>
                  </a:lnTo>
                  <a:lnTo>
                    <a:pt x="55186" y="291293"/>
                  </a:lnTo>
                  <a:lnTo>
                    <a:pt x="59185" y="294787"/>
                  </a:lnTo>
                  <a:lnTo>
                    <a:pt x="63293" y="298152"/>
                  </a:lnTo>
                  <a:lnTo>
                    <a:pt x="67505" y="301385"/>
                  </a:lnTo>
                  <a:lnTo>
                    <a:pt x="71818" y="304482"/>
                  </a:lnTo>
                  <a:lnTo>
                    <a:pt x="76228" y="307441"/>
                  </a:lnTo>
                  <a:lnTo>
                    <a:pt x="80729" y="310258"/>
                  </a:lnTo>
                  <a:lnTo>
                    <a:pt x="85317" y="312931"/>
                  </a:lnTo>
                  <a:lnTo>
                    <a:pt x="89988" y="315457"/>
                  </a:lnTo>
                  <a:lnTo>
                    <a:pt x="94737" y="317833"/>
                  </a:lnTo>
                  <a:lnTo>
                    <a:pt x="99559" y="320057"/>
                  </a:lnTo>
                  <a:lnTo>
                    <a:pt x="104449" y="322127"/>
                  </a:lnTo>
                  <a:lnTo>
                    <a:pt x="109403" y="324041"/>
                  </a:lnTo>
                  <a:lnTo>
                    <a:pt x="114414" y="325796"/>
                  </a:lnTo>
                  <a:lnTo>
                    <a:pt x="119479" y="327391"/>
                  </a:lnTo>
                  <a:lnTo>
                    <a:pt x="124592" y="328825"/>
                  </a:lnTo>
                  <a:lnTo>
                    <a:pt x="129748" y="330095"/>
                  </a:lnTo>
                  <a:lnTo>
                    <a:pt x="134942" y="331201"/>
                  </a:lnTo>
                  <a:lnTo>
                    <a:pt x="140168" y="332141"/>
                  </a:lnTo>
                  <a:lnTo>
                    <a:pt x="145422" y="332915"/>
                  </a:lnTo>
                  <a:lnTo>
                    <a:pt x="150697" y="333522"/>
                  </a:lnTo>
                  <a:lnTo>
                    <a:pt x="155989" y="333961"/>
                  </a:lnTo>
                  <a:lnTo>
                    <a:pt x="161292" y="334231"/>
                  </a:lnTo>
                  <a:lnTo>
                    <a:pt x="166601" y="334333"/>
                  </a:lnTo>
                  <a:lnTo>
                    <a:pt x="171911" y="334267"/>
                  </a:lnTo>
                  <a:lnTo>
                    <a:pt x="177216" y="334031"/>
                  </a:lnTo>
                  <a:lnTo>
                    <a:pt x="182511" y="333628"/>
                  </a:lnTo>
                  <a:lnTo>
                    <a:pt x="187790" y="333056"/>
                  </a:lnTo>
                  <a:lnTo>
                    <a:pt x="193049" y="332317"/>
                  </a:lnTo>
                  <a:lnTo>
                    <a:pt x="198281" y="331411"/>
                  </a:lnTo>
                  <a:lnTo>
                    <a:pt x="203482" y="330340"/>
                  </a:lnTo>
                  <a:lnTo>
                    <a:pt x="208646" y="329104"/>
                  </a:lnTo>
                  <a:lnTo>
                    <a:pt x="213769" y="327704"/>
                  </a:lnTo>
                  <a:lnTo>
                    <a:pt x="218844" y="326143"/>
                  </a:lnTo>
                  <a:lnTo>
                    <a:pt x="223867" y="324421"/>
                  </a:lnTo>
                  <a:lnTo>
                    <a:pt x="228833" y="322541"/>
                  </a:lnTo>
                  <a:lnTo>
                    <a:pt x="233737" y="320503"/>
                  </a:lnTo>
                  <a:lnTo>
                    <a:pt x="238574" y="318311"/>
                  </a:lnTo>
                  <a:lnTo>
                    <a:pt x="243338" y="315967"/>
                  </a:lnTo>
                  <a:lnTo>
                    <a:pt x="248026" y="313472"/>
                  </a:lnTo>
                  <a:lnTo>
                    <a:pt x="252632" y="310830"/>
                  </a:lnTo>
                  <a:lnTo>
                    <a:pt x="257152" y="308042"/>
                  </a:lnTo>
                  <a:lnTo>
                    <a:pt x="261581" y="305113"/>
                  </a:lnTo>
                  <a:lnTo>
                    <a:pt x="265915" y="302044"/>
                  </a:lnTo>
                  <a:lnTo>
                    <a:pt x="270149" y="298840"/>
                  </a:lnTo>
                  <a:lnTo>
                    <a:pt x="274279" y="295502"/>
                  </a:lnTo>
                  <a:lnTo>
                    <a:pt x="278301" y="292035"/>
                  </a:lnTo>
                  <a:lnTo>
                    <a:pt x="282211" y="288442"/>
                  </a:lnTo>
                  <a:lnTo>
                    <a:pt x="286005" y="284726"/>
                  </a:lnTo>
                  <a:lnTo>
                    <a:pt x="289679" y="280892"/>
                  </a:lnTo>
                  <a:lnTo>
                    <a:pt x="293229" y="276943"/>
                  </a:lnTo>
                  <a:lnTo>
                    <a:pt x="296652" y="272884"/>
                  </a:lnTo>
                  <a:lnTo>
                    <a:pt x="299944" y="268717"/>
                  </a:lnTo>
                  <a:lnTo>
                    <a:pt x="303103" y="264449"/>
                  </a:lnTo>
                  <a:lnTo>
                    <a:pt x="306124" y="260082"/>
                  </a:lnTo>
                  <a:lnTo>
                    <a:pt x="309005" y="255621"/>
                  </a:lnTo>
                  <a:lnTo>
                    <a:pt x="311743" y="251071"/>
                  </a:lnTo>
                  <a:lnTo>
                    <a:pt x="314335" y="246437"/>
                  </a:lnTo>
                  <a:lnTo>
                    <a:pt x="316778" y="241722"/>
                  </a:lnTo>
                  <a:lnTo>
                    <a:pt x="319071" y="236932"/>
                  </a:lnTo>
                  <a:lnTo>
                    <a:pt x="321210" y="232072"/>
                  </a:lnTo>
                  <a:lnTo>
                    <a:pt x="323194" y="227146"/>
                  </a:lnTo>
                  <a:lnTo>
                    <a:pt x="325020" y="222160"/>
                  </a:lnTo>
                  <a:lnTo>
                    <a:pt x="326687" y="217118"/>
                  </a:lnTo>
                  <a:lnTo>
                    <a:pt x="328193" y="212026"/>
                  </a:lnTo>
                  <a:lnTo>
                    <a:pt x="329537" y="206889"/>
                  </a:lnTo>
                  <a:lnTo>
                    <a:pt x="330716" y="201711"/>
                  </a:lnTo>
                  <a:lnTo>
                    <a:pt x="331731" y="196499"/>
                  </a:lnTo>
                  <a:lnTo>
                    <a:pt x="332580" y="191257"/>
                  </a:lnTo>
                  <a:lnTo>
                    <a:pt x="333261" y="185991"/>
                  </a:lnTo>
                  <a:lnTo>
                    <a:pt x="333775" y="180706"/>
                  </a:lnTo>
                  <a:lnTo>
                    <a:pt x="334121" y="175407"/>
                  </a:lnTo>
                  <a:lnTo>
                    <a:pt x="334299" y="170100"/>
                  </a:lnTo>
                  <a:lnTo>
                    <a:pt x="334308" y="164790"/>
                  </a:lnTo>
                  <a:lnTo>
                    <a:pt x="334148" y="159482"/>
                  </a:lnTo>
                  <a:lnTo>
                    <a:pt x="333819" y="154182"/>
                  </a:lnTo>
                  <a:lnTo>
                    <a:pt x="333323" y="148895"/>
                  </a:lnTo>
                  <a:lnTo>
                    <a:pt x="332659" y="143627"/>
                  </a:lnTo>
                  <a:lnTo>
                    <a:pt x="331828" y="138382"/>
                  </a:lnTo>
                  <a:lnTo>
                    <a:pt x="330830" y="133166"/>
                  </a:lnTo>
                  <a:lnTo>
                    <a:pt x="329668" y="127985"/>
                  </a:lnTo>
                  <a:lnTo>
                    <a:pt x="328341" y="122843"/>
                  </a:lnTo>
                  <a:lnTo>
                    <a:pt x="326852" y="117746"/>
                  </a:lnTo>
                  <a:lnTo>
                    <a:pt x="325202" y="112699"/>
                  </a:lnTo>
                  <a:lnTo>
                    <a:pt x="323392" y="107706"/>
                  </a:lnTo>
                  <a:lnTo>
                    <a:pt x="321425" y="102774"/>
                  </a:lnTo>
                  <a:lnTo>
                    <a:pt x="319302" y="97907"/>
                  </a:lnTo>
                  <a:lnTo>
                    <a:pt x="317025" y="93109"/>
                  </a:lnTo>
                  <a:lnTo>
                    <a:pt x="314597" y="88387"/>
                  </a:lnTo>
                  <a:lnTo>
                    <a:pt x="312021" y="83744"/>
                  </a:lnTo>
                  <a:lnTo>
                    <a:pt x="309298" y="79185"/>
                  </a:lnTo>
                  <a:lnTo>
                    <a:pt x="306432" y="74714"/>
                  </a:lnTo>
                  <a:lnTo>
                    <a:pt x="303425" y="70337"/>
                  </a:lnTo>
                  <a:lnTo>
                    <a:pt x="300281" y="66058"/>
                  </a:lnTo>
                  <a:lnTo>
                    <a:pt x="297002" y="61881"/>
                  </a:lnTo>
                  <a:lnTo>
                    <a:pt x="293593" y="57810"/>
                  </a:lnTo>
                  <a:lnTo>
                    <a:pt x="290056" y="53849"/>
                  </a:lnTo>
                  <a:lnTo>
                    <a:pt x="286395" y="50003"/>
                  </a:lnTo>
                  <a:lnTo>
                    <a:pt x="282613" y="46275"/>
                  </a:lnTo>
                  <a:lnTo>
                    <a:pt x="278715" y="42669"/>
                  </a:lnTo>
                  <a:lnTo>
                    <a:pt x="274705" y="39189"/>
                  </a:lnTo>
                  <a:lnTo>
                    <a:pt x="270586" y="35837"/>
                  </a:lnTo>
                  <a:lnTo>
                    <a:pt x="266362" y="32619"/>
                  </a:lnTo>
                  <a:lnTo>
                    <a:pt x="262039" y="29536"/>
                  </a:lnTo>
                  <a:lnTo>
                    <a:pt x="257620" y="26591"/>
                  </a:lnTo>
                  <a:lnTo>
                    <a:pt x="253109" y="23789"/>
                  </a:lnTo>
                  <a:lnTo>
                    <a:pt x="248512" y="21131"/>
                  </a:lnTo>
                  <a:lnTo>
                    <a:pt x="243832" y="18621"/>
                  </a:lnTo>
                  <a:lnTo>
                    <a:pt x="239076" y="16261"/>
                  </a:lnTo>
                  <a:lnTo>
                    <a:pt x="234246" y="14053"/>
                  </a:lnTo>
                  <a:lnTo>
                    <a:pt x="229349" y="11999"/>
                  </a:lnTo>
                  <a:lnTo>
                    <a:pt x="224390" y="10102"/>
                  </a:lnTo>
                  <a:lnTo>
                    <a:pt x="219372" y="8364"/>
                  </a:lnTo>
                  <a:lnTo>
                    <a:pt x="214302" y="6785"/>
                  </a:lnTo>
                  <a:lnTo>
                    <a:pt x="209184" y="5369"/>
                  </a:lnTo>
                  <a:lnTo>
                    <a:pt x="204024" y="4115"/>
                  </a:lnTo>
                  <a:lnTo>
                    <a:pt x="198827" y="3027"/>
                  </a:lnTo>
                  <a:lnTo>
                    <a:pt x="193597" y="2104"/>
                  </a:lnTo>
                  <a:lnTo>
                    <a:pt x="188341" y="1347"/>
                  </a:lnTo>
                  <a:lnTo>
                    <a:pt x="183064" y="758"/>
                  </a:lnTo>
                  <a:lnTo>
                    <a:pt x="177771" y="337"/>
                  </a:lnTo>
                  <a:lnTo>
                    <a:pt x="172466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264" y="5399291"/>
              <a:ext cx="3951" cy="167167"/>
            </a:xfrm>
            <a:custGeom>
              <a:avLst/>
              <a:pathLst>
                <a:path w="3951" h="167167">
                  <a:moveTo>
                    <a:pt x="3951" y="0"/>
                  </a:moveTo>
                  <a:lnTo>
                    <a:pt x="0" y="46"/>
                  </a:lnTo>
                  <a:lnTo>
                    <a:pt x="39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48" y="5399338"/>
              <a:ext cx="334326" cy="334276"/>
            </a:xfrm>
            <a:custGeom>
              <a:avLst/>
              <a:pathLst>
                <a:path w="334326" h="334276">
                  <a:moveTo>
                    <a:pt x="163215" y="0"/>
                  </a:moveTo>
                  <a:lnTo>
                    <a:pt x="157935" y="208"/>
                  </a:lnTo>
                  <a:lnTo>
                    <a:pt x="152663" y="583"/>
                  </a:lnTo>
                  <a:lnTo>
                    <a:pt x="147406" y="1125"/>
                  </a:lnTo>
                  <a:lnTo>
                    <a:pt x="142169" y="1832"/>
                  </a:lnTo>
                  <a:lnTo>
                    <a:pt x="136957" y="2705"/>
                  </a:lnTo>
                  <a:lnTo>
                    <a:pt x="131775" y="3742"/>
                  </a:lnTo>
                  <a:lnTo>
                    <a:pt x="126628" y="4943"/>
                  </a:lnTo>
                  <a:lnTo>
                    <a:pt x="121522" y="6305"/>
                  </a:lnTo>
                  <a:lnTo>
                    <a:pt x="116461" y="7828"/>
                  </a:lnTo>
                  <a:lnTo>
                    <a:pt x="111451" y="9511"/>
                  </a:lnTo>
                  <a:lnTo>
                    <a:pt x="106497" y="11351"/>
                  </a:lnTo>
                  <a:lnTo>
                    <a:pt x="101604" y="13346"/>
                  </a:lnTo>
                  <a:lnTo>
                    <a:pt x="96776" y="15495"/>
                  </a:lnTo>
                  <a:lnTo>
                    <a:pt x="92018" y="17796"/>
                  </a:lnTo>
                  <a:lnTo>
                    <a:pt x="87335" y="20246"/>
                  </a:lnTo>
                  <a:lnTo>
                    <a:pt x="82733" y="22843"/>
                  </a:lnTo>
                  <a:lnTo>
                    <a:pt x="78214" y="25584"/>
                  </a:lnTo>
                  <a:lnTo>
                    <a:pt x="73785" y="28467"/>
                  </a:lnTo>
                  <a:lnTo>
                    <a:pt x="69449" y="31488"/>
                  </a:lnTo>
                  <a:lnTo>
                    <a:pt x="65210" y="34644"/>
                  </a:lnTo>
                  <a:lnTo>
                    <a:pt x="61074" y="37933"/>
                  </a:lnTo>
                  <a:lnTo>
                    <a:pt x="57043" y="41352"/>
                  </a:lnTo>
                  <a:lnTo>
                    <a:pt x="53123" y="44895"/>
                  </a:lnTo>
                  <a:lnTo>
                    <a:pt x="49316" y="48561"/>
                  </a:lnTo>
                  <a:lnTo>
                    <a:pt x="45627" y="52346"/>
                  </a:lnTo>
                  <a:lnTo>
                    <a:pt x="42060" y="56245"/>
                  </a:lnTo>
                  <a:lnTo>
                    <a:pt x="38618" y="60255"/>
                  </a:lnTo>
                  <a:lnTo>
                    <a:pt x="35304" y="64372"/>
                  </a:lnTo>
                  <a:lnTo>
                    <a:pt x="32122" y="68591"/>
                  </a:lnTo>
                  <a:lnTo>
                    <a:pt x="29075" y="72909"/>
                  </a:lnTo>
                  <a:lnTo>
                    <a:pt x="26166" y="77322"/>
                  </a:lnTo>
                  <a:lnTo>
                    <a:pt x="23398" y="81823"/>
                  </a:lnTo>
                  <a:lnTo>
                    <a:pt x="20774" y="86411"/>
                  </a:lnTo>
                  <a:lnTo>
                    <a:pt x="18296" y="91078"/>
                  </a:lnTo>
                  <a:lnTo>
                    <a:pt x="15966" y="95822"/>
                  </a:lnTo>
                  <a:lnTo>
                    <a:pt x="13788" y="100637"/>
                  </a:lnTo>
                  <a:lnTo>
                    <a:pt x="11763" y="105519"/>
                  </a:lnTo>
                  <a:lnTo>
                    <a:pt x="9894" y="110462"/>
                  </a:lnTo>
                  <a:lnTo>
                    <a:pt x="8181" y="115461"/>
                  </a:lnTo>
                  <a:lnTo>
                    <a:pt x="6628" y="120513"/>
                  </a:lnTo>
                  <a:lnTo>
                    <a:pt x="5235" y="125611"/>
                  </a:lnTo>
                  <a:lnTo>
                    <a:pt x="4004" y="130750"/>
                  </a:lnTo>
                  <a:lnTo>
                    <a:pt x="2936" y="135926"/>
                  </a:lnTo>
                  <a:lnTo>
                    <a:pt x="2032" y="141133"/>
                  </a:lnTo>
                  <a:lnTo>
                    <a:pt x="1293" y="146366"/>
                  </a:lnTo>
                  <a:lnTo>
                    <a:pt x="719" y="151619"/>
                  </a:lnTo>
                  <a:lnTo>
                    <a:pt x="313" y="156888"/>
                  </a:lnTo>
                  <a:lnTo>
                    <a:pt x="73" y="162168"/>
                  </a:lnTo>
                  <a:lnTo>
                    <a:pt x="0" y="167452"/>
                  </a:lnTo>
                  <a:lnTo>
                    <a:pt x="94" y="172736"/>
                  </a:lnTo>
                  <a:lnTo>
                    <a:pt x="355" y="178014"/>
                  </a:lnTo>
                  <a:lnTo>
                    <a:pt x="782" y="183282"/>
                  </a:lnTo>
                  <a:lnTo>
                    <a:pt x="1376" y="188533"/>
                  </a:lnTo>
                  <a:lnTo>
                    <a:pt x="2136" y="193763"/>
                  </a:lnTo>
                  <a:lnTo>
                    <a:pt x="3061" y="198966"/>
                  </a:lnTo>
                  <a:lnTo>
                    <a:pt x="4149" y="204138"/>
                  </a:lnTo>
                  <a:lnTo>
                    <a:pt x="5401" y="209272"/>
                  </a:lnTo>
                  <a:lnTo>
                    <a:pt x="6814" y="214364"/>
                  </a:lnTo>
                  <a:lnTo>
                    <a:pt x="8388" y="219410"/>
                  </a:lnTo>
                  <a:lnTo>
                    <a:pt x="10120" y="224402"/>
                  </a:lnTo>
                  <a:lnTo>
                    <a:pt x="12009" y="229338"/>
                  </a:lnTo>
                  <a:lnTo>
                    <a:pt x="14053" y="234211"/>
                  </a:lnTo>
                  <a:lnTo>
                    <a:pt x="16250" y="239018"/>
                  </a:lnTo>
                  <a:lnTo>
                    <a:pt x="18599" y="243752"/>
                  </a:lnTo>
                  <a:lnTo>
                    <a:pt x="21095" y="248410"/>
                  </a:lnTo>
                  <a:lnTo>
                    <a:pt x="23738" y="252987"/>
                  </a:lnTo>
                  <a:lnTo>
                    <a:pt x="26524" y="257478"/>
                  </a:lnTo>
                  <a:lnTo>
                    <a:pt x="29450" y="261878"/>
                  </a:lnTo>
                  <a:lnTo>
                    <a:pt x="32514" y="266184"/>
                  </a:lnTo>
                  <a:lnTo>
                    <a:pt x="35713" y="270391"/>
                  </a:lnTo>
                  <a:lnTo>
                    <a:pt x="39043" y="274495"/>
                  </a:lnTo>
                  <a:lnTo>
                    <a:pt x="42501" y="278491"/>
                  </a:lnTo>
                  <a:lnTo>
                    <a:pt x="46084" y="282376"/>
                  </a:lnTo>
                  <a:lnTo>
                    <a:pt x="49787" y="286146"/>
                  </a:lnTo>
                  <a:lnTo>
                    <a:pt x="53608" y="289797"/>
                  </a:lnTo>
                  <a:lnTo>
                    <a:pt x="57543" y="293325"/>
                  </a:lnTo>
                  <a:lnTo>
                    <a:pt x="61587" y="296727"/>
                  </a:lnTo>
                  <a:lnTo>
                    <a:pt x="65737" y="300000"/>
                  </a:lnTo>
                  <a:lnTo>
                    <a:pt x="69988" y="303139"/>
                  </a:lnTo>
                  <a:lnTo>
                    <a:pt x="74336" y="306143"/>
                  </a:lnTo>
                  <a:lnTo>
                    <a:pt x="78777" y="309008"/>
                  </a:lnTo>
                  <a:lnTo>
                    <a:pt x="83306" y="311731"/>
                  </a:lnTo>
                  <a:lnTo>
                    <a:pt x="87919" y="314310"/>
                  </a:lnTo>
                  <a:lnTo>
                    <a:pt x="92611" y="316741"/>
                  </a:lnTo>
                  <a:lnTo>
                    <a:pt x="97378" y="319023"/>
                  </a:lnTo>
                  <a:lnTo>
                    <a:pt x="102214" y="321153"/>
                  </a:lnTo>
                  <a:lnTo>
                    <a:pt x="107116" y="323129"/>
                  </a:lnTo>
                  <a:lnTo>
                    <a:pt x="112077" y="324950"/>
                  </a:lnTo>
                  <a:lnTo>
                    <a:pt x="117094" y="326612"/>
                  </a:lnTo>
                  <a:lnTo>
                    <a:pt x="122160" y="328115"/>
                  </a:lnTo>
                  <a:lnTo>
                    <a:pt x="127272" y="329457"/>
                  </a:lnTo>
                  <a:lnTo>
                    <a:pt x="132423" y="330637"/>
                  </a:lnTo>
                  <a:lnTo>
                    <a:pt x="137609" y="331654"/>
                  </a:lnTo>
                  <a:lnTo>
                    <a:pt x="142825" y="332506"/>
                  </a:lnTo>
                  <a:lnTo>
                    <a:pt x="148065" y="333193"/>
                  </a:lnTo>
                  <a:lnTo>
                    <a:pt x="153324" y="333714"/>
                  </a:lnTo>
                  <a:lnTo>
                    <a:pt x="158597" y="334068"/>
                  </a:lnTo>
                  <a:lnTo>
                    <a:pt x="163878" y="334255"/>
                  </a:lnTo>
                  <a:lnTo>
                    <a:pt x="169163" y="334276"/>
                  </a:lnTo>
                  <a:lnTo>
                    <a:pt x="174446" y="334129"/>
                  </a:lnTo>
                  <a:lnTo>
                    <a:pt x="179721" y="333816"/>
                  </a:lnTo>
                  <a:lnTo>
                    <a:pt x="184984" y="333335"/>
                  </a:lnTo>
                  <a:lnTo>
                    <a:pt x="190230" y="332689"/>
                  </a:lnTo>
                  <a:lnTo>
                    <a:pt x="195452" y="331877"/>
                  </a:lnTo>
                  <a:lnTo>
                    <a:pt x="200645" y="330901"/>
                  </a:lnTo>
                  <a:lnTo>
                    <a:pt x="205806" y="329761"/>
                  </a:lnTo>
                  <a:lnTo>
                    <a:pt x="210928" y="328458"/>
                  </a:lnTo>
                  <a:lnTo>
                    <a:pt x="216006" y="326994"/>
                  </a:lnTo>
                  <a:lnTo>
                    <a:pt x="221035" y="325371"/>
                  </a:lnTo>
                  <a:lnTo>
                    <a:pt x="226010" y="323589"/>
                  </a:lnTo>
                  <a:lnTo>
                    <a:pt x="230927" y="321651"/>
                  </a:lnTo>
                  <a:lnTo>
                    <a:pt x="235779" y="319558"/>
                  </a:lnTo>
                  <a:lnTo>
                    <a:pt x="240564" y="317313"/>
                  </a:lnTo>
                  <a:lnTo>
                    <a:pt x="245275" y="314918"/>
                  </a:lnTo>
                  <a:lnTo>
                    <a:pt x="249907" y="312375"/>
                  </a:lnTo>
                  <a:lnTo>
                    <a:pt x="254458" y="309687"/>
                  </a:lnTo>
                  <a:lnTo>
                    <a:pt x="258920" y="306856"/>
                  </a:lnTo>
                  <a:lnTo>
                    <a:pt x="263292" y="303886"/>
                  </a:lnTo>
                  <a:lnTo>
                    <a:pt x="267567" y="300779"/>
                  </a:lnTo>
                  <a:lnTo>
                    <a:pt x="271742" y="297539"/>
                  </a:lnTo>
                  <a:lnTo>
                    <a:pt x="275812" y="294168"/>
                  </a:lnTo>
                  <a:lnTo>
                    <a:pt x="279773" y="290670"/>
                  </a:lnTo>
                  <a:lnTo>
                    <a:pt x="283623" y="287049"/>
                  </a:lnTo>
                  <a:lnTo>
                    <a:pt x="287355" y="283308"/>
                  </a:lnTo>
                  <a:lnTo>
                    <a:pt x="290968" y="279451"/>
                  </a:lnTo>
                  <a:lnTo>
                    <a:pt x="294457" y="275481"/>
                  </a:lnTo>
                  <a:lnTo>
                    <a:pt x="297819" y="271404"/>
                  </a:lnTo>
                  <a:lnTo>
                    <a:pt x="301050" y="267222"/>
                  </a:lnTo>
                  <a:lnTo>
                    <a:pt x="304147" y="262940"/>
                  </a:lnTo>
                  <a:lnTo>
                    <a:pt x="307107" y="258562"/>
                  </a:lnTo>
                  <a:lnTo>
                    <a:pt x="309928" y="254093"/>
                  </a:lnTo>
                  <a:lnTo>
                    <a:pt x="312606" y="249537"/>
                  </a:lnTo>
                  <a:lnTo>
                    <a:pt x="315138" y="244898"/>
                  </a:lnTo>
                  <a:lnTo>
                    <a:pt x="317523" y="240182"/>
                  </a:lnTo>
                  <a:lnTo>
                    <a:pt x="319757" y="235393"/>
                  </a:lnTo>
                  <a:lnTo>
                    <a:pt x="321839" y="230535"/>
                  </a:lnTo>
                  <a:lnTo>
                    <a:pt x="323766" y="225614"/>
                  </a:lnTo>
                  <a:lnTo>
                    <a:pt x="325537" y="220635"/>
                  </a:lnTo>
                  <a:lnTo>
                    <a:pt x="327149" y="215602"/>
                  </a:lnTo>
                  <a:lnTo>
                    <a:pt x="328602" y="210521"/>
                  </a:lnTo>
                  <a:lnTo>
                    <a:pt x="329893" y="205396"/>
                  </a:lnTo>
                  <a:lnTo>
                    <a:pt x="331022" y="200233"/>
                  </a:lnTo>
                  <a:lnTo>
                    <a:pt x="331986" y="195037"/>
                  </a:lnTo>
                  <a:lnTo>
                    <a:pt x="332787" y="189813"/>
                  </a:lnTo>
                  <a:lnTo>
                    <a:pt x="333421" y="184567"/>
                  </a:lnTo>
                  <a:lnTo>
                    <a:pt x="333890" y="179303"/>
                  </a:lnTo>
                  <a:lnTo>
                    <a:pt x="334191" y="174027"/>
                  </a:lnTo>
                  <a:lnTo>
                    <a:pt x="334326" y="168744"/>
                  </a:lnTo>
                  <a:lnTo>
                    <a:pt x="334294" y="163459"/>
                  </a:lnTo>
                  <a:lnTo>
                    <a:pt x="334095" y="158178"/>
                  </a:lnTo>
                  <a:lnTo>
                    <a:pt x="333729" y="152906"/>
                  </a:lnTo>
                  <a:lnTo>
                    <a:pt x="333196" y="147648"/>
                  </a:lnTo>
                  <a:lnTo>
                    <a:pt x="332498" y="142409"/>
                  </a:lnTo>
                  <a:lnTo>
                    <a:pt x="331634" y="137196"/>
                  </a:lnTo>
                  <a:lnTo>
                    <a:pt x="330606" y="132012"/>
                  </a:lnTo>
                  <a:lnTo>
                    <a:pt x="329414" y="126863"/>
                  </a:lnTo>
                  <a:lnTo>
                    <a:pt x="328061" y="121755"/>
                  </a:lnTo>
                  <a:lnTo>
                    <a:pt x="326546" y="116691"/>
                  </a:lnTo>
                  <a:lnTo>
                    <a:pt x="324873" y="111679"/>
                  </a:lnTo>
                  <a:lnTo>
                    <a:pt x="323041" y="106721"/>
                  </a:lnTo>
                  <a:lnTo>
                    <a:pt x="321054" y="101824"/>
                  </a:lnTo>
                  <a:lnTo>
                    <a:pt x="318913" y="96993"/>
                  </a:lnTo>
                  <a:lnTo>
                    <a:pt x="316621" y="92231"/>
                  </a:lnTo>
                  <a:lnTo>
                    <a:pt x="314179" y="87544"/>
                  </a:lnTo>
                  <a:lnTo>
                    <a:pt x="311590" y="82937"/>
                  </a:lnTo>
                  <a:lnTo>
                    <a:pt x="308857" y="78414"/>
                  </a:lnTo>
                  <a:lnTo>
                    <a:pt x="305982" y="73979"/>
                  </a:lnTo>
                  <a:lnTo>
                    <a:pt x="302968" y="69638"/>
                  </a:lnTo>
                  <a:lnTo>
                    <a:pt x="299819" y="65394"/>
                  </a:lnTo>
                  <a:lnTo>
                    <a:pt x="296537" y="61252"/>
                  </a:lnTo>
                  <a:lnTo>
                    <a:pt x="293126" y="57215"/>
                  </a:lnTo>
                  <a:lnTo>
                    <a:pt x="289589" y="53288"/>
                  </a:lnTo>
                  <a:lnTo>
                    <a:pt x="285930" y="49476"/>
                  </a:lnTo>
                  <a:lnTo>
                    <a:pt x="282152" y="45780"/>
                  </a:lnTo>
                  <a:lnTo>
                    <a:pt x="278259" y="42206"/>
                  </a:lnTo>
                  <a:lnTo>
                    <a:pt x="274255" y="38757"/>
                  </a:lnTo>
                  <a:lnTo>
                    <a:pt x="270144" y="35436"/>
                  </a:lnTo>
                  <a:lnTo>
                    <a:pt x="265930" y="32247"/>
                  </a:lnTo>
                  <a:lnTo>
                    <a:pt x="261617" y="29192"/>
                  </a:lnTo>
                  <a:lnTo>
                    <a:pt x="257210" y="26276"/>
                  </a:lnTo>
                  <a:lnTo>
                    <a:pt x="252713" y="23500"/>
                  </a:lnTo>
                  <a:lnTo>
                    <a:pt x="248130" y="20868"/>
                  </a:lnTo>
                  <a:lnTo>
                    <a:pt x="243467" y="18381"/>
                  </a:lnTo>
                  <a:lnTo>
                    <a:pt x="238727" y="16044"/>
                  </a:lnTo>
                  <a:lnTo>
                    <a:pt x="233916" y="13857"/>
                  </a:lnTo>
                  <a:lnTo>
                    <a:pt x="229038" y="11824"/>
                  </a:lnTo>
                  <a:lnTo>
                    <a:pt x="224098" y="9946"/>
                  </a:lnTo>
                  <a:lnTo>
                    <a:pt x="219101" y="8225"/>
                  </a:lnTo>
                  <a:lnTo>
                    <a:pt x="214053" y="6663"/>
                  </a:lnTo>
                  <a:lnTo>
                    <a:pt x="167167" y="167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46886" cy="167167"/>
            </a:xfrm>
            <a:custGeom>
              <a:avLst/>
              <a:pathLst>
                <a:path w="46886" h="167167">
                  <a:moveTo>
                    <a:pt x="46886" y="6709"/>
                  </a:moveTo>
                  <a:lnTo>
                    <a:pt x="41155" y="5145"/>
                  </a:lnTo>
                  <a:lnTo>
                    <a:pt x="35373" y="3785"/>
                  </a:lnTo>
                  <a:lnTo>
                    <a:pt x="29546" y="2631"/>
                  </a:lnTo>
                  <a:lnTo>
                    <a:pt x="23681" y="1685"/>
                  </a:lnTo>
                  <a:lnTo>
                    <a:pt x="17787" y="949"/>
                  </a:lnTo>
                  <a:lnTo>
                    <a:pt x="11870" y="422"/>
                  </a:lnTo>
                  <a:lnTo>
                    <a:pt x="5939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5722" y="5399291"/>
              <a:ext cx="47821" cy="167167"/>
            </a:xfrm>
            <a:custGeom>
              <a:avLst/>
              <a:pathLst>
                <a:path w="47821" h="167167">
                  <a:moveTo>
                    <a:pt x="47821" y="0"/>
                  </a:moveTo>
                  <a:lnTo>
                    <a:pt x="41760" y="109"/>
                  </a:lnTo>
                  <a:lnTo>
                    <a:pt x="35707" y="439"/>
                  </a:lnTo>
                  <a:lnTo>
                    <a:pt x="29670" y="988"/>
                  </a:lnTo>
                  <a:lnTo>
                    <a:pt x="23656" y="1755"/>
                  </a:lnTo>
                  <a:lnTo>
                    <a:pt x="17675" y="2740"/>
                  </a:lnTo>
                  <a:lnTo>
                    <a:pt x="11733" y="3941"/>
                  </a:lnTo>
                  <a:lnTo>
                    <a:pt x="5839" y="5357"/>
                  </a:lnTo>
                  <a:lnTo>
                    <a:pt x="0" y="6986"/>
                  </a:lnTo>
                  <a:lnTo>
                    <a:pt x="478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5722" y="5406277"/>
              <a:ext cx="47821" cy="160181"/>
            </a:xfrm>
            <a:custGeom>
              <a:avLst/>
              <a:pathLst>
                <a:path w="47821" h="160181">
                  <a:moveTo>
                    <a:pt x="0" y="0"/>
                  </a:moveTo>
                  <a:lnTo>
                    <a:pt x="47821" y="1601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5722" y="5406277"/>
              <a:ext cx="47821" cy="160181"/>
            </a:xfrm>
            <a:custGeom>
              <a:avLst/>
              <a:pathLst>
                <a:path w="47821" h="160181">
                  <a:moveTo>
                    <a:pt x="0" y="0"/>
                  </a:moveTo>
                  <a:lnTo>
                    <a:pt x="47821" y="1601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5722" y="5406277"/>
              <a:ext cx="47821" cy="160181"/>
            </a:xfrm>
            <a:custGeom>
              <a:avLst/>
              <a:pathLst>
                <a:path w="47821" h="160181">
                  <a:moveTo>
                    <a:pt x="0" y="0"/>
                  </a:moveTo>
                  <a:lnTo>
                    <a:pt x="47821" y="1601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5722" y="5406277"/>
              <a:ext cx="47821" cy="160181"/>
            </a:xfrm>
            <a:custGeom>
              <a:avLst/>
              <a:pathLst>
                <a:path w="47821" h="160181">
                  <a:moveTo>
                    <a:pt x="0" y="0"/>
                  </a:moveTo>
                  <a:lnTo>
                    <a:pt x="47821" y="1601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5722" y="5406277"/>
              <a:ext cx="47821" cy="160181"/>
            </a:xfrm>
            <a:custGeom>
              <a:avLst/>
              <a:pathLst>
                <a:path w="47821" h="160181">
                  <a:moveTo>
                    <a:pt x="0" y="0"/>
                  </a:moveTo>
                  <a:lnTo>
                    <a:pt x="47821" y="1601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78" y="5406277"/>
              <a:ext cx="167165" cy="321421"/>
            </a:xfrm>
            <a:custGeom>
              <a:avLst/>
              <a:pathLst>
                <a:path w="167165" h="321421">
                  <a:moveTo>
                    <a:pt x="119344" y="0"/>
                  </a:moveTo>
                  <a:lnTo>
                    <a:pt x="114259" y="1607"/>
                  </a:lnTo>
                  <a:lnTo>
                    <a:pt x="109227" y="3375"/>
                  </a:lnTo>
                  <a:lnTo>
                    <a:pt x="104254" y="5303"/>
                  </a:lnTo>
                  <a:lnTo>
                    <a:pt x="99346" y="7389"/>
                  </a:lnTo>
                  <a:lnTo>
                    <a:pt x="94506" y="9630"/>
                  </a:lnTo>
                  <a:lnTo>
                    <a:pt x="89740" y="12025"/>
                  </a:lnTo>
                  <a:lnTo>
                    <a:pt x="85053" y="14570"/>
                  </a:lnTo>
                  <a:lnTo>
                    <a:pt x="80450" y="17263"/>
                  </a:lnTo>
                  <a:lnTo>
                    <a:pt x="75935" y="20102"/>
                  </a:lnTo>
                  <a:lnTo>
                    <a:pt x="71513" y="23084"/>
                  </a:lnTo>
                  <a:lnTo>
                    <a:pt x="67188" y="26205"/>
                  </a:lnTo>
                  <a:lnTo>
                    <a:pt x="62965" y="29463"/>
                  </a:lnTo>
                  <a:lnTo>
                    <a:pt x="58848" y="32853"/>
                  </a:lnTo>
                  <a:lnTo>
                    <a:pt x="54842" y="36373"/>
                  </a:lnTo>
                  <a:lnTo>
                    <a:pt x="50949" y="40019"/>
                  </a:lnTo>
                  <a:lnTo>
                    <a:pt x="47175" y="43788"/>
                  </a:lnTo>
                  <a:lnTo>
                    <a:pt x="43523" y="47675"/>
                  </a:lnTo>
                  <a:lnTo>
                    <a:pt x="39997" y="51676"/>
                  </a:lnTo>
                  <a:lnTo>
                    <a:pt x="36601" y="55788"/>
                  </a:lnTo>
                  <a:lnTo>
                    <a:pt x="33337" y="60007"/>
                  </a:lnTo>
                  <a:lnTo>
                    <a:pt x="30209" y="64327"/>
                  </a:lnTo>
                  <a:lnTo>
                    <a:pt x="27221" y="68745"/>
                  </a:lnTo>
                  <a:lnTo>
                    <a:pt x="24376" y="73255"/>
                  </a:lnTo>
                  <a:lnTo>
                    <a:pt x="21675" y="77855"/>
                  </a:lnTo>
                  <a:lnTo>
                    <a:pt x="19123" y="82538"/>
                  </a:lnTo>
                  <a:lnTo>
                    <a:pt x="16722" y="87300"/>
                  </a:lnTo>
                  <a:lnTo>
                    <a:pt x="14473" y="92136"/>
                  </a:lnTo>
                  <a:lnTo>
                    <a:pt x="12380" y="97042"/>
                  </a:lnTo>
                  <a:lnTo>
                    <a:pt x="10445" y="102012"/>
                  </a:lnTo>
                  <a:lnTo>
                    <a:pt x="8669" y="107041"/>
                  </a:lnTo>
                  <a:lnTo>
                    <a:pt x="7054" y="112124"/>
                  </a:lnTo>
                  <a:lnTo>
                    <a:pt x="5603" y="117256"/>
                  </a:lnTo>
                  <a:lnTo>
                    <a:pt x="4316" y="122432"/>
                  </a:lnTo>
                  <a:lnTo>
                    <a:pt x="3194" y="127646"/>
                  </a:lnTo>
                  <a:lnTo>
                    <a:pt x="2240" y="132893"/>
                  </a:lnTo>
                  <a:lnTo>
                    <a:pt x="1454" y="138168"/>
                  </a:lnTo>
                  <a:lnTo>
                    <a:pt x="836" y="143466"/>
                  </a:lnTo>
                  <a:lnTo>
                    <a:pt x="387" y="148780"/>
                  </a:lnTo>
                  <a:lnTo>
                    <a:pt x="108" y="154106"/>
                  </a:lnTo>
                  <a:lnTo>
                    <a:pt x="0" y="159439"/>
                  </a:lnTo>
                  <a:lnTo>
                    <a:pt x="61" y="164772"/>
                  </a:lnTo>
                  <a:lnTo>
                    <a:pt x="292" y="170100"/>
                  </a:lnTo>
                  <a:lnTo>
                    <a:pt x="694" y="175418"/>
                  </a:lnTo>
                  <a:lnTo>
                    <a:pt x="1265" y="180721"/>
                  </a:lnTo>
                  <a:lnTo>
                    <a:pt x="2004" y="186003"/>
                  </a:lnTo>
                  <a:lnTo>
                    <a:pt x="2912" y="191259"/>
                  </a:lnTo>
                  <a:lnTo>
                    <a:pt x="3987" y="196482"/>
                  </a:lnTo>
                  <a:lnTo>
                    <a:pt x="5228" y="201669"/>
                  </a:lnTo>
                  <a:lnTo>
                    <a:pt x="6634" y="206814"/>
                  </a:lnTo>
                  <a:lnTo>
                    <a:pt x="8203" y="211912"/>
                  </a:lnTo>
                  <a:lnTo>
                    <a:pt x="9934" y="216956"/>
                  </a:lnTo>
                  <a:lnTo>
                    <a:pt x="11826" y="221943"/>
                  </a:lnTo>
                  <a:lnTo>
                    <a:pt x="13875" y="226867"/>
                  </a:lnTo>
                  <a:lnTo>
                    <a:pt x="16080" y="231723"/>
                  </a:lnTo>
                  <a:lnTo>
                    <a:pt x="18439" y="236506"/>
                  </a:lnTo>
                  <a:lnTo>
                    <a:pt x="20950" y="241212"/>
                  </a:lnTo>
                  <a:lnTo>
                    <a:pt x="23609" y="245835"/>
                  </a:lnTo>
                  <a:lnTo>
                    <a:pt x="26415" y="250371"/>
                  </a:lnTo>
                  <a:lnTo>
                    <a:pt x="29363" y="254815"/>
                  </a:lnTo>
                  <a:lnTo>
                    <a:pt x="32452" y="259163"/>
                  </a:lnTo>
                  <a:lnTo>
                    <a:pt x="35679" y="263410"/>
                  </a:lnTo>
                  <a:lnTo>
                    <a:pt x="39039" y="267552"/>
                  </a:lnTo>
                  <a:lnTo>
                    <a:pt x="42529" y="271584"/>
                  </a:lnTo>
                  <a:lnTo>
                    <a:pt x="46146" y="275504"/>
                  </a:lnTo>
                  <a:lnTo>
                    <a:pt x="49887" y="279306"/>
                  </a:lnTo>
                  <a:lnTo>
                    <a:pt x="53747" y="282986"/>
                  </a:lnTo>
                  <a:lnTo>
                    <a:pt x="57722" y="286542"/>
                  </a:lnTo>
                  <a:lnTo>
                    <a:pt x="61808" y="289969"/>
                  </a:lnTo>
                  <a:lnTo>
                    <a:pt x="66002" y="293264"/>
                  </a:lnTo>
                  <a:lnTo>
                    <a:pt x="70299" y="296423"/>
                  </a:lnTo>
                  <a:lnTo>
                    <a:pt x="74695" y="299444"/>
                  </a:lnTo>
                  <a:lnTo>
                    <a:pt x="79184" y="302323"/>
                  </a:lnTo>
                  <a:lnTo>
                    <a:pt x="83764" y="305057"/>
                  </a:lnTo>
                  <a:lnTo>
                    <a:pt x="88428" y="307644"/>
                  </a:lnTo>
                  <a:lnTo>
                    <a:pt x="93172" y="310081"/>
                  </a:lnTo>
                  <a:lnTo>
                    <a:pt x="97991" y="312365"/>
                  </a:lnTo>
                  <a:lnTo>
                    <a:pt x="102881" y="314494"/>
                  </a:lnTo>
                  <a:lnTo>
                    <a:pt x="107837" y="316466"/>
                  </a:lnTo>
                  <a:lnTo>
                    <a:pt x="112852" y="318279"/>
                  </a:lnTo>
                  <a:lnTo>
                    <a:pt x="117923" y="319931"/>
                  </a:lnTo>
                  <a:lnTo>
                    <a:pt x="123045" y="321421"/>
                  </a:lnTo>
                  <a:lnTo>
                    <a:pt x="167165" y="1601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79423" y="5399291"/>
              <a:ext cx="211280" cy="334322"/>
            </a:xfrm>
            <a:custGeom>
              <a:avLst/>
              <a:pathLst>
                <a:path w="211280" h="334322">
                  <a:moveTo>
                    <a:pt x="0" y="328407"/>
                  </a:moveTo>
                  <a:lnTo>
                    <a:pt x="5158" y="329730"/>
                  </a:lnTo>
                  <a:lnTo>
                    <a:pt x="10355" y="330889"/>
                  </a:lnTo>
                  <a:lnTo>
                    <a:pt x="15587" y="331881"/>
                  </a:lnTo>
                  <a:lnTo>
                    <a:pt x="20848" y="332707"/>
                  </a:lnTo>
                  <a:lnTo>
                    <a:pt x="26133" y="333364"/>
                  </a:lnTo>
                  <a:lnTo>
                    <a:pt x="31435" y="333852"/>
                  </a:lnTo>
                  <a:lnTo>
                    <a:pt x="36751" y="334172"/>
                  </a:lnTo>
                  <a:lnTo>
                    <a:pt x="42074" y="334322"/>
                  </a:lnTo>
                  <a:lnTo>
                    <a:pt x="47399" y="334302"/>
                  </a:lnTo>
                  <a:lnTo>
                    <a:pt x="52721" y="334113"/>
                  </a:lnTo>
                  <a:lnTo>
                    <a:pt x="58034" y="333754"/>
                  </a:lnTo>
                  <a:lnTo>
                    <a:pt x="63333" y="333227"/>
                  </a:lnTo>
                  <a:lnTo>
                    <a:pt x="68613" y="332530"/>
                  </a:lnTo>
                  <a:lnTo>
                    <a:pt x="73867" y="331666"/>
                  </a:lnTo>
                  <a:lnTo>
                    <a:pt x="79092" y="330635"/>
                  </a:lnTo>
                  <a:lnTo>
                    <a:pt x="84281" y="329439"/>
                  </a:lnTo>
                  <a:lnTo>
                    <a:pt x="89429" y="328077"/>
                  </a:lnTo>
                  <a:lnTo>
                    <a:pt x="94531" y="326552"/>
                  </a:lnTo>
                  <a:lnTo>
                    <a:pt x="99582" y="324866"/>
                  </a:lnTo>
                  <a:lnTo>
                    <a:pt x="104577" y="323019"/>
                  </a:lnTo>
                  <a:lnTo>
                    <a:pt x="109511" y="321014"/>
                  </a:lnTo>
                  <a:lnTo>
                    <a:pt x="114378" y="318854"/>
                  </a:lnTo>
                  <a:lnTo>
                    <a:pt x="119173" y="316539"/>
                  </a:lnTo>
                  <a:lnTo>
                    <a:pt x="123893" y="314072"/>
                  </a:lnTo>
                  <a:lnTo>
                    <a:pt x="128532" y="311457"/>
                  </a:lnTo>
                  <a:lnTo>
                    <a:pt x="133085" y="308695"/>
                  </a:lnTo>
                  <a:lnTo>
                    <a:pt x="137548" y="305790"/>
                  </a:lnTo>
                  <a:lnTo>
                    <a:pt x="141916" y="302744"/>
                  </a:lnTo>
                  <a:lnTo>
                    <a:pt x="146184" y="299560"/>
                  </a:lnTo>
                  <a:lnTo>
                    <a:pt x="150349" y="296242"/>
                  </a:lnTo>
                  <a:lnTo>
                    <a:pt x="154407" y="292793"/>
                  </a:lnTo>
                  <a:lnTo>
                    <a:pt x="158352" y="289216"/>
                  </a:lnTo>
                  <a:lnTo>
                    <a:pt x="162182" y="285516"/>
                  </a:lnTo>
                  <a:lnTo>
                    <a:pt x="165891" y="281695"/>
                  </a:lnTo>
                  <a:lnTo>
                    <a:pt x="169477" y="277759"/>
                  </a:lnTo>
                  <a:lnTo>
                    <a:pt x="172936" y="273710"/>
                  </a:lnTo>
                  <a:lnTo>
                    <a:pt x="176264" y="269553"/>
                  </a:lnTo>
                  <a:lnTo>
                    <a:pt x="179459" y="265292"/>
                  </a:lnTo>
                  <a:lnTo>
                    <a:pt x="182515" y="260931"/>
                  </a:lnTo>
                  <a:lnTo>
                    <a:pt x="185432" y="256476"/>
                  </a:lnTo>
                  <a:lnTo>
                    <a:pt x="188205" y="251929"/>
                  </a:lnTo>
                  <a:lnTo>
                    <a:pt x="190831" y="247297"/>
                  </a:lnTo>
                  <a:lnTo>
                    <a:pt x="193309" y="242583"/>
                  </a:lnTo>
                  <a:lnTo>
                    <a:pt x="195635" y="237793"/>
                  </a:lnTo>
                  <a:lnTo>
                    <a:pt x="197808" y="232931"/>
                  </a:lnTo>
                  <a:lnTo>
                    <a:pt x="199825" y="228003"/>
                  </a:lnTo>
                  <a:lnTo>
                    <a:pt x="201684" y="223012"/>
                  </a:lnTo>
                  <a:lnTo>
                    <a:pt x="203382" y="217965"/>
                  </a:lnTo>
                  <a:lnTo>
                    <a:pt x="204920" y="212867"/>
                  </a:lnTo>
                  <a:lnTo>
                    <a:pt x="206294" y="207722"/>
                  </a:lnTo>
                  <a:lnTo>
                    <a:pt x="207503" y="202536"/>
                  </a:lnTo>
                  <a:lnTo>
                    <a:pt x="208547" y="197314"/>
                  </a:lnTo>
                  <a:lnTo>
                    <a:pt x="209424" y="192062"/>
                  </a:lnTo>
                  <a:lnTo>
                    <a:pt x="210133" y="186784"/>
                  </a:lnTo>
                  <a:lnTo>
                    <a:pt x="210673" y="181486"/>
                  </a:lnTo>
                  <a:lnTo>
                    <a:pt x="211045" y="176174"/>
                  </a:lnTo>
                  <a:lnTo>
                    <a:pt x="211247" y="170852"/>
                  </a:lnTo>
                  <a:lnTo>
                    <a:pt x="211280" y="165527"/>
                  </a:lnTo>
                  <a:lnTo>
                    <a:pt x="211142" y="160204"/>
                  </a:lnTo>
                  <a:lnTo>
                    <a:pt x="210836" y="154887"/>
                  </a:lnTo>
                  <a:lnTo>
                    <a:pt x="210360" y="149584"/>
                  </a:lnTo>
                  <a:lnTo>
                    <a:pt x="209716" y="144297"/>
                  </a:lnTo>
                  <a:lnTo>
                    <a:pt x="208903" y="139035"/>
                  </a:lnTo>
                  <a:lnTo>
                    <a:pt x="207924" y="133800"/>
                  </a:lnTo>
                  <a:lnTo>
                    <a:pt x="206778" y="128600"/>
                  </a:lnTo>
                  <a:lnTo>
                    <a:pt x="205467" y="123439"/>
                  </a:lnTo>
                  <a:lnTo>
                    <a:pt x="203992" y="118322"/>
                  </a:lnTo>
                  <a:lnTo>
                    <a:pt x="202355" y="113254"/>
                  </a:lnTo>
                  <a:lnTo>
                    <a:pt x="200558" y="108242"/>
                  </a:lnTo>
                  <a:lnTo>
                    <a:pt x="198602" y="103289"/>
                  </a:lnTo>
                  <a:lnTo>
                    <a:pt x="196489" y="98401"/>
                  </a:lnTo>
                  <a:lnTo>
                    <a:pt x="194221" y="93582"/>
                  </a:lnTo>
                  <a:lnTo>
                    <a:pt x="191801" y="88839"/>
                  </a:lnTo>
                  <a:lnTo>
                    <a:pt x="189231" y="84175"/>
                  </a:lnTo>
                  <a:lnTo>
                    <a:pt x="186514" y="79595"/>
                  </a:lnTo>
                  <a:lnTo>
                    <a:pt x="183653" y="75104"/>
                  </a:lnTo>
                  <a:lnTo>
                    <a:pt x="180649" y="70706"/>
                  </a:lnTo>
                  <a:lnTo>
                    <a:pt x="177508" y="66406"/>
                  </a:lnTo>
                  <a:lnTo>
                    <a:pt x="174231" y="62209"/>
                  </a:lnTo>
                  <a:lnTo>
                    <a:pt x="170822" y="58118"/>
                  </a:lnTo>
                  <a:lnTo>
                    <a:pt x="167284" y="54138"/>
                  </a:lnTo>
                  <a:lnTo>
                    <a:pt x="163621" y="50272"/>
                  </a:lnTo>
                  <a:lnTo>
                    <a:pt x="159837" y="46525"/>
                  </a:lnTo>
                  <a:lnTo>
                    <a:pt x="155936" y="42900"/>
                  </a:lnTo>
                  <a:lnTo>
                    <a:pt x="151921" y="39402"/>
                  </a:lnTo>
                  <a:lnTo>
                    <a:pt x="147797" y="36033"/>
                  </a:lnTo>
                  <a:lnTo>
                    <a:pt x="143568" y="32797"/>
                  </a:lnTo>
                  <a:lnTo>
                    <a:pt x="139237" y="29698"/>
                  </a:lnTo>
                  <a:lnTo>
                    <a:pt x="134810" y="26738"/>
                  </a:lnTo>
                  <a:lnTo>
                    <a:pt x="130292" y="23921"/>
                  </a:lnTo>
                  <a:lnTo>
                    <a:pt x="125685" y="21249"/>
                  </a:lnTo>
                  <a:lnTo>
                    <a:pt x="120996" y="18725"/>
                  </a:lnTo>
                  <a:lnTo>
                    <a:pt x="116229" y="16352"/>
                  </a:lnTo>
                  <a:lnTo>
                    <a:pt x="111389" y="14131"/>
                  </a:lnTo>
                  <a:lnTo>
                    <a:pt x="106480" y="12066"/>
                  </a:lnTo>
                  <a:lnTo>
                    <a:pt x="101508" y="10159"/>
                  </a:lnTo>
                  <a:lnTo>
                    <a:pt x="96478" y="8411"/>
                  </a:lnTo>
                  <a:lnTo>
                    <a:pt x="91395" y="6823"/>
                  </a:lnTo>
                  <a:lnTo>
                    <a:pt x="86264" y="5399"/>
                  </a:lnTo>
                  <a:lnTo>
                    <a:pt x="81090" y="4139"/>
                  </a:lnTo>
                  <a:lnTo>
                    <a:pt x="75879" y="3044"/>
                  </a:lnTo>
                  <a:lnTo>
                    <a:pt x="70635" y="2116"/>
                  </a:lnTo>
                  <a:lnTo>
                    <a:pt x="65364" y="1355"/>
                  </a:lnTo>
                  <a:lnTo>
                    <a:pt x="60072" y="762"/>
                  </a:lnTo>
                  <a:lnTo>
                    <a:pt x="54764" y="339"/>
                  </a:lnTo>
                  <a:lnTo>
                    <a:pt x="49445" y="84"/>
                  </a:lnTo>
                  <a:lnTo>
                    <a:pt x="44120" y="0"/>
                  </a:lnTo>
                  <a:lnTo>
                    <a:pt x="4412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1315" y="5269756"/>
              <a:ext cx="13943" cy="167167"/>
            </a:xfrm>
            <a:custGeom>
              <a:avLst/>
              <a:pathLst>
                <a:path w="13943" h="167167">
                  <a:moveTo>
                    <a:pt x="13943" y="0"/>
                  </a:moveTo>
                  <a:lnTo>
                    <a:pt x="0" y="582"/>
                  </a:lnTo>
                  <a:lnTo>
                    <a:pt x="139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1315" y="5270338"/>
              <a:ext cx="13943" cy="166584"/>
            </a:xfrm>
            <a:custGeom>
              <a:avLst/>
              <a:pathLst>
                <a:path w="13943" h="166584">
                  <a:moveTo>
                    <a:pt x="0" y="0"/>
                  </a:moveTo>
                  <a:lnTo>
                    <a:pt x="13943" y="166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1315" y="5270338"/>
              <a:ext cx="13943" cy="166584"/>
            </a:xfrm>
            <a:custGeom>
              <a:avLst/>
              <a:pathLst>
                <a:path w="13943" h="166584">
                  <a:moveTo>
                    <a:pt x="0" y="0"/>
                  </a:moveTo>
                  <a:lnTo>
                    <a:pt x="13943" y="166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31315" y="5270338"/>
              <a:ext cx="13943" cy="166584"/>
            </a:xfrm>
            <a:custGeom>
              <a:avLst/>
              <a:pathLst>
                <a:path w="13943" h="166584">
                  <a:moveTo>
                    <a:pt x="0" y="0"/>
                  </a:moveTo>
                  <a:lnTo>
                    <a:pt x="13943" y="1665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31315" y="5270338"/>
              <a:ext cx="13943" cy="166584"/>
            </a:xfrm>
            <a:custGeom>
              <a:avLst/>
              <a:pathLst>
                <a:path w="13943" h="166584">
                  <a:moveTo>
                    <a:pt x="0" y="0"/>
                  </a:moveTo>
                  <a:lnTo>
                    <a:pt x="13943" y="1665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418949" y="5270338"/>
              <a:ext cx="126309" cy="166584"/>
            </a:xfrm>
            <a:custGeom>
              <a:avLst/>
              <a:pathLst>
                <a:path w="126309" h="166584">
                  <a:moveTo>
                    <a:pt x="112366" y="0"/>
                  </a:moveTo>
                  <a:lnTo>
                    <a:pt x="106775" y="562"/>
                  </a:lnTo>
                  <a:lnTo>
                    <a:pt x="101207" y="1312"/>
                  </a:lnTo>
                  <a:lnTo>
                    <a:pt x="95668" y="2249"/>
                  </a:lnTo>
                  <a:lnTo>
                    <a:pt x="90163" y="3372"/>
                  </a:lnTo>
                  <a:lnTo>
                    <a:pt x="84699" y="4678"/>
                  </a:lnTo>
                  <a:lnTo>
                    <a:pt x="79281" y="6168"/>
                  </a:lnTo>
                  <a:lnTo>
                    <a:pt x="73917" y="7839"/>
                  </a:lnTo>
                  <a:lnTo>
                    <a:pt x="68612" y="9689"/>
                  </a:lnTo>
                  <a:lnTo>
                    <a:pt x="63373" y="11717"/>
                  </a:lnTo>
                  <a:lnTo>
                    <a:pt x="58204" y="13919"/>
                  </a:lnTo>
                  <a:lnTo>
                    <a:pt x="53112" y="16294"/>
                  </a:lnTo>
                  <a:lnTo>
                    <a:pt x="48103" y="18839"/>
                  </a:lnTo>
                  <a:lnTo>
                    <a:pt x="43182" y="21550"/>
                  </a:lnTo>
                  <a:lnTo>
                    <a:pt x="38356" y="24425"/>
                  </a:lnTo>
                  <a:lnTo>
                    <a:pt x="33628" y="27461"/>
                  </a:lnTo>
                  <a:lnTo>
                    <a:pt x="29005" y="30654"/>
                  </a:lnTo>
                  <a:lnTo>
                    <a:pt x="24493" y="34001"/>
                  </a:lnTo>
                  <a:lnTo>
                    <a:pt x="20095" y="37497"/>
                  </a:lnTo>
                  <a:lnTo>
                    <a:pt x="15817" y="41139"/>
                  </a:lnTo>
                  <a:lnTo>
                    <a:pt x="11664" y="44923"/>
                  </a:lnTo>
                  <a:lnTo>
                    <a:pt x="7640" y="48844"/>
                  </a:lnTo>
                  <a:lnTo>
                    <a:pt x="3751" y="52899"/>
                  </a:lnTo>
                  <a:lnTo>
                    <a:pt x="0" y="57081"/>
                  </a:lnTo>
                  <a:lnTo>
                    <a:pt x="126309" y="1665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111" y="5269756"/>
              <a:ext cx="334293" cy="334334"/>
            </a:xfrm>
            <a:custGeom>
              <a:avLst/>
              <a:pathLst>
                <a:path w="334293" h="334334">
                  <a:moveTo>
                    <a:pt x="40837" y="57664"/>
                  </a:moveTo>
                  <a:lnTo>
                    <a:pt x="37426" y="61727"/>
                  </a:lnTo>
                  <a:lnTo>
                    <a:pt x="34146" y="65896"/>
                  </a:lnTo>
                  <a:lnTo>
                    <a:pt x="31000" y="70167"/>
                  </a:lnTo>
                  <a:lnTo>
                    <a:pt x="27991" y="74535"/>
                  </a:lnTo>
                  <a:lnTo>
                    <a:pt x="25122" y="78997"/>
                  </a:lnTo>
                  <a:lnTo>
                    <a:pt x="22395" y="83548"/>
                  </a:lnTo>
                  <a:lnTo>
                    <a:pt x="19815" y="88183"/>
                  </a:lnTo>
                  <a:lnTo>
                    <a:pt x="17383" y="92898"/>
                  </a:lnTo>
                  <a:lnTo>
                    <a:pt x="15102" y="97687"/>
                  </a:lnTo>
                  <a:lnTo>
                    <a:pt x="12974" y="102546"/>
                  </a:lnTo>
                  <a:lnTo>
                    <a:pt x="11001" y="107470"/>
                  </a:lnTo>
                  <a:lnTo>
                    <a:pt x="9186" y="112455"/>
                  </a:lnTo>
                  <a:lnTo>
                    <a:pt x="7529" y="117494"/>
                  </a:lnTo>
                  <a:lnTo>
                    <a:pt x="6034" y="122584"/>
                  </a:lnTo>
                  <a:lnTo>
                    <a:pt x="4700" y="127718"/>
                  </a:lnTo>
                  <a:lnTo>
                    <a:pt x="3530" y="132893"/>
                  </a:lnTo>
                  <a:lnTo>
                    <a:pt x="2525" y="138101"/>
                  </a:lnTo>
                  <a:lnTo>
                    <a:pt x="1686" y="143339"/>
                  </a:lnTo>
                  <a:lnTo>
                    <a:pt x="1013" y="148601"/>
                  </a:lnTo>
                  <a:lnTo>
                    <a:pt x="508" y="153882"/>
                  </a:lnTo>
                  <a:lnTo>
                    <a:pt x="170" y="159176"/>
                  </a:lnTo>
                  <a:lnTo>
                    <a:pt x="1" y="164478"/>
                  </a:lnTo>
                  <a:lnTo>
                    <a:pt x="0" y="169783"/>
                  </a:lnTo>
                  <a:lnTo>
                    <a:pt x="167" y="175085"/>
                  </a:lnTo>
                  <a:lnTo>
                    <a:pt x="502" y="180379"/>
                  </a:lnTo>
                  <a:lnTo>
                    <a:pt x="1005" y="185660"/>
                  </a:lnTo>
                  <a:lnTo>
                    <a:pt x="1676" y="190922"/>
                  </a:lnTo>
                  <a:lnTo>
                    <a:pt x="2513" y="196161"/>
                  </a:lnTo>
                  <a:lnTo>
                    <a:pt x="3515" y="201370"/>
                  </a:lnTo>
                  <a:lnTo>
                    <a:pt x="4683" y="206545"/>
                  </a:lnTo>
                  <a:lnTo>
                    <a:pt x="6014" y="211680"/>
                  </a:lnTo>
                  <a:lnTo>
                    <a:pt x="7508" y="216770"/>
                  </a:lnTo>
                  <a:lnTo>
                    <a:pt x="9162" y="221810"/>
                  </a:lnTo>
                  <a:lnTo>
                    <a:pt x="10975" y="226795"/>
                  </a:lnTo>
                  <a:lnTo>
                    <a:pt x="12946" y="231720"/>
                  </a:lnTo>
                  <a:lnTo>
                    <a:pt x="15072" y="236581"/>
                  </a:lnTo>
                  <a:lnTo>
                    <a:pt x="17351" y="241371"/>
                  </a:lnTo>
                  <a:lnTo>
                    <a:pt x="19781" y="246087"/>
                  </a:lnTo>
                  <a:lnTo>
                    <a:pt x="22359" y="250723"/>
                  </a:lnTo>
                  <a:lnTo>
                    <a:pt x="25083" y="255275"/>
                  </a:lnTo>
                  <a:lnTo>
                    <a:pt x="27950" y="259738"/>
                  </a:lnTo>
                  <a:lnTo>
                    <a:pt x="30958" y="264108"/>
                  </a:lnTo>
                  <a:lnTo>
                    <a:pt x="34102" y="268380"/>
                  </a:lnTo>
                  <a:lnTo>
                    <a:pt x="37380" y="272551"/>
                  </a:lnTo>
                  <a:lnTo>
                    <a:pt x="40789" y="276615"/>
                  </a:lnTo>
                  <a:lnTo>
                    <a:pt x="44326" y="280569"/>
                  </a:lnTo>
                  <a:lnTo>
                    <a:pt x="47986" y="284409"/>
                  </a:lnTo>
                  <a:lnTo>
                    <a:pt x="51766" y="288131"/>
                  </a:lnTo>
                  <a:lnTo>
                    <a:pt x="55662" y="291731"/>
                  </a:lnTo>
                  <a:lnTo>
                    <a:pt x="59671" y="295206"/>
                  </a:lnTo>
                  <a:lnTo>
                    <a:pt x="63787" y="298551"/>
                  </a:lnTo>
                  <a:lnTo>
                    <a:pt x="68008" y="301765"/>
                  </a:lnTo>
                  <a:lnTo>
                    <a:pt x="72329" y="304842"/>
                  </a:lnTo>
                  <a:lnTo>
                    <a:pt x="76745" y="307782"/>
                  </a:lnTo>
                  <a:lnTo>
                    <a:pt x="81252" y="310579"/>
                  </a:lnTo>
                  <a:lnTo>
                    <a:pt x="85846" y="313232"/>
                  </a:lnTo>
                  <a:lnTo>
                    <a:pt x="90521" y="315738"/>
                  </a:lnTo>
                  <a:lnTo>
                    <a:pt x="95274" y="318095"/>
                  </a:lnTo>
                  <a:lnTo>
                    <a:pt x="100099" y="320299"/>
                  </a:lnTo>
                  <a:lnTo>
                    <a:pt x="104991" y="322350"/>
                  </a:lnTo>
                  <a:lnTo>
                    <a:pt x="109946" y="324244"/>
                  </a:lnTo>
                  <a:lnTo>
                    <a:pt x="114959" y="325980"/>
                  </a:lnTo>
                  <a:lnTo>
                    <a:pt x="120025" y="327555"/>
                  </a:lnTo>
                  <a:lnTo>
                    <a:pt x="125137" y="328970"/>
                  </a:lnTo>
                  <a:lnTo>
                    <a:pt x="130292" y="330221"/>
                  </a:lnTo>
                  <a:lnTo>
                    <a:pt x="135485" y="331309"/>
                  </a:lnTo>
                  <a:lnTo>
                    <a:pt x="140709" y="332231"/>
                  </a:lnTo>
                  <a:lnTo>
                    <a:pt x="145959" y="332986"/>
                  </a:lnTo>
                  <a:lnTo>
                    <a:pt x="151231" y="333575"/>
                  </a:lnTo>
                  <a:lnTo>
                    <a:pt x="156519" y="333996"/>
                  </a:lnTo>
                  <a:lnTo>
                    <a:pt x="161818" y="334249"/>
                  </a:lnTo>
                  <a:lnTo>
                    <a:pt x="167122" y="334334"/>
                  </a:lnTo>
                  <a:lnTo>
                    <a:pt x="172426" y="334251"/>
                  </a:lnTo>
                  <a:lnTo>
                    <a:pt x="177725" y="333999"/>
                  </a:lnTo>
                  <a:lnTo>
                    <a:pt x="183013" y="333580"/>
                  </a:lnTo>
                  <a:lnTo>
                    <a:pt x="188285" y="332992"/>
                  </a:lnTo>
                  <a:lnTo>
                    <a:pt x="193536" y="332238"/>
                  </a:lnTo>
                  <a:lnTo>
                    <a:pt x="198761" y="331318"/>
                  </a:lnTo>
                  <a:lnTo>
                    <a:pt x="203953" y="330232"/>
                  </a:lnTo>
                  <a:lnTo>
                    <a:pt x="209109" y="328982"/>
                  </a:lnTo>
                  <a:lnTo>
                    <a:pt x="214222" y="327569"/>
                  </a:lnTo>
                  <a:lnTo>
                    <a:pt x="219288" y="325995"/>
                  </a:lnTo>
                  <a:lnTo>
                    <a:pt x="224301" y="324260"/>
                  </a:lnTo>
                  <a:lnTo>
                    <a:pt x="229257" y="322368"/>
                  </a:lnTo>
                  <a:lnTo>
                    <a:pt x="234150" y="320319"/>
                  </a:lnTo>
                  <a:lnTo>
                    <a:pt x="238975" y="318116"/>
                  </a:lnTo>
                  <a:lnTo>
                    <a:pt x="243729" y="315761"/>
                  </a:lnTo>
                  <a:lnTo>
                    <a:pt x="248405" y="313256"/>
                  </a:lnTo>
                  <a:lnTo>
                    <a:pt x="252999" y="310604"/>
                  </a:lnTo>
                  <a:lnTo>
                    <a:pt x="257507" y="307808"/>
                  </a:lnTo>
                  <a:lnTo>
                    <a:pt x="261924" y="304870"/>
                  </a:lnTo>
                  <a:lnTo>
                    <a:pt x="266246" y="301793"/>
                  </a:lnTo>
                  <a:lnTo>
                    <a:pt x="270467" y="298581"/>
                  </a:lnTo>
                  <a:lnTo>
                    <a:pt x="274585" y="295237"/>
                  </a:lnTo>
                  <a:lnTo>
                    <a:pt x="278595" y="291763"/>
                  </a:lnTo>
                  <a:lnTo>
                    <a:pt x="282492" y="288164"/>
                  </a:lnTo>
                  <a:lnTo>
                    <a:pt x="286273" y="284444"/>
                  </a:lnTo>
                  <a:lnTo>
                    <a:pt x="289934" y="280605"/>
                  </a:lnTo>
                  <a:lnTo>
                    <a:pt x="293472" y="276652"/>
                  </a:lnTo>
                  <a:lnTo>
                    <a:pt x="296882" y="272588"/>
                  </a:lnTo>
                  <a:lnTo>
                    <a:pt x="300162" y="268419"/>
                  </a:lnTo>
                  <a:lnTo>
                    <a:pt x="303307" y="264147"/>
                  </a:lnTo>
                  <a:lnTo>
                    <a:pt x="306316" y="259778"/>
                  </a:lnTo>
                  <a:lnTo>
                    <a:pt x="309184" y="255316"/>
                  </a:lnTo>
                  <a:lnTo>
                    <a:pt x="311910" y="250765"/>
                  </a:lnTo>
                  <a:lnTo>
                    <a:pt x="314489" y="246129"/>
                  </a:lnTo>
                  <a:lnTo>
                    <a:pt x="316920" y="241415"/>
                  </a:lnTo>
                  <a:lnTo>
                    <a:pt x="319201" y="236625"/>
                  </a:lnTo>
                  <a:lnTo>
                    <a:pt x="321328" y="231765"/>
                  </a:lnTo>
                  <a:lnTo>
                    <a:pt x="323300" y="226841"/>
                  </a:lnTo>
                  <a:lnTo>
                    <a:pt x="325115" y="221856"/>
                  </a:lnTo>
                  <a:lnTo>
                    <a:pt x="326771" y="216816"/>
                  </a:lnTo>
                  <a:lnTo>
                    <a:pt x="328266" y="211726"/>
                  </a:lnTo>
                  <a:lnTo>
                    <a:pt x="329598" y="206592"/>
                  </a:lnTo>
                  <a:lnTo>
                    <a:pt x="330768" y="201417"/>
                  </a:lnTo>
                  <a:lnTo>
                    <a:pt x="331772" y="196209"/>
                  </a:lnTo>
                  <a:lnTo>
                    <a:pt x="332611" y="190970"/>
                  </a:lnTo>
                  <a:lnTo>
                    <a:pt x="333282" y="185708"/>
                  </a:lnTo>
                  <a:lnTo>
                    <a:pt x="333787" y="180428"/>
                  </a:lnTo>
                  <a:lnTo>
                    <a:pt x="334124" y="175134"/>
                  </a:lnTo>
                  <a:lnTo>
                    <a:pt x="334293" y="169831"/>
                  </a:lnTo>
                  <a:lnTo>
                    <a:pt x="334293" y="164527"/>
                  </a:lnTo>
                  <a:lnTo>
                    <a:pt x="334125" y="159225"/>
                  </a:lnTo>
                  <a:lnTo>
                    <a:pt x="333789" y="153930"/>
                  </a:lnTo>
                  <a:lnTo>
                    <a:pt x="333285" y="148650"/>
                  </a:lnTo>
                  <a:lnTo>
                    <a:pt x="332614" y="143387"/>
                  </a:lnTo>
                  <a:lnTo>
                    <a:pt x="331776" y="138149"/>
                  </a:lnTo>
                  <a:lnTo>
                    <a:pt x="330773" y="132940"/>
                  </a:lnTo>
                  <a:lnTo>
                    <a:pt x="329604" y="127766"/>
                  </a:lnTo>
                  <a:lnTo>
                    <a:pt x="328272" y="122631"/>
                  </a:lnTo>
                  <a:lnTo>
                    <a:pt x="326778" y="117541"/>
                  </a:lnTo>
                  <a:lnTo>
                    <a:pt x="325123" y="112501"/>
                  </a:lnTo>
                  <a:lnTo>
                    <a:pt x="323309" y="107516"/>
                  </a:lnTo>
                  <a:lnTo>
                    <a:pt x="321338" y="102591"/>
                  </a:lnTo>
                  <a:lnTo>
                    <a:pt x="319211" y="97731"/>
                  </a:lnTo>
                  <a:lnTo>
                    <a:pt x="316931" y="92941"/>
                  </a:lnTo>
                  <a:lnTo>
                    <a:pt x="314501" y="88226"/>
                  </a:lnTo>
                  <a:lnTo>
                    <a:pt x="311922" y="83590"/>
                  </a:lnTo>
                  <a:lnTo>
                    <a:pt x="309197" y="79039"/>
                  </a:lnTo>
                  <a:lnTo>
                    <a:pt x="306329" y="74576"/>
                  </a:lnTo>
                  <a:lnTo>
                    <a:pt x="303321" y="70206"/>
                  </a:lnTo>
                  <a:lnTo>
                    <a:pt x="300176" y="65934"/>
                  </a:lnTo>
                  <a:lnTo>
                    <a:pt x="296897" y="61764"/>
                  </a:lnTo>
                  <a:lnTo>
                    <a:pt x="293488" y="57701"/>
                  </a:lnTo>
                  <a:lnTo>
                    <a:pt x="289951" y="53747"/>
                  </a:lnTo>
                  <a:lnTo>
                    <a:pt x="286290" y="49908"/>
                  </a:lnTo>
                  <a:lnTo>
                    <a:pt x="282509" y="46186"/>
                  </a:lnTo>
                  <a:lnTo>
                    <a:pt x="278613" y="42587"/>
                  </a:lnTo>
                  <a:lnTo>
                    <a:pt x="274604" y="39113"/>
                  </a:lnTo>
                  <a:lnTo>
                    <a:pt x="270487" y="35768"/>
                  </a:lnTo>
                  <a:lnTo>
                    <a:pt x="266265" y="32555"/>
                  </a:lnTo>
                  <a:lnTo>
                    <a:pt x="261944" y="29478"/>
                  </a:lnTo>
                  <a:lnTo>
                    <a:pt x="257528" y="26539"/>
                  </a:lnTo>
                  <a:lnTo>
                    <a:pt x="253020" y="23742"/>
                  </a:lnTo>
                  <a:lnTo>
                    <a:pt x="248426" y="21090"/>
                  </a:lnTo>
                  <a:lnTo>
                    <a:pt x="243750" y="18584"/>
                  </a:lnTo>
                  <a:lnTo>
                    <a:pt x="238997" y="16228"/>
                  </a:lnTo>
                  <a:lnTo>
                    <a:pt x="234172" y="14025"/>
                  </a:lnTo>
                  <a:lnTo>
                    <a:pt x="229279" y="11975"/>
                  </a:lnTo>
                  <a:lnTo>
                    <a:pt x="224324" y="10082"/>
                  </a:lnTo>
                  <a:lnTo>
                    <a:pt x="219311" y="8347"/>
                  </a:lnTo>
                  <a:lnTo>
                    <a:pt x="214245" y="6772"/>
                  </a:lnTo>
                  <a:lnTo>
                    <a:pt x="209132" y="5358"/>
                  </a:lnTo>
                  <a:lnTo>
                    <a:pt x="203977" y="4107"/>
                  </a:lnTo>
                  <a:lnTo>
                    <a:pt x="198785" y="3021"/>
                  </a:lnTo>
                  <a:lnTo>
                    <a:pt x="193560" y="2100"/>
                  </a:lnTo>
                  <a:lnTo>
                    <a:pt x="188310" y="1345"/>
                  </a:lnTo>
                  <a:lnTo>
                    <a:pt x="183037" y="757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1581" y="5018213"/>
              <a:ext cx="29457" cy="167167"/>
            </a:xfrm>
            <a:custGeom>
              <a:avLst/>
              <a:pathLst>
                <a:path w="29457" h="167167">
                  <a:moveTo>
                    <a:pt x="29457" y="0"/>
                  </a:moveTo>
                  <a:lnTo>
                    <a:pt x="22057" y="163"/>
                  </a:lnTo>
                  <a:lnTo>
                    <a:pt x="14670" y="655"/>
                  </a:lnTo>
                  <a:lnTo>
                    <a:pt x="7313" y="1473"/>
                  </a:lnTo>
                  <a:lnTo>
                    <a:pt x="0" y="2615"/>
                  </a:lnTo>
                  <a:lnTo>
                    <a:pt x="294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1581" y="5020829"/>
              <a:ext cx="29457" cy="164551"/>
            </a:xfrm>
            <a:custGeom>
              <a:avLst/>
              <a:pathLst>
                <a:path w="29457" h="164551">
                  <a:moveTo>
                    <a:pt x="0" y="0"/>
                  </a:moveTo>
                  <a:lnTo>
                    <a:pt x="29457" y="1645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91581" y="5020829"/>
              <a:ext cx="29457" cy="164551"/>
            </a:xfrm>
            <a:custGeom>
              <a:avLst/>
              <a:pathLst>
                <a:path w="29457" h="164551">
                  <a:moveTo>
                    <a:pt x="0" y="0"/>
                  </a:moveTo>
                  <a:lnTo>
                    <a:pt x="29457" y="1645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91581" y="5020829"/>
              <a:ext cx="29457" cy="164551"/>
            </a:xfrm>
            <a:custGeom>
              <a:avLst/>
              <a:pathLst>
                <a:path w="29457" h="164551">
                  <a:moveTo>
                    <a:pt x="0" y="0"/>
                  </a:moveTo>
                  <a:lnTo>
                    <a:pt x="29457" y="1645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4297" y="5020829"/>
              <a:ext cx="166741" cy="164551"/>
            </a:xfrm>
            <a:custGeom>
              <a:avLst/>
              <a:pathLst>
                <a:path w="166741" h="164551">
                  <a:moveTo>
                    <a:pt x="137283" y="0"/>
                  </a:moveTo>
                  <a:lnTo>
                    <a:pt x="131993" y="1035"/>
                  </a:lnTo>
                  <a:lnTo>
                    <a:pt x="126738" y="2240"/>
                  </a:lnTo>
                  <a:lnTo>
                    <a:pt x="121525" y="3615"/>
                  </a:lnTo>
                  <a:lnTo>
                    <a:pt x="116360" y="5156"/>
                  </a:lnTo>
                  <a:lnTo>
                    <a:pt x="111246" y="6864"/>
                  </a:lnTo>
                  <a:lnTo>
                    <a:pt x="106190" y="8735"/>
                  </a:lnTo>
                  <a:lnTo>
                    <a:pt x="101197" y="10769"/>
                  </a:lnTo>
                  <a:lnTo>
                    <a:pt x="96273" y="12962"/>
                  </a:lnTo>
                  <a:lnTo>
                    <a:pt x="91421" y="15313"/>
                  </a:lnTo>
                  <a:lnTo>
                    <a:pt x="86648" y="17820"/>
                  </a:lnTo>
                  <a:lnTo>
                    <a:pt x="81959" y="20478"/>
                  </a:lnTo>
                  <a:lnTo>
                    <a:pt x="77357" y="23287"/>
                  </a:lnTo>
                  <a:lnTo>
                    <a:pt x="72849" y="26243"/>
                  </a:lnTo>
                  <a:lnTo>
                    <a:pt x="68438" y="29342"/>
                  </a:lnTo>
                  <a:lnTo>
                    <a:pt x="64129" y="32582"/>
                  </a:lnTo>
                  <a:lnTo>
                    <a:pt x="59927" y="35960"/>
                  </a:lnTo>
                  <a:lnTo>
                    <a:pt x="55836" y="39471"/>
                  </a:lnTo>
                  <a:lnTo>
                    <a:pt x="51861" y="43112"/>
                  </a:lnTo>
                  <a:lnTo>
                    <a:pt x="48005" y="46880"/>
                  </a:lnTo>
                  <a:lnTo>
                    <a:pt x="44272" y="50769"/>
                  </a:lnTo>
                  <a:lnTo>
                    <a:pt x="40667" y="54778"/>
                  </a:lnTo>
                  <a:lnTo>
                    <a:pt x="37193" y="58900"/>
                  </a:lnTo>
                  <a:lnTo>
                    <a:pt x="33853" y="63132"/>
                  </a:lnTo>
                  <a:lnTo>
                    <a:pt x="30652" y="67470"/>
                  </a:lnTo>
                  <a:lnTo>
                    <a:pt x="27593" y="71909"/>
                  </a:lnTo>
                  <a:lnTo>
                    <a:pt x="24678" y="76444"/>
                  </a:lnTo>
                  <a:lnTo>
                    <a:pt x="21911" y="81070"/>
                  </a:lnTo>
                  <a:lnTo>
                    <a:pt x="19294" y="85784"/>
                  </a:lnTo>
                  <a:lnTo>
                    <a:pt x="16831" y="90579"/>
                  </a:lnTo>
                  <a:lnTo>
                    <a:pt x="14524" y="95451"/>
                  </a:lnTo>
                  <a:lnTo>
                    <a:pt x="12375" y="100396"/>
                  </a:lnTo>
                  <a:lnTo>
                    <a:pt x="10386" y="105407"/>
                  </a:lnTo>
                  <a:lnTo>
                    <a:pt x="8560" y="110479"/>
                  </a:lnTo>
                  <a:lnTo>
                    <a:pt x="6899" y="115608"/>
                  </a:lnTo>
                  <a:lnTo>
                    <a:pt x="5404" y="120787"/>
                  </a:lnTo>
                  <a:lnTo>
                    <a:pt x="4077" y="126012"/>
                  </a:lnTo>
                  <a:lnTo>
                    <a:pt x="2919" y="131277"/>
                  </a:lnTo>
                  <a:lnTo>
                    <a:pt x="1931" y="136577"/>
                  </a:lnTo>
                  <a:lnTo>
                    <a:pt x="1115" y="141906"/>
                  </a:lnTo>
                  <a:lnTo>
                    <a:pt x="471" y="147258"/>
                  </a:lnTo>
                  <a:lnTo>
                    <a:pt x="0" y="152629"/>
                  </a:lnTo>
                  <a:lnTo>
                    <a:pt x="166741" y="1645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77" y="5018213"/>
              <a:ext cx="334314" cy="334332"/>
            </a:xfrm>
            <a:custGeom>
              <a:avLst/>
              <a:pathLst>
                <a:path w="334314" h="334332">
                  <a:moveTo>
                    <a:pt x="420" y="155245"/>
                  </a:moveTo>
                  <a:lnTo>
                    <a:pt x="126" y="160532"/>
                  </a:lnTo>
                  <a:lnTo>
                    <a:pt x="0" y="165827"/>
                  </a:lnTo>
                  <a:lnTo>
                    <a:pt x="41" y="171122"/>
                  </a:lnTo>
                  <a:lnTo>
                    <a:pt x="250" y="176414"/>
                  </a:lnTo>
                  <a:lnTo>
                    <a:pt x="627" y="181696"/>
                  </a:lnTo>
                  <a:lnTo>
                    <a:pt x="1171" y="186964"/>
                  </a:lnTo>
                  <a:lnTo>
                    <a:pt x="1881" y="192212"/>
                  </a:lnTo>
                  <a:lnTo>
                    <a:pt x="2757" y="197435"/>
                  </a:lnTo>
                  <a:lnTo>
                    <a:pt x="3798" y="202627"/>
                  </a:lnTo>
                  <a:lnTo>
                    <a:pt x="5004" y="207784"/>
                  </a:lnTo>
                  <a:lnTo>
                    <a:pt x="6371" y="212900"/>
                  </a:lnTo>
                  <a:lnTo>
                    <a:pt x="7901" y="217970"/>
                  </a:lnTo>
                  <a:lnTo>
                    <a:pt x="9590" y="222989"/>
                  </a:lnTo>
                  <a:lnTo>
                    <a:pt x="11437" y="227952"/>
                  </a:lnTo>
                  <a:lnTo>
                    <a:pt x="13441" y="232854"/>
                  </a:lnTo>
                  <a:lnTo>
                    <a:pt x="15598" y="237690"/>
                  </a:lnTo>
                  <a:lnTo>
                    <a:pt x="17908" y="242456"/>
                  </a:lnTo>
                  <a:lnTo>
                    <a:pt x="20368" y="247146"/>
                  </a:lnTo>
                  <a:lnTo>
                    <a:pt x="22975" y="251755"/>
                  </a:lnTo>
                  <a:lnTo>
                    <a:pt x="25727" y="256280"/>
                  </a:lnTo>
                  <a:lnTo>
                    <a:pt x="28620" y="260715"/>
                  </a:lnTo>
                  <a:lnTo>
                    <a:pt x="31653" y="265057"/>
                  </a:lnTo>
                  <a:lnTo>
                    <a:pt x="34822" y="269300"/>
                  </a:lnTo>
                  <a:lnTo>
                    <a:pt x="38123" y="273440"/>
                  </a:lnTo>
                  <a:lnTo>
                    <a:pt x="41554" y="277474"/>
                  </a:lnTo>
                  <a:lnTo>
                    <a:pt x="45111" y="281398"/>
                  </a:lnTo>
                  <a:lnTo>
                    <a:pt x="48791" y="285206"/>
                  </a:lnTo>
                  <a:lnTo>
                    <a:pt x="52589" y="288897"/>
                  </a:lnTo>
                  <a:lnTo>
                    <a:pt x="56502" y="292465"/>
                  </a:lnTo>
                  <a:lnTo>
                    <a:pt x="60527" y="295907"/>
                  </a:lnTo>
                  <a:lnTo>
                    <a:pt x="64658" y="299220"/>
                  </a:lnTo>
                  <a:lnTo>
                    <a:pt x="68892" y="302401"/>
                  </a:lnTo>
                  <a:lnTo>
                    <a:pt x="73225" y="305445"/>
                  </a:lnTo>
                  <a:lnTo>
                    <a:pt x="77652" y="308351"/>
                  </a:lnTo>
                  <a:lnTo>
                    <a:pt x="82169" y="311116"/>
                  </a:lnTo>
                  <a:lnTo>
                    <a:pt x="86772" y="313736"/>
                  </a:lnTo>
                  <a:lnTo>
                    <a:pt x="91455" y="316209"/>
                  </a:lnTo>
                  <a:lnTo>
                    <a:pt x="96214" y="318532"/>
                  </a:lnTo>
                  <a:lnTo>
                    <a:pt x="101044" y="320703"/>
                  </a:lnTo>
                  <a:lnTo>
                    <a:pt x="105940" y="322720"/>
                  </a:lnTo>
                  <a:lnTo>
                    <a:pt x="110898" y="324582"/>
                  </a:lnTo>
                  <a:lnTo>
                    <a:pt x="115913" y="326285"/>
                  </a:lnTo>
                  <a:lnTo>
                    <a:pt x="120978" y="327828"/>
                  </a:lnTo>
                  <a:lnTo>
                    <a:pt x="126090" y="329211"/>
                  </a:lnTo>
                  <a:lnTo>
                    <a:pt x="131244" y="330430"/>
                  </a:lnTo>
                  <a:lnTo>
                    <a:pt x="136433" y="331486"/>
                  </a:lnTo>
                  <a:lnTo>
                    <a:pt x="141654" y="332377"/>
                  </a:lnTo>
                  <a:lnTo>
                    <a:pt x="146899" y="333102"/>
                  </a:lnTo>
                  <a:lnTo>
                    <a:pt x="152166" y="333660"/>
                  </a:lnTo>
                  <a:lnTo>
                    <a:pt x="157447" y="334052"/>
                  </a:lnTo>
                  <a:lnTo>
                    <a:pt x="162738" y="334276"/>
                  </a:lnTo>
                  <a:lnTo>
                    <a:pt x="168033" y="334332"/>
                  </a:lnTo>
                  <a:lnTo>
                    <a:pt x="173328" y="334221"/>
                  </a:lnTo>
                  <a:lnTo>
                    <a:pt x="178616" y="333941"/>
                  </a:lnTo>
                  <a:lnTo>
                    <a:pt x="183893" y="333495"/>
                  </a:lnTo>
                  <a:lnTo>
                    <a:pt x="189153" y="332882"/>
                  </a:lnTo>
                  <a:lnTo>
                    <a:pt x="194391" y="332102"/>
                  </a:lnTo>
                  <a:lnTo>
                    <a:pt x="199602" y="331156"/>
                  </a:lnTo>
                  <a:lnTo>
                    <a:pt x="204780" y="330047"/>
                  </a:lnTo>
                  <a:lnTo>
                    <a:pt x="209921" y="328773"/>
                  </a:lnTo>
                  <a:lnTo>
                    <a:pt x="215018" y="327338"/>
                  </a:lnTo>
                  <a:lnTo>
                    <a:pt x="220067" y="325742"/>
                  </a:lnTo>
                  <a:lnTo>
                    <a:pt x="225064" y="323986"/>
                  </a:lnTo>
                  <a:lnTo>
                    <a:pt x="230002" y="322073"/>
                  </a:lnTo>
                  <a:lnTo>
                    <a:pt x="234877" y="320005"/>
                  </a:lnTo>
                  <a:lnTo>
                    <a:pt x="239684" y="317784"/>
                  </a:lnTo>
                  <a:lnTo>
                    <a:pt x="244419" y="315411"/>
                  </a:lnTo>
                  <a:lnTo>
                    <a:pt x="249076" y="312889"/>
                  </a:lnTo>
                  <a:lnTo>
                    <a:pt x="253650" y="310222"/>
                  </a:lnTo>
                  <a:lnTo>
                    <a:pt x="258138" y="307410"/>
                  </a:lnTo>
                  <a:lnTo>
                    <a:pt x="262535" y="304458"/>
                  </a:lnTo>
                  <a:lnTo>
                    <a:pt x="266836" y="301368"/>
                  </a:lnTo>
                  <a:lnTo>
                    <a:pt x="271037" y="298144"/>
                  </a:lnTo>
                  <a:lnTo>
                    <a:pt x="275133" y="294788"/>
                  </a:lnTo>
                  <a:lnTo>
                    <a:pt x="279122" y="291304"/>
                  </a:lnTo>
                  <a:lnTo>
                    <a:pt x="282997" y="287695"/>
                  </a:lnTo>
                  <a:lnTo>
                    <a:pt x="286757" y="283965"/>
                  </a:lnTo>
                  <a:lnTo>
                    <a:pt x="290397" y="280119"/>
                  </a:lnTo>
                  <a:lnTo>
                    <a:pt x="293913" y="276158"/>
                  </a:lnTo>
                  <a:lnTo>
                    <a:pt x="297301" y="272089"/>
                  </a:lnTo>
                  <a:lnTo>
                    <a:pt x="300559" y="267914"/>
                  </a:lnTo>
                  <a:lnTo>
                    <a:pt x="303684" y="263638"/>
                  </a:lnTo>
                  <a:lnTo>
                    <a:pt x="306671" y="259265"/>
                  </a:lnTo>
                  <a:lnTo>
                    <a:pt x="309518" y="254800"/>
                  </a:lnTo>
                  <a:lnTo>
                    <a:pt x="312223" y="250247"/>
                  </a:lnTo>
                  <a:lnTo>
                    <a:pt x="314781" y="245610"/>
                  </a:lnTo>
                  <a:lnTo>
                    <a:pt x="317192" y="240895"/>
                  </a:lnTo>
                  <a:lnTo>
                    <a:pt x="319452" y="236106"/>
                  </a:lnTo>
                  <a:lnTo>
                    <a:pt x="321559" y="231247"/>
                  </a:lnTo>
                  <a:lnTo>
                    <a:pt x="323512" y="226325"/>
                  </a:lnTo>
                  <a:lnTo>
                    <a:pt x="325307" y="221342"/>
                  </a:lnTo>
                  <a:lnTo>
                    <a:pt x="326944" y="216306"/>
                  </a:lnTo>
                  <a:lnTo>
                    <a:pt x="328420" y="211220"/>
                  </a:lnTo>
                  <a:lnTo>
                    <a:pt x="329734" y="206090"/>
                  </a:lnTo>
                  <a:lnTo>
                    <a:pt x="330886" y="200921"/>
                  </a:lnTo>
                  <a:lnTo>
                    <a:pt x="331873" y="195718"/>
                  </a:lnTo>
                  <a:lnTo>
                    <a:pt x="332694" y="190487"/>
                  </a:lnTo>
                  <a:lnTo>
                    <a:pt x="333350" y="185232"/>
                  </a:lnTo>
                  <a:lnTo>
                    <a:pt x="333839" y="179958"/>
                  </a:lnTo>
                  <a:lnTo>
                    <a:pt x="334160" y="174672"/>
                  </a:lnTo>
                  <a:lnTo>
                    <a:pt x="334314" y="169379"/>
                  </a:lnTo>
                  <a:lnTo>
                    <a:pt x="334301" y="164083"/>
                  </a:lnTo>
                  <a:lnTo>
                    <a:pt x="334119" y="158791"/>
                  </a:lnTo>
                  <a:lnTo>
                    <a:pt x="333770" y="153506"/>
                  </a:lnTo>
                  <a:lnTo>
                    <a:pt x="333254" y="148236"/>
                  </a:lnTo>
                  <a:lnTo>
                    <a:pt x="332571" y="142984"/>
                  </a:lnTo>
                  <a:lnTo>
                    <a:pt x="331722" y="137757"/>
                  </a:lnTo>
                  <a:lnTo>
                    <a:pt x="330707" y="132559"/>
                  </a:lnTo>
                  <a:lnTo>
                    <a:pt x="329529" y="127396"/>
                  </a:lnTo>
                  <a:lnTo>
                    <a:pt x="328188" y="122273"/>
                  </a:lnTo>
                  <a:lnTo>
                    <a:pt x="326685" y="117195"/>
                  </a:lnTo>
                  <a:lnTo>
                    <a:pt x="325022" y="112167"/>
                  </a:lnTo>
                  <a:lnTo>
                    <a:pt x="323201" y="107195"/>
                  </a:lnTo>
                  <a:lnTo>
                    <a:pt x="321223" y="102282"/>
                  </a:lnTo>
                  <a:lnTo>
                    <a:pt x="319090" y="97435"/>
                  </a:lnTo>
                  <a:lnTo>
                    <a:pt x="316805" y="92657"/>
                  </a:lnTo>
                  <a:lnTo>
                    <a:pt x="314370" y="87955"/>
                  </a:lnTo>
                  <a:lnTo>
                    <a:pt x="311787" y="83332"/>
                  </a:lnTo>
                  <a:lnTo>
                    <a:pt x="309059" y="78793"/>
                  </a:lnTo>
                  <a:lnTo>
                    <a:pt x="306189" y="74342"/>
                  </a:lnTo>
                  <a:lnTo>
                    <a:pt x="303179" y="69985"/>
                  </a:lnTo>
                  <a:lnTo>
                    <a:pt x="300032" y="65726"/>
                  </a:lnTo>
                  <a:lnTo>
                    <a:pt x="296752" y="61568"/>
                  </a:lnTo>
                  <a:lnTo>
                    <a:pt x="293342" y="57516"/>
                  </a:lnTo>
                  <a:lnTo>
                    <a:pt x="289806" y="53574"/>
                  </a:lnTo>
                  <a:lnTo>
                    <a:pt x="286146" y="49746"/>
                  </a:lnTo>
                  <a:lnTo>
                    <a:pt x="282367" y="46036"/>
                  </a:lnTo>
                  <a:lnTo>
                    <a:pt x="278473" y="42448"/>
                  </a:lnTo>
                  <a:lnTo>
                    <a:pt x="274466" y="38985"/>
                  </a:lnTo>
                  <a:lnTo>
                    <a:pt x="270352" y="35650"/>
                  </a:lnTo>
                  <a:lnTo>
                    <a:pt x="266135" y="32448"/>
                  </a:lnTo>
                  <a:lnTo>
                    <a:pt x="261818" y="29380"/>
                  </a:lnTo>
                  <a:lnTo>
                    <a:pt x="257406" y="26451"/>
                  </a:lnTo>
                  <a:lnTo>
                    <a:pt x="252903" y="23663"/>
                  </a:lnTo>
                  <a:lnTo>
                    <a:pt x="248315" y="21019"/>
                  </a:lnTo>
                  <a:lnTo>
                    <a:pt x="243645" y="18522"/>
                  </a:lnTo>
                  <a:lnTo>
                    <a:pt x="238898" y="16174"/>
                  </a:lnTo>
                  <a:lnTo>
                    <a:pt x="234079" y="13978"/>
                  </a:lnTo>
                  <a:lnTo>
                    <a:pt x="229193" y="11935"/>
                  </a:lnTo>
                  <a:lnTo>
                    <a:pt x="224245" y="10048"/>
                  </a:lnTo>
                  <a:lnTo>
                    <a:pt x="219240" y="8319"/>
                  </a:lnTo>
                  <a:lnTo>
                    <a:pt x="214182" y="6749"/>
                  </a:lnTo>
                  <a:lnTo>
                    <a:pt x="209077" y="5340"/>
                  </a:lnTo>
                  <a:lnTo>
                    <a:pt x="203930" y="4093"/>
                  </a:lnTo>
                  <a:lnTo>
                    <a:pt x="198746" y="3010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8343" y="4659281"/>
              <a:ext cx="84891" cy="167167"/>
            </a:xfrm>
            <a:custGeom>
              <a:avLst/>
              <a:pathLst>
                <a:path w="84891" h="167167">
                  <a:moveTo>
                    <a:pt x="84891" y="0"/>
                  </a:moveTo>
                  <a:lnTo>
                    <a:pt x="78956" y="105"/>
                  </a:lnTo>
                  <a:lnTo>
                    <a:pt x="73029" y="421"/>
                  </a:lnTo>
                  <a:lnTo>
                    <a:pt x="67116" y="947"/>
                  </a:lnTo>
                  <a:lnTo>
                    <a:pt x="61226" y="1683"/>
                  </a:lnTo>
                  <a:lnTo>
                    <a:pt x="55366" y="2628"/>
                  </a:lnTo>
                  <a:lnTo>
                    <a:pt x="49543" y="3779"/>
                  </a:lnTo>
                  <a:lnTo>
                    <a:pt x="43764" y="5137"/>
                  </a:lnTo>
                  <a:lnTo>
                    <a:pt x="38038" y="6700"/>
                  </a:lnTo>
                  <a:lnTo>
                    <a:pt x="32370" y="8464"/>
                  </a:lnTo>
                  <a:lnTo>
                    <a:pt x="26769" y="10429"/>
                  </a:lnTo>
                  <a:lnTo>
                    <a:pt x="21241" y="12591"/>
                  </a:lnTo>
                  <a:lnTo>
                    <a:pt x="15793" y="14949"/>
                  </a:lnTo>
                  <a:lnTo>
                    <a:pt x="10432" y="17498"/>
                  </a:lnTo>
                  <a:lnTo>
                    <a:pt x="5166" y="20236"/>
                  </a:lnTo>
                  <a:lnTo>
                    <a:pt x="0" y="23159"/>
                  </a:lnTo>
                  <a:lnTo>
                    <a:pt x="8489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8343" y="4682440"/>
              <a:ext cx="84891" cy="144008"/>
            </a:xfrm>
            <a:custGeom>
              <a:avLst/>
              <a:pathLst>
                <a:path w="84891" h="144008">
                  <a:moveTo>
                    <a:pt x="0" y="0"/>
                  </a:moveTo>
                  <a:lnTo>
                    <a:pt x="84891" y="1440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38343" y="4682440"/>
              <a:ext cx="84891" cy="144008"/>
            </a:xfrm>
            <a:custGeom>
              <a:avLst/>
              <a:pathLst>
                <a:path w="84891" h="144008">
                  <a:moveTo>
                    <a:pt x="0" y="0"/>
                  </a:moveTo>
                  <a:lnTo>
                    <a:pt x="84891" y="1440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76" y="4682440"/>
              <a:ext cx="285934" cy="311174"/>
            </a:xfrm>
            <a:custGeom>
              <a:avLst/>
              <a:pathLst>
                <a:path w="285934" h="311174">
                  <a:moveTo>
                    <a:pt x="82267" y="0"/>
                  </a:moveTo>
                  <a:lnTo>
                    <a:pt x="77736" y="2769"/>
                  </a:lnTo>
                  <a:lnTo>
                    <a:pt x="73295" y="5680"/>
                  </a:lnTo>
                  <a:lnTo>
                    <a:pt x="68948" y="8731"/>
                  </a:lnTo>
                  <a:lnTo>
                    <a:pt x="64701" y="11919"/>
                  </a:lnTo>
                  <a:lnTo>
                    <a:pt x="60557" y="15240"/>
                  </a:lnTo>
                  <a:lnTo>
                    <a:pt x="56521" y="18691"/>
                  </a:lnTo>
                  <a:lnTo>
                    <a:pt x="52597" y="22268"/>
                  </a:lnTo>
                  <a:lnTo>
                    <a:pt x="48788" y="25968"/>
                  </a:lnTo>
                  <a:lnTo>
                    <a:pt x="45098" y="29788"/>
                  </a:lnTo>
                  <a:lnTo>
                    <a:pt x="41532" y="33722"/>
                  </a:lnTo>
                  <a:lnTo>
                    <a:pt x="38092" y="37768"/>
                  </a:lnTo>
                  <a:lnTo>
                    <a:pt x="34783" y="41921"/>
                  </a:lnTo>
                  <a:lnTo>
                    <a:pt x="31607" y="46177"/>
                  </a:lnTo>
                  <a:lnTo>
                    <a:pt x="28568" y="50532"/>
                  </a:lnTo>
                  <a:lnTo>
                    <a:pt x="25669" y="54981"/>
                  </a:lnTo>
                  <a:lnTo>
                    <a:pt x="22913" y="59520"/>
                  </a:lnTo>
                  <a:lnTo>
                    <a:pt x="20302" y="64144"/>
                  </a:lnTo>
                  <a:lnTo>
                    <a:pt x="17839" y="68849"/>
                  </a:lnTo>
                  <a:lnTo>
                    <a:pt x="15527" y="73630"/>
                  </a:lnTo>
                  <a:lnTo>
                    <a:pt x="13369" y="78482"/>
                  </a:lnTo>
                  <a:lnTo>
                    <a:pt x="11365" y="83400"/>
                  </a:lnTo>
                  <a:lnTo>
                    <a:pt x="9518" y="88379"/>
                  </a:lnTo>
                  <a:lnTo>
                    <a:pt x="7831" y="93414"/>
                  </a:lnTo>
                  <a:lnTo>
                    <a:pt x="6304" y="98500"/>
                  </a:lnTo>
                  <a:lnTo>
                    <a:pt x="4940" y="103632"/>
                  </a:lnTo>
                  <a:lnTo>
                    <a:pt x="3739" y="108805"/>
                  </a:lnTo>
                  <a:lnTo>
                    <a:pt x="2704" y="114013"/>
                  </a:lnTo>
                  <a:lnTo>
                    <a:pt x="1834" y="119252"/>
                  </a:lnTo>
                  <a:lnTo>
                    <a:pt x="1131" y="124515"/>
                  </a:lnTo>
                  <a:lnTo>
                    <a:pt x="596" y="129799"/>
                  </a:lnTo>
                  <a:lnTo>
                    <a:pt x="229" y="135096"/>
                  </a:lnTo>
                  <a:lnTo>
                    <a:pt x="30" y="140403"/>
                  </a:lnTo>
                  <a:lnTo>
                    <a:pt x="0" y="145713"/>
                  </a:lnTo>
                  <a:lnTo>
                    <a:pt x="138" y="151022"/>
                  </a:lnTo>
                  <a:lnTo>
                    <a:pt x="445" y="156323"/>
                  </a:lnTo>
                  <a:lnTo>
                    <a:pt x="920" y="161612"/>
                  </a:lnTo>
                  <a:lnTo>
                    <a:pt x="1563" y="166883"/>
                  </a:lnTo>
                  <a:lnTo>
                    <a:pt x="2374" y="172132"/>
                  </a:lnTo>
                  <a:lnTo>
                    <a:pt x="3350" y="177351"/>
                  </a:lnTo>
                  <a:lnTo>
                    <a:pt x="4492" y="182538"/>
                  </a:lnTo>
                  <a:lnTo>
                    <a:pt x="5798" y="187685"/>
                  </a:lnTo>
                  <a:lnTo>
                    <a:pt x="7266" y="192788"/>
                  </a:lnTo>
                  <a:lnTo>
                    <a:pt x="8896" y="197842"/>
                  </a:lnTo>
                  <a:lnTo>
                    <a:pt x="10686" y="202842"/>
                  </a:lnTo>
                  <a:lnTo>
                    <a:pt x="12634" y="207782"/>
                  </a:lnTo>
                  <a:lnTo>
                    <a:pt x="14737" y="212658"/>
                  </a:lnTo>
                  <a:lnTo>
                    <a:pt x="16995" y="217465"/>
                  </a:lnTo>
                  <a:lnTo>
                    <a:pt x="19404" y="222197"/>
                  </a:lnTo>
                  <a:lnTo>
                    <a:pt x="21962" y="226851"/>
                  </a:lnTo>
                  <a:lnTo>
                    <a:pt x="24666" y="231421"/>
                  </a:lnTo>
                  <a:lnTo>
                    <a:pt x="27515" y="235903"/>
                  </a:lnTo>
                  <a:lnTo>
                    <a:pt x="30504" y="240292"/>
                  </a:lnTo>
                  <a:lnTo>
                    <a:pt x="33631" y="244583"/>
                  </a:lnTo>
                  <a:lnTo>
                    <a:pt x="36893" y="248774"/>
                  </a:lnTo>
                  <a:lnTo>
                    <a:pt x="40286" y="252859"/>
                  </a:lnTo>
                  <a:lnTo>
                    <a:pt x="43808" y="256833"/>
                  </a:lnTo>
                  <a:lnTo>
                    <a:pt x="47454" y="260694"/>
                  </a:lnTo>
                  <a:lnTo>
                    <a:pt x="51220" y="264438"/>
                  </a:lnTo>
                  <a:lnTo>
                    <a:pt x="55104" y="268059"/>
                  </a:lnTo>
                  <a:lnTo>
                    <a:pt x="59101" y="271556"/>
                  </a:lnTo>
                  <a:lnTo>
                    <a:pt x="63207" y="274924"/>
                  </a:lnTo>
                  <a:lnTo>
                    <a:pt x="67417" y="278160"/>
                  </a:lnTo>
                  <a:lnTo>
                    <a:pt x="71729" y="281260"/>
                  </a:lnTo>
                  <a:lnTo>
                    <a:pt x="76136" y="284222"/>
                  </a:lnTo>
                  <a:lnTo>
                    <a:pt x="80636" y="287042"/>
                  </a:lnTo>
                  <a:lnTo>
                    <a:pt x="85222" y="289718"/>
                  </a:lnTo>
                  <a:lnTo>
                    <a:pt x="89892" y="292247"/>
                  </a:lnTo>
                  <a:lnTo>
                    <a:pt x="94639" y="294626"/>
                  </a:lnTo>
                  <a:lnTo>
                    <a:pt x="99460" y="296854"/>
                  </a:lnTo>
                  <a:lnTo>
                    <a:pt x="104349" y="298927"/>
                  </a:lnTo>
                  <a:lnTo>
                    <a:pt x="109301" y="300844"/>
                  </a:lnTo>
                  <a:lnTo>
                    <a:pt x="114312" y="302602"/>
                  </a:lnTo>
                  <a:lnTo>
                    <a:pt x="119376" y="304201"/>
                  </a:lnTo>
                  <a:lnTo>
                    <a:pt x="124488" y="305638"/>
                  </a:lnTo>
                  <a:lnTo>
                    <a:pt x="129644" y="306912"/>
                  </a:lnTo>
                  <a:lnTo>
                    <a:pt x="134837" y="308021"/>
                  </a:lnTo>
                  <a:lnTo>
                    <a:pt x="140063" y="308965"/>
                  </a:lnTo>
                  <a:lnTo>
                    <a:pt x="145316" y="309742"/>
                  </a:lnTo>
                  <a:lnTo>
                    <a:pt x="150591" y="310352"/>
                  </a:lnTo>
                  <a:lnTo>
                    <a:pt x="155883" y="310795"/>
                  </a:lnTo>
                  <a:lnTo>
                    <a:pt x="161186" y="311069"/>
                  </a:lnTo>
                  <a:lnTo>
                    <a:pt x="166495" y="311174"/>
                  </a:lnTo>
                  <a:lnTo>
                    <a:pt x="171805" y="311111"/>
                  </a:lnTo>
                  <a:lnTo>
                    <a:pt x="177111" y="310879"/>
                  </a:lnTo>
                  <a:lnTo>
                    <a:pt x="182406" y="310478"/>
                  </a:lnTo>
                  <a:lnTo>
                    <a:pt x="187686" y="309910"/>
                  </a:lnTo>
                  <a:lnTo>
                    <a:pt x="192945" y="309174"/>
                  </a:lnTo>
                  <a:lnTo>
                    <a:pt x="198178" y="308272"/>
                  </a:lnTo>
                  <a:lnTo>
                    <a:pt x="203380" y="307204"/>
                  </a:lnTo>
                  <a:lnTo>
                    <a:pt x="208545" y="305971"/>
                  </a:lnTo>
                  <a:lnTo>
                    <a:pt x="213669" y="304575"/>
                  </a:lnTo>
                  <a:lnTo>
                    <a:pt x="218745" y="303016"/>
                  </a:lnTo>
                  <a:lnTo>
                    <a:pt x="223770" y="301298"/>
                  </a:lnTo>
                  <a:lnTo>
                    <a:pt x="228737" y="299420"/>
                  </a:lnTo>
                  <a:lnTo>
                    <a:pt x="233642" y="297386"/>
                  </a:lnTo>
                  <a:lnTo>
                    <a:pt x="238480" y="295197"/>
                  </a:lnTo>
                  <a:lnTo>
                    <a:pt x="243246" y="292855"/>
                  </a:lnTo>
                  <a:lnTo>
                    <a:pt x="247936" y="290363"/>
                  </a:lnTo>
                  <a:lnTo>
                    <a:pt x="252544" y="287724"/>
                  </a:lnTo>
                  <a:lnTo>
                    <a:pt x="257065" y="284939"/>
                  </a:lnTo>
                  <a:lnTo>
                    <a:pt x="261496" y="282012"/>
                  </a:lnTo>
                  <a:lnTo>
                    <a:pt x="265832" y="278946"/>
                  </a:lnTo>
                  <a:lnTo>
                    <a:pt x="270068" y="275744"/>
                  </a:lnTo>
                  <a:lnTo>
                    <a:pt x="274201" y="272409"/>
                  </a:lnTo>
                  <a:lnTo>
                    <a:pt x="278225" y="268944"/>
                  </a:lnTo>
                  <a:lnTo>
                    <a:pt x="282137" y="265353"/>
                  </a:lnTo>
                  <a:lnTo>
                    <a:pt x="285934" y="261640"/>
                  </a:lnTo>
                  <a:lnTo>
                    <a:pt x="167158" y="144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67162" cy="284799"/>
            </a:xfrm>
            <a:custGeom>
              <a:avLst/>
              <a:pathLst>
                <a:path w="167162" h="284799">
                  <a:moveTo>
                    <a:pt x="118775" y="284799"/>
                  </a:moveTo>
                  <a:lnTo>
                    <a:pt x="122502" y="280913"/>
                  </a:lnTo>
                  <a:lnTo>
                    <a:pt x="126101" y="276909"/>
                  </a:lnTo>
                  <a:lnTo>
                    <a:pt x="129570" y="272791"/>
                  </a:lnTo>
                  <a:lnTo>
                    <a:pt x="132904" y="268563"/>
                  </a:lnTo>
                  <a:lnTo>
                    <a:pt x="136101" y="264231"/>
                  </a:lnTo>
                  <a:lnTo>
                    <a:pt x="139156" y="259797"/>
                  </a:lnTo>
                  <a:lnTo>
                    <a:pt x="142067" y="255267"/>
                  </a:lnTo>
                  <a:lnTo>
                    <a:pt x="144831" y="250647"/>
                  </a:lnTo>
                  <a:lnTo>
                    <a:pt x="147444" y="245939"/>
                  </a:lnTo>
                  <a:lnTo>
                    <a:pt x="149905" y="241150"/>
                  </a:lnTo>
                  <a:lnTo>
                    <a:pt x="152209" y="236284"/>
                  </a:lnTo>
                  <a:lnTo>
                    <a:pt x="154356" y="231346"/>
                  </a:lnTo>
                  <a:lnTo>
                    <a:pt x="156343" y="226342"/>
                  </a:lnTo>
                  <a:lnTo>
                    <a:pt x="158168" y="221276"/>
                  </a:lnTo>
                  <a:lnTo>
                    <a:pt x="159828" y="216154"/>
                  </a:lnTo>
                  <a:lnTo>
                    <a:pt x="161323" y="210981"/>
                  </a:lnTo>
                  <a:lnTo>
                    <a:pt x="162650" y="205763"/>
                  </a:lnTo>
                  <a:lnTo>
                    <a:pt x="163809" y="200505"/>
                  </a:lnTo>
                  <a:lnTo>
                    <a:pt x="164798" y="195212"/>
                  </a:lnTo>
                  <a:lnTo>
                    <a:pt x="165615" y="189890"/>
                  </a:lnTo>
                  <a:lnTo>
                    <a:pt x="166261" y="184545"/>
                  </a:lnTo>
                  <a:lnTo>
                    <a:pt x="166735" y="179182"/>
                  </a:lnTo>
                  <a:lnTo>
                    <a:pt x="167035" y="173806"/>
                  </a:lnTo>
                  <a:lnTo>
                    <a:pt x="167162" y="168423"/>
                  </a:lnTo>
                  <a:lnTo>
                    <a:pt x="167116" y="163039"/>
                  </a:lnTo>
                  <a:lnTo>
                    <a:pt x="166896" y="157659"/>
                  </a:lnTo>
                  <a:lnTo>
                    <a:pt x="166504" y="152289"/>
                  </a:lnTo>
                  <a:lnTo>
                    <a:pt x="165938" y="146935"/>
                  </a:lnTo>
                  <a:lnTo>
                    <a:pt x="165200" y="141601"/>
                  </a:lnTo>
                  <a:lnTo>
                    <a:pt x="164291" y="136294"/>
                  </a:lnTo>
                  <a:lnTo>
                    <a:pt x="163212" y="131019"/>
                  </a:lnTo>
                  <a:lnTo>
                    <a:pt x="161963" y="125782"/>
                  </a:lnTo>
                  <a:lnTo>
                    <a:pt x="160546" y="120587"/>
                  </a:lnTo>
                  <a:lnTo>
                    <a:pt x="158963" y="115441"/>
                  </a:lnTo>
                  <a:lnTo>
                    <a:pt x="157215" y="110348"/>
                  </a:lnTo>
                  <a:lnTo>
                    <a:pt x="155303" y="105315"/>
                  </a:lnTo>
                  <a:lnTo>
                    <a:pt x="153231" y="100345"/>
                  </a:lnTo>
                  <a:lnTo>
                    <a:pt x="150999" y="95445"/>
                  </a:lnTo>
                  <a:lnTo>
                    <a:pt x="148611" y="90619"/>
                  </a:lnTo>
                  <a:lnTo>
                    <a:pt x="146069" y="85873"/>
                  </a:lnTo>
                  <a:lnTo>
                    <a:pt x="143375" y="81211"/>
                  </a:lnTo>
                  <a:lnTo>
                    <a:pt x="140532" y="76638"/>
                  </a:lnTo>
                  <a:lnTo>
                    <a:pt x="137544" y="72159"/>
                  </a:lnTo>
                  <a:lnTo>
                    <a:pt x="134413" y="67779"/>
                  </a:lnTo>
                  <a:lnTo>
                    <a:pt x="131143" y="63502"/>
                  </a:lnTo>
                  <a:lnTo>
                    <a:pt x="127736" y="59332"/>
                  </a:lnTo>
                  <a:lnTo>
                    <a:pt x="124197" y="55274"/>
                  </a:lnTo>
                  <a:lnTo>
                    <a:pt x="120529" y="51333"/>
                  </a:lnTo>
                  <a:lnTo>
                    <a:pt x="116736" y="47511"/>
                  </a:lnTo>
                  <a:lnTo>
                    <a:pt x="112822" y="43814"/>
                  </a:lnTo>
                  <a:lnTo>
                    <a:pt x="108791" y="40244"/>
                  </a:lnTo>
                  <a:lnTo>
                    <a:pt x="104647" y="36806"/>
                  </a:lnTo>
                  <a:lnTo>
                    <a:pt x="100394" y="33504"/>
                  </a:lnTo>
                  <a:lnTo>
                    <a:pt x="96038" y="30340"/>
                  </a:lnTo>
                  <a:lnTo>
                    <a:pt x="91581" y="27318"/>
                  </a:lnTo>
                  <a:lnTo>
                    <a:pt x="87030" y="24441"/>
                  </a:lnTo>
                  <a:lnTo>
                    <a:pt x="82389" y="21713"/>
                  </a:lnTo>
                  <a:lnTo>
                    <a:pt x="77662" y="19135"/>
                  </a:lnTo>
                  <a:lnTo>
                    <a:pt x="72854" y="16710"/>
                  </a:lnTo>
                  <a:lnTo>
                    <a:pt x="67971" y="14442"/>
                  </a:lnTo>
                  <a:lnTo>
                    <a:pt x="63017" y="12332"/>
                  </a:lnTo>
                  <a:lnTo>
                    <a:pt x="57998" y="10383"/>
                  </a:lnTo>
                  <a:lnTo>
                    <a:pt x="52919" y="8597"/>
                  </a:lnTo>
                  <a:lnTo>
                    <a:pt x="47784" y="6975"/>
                  </a:lnTo>
                  <a:lnTo>
                    <a:pt x="42601" y="5519"/>
                  </a:lnTo>
                  <a:lnTo>
                    <a:pt x="37373" y="4231"/>
                  </a:lnTo>
                  <a:lnTo>
                    <a:pt x="32106" y="3112"/>
                  </a:lnTo>
                  <a:lnTo>
                    <a:pt x="26806" y="2163"/>
                  </a:lnTo>
                  <a:lnTo>
                    <a:pt x="21478" y="1385"/>
                  </a:lnTo>
                  <a:lnTo>
                    <a:pt x="16128" y="779"/>
                  </a:lnTo>
                  <a:lnTo>
                    <a:pt x="10761" y="346"/>
                  </a:lnTo>
                  <a:lnTo>
                    <a:pt x="538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17024" y="4213821"/>
              <a:ext cx="111448" cy="167167"/>
            </a:xfrm>
            <a:custGeom>
              <a:avLst/>
              <a:pathLst>
                <a:path w="111448" h="167167">
                  <a:moveTo>
                    <a:pt x="111448" y="0"/>
                  </a:moveTo>
                  <a:lnTo>
                    <a:pt x="105904" y="91"/>
                  </a:lnTo>
                  <a:lnTo>
                    <a:pt x="100366" y="367"/>
                  </a:lnTo>
                  <a:lnTo>
                    <a:pt x="94840" y="827"/>
                  </a:lnTo>
                  <a:lnTo>
                    <a:pt x="89332" y="1469"/>
                  </a:lnTo>
                  <a:lnTo>
                    <a:pt x="83849" y="2293"/>
                  </a:lnTo>
                  <a:lnTo>
                    <a:pt x="78397" y="3299"/>
                  </a:lnTo>
                  <a:lnTo>
                    <a:pt x="72980" y="4486"/>
                  </a:lnTo>
                  <a:lnTo>
                    <a:pt x="67606" y="5851"/>
                  </a:lnTo>
                  <a:lnTo>
                    <a:pt x="62280" y="7394"/>
                  </a:lnTo>
                  <a:lnTo>
                    <a:pt x="57008" y="9112"/>
                  </a:lnTo>
                  <a:lnTo>
                    <a:pt x="51797" y="11005"/>
                  </a:lnTo>
                  <a:lnTo>
                    <a:pt x="46650" y="13069"/>
                  </a:lnTo>
                  <a:lnTo>
                    <a:pt x="41575" y="15302"/>
                  </a:lnTo>
                  <a:lnTo>
                    <a:pt x="36577" y="17703"/>
                  </a:lnTo>
                  <a:lnTo>
                    <a:pt x="31662" y="20269"/>
                  </a:lnTo>
                  <a:lnTo>
                    <a:pt x="26834" y="22995"/>
                  </a:lnTo>
                  <a:lnTo>
                    <a:pt x="22099" y="25881"/>
                  </a:lnTo>
                  <a:lnTo>
                    <a:pt x="17462" y="28922"/>
                  </a:lnTo>
                  <a:lnTo>
                    <a:pt x="12929" y="32115"/>
                  </a:lnTo>
                  <a:lnTo>
                    <a:pt x="8504" y="35456"/>
                  </a:lnTo>
                  <a:lnTo>
                    <a:pt x="4193" y="38943"/>
                  </a:lnTo>
                  <a:lnTo>
                    <a:pt x="0" y="42571"/>
                  </a:lnTo>
                  <a:lnTo>
                    <a:pt x="1114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17024" y="4256392"/>
              <a:ext cx="111448" cy="124596"/>
            </a:xfrm>
            <a:custGeom>
              <a:avLst/>
              <a:pathLst>
                <a:path w="111448" h="124596">
                  <a:moveTo>
                    <a:pt x="0" y="0"/>
                  </a:moveTo>
                  <a:lnTo>
                    <a:pt x="111448" y="1245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19" y="4256392"/>
              <a:ext cx="334319" cy="291758"/>
            </a:xfrm>
            <a:custGeom>
              <a:avLst/>
              <a:pathLst>
                <a:path w="334319" h="291758">
                  <a:moveTo>
                    <a:pt x="55704" y="0"/>
                  </a:moveTo>
                  <a:lnTo>
                    <a:pt x="51794" y="3611"/>
                  </a:lnTo>
                  <a:lnTo>
                    <a:pt x="48001" y="7345"/>
                  </a:lnTo>
                  <a:lnTo>
                    <a:pt x="44328" y="11198"/>
                  </a:lnTo>
                  <a:lnTo>
                    <a:pt x="40780" y="15165"/>
                  </a:lnTo>
                  <a:lnTo>
                    <a:pt x="37361" y="19244"/>
                  </a:lnTo>
                  <a:lnTo>
                    <a:pt x="34072" y="23430"/>
                  </a:lnTo>
                  <a:lnTo>
                    <a:pt x="30919" y="27718"/>
                  </a:lnTo>
                  <a:lnTo>
                    <a:pt x="27904" y="32104"/>
                  </a:lnTo>
                  <a:lnTo>
                    <a:pt x="25030" y="36584"/>
                  </a:lnTo>
                  <a:lnTo>
                    <a:pt x="22300" y="41153"/>
                  </a:lnTo>
                  <a:lnTo>
                    <a:pt x="19717" y="45807"/>
                  </a:lnTo>
                  <a:lnTo>
                    <a:pt x="17283" y="50541"/>
                  </a:lnTo>
                  <a:lnTo>
                    <a:pt x="15001" y="55350"/>
                  </a:lnTo>
                  <a:lnTo>
                    <a:pt x="12874" y="60229"/>
                  </a:lnTo>
                  <a:lnTo>
                    <a:pt x="10903" y="65173"/>
                  </a:lnTo>
                  <a:lnTo>
                    <a:pt x="9090" y="70178"/>
                  </a:lnTo>
                  <a:lnTo>
                    <a:pt x="7438" y="75237"/>
                  </a:lnTo>
                  <a:lnTo>
                    <a:pt x="5948" y="80347"/>
                  </a:lnTo>
                  <a:lnTo>
                    <a:pt x="4621" y="85502"/>
                  </a:lnTo>
                  <a:lnTo>
                    <a:pt x="3458" y="90696"/>
                  </a:lnTo>
                  <a:lnTo>
                    <a:pt x="2462" y="95925"/>
                  </a:lnTo>
                  <a:lnTo>
                    <a:pt x="1633" y="101182"/>
                  </a:lnTo>
                  <a:lnTo>
                    <a:pt x="971" y="106464"/>
                  </a:lnTo>
                  <a:lnTo>
                    <a:pt x="478" y="111764"/>
                  </a:lnTo>
                  <a:lnTo>
                    <a:pt x="154" y="117076"/>
                  </a:lnTo>
                  <a:lnTo>
                    <a:pt x="0" y="122397"/>
                  </a:lnTo>
                  <a:lnTo>
                    <a:pt x="14" y="127720"/>
                  </a:lnTo>
                  <a:lnTo>
                    <a:pt x="198" y="133039"/>
                  </a:lnTo>
                  <a:lnTo>
                    <a:pt x="552" y="138350"/>
                  </a:lnTo>
                  <a:lnTo>
                    <a:pt x="1074" y="143647"/>
                  </a:lnTo>
                  <a:lnTo>
                    <a:pt x="1765" y="148925"/>
                  </a:lnTo>
                  <a:lnTo>
                    <a:pt x="2623" y="154178"/>
                  </a:lnTo>
                  <a:lnTo>
                    <a:pt x="3648" y="159401"/>
                  </a:lnTo>
                  <a:lnTo>
                    <a:pt x="4839" y="164589"/>
                  </a:lnTo>
                  <a:lnTo>
                    <a:pt x="6195" y="169736"/>
                  </a:lnTo>
                  <a:lnTo>
                    <a:pt x="7714" y="174837"/>
                  </a:lnTo>
                  <a:lnTo>
                    <a:pt x="9394" y="179888"/>
                  </a:lnTo>
                  <a:lnTo>
                    <a:pt x="11234" y="184882"/>
                  </a:lnTo>
                  <a:lnTo>
                    <a:pt x="13233" y="189816"/>
                  </a:lnTo>
                  <a:lnTo>
                    <a:pt x="15387" y="194683"/>
                  </a:lnTo>
                  <a:lnTo>
                    <a:pt x="17695" y="199479"/>
                  </a:lnTo>
                  <a:lnTo>
                    <a:pt x="20155" y="204199"/>
                  </a:lnTo>
                  <a:lnTo>
                    <a:pt x="22764" y="208839"/>
                  </a:lnTo>
                  <a:lnTo>
                    <a:pt x="25519" y="213393"/>
                  </a:lnTo>
                  <a:lnTo>
                    <a:pt x="28418" y="217857"/>
                  </a:lnTo>
                  <a:lnTo>
                    <a:pt x="31457" y="222226"/>
                  </a:lnTo>
                  <a:lnTo>
                    <a:pt x="34634" y="226497"/>
                  </a:lnTo>
                  <a:lnTo>
                    <a:pt x="37945" y="230664"/>
                  </a:lnTo>
                  <a:lnTo>
                    <a:pt x="41388" y="234724"/>
                  </a:lnTo>
                  <a:lnTo>
                    <a:pt x="44958" y="238672"/>
                  </a:lnTo>
                  <a:lnTo>
                    <a:pt x="48651" y="242505"/>
                  </a:lnTo>
                  <a:lnTo>
                    <a:pt x="52465" y="246217"/>
                  </a:lnTo>
                  <a:lnTo>
                    <a:pt x="56395" y="249807"/>
                  </a:lnTo>
                  <a:lnTo>
                    <a:pt x="60438" y="253270"/>
                  </a:lnTo>
                  <a:lnTo>
                    <a:pt x="64588" y="256602"/>
                  </a:lnTo>
                  <a:lnTo>
                    <a:pt x="68843" y="259800"/>
                  </a:lnTo>
                  <a:lnTo>
                    <a:pt x="73197" y="262861"/>
                  </a:lnTo>
                  <a:lnTo>
                    <a:pt x="77647" y="265783"/>
                  </a:lnTo>
                  <a:lnTo>
                    <a:pt x="82187" y="268561"/>
                  </a:lnTo>
                  <a:lnTo>
                    <a:pt x="86813" y="271193"/>
                  </a:lnTo>
                  <a:lnTo>
                    <a:pt x="91521" y="273676"/>
                  </a:lnTo>
                  <a:lnTo>
                    <a:pt x="96306" y="276008"/>
                  </a:lnTo>
                  <a:lnTo>
                    <a:pt x="101162" y="278187"/>
                  </a:lnTo>
                  <a:lnTo>
                    <a:pt x="106085" y="280210"/>
                  </a:lnTo>
                  <a:lnTo>
                    <a:pt x="111071" y="282075"/>
                  </a:lnTo>
                  <a:lnTo>
                    <a:pt x="116113" y="283781"/>
                  </a:lnTo>
                  <a:lnTo>
                    <a:pt x="121206" y="285325"/>
                  </a:lnTo>
                  <a:lnTo>
                    <a:pt x="126347" y="286706"/>
                  </a:lnTo>
                  <a:lnTo>
                    <a:pt x="131528" y="287923"/>
                  </a:lnTo>
                  <a:lnTo>
                    <a:pt x="136746" y="288975"/>
                  </a:lnTo>
                  <a:lnTo>
                    <a:pt x="141995" y="289859"/>
                  </a:lnTo>
                  <a:lnTo>
                    <a:pt x="147269" y="290577"/>
                  </a:lnTo>
                  <a:lnTo>
                    <a:pt x="152563" y="291126"/>
                  </a:lnTo>
                  <a:lnTo>
                    <a:pt x="157873" y="291506"/>
                  </a:lnTo>
                  <a:lnTo>
                    <a:pt x="163191" y="291716"/>
                  </a:lnTo>
                  <a:lnTo>
                    <a:pt x="168514" y="291758"/>
                  </a:lnTo>
                  <a:lnTo>
                    <a:pt x="173835" y="291630"/>
                  </a:lnTo>
                  <a:lnTo>
                    <a:pt x="179149" y="291332"/>
                  </a:lnTo>
                  <a:lnTo>
                    <a:pt x="184451" y="290866"/>
                  </a:lnTo>
                  <a:lnTo>
                    <a:pt x="189736" y="290231"/>
                  </a:lnTo>
                  <a:lnTo>
                    <a:pt x="194998" y="289428"/>
                  </a:lnTo>
                  <a:lnTo>
                    <a:pt x="200231" y="288458"/>
                  </a:lnTo>
                  <a:lnTo>
                    <a:pt x="205431" y="287322"/>
                  </a:lnTo>
                  <a:lnTo>
                    <a:pt x="210593" y="286021"/>
                  </a:lnTo>
                  <a:lnTo>
                    <a:pt x="215710" y="284556"/>
                  </a:lnTo>
                  <a:lnTo>
                    <a:pt x="220778" y="282929"/>
                  </a:lnTo>
                  <a:lnTo>
                    <a:pt x="225791" y="281141"/>
                  </a:lnTo>
                  <a:lnTo>
                    <a:pt x="230745" y="279195"/>
                  </a:lnTo>
                  <a:lnTo>
                    <a:pt x="235635" y="277092"/>
                  </a:lnTo>
                  <a:lnTo>
                    <a:pt x="240455" y="274835"/>
                  </a:lnTo>
                  <a:lnTo>
                    <a:pt x="245201" y="272425"/>
                  </a:lnTo>
                  <a:lnTo>
                    <a:pt x="249868" y="269865"/>
                  </a:lnTo>
                  <a:lnTo>
                    <a:pt x="254451" y="267158"/>
                  </a:lnTo>
                  <a:lnTo>
                    <a:pt x="258945" y="264306"/>
                  </a:lnTo>
                  <a:lnTo>
                    <a:pt x="263347" y="261313"/>
                  </a:lnTo>
                  <a:lnTo>
                    <a:pt x="267651" y="258181"/>
                  </a:lnTo>
                  <a:lnTo>
                    <a:pt x="271853" y="254914"/>
                  </a:lnTo>
                  <a:lnTo>
                    <a:pt x="275948" y="251515"/>
                  </a:lnTo>
                  <a:lnTo>
                    <a:pt x="279934" y="247987"/>
                  </a:lnTo>
                  <a:lnTo>
                    <a:pt x="283805" y="244334"/>
                  </a:lnTo>
                  <a:lnTo>
                    <a:pt x="287558" y="240559"/>
                  </a:lnTo>
                  <a:lnTo>
                    <a:pt x="291189" y="236667"/>
                  </a:lnTo>
                  <a:lnTo>
                    <a:pt x="294694" y="232661"/>
                  </a:lnTo>
                  <a:lnTo>
                    <a:pt x="298070" y="228546"/>
                  </a:lnTo>
                  <a:lnTo>
                    <a:pt x="301313" y="224326"/>
                  </a:lnTo>
                  <a:lnTo>
                    <a:pt x="304420" y="220004"/>
                  </a:lnTo>
                  <a:lnTo>
                    <a:pt x="307388" y="215585"/>
                  </a:lnTo>
                  <a:lnTo>
                    <a:pt x="310213" y="211075"/>
                  </a:lnTo>
                  <a:lnTo>
                    <a:pt x="312894" y="206476"/>
                  </a:lnTo>
                  <a:lnTo>
                    <a:pt x="315427" y="201795"/>
                  </a:lnTo>
                  <a:lnTo>
                    <a:pt x="317809" y="197035"/>
                  </a:lnTo>
                  <a:lnTo>
                    <a:pt x="320039" y="192202"/>
                  </a:lnTo>
                  <a:lnTo>
                    <a:pt x="322114" y="187300"/>
                  </a:lnTo>
                  <a:lnTo>
                    <a:pt x="324032" y="182335"/>
                  </a:lnTo>
                  <a:lnTo>
                    <a:pt x="325790" y="177311"/>
                  </a:lnTo>
                  <a:lnTo>
                    <a:pt x="327388" y="172234"/>
                  </a:lnTo>
                  <a:lnTo>
                    <a:pt x="328824" y="167109"/>
                  </a:lnTo>
                  <a:lnTo>
                    <a:pt x="330095" y="161940"/>
                  </a:lnTo>
                  <a:lnTo>
                    <a:pt x="331202" y="156734"/>
                  </a:lnTo>
                  <a:lnTo>
                    <a:pt x="332142" y="151495"/>
                  </a:lnTo>
                  <a:lnTo>
                    <a:pt x="332914" y="146228"/>
                  </a:lnTo>
                  <a:lnTo>
                    <a:pt x="333519" y="140940"/>
                  </a:lnTo>
                  <a:lnTo>
                    <a:pt x="333955" y="135635"/>
                  </a:lnTo>
                  <a:lnTo>
                    <a:pt x="334222" y="130319"/>
                  </a:lnTo>
                  <a:lnTo>
                    <a:pt x="334319" y="124998"/>
                  </a:lnTo>
                  <a:lnTo>
                    <a:pt x="334247" y="119675"/>
                  </a:lnTo>
                  <a:lnTo>
                    <a:pt x="334006" y="114358"/>
                  </a:lnTo>
                  <a:lnTo>
                    <a:pt x="333596" y="109051"/>
                  </a:lnTo>
                  <a:lnTo>
                    <a:pt x="333016" y="103760"/>
                  </a:lnTo>
                  <a:lnTo>
                    <a:pt x="332269" y="98490"/>
                  </a:lnTo>
                  <a:lnTo>
                    <a:pt x="331354" y="93247"/>
                  </a:lnTo>
                  <a:lnTo>
                    <a:pt x="330273" y="88035"/>
                  </a:lnTo>
                  <a:lnTo>
                    <a:pt x="329026" y="82860"/>
                  </a:lnTo>
                  <a:lnTo>
                    <a:pt x="327615" y="77728"/>
                  </a:lnTo>
                  <a:lnTo>
                    <a:pt x="326042" y="72643"/>
                  </a:lnTo>
                  <a:lnTo>
                    <a:pt x="324307" y="67611"/>
                  </a:lnTo>
                  <a:lnTo>
                    <a:pt x="322414" y="62637"/>
                  </a:lnTo>
                  <a:lnTo>
                    <a:pt x="320362" y="57725"/>
                  </a:lnTo>
                  <a:lnTo>
                    <a:pt x="167152" y="1245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153209" cy="167167"/>
            </a:xfrm>
            <a:custGeom>
              <a:avLst/>
              <a:pathLst>
                <a:path w="153209" h="167167">
                  <a:moveTo>
                    <a:pt x="153209" y="100296"/>
                  </a:moveTo>
                  <a:lnTo>
                    <a:pt x="150911" y="95259"/>
                  </a:lnTo>
                  <a:lnTo>
                    <a:pt x="148447" y="90301"/>
                  </a:lnTo>
                  <a:lnTo>
                    <a:pt x="145820" y="85427"/>
                  </a:lnTo>
                  <a:lnTo>
                    <a:pt x="143033" y="80643"/>
                  </a:lnTo>
                  <a:lnTo>
                    <a:pt x="140089" y="75954"/>
                  </a:lnTo>
                  <a:lnTo>
                    <a:pt x="136992" y="71365"/>
                  </a:lnTo>
                  <a:lnTo>
                    <a:pt x="133744" y="66881"/>
                  </a:lnTo>
                  <a:lnTo>
                    <a:pt x="130350" y="62507"/>
                  </a:lnTo>
                  <a:lnTo>
                    <a:pt x="126813" y="58248"/>
                  </a:lnTo>
                  <a:lnTo>
                    <a:pt x="123136" y="54108"/>
                  </a:lnTo>
                  <a:lnTo>
                    <a:pt x="119325" y="50092"/>
                  </a:lnTo>
                  <a:lnTo>
                    <a:pt x="115382" y="46205"/>
                  </a:lnTo>
                  <a:lnTo>
                    <a:pt x="111313" y="42450"/>
                  </a:lnTo>
                  <a:lnTo>
                    <a:pt x="107122" y="38833"/>
                  </a:lnTo>
                  <a:lnTo>
                    <a:pt x="102813" y="35356"/>
                  </a:lnTo>
                  <a:lnTo>
                    <a:pt x="98392" y="32023"/>
                  </a:lnTo>
                  <a:lnTo>
                    <a:pt x="93863" y="28839"/>
                  </a:lnTo>
                  <a:lnTo>
                    <a:pt x="89230" y="25806"/>
                  </a:lnTo>
                  <a:lnTo>
                    <a:pt x="84500" y="22929"/>
                  </a:lnTo>
                  <a:lnTo>
                    <a:pt x="79677" y="20210"/>
                  </a:lnTo>
                  <a:lnTo>
                    <a:pt x="74767" y="17652"/>
                  </a:lnTo>
                  <a:lnTo>
                    <a:pt x="69775" y="15258"/>
                  </a:lnTo>
                  <a:lnTo>
                    <a:pt x="64706" y="13031"/>
                  </a:lnTo>
                  <a:lnTo>
                    <a:pt x="59566" y="10972"/>
                  </a:lnTo>
                  <a:lnTo>
                    <a:pt x="54361" y="9085"/>
                  </a:lnTo>
                  <a:lnTo>
                    <a:pt x="49096" y="7372"/>
                  </a:lnTo>
                  <a:lnTo>
                    <a:pt x="43778" y="5834"/>
                  </a:lnTo>
                  <a:lnTo>
                    <a:pt x="38411" y="4472"/>
                  </a:lnTo>
                  <a:lnTo>
                    <a:pt x="33002" y="3290"/>
                  </a:lnTo>
                  <a:lnTo>
                    <a:pt x="27557" y="2287"/>
                  </a:lnTo>
                  <a:lnTo>
                    <a:pt x="22082" y="1464"/>
                  </a:lnTo>
                  <a:lnTo>
                    <a:pt x="16583" y="824"/>
                  </a:lnTo>
                  <a:lnTo>
                    <a:pt x="11065" y="366"/>
                  </a:lnTo>
                  <a:lnTo>
                    <a:pt x="553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64244" y="3707720"/>
              <a:ext cx="154767" cy="167167"/>
            </a:xfrm>
            <a:custGeom>
              <a:avLst/>
              <a:pathLst>
                <a:path w="154767" h="167167">
                  <a:moveTo>
                    <a:pt x="154767" y="0"/>
                  </a:moveTo>
                  <a:lnTo>
                    <a:pt x="149273" y="90"/>
                  </a:lnTo>
                  <a:lnTo>
                    <a:pt x="143786" y="361"/>
                  </a:lnTo>
                  <a:lnTo>
                    <a:pt x="138311" y="811"/>
                  </a:lnTo>
                  <a:lnTo>
                    <a:pt x="132853" y="1442"/>
                  </a:lnTo>
                  <a:lnTo>
                    <a:pt x="127419" y="2252"/>
                  </a:lnTo>
                  <a:lnTo>
                    <a:pt x="122014" y="3239"/>
                  </a:lnTo>
                  <a:lnTo>
                    <a:pt x="116645" y="4404"/>
                  </a:lnTo>
                  <a:lnTo>
                    <a:pt x="111317" y="5745"/>
                  </a:lnTo>
                  <a:lnTo>
                    <a:pt x="106036" y="7260"/>
                  </a:lnTo>
                  <a:lnTo>
                    <a:pt x="100808" y="8947"/>
                  </a:lnTo>
                  <a:lnTo>
                    <a:pt x="95638" y="10806"/>
                  </a:lnTo>
                  <a:lnTo>
                    <a:pt x="90532" y="12833"/>
                  </a:lnTo>
                  <a:lnTo>
                    <a:pt x="85495" y="15028"/>
                  </a:lnTo>
                  <a:lnTo>
                    <a:pt x="80533" y="17386"/>
                  </a:lnTo>
                  <a:lnTo>
                    <a:pt x="75651" y="19906"/>
                  </a:lnTo>
                  <a:lnTo>
                    <a:pt x="70855" y="22586"/>
                  </a:lnTo>
                  <a:lnTo>
                    <a:pt x="66149" y="25421"/>
                  </a:lnTo>
                  <a:lnTo>
                    <a:pt x="61539" y="28410"/>
                  </a:lnTo>
                  <a:lnTo>
                    <a:pt x="57030" y="31548"/>
                  </a:lnTo>
                  <a:lnTo>
                    <a:pt x="52626" y="34833"/>
                  </a:lnTo>
                  <a:lnTo>
                    <a:pt x="48332" y="38261"/>
                  </a:lnTo>
                  <a:lnTo>
                    <a:pt x="44154" y="41828"/>
                  </a:lnTo>
                  <a:lnTo>
                    <a:pt x="40095" y="45531"/>
                  </a:lnTo>
                  <a:lnTo>
                    <a:pt x="36160" y="49365"/>
                  </a:lnTo>
                  <a:lnTo>
                    <a:pt x="32353" y="53326"/>
                  </a:lnTo>
                  <a:lnTo>
                    <a:pt x="28678" y="57410"/>
                  </a:lnTo>
                  <a:lnTo>
                    <a:pt x="25139" y="61612"/>
                  </a:lnTo>
                  <a:lnTo>
                    <a:pt x="21741" y="65929"/>
                  </a:lnTo>
                  <a:lnTo>
                    <a:pt x="18486" y="70355"/>
                  </a:lnTo>
                  <a:lnTo>
                    <a:pt x="15378" y="74886"/>
                  </a:lnTo>
                  <a:lnTo>
                    <a:pt x="12421" y="79516"/>
                  </a:lnTo>
                  <a:lnTo>
                    <a:pt x="9618" y="84241"/>
                  </a:lnTo>
                  <a:lnTo>
                    <a:pt x="6971" y="89055"/>
                  </a:lnTo>
                  <a:lnTo>
                    <a:pt x="4484" y="93954"/>
                  </a:lnTo>
                  <a:lnTo>
                    <a:pt x="2159" y="98932"/>
                  </a:lnTo>
                  <a:lnTo>
                    <a:pt x="0" y="103984"/>
                  </a:lnTo>
                  <a:lnTo>
                    <a:pt x="1547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48" y="3709702"/>
              <a:ext cx="334322" cy="332349"/>
            </a:xfrm>
            <a:custGeom>
              <a:avLst/>
              <a:pathLst>
                <a:path w="334322" h="332349">
                  <a:moveTo>
                    <a:pt x="12396" y="102002"/>
                  </a:moveTo>
                  <a:lnTo>
                    <a:pt x="10471" y="106940"/>
                  </a:lnTo>
                  <a:lnTo>
                    <a:pt x="8703" y="111936"/>
                  </a:lnTo>
                  <a:lnTo>
                    <a:pt x="7095" y="116986"/>
                  </a:lnTo>
                  <a:lnTo>
                    <a:pt x="5647" y="122084"/>
                  </a:lnTo>
                  <a:lnTo>
                    <a:pt x="4362" y="127226"/>
                  </a:lnTo>
                  <a:lnTo>
                    <a:pt x="3241" y="132406"/>
                  </a:lnTo>
                  <a:lnTo>
                    <a:pt x="2284" y="137618"/>
                  </a:lnTo>
                  <a:lnTo>
                    <a:pt x="1493" y="142859"/>
                  </a:lnTo>
                  <a:lnTo>
                    <a:pt x="868" y="148121"/>
                  </a:lnTo>
                  <a:lnTo>
                    <a:pt x="411" y="153401"/>
                  </a:lnTo>
                  <a:lnTo>
                    <a:pt x="121" y="158693"/>
                  </a:lnTo>
                  <a:lnTo>
                    <a:pt x="0" y="163991"/>
                  </a:lnTo>
                  <a:lnTo>
                    <a:pt x="46" y="169291"/>
                  </a:lnTo>
                  <a:lnTo>
                    <a:pt x="260" y="174586"/>
                  </a:lnTo>
                  <a:lnTo>
                    <a:pt x="642" y="179872"/>
                  </a:lnTo>
                  <a:lnTo>
                    <a:pt x="1191" y="185143"/>
                  </a:lnTo>
                  <a:lnTo>
                    <a:pt x="1907" y="190394"/>
                  </a:lnTo>
                  <a:lnTo>
                    <a:pt x="2789" y="195620"/>
                  </a:lnTo>
                  <a:lnTo>
                    <a:pt x="3836" y="200815"/>
                  </a:lnTo>
                  <a:lnTo>
                    <a:pt x="5048" y="205975"/>
                  </a:lnTo>
                  <a:lnTo>
                    <a:pt x="6422" y="211093"/>
                  </a:lnTo>
                  <a:lnTo>
                    <a:pt x="7958" y="216165"/>
                  </a:lnTo>
                  <a:lnTo>
                    <a:pt x="9654" y="221186"/>
                  </a:lnTo>
                  <a:lnTo>
                    <a:pt x="11509" y="226151"/>
                  </a:lnTo>
                  <a:lnTo>
                    <a:pt x="13519" y="231055"/>
                  </a:lnTo>
                  <a:lnTo>
                    <a:pt x="15685" y="235892"/>
                  </a:lnTo>
                  <a:lnTo>
                    <a:pt x="18002" y="240658"/>
                  </a:lnTo>
                  <a:lnTo>
                    <a:pt x="20469" y="245348"/>
                  </a:lnTo>
                  <a:lnTo>
                    <a:pt x="23084" y="249958"/>
                  </a:lnTo>
                  <a:lnTo>
                    <a:pt x="25844" y="254482"/>
                  </a:lnTo>
                  <a:lnTo>
                    <a:pt x="28745" y="258917"/>
                  </a:lnTo>
                  <a:lnTo>
                    <a:pt x="31786" y="263258"/>
                  </a:lnTo>
                  <a:lnTo>
                    <a:pt x="34963" y="267500"/>
                  </a:lnTo>
                  <a:lnTo>
                    <a:pt x="38273" y="271639"/>
                  </a:lnTo>
                  <a:lnTo>
                    <a:pt x="41712" y="275671"/>
                  </a:lnTo>
                  <a:lnTo>
                    <a:pt x="45277" y="279592"/>
                  </a:lnTo>
                  <a:lnTo>
                    <a:pt x="48965" y="283398"/>
                  </a:lnTo>
                  <a:lnTo>
                    <a:pt x="52772" y="287086"/>
                  </a:lnTo>
                  <a:lnTo>
                    <a:pt x="56693" y="290651"/>
                  </a:lnTo>
                  <a:lnTo>
                    <a:pt x="60726" y="294089"/>
                  </a:lnTo>
                  <a:lnTo>
                    <a:pt x="64866" y="297399"/>
                  </a:lnTo>
                  <a:lnTo>
                    <a:pt x="69108" y="300575"/>
                  </a:lnTo>
                  <a:lnTo>
                    <a:pt x="73449" y="303615"/>
                  </a:lnTo>
                  <a:lnTo>
                    <a:pt x="77884" y="306516"/>
                  </a:lnTo>
                  <a:lnTo>
                    <a:pt x="82409" y="309275"/>
                  </a:lnTo>
                  <a:lnTo>
                    <a:pt x="87019" y="311889"/>
                  </a:lnTo>
                  <a:lnTo>
                    <a:pt x="91710" y="314356"/>
                  </a:lnTo>
                  <a:lnTo>
                    <a:pt x="96476" y="316673"/>
                  </a:lnTo>
                  <a:lnTo>
                    <a:pt x="101314" y="318837"/>
                  </a:lnTo>
                  <a:lnTo>
                    <a:pt x="106217" y="320847"/>
                  </a:lnTo>
                  <a:lnTo>
                    <a:pt x="111182" y="322701"/>
                  </a:lnTo>
                  <a:lnTo>
                    <a:pt x="116204" y="324397"/>
                  </a:lnTo>
                  <a:lnTo>
                    <a:pt x="121276" y="325932"/>
                  </a:lnTo>
                  <a:lnTo>
                    <a:pt x="126395" y="327306"/>
                  </a:lnTo>
                  <a:lnTo>
                    <a:pt x="131554" y="328516"/>
                  </a:lnTo>
                  <a:lnTo>
                    <a:pt x="136749" y="329563"/>
                  </a:lnTo>
                  <a:lnTo>
                    <a:pt x="141975" y="330445"/>
                  </a:lnTo>
                  <a:lnTo>
                    <a:pt x="147226" y="331160"/>
                  </a:lnTo>
                  <a:lnTo>
                    <a:pt x="152498" y="331709"/>
                  </a:lnTo>
                  <a:lnTo>
                    <a:pt x="157784" y="332090"/>
                  </a:lnTo>
                  <a:lnTo>
                    <a:pt x="163079" y="332303"/>
                  </a:lnTo>
                  <a:lnTo>
                    <a:pt x="168379" y="332349"/>
                  </a:lnTo>
                  <a:lnTo>
                    <a:pt x="173677" y="332226"/>
                  </a:lnTo>
                  <a:lnTo>
                    <a:pt x="178969" y="331936"/>
                  </a:lnTo>
                  <a:lnTo>
                    <a:pt x="184248" y="331478"/>
                  </a:lnTo>
                  <a:lnTo>
                    <a:pt x="189511" y="330852"/>
                  </a:lnTo>
                  <a:lnTo>
                    <a:pt x="194751" y="330061"/>
                  </a:lnTo>
                  <a:lnTo>
                    <a:pt x="199964" y="329103"/>
                  </a:lnTo>
                  <a:lnTo>
                    <a:pt x="205143" y="327981"/>
                  </a:lnTo>
                  <a:lnTo>
                    <a:pt x="210285" y="326695"/>
                  </a:lnTo>
                  <a:lnTo>
                    <a:pt x="215383" y="325247"/>
                  </a:lnTo>
                  <a:lnTo>
                    <a:pt x="220432" y="323638"/>
                  </a:lnTo>
                  <a:lnTo>
                    <a:pt x="225428" y="321870"/>
                  </a:lnTo>
                  <a:lnTo>
                    <a:pt x="230366" y="319944"/>
                  </a:lnTo>
                  <a:lnTo>
                    <a:pt x="235240" y="317863"/>
                  </a:lnTo>
                  <a:lnTo>
                    <a:pt x="240045" y="315629"/>
                  </a:lnTo>
                  <a:lnTo>
                    <a:pt x="244778" y="313243"/>
                  </a:lnTo>
                  <a:lnTo>
                    <a:pt x="249432" y="310708"/>
                  </a:lnTo>
                  <a:lnTo>
                    <a:pt x="254003" y="308027"/>
                  </a:lnTo>
                  <a:lnTo>
                    <a:pt x="258488" y="305202"/>
                  </a:lnTo>
                  <a:lnTo>
                    <a:pt x="262880" y="302237"/>
                  </a:lnTo>
                  <a:lnTo>
                    <a:pt x="267176" y="299134"/>
                  </a:lnTo>
                  <a:lnTo>
                    <a:pt x="271372" y="295896"/>
                  </a:lnTo>
                  <a:lnTo>
                    <a:pt x="275463" y="292527"/>
                  </a:lnTo>
                  <a:lnTo>
                    <a:pt x="279445" y="289030"/>
                  </a:lnTo>
                  <a:lnTo>
                    <a:pt x="283315" y="285409"/>
                  </a:lnTo>
                  <a:lnTo>
                    <a:pt x="287067" y="281667"/>
                  </a:lnTo>
                  <a:lnTo>
                    <a:pt x="290699" y="277807"/>
                  </a:lnTo>
                  <a:lnTo>
                    <a:pt x="294207" y="273835"/>
                  </a:lnTo>
                  <a:lnTo>
                    <a:pt x="297588" y="269753"/>
                  </a:lnTo>
                  <a:lnTo>
                    <a:pt x="300837" y="265566"/>
                  </a:lnTo>
                  <a:lnTo>
                    <a:pt x="303951" y="261278"/>
                  </a:lnTo>
                  <a:lnTo>
                    <a:pt x="306929" y="256894"/>
                  </a:lnTo>
                  <a:lnTo>
                    <a:pt x="309766" y="252417"/>
                  </a:lnTo>
                  <a:lnTo>
                    <a:pt x="312459" y="247853"/>
                  </a:lnTo>
                  <a:lnTo>
                    <a:pt x="315007" y="243206"/>
                  </a:lnTo>
                  <a:lnTo>
                    <a:pt x="317405" y="238480"/>
                  </a:lnTo>
                  <a:lnTo>
                    <a:pt x="319653" y="233681"/>
                  </a:lnTo>
                  <a:lnTo>
                    <a:pt x="321748" y="228813"/>
                  </a:lnTo>
                  <a:lnTo>
                    <a:pt x="323687" y="223880"/>
                  </a:lnTo>
                  <a:lnTo>
                    <a:pt x="325469" y="218889"/>
                  </a:lnTo>
                  <a:lnTo>
                    <a:pt x="327092" y="213844"/>
                  </a:lnTo>
                  <a:lnTo>
                    <a:pt x="328554" y="208750"/>
                  </a:lnTo>
                  <a:lnTo>
                    <a:pt x="329854" y="203612"/>
                  </a:lnTo>
                  <a:lnTo>
                    <a:pt x="330990" y="198436"/>
                  </a:lnTo>
                  <a:lnTo>
                    <a:pt x="331962" y="193226"/>
                  </a:lnTo>
                  <a:lnTo>
                    <a:pt x="332768" y="187988"/>
                  </a:lnTo>
                  <a:lnTo>
                    <a:pt x="333407" y="182727"/>
                  </a:lnTo>
                  <a:lnTo>
                    <a:pt x="333880" y="177448"/>
                  </a:lnTo>
                  <a:lnTo>
                    <a:pt x="334185" y="172157"/>
                  </a:lnTo>
                  <a:lnTo>
                    <a:pt x="334322" y="166859"/>
                  </a:lnTo>
                  <a:lnTo>
                    <a:pt x="334291" y="161560"/>
                  </a:lnTo>
                  <a:lnTo>
                    <a:pt x="334092" y="156264"/>
                  </a:lnTo>
                  <a:lnTo>
                    <a:pt x="333725" y="150977"/>
                  </a:lnTo>
                  <a:lnTo>
                    <a:pt x="333191" y="145704"/>
                  </a:lnTo>
                  <a:lnTo>
                    <a:pt x="332490" y="140451"/>
                  </a:lnTo>
                  <a:lnTo>
                    <a:pt x="331623" y="135223"/>
                  </a:lnTo>
                  <a:lnTo>
                    <a:pt x="330591" y="130025"/>
                  </a:lnTo>
                  <a:lnTo>
                    <a:pt x="329394" y="124862"/>
                  </a:lnTo>
                  <a:lnTo>
                    <a:pt x="328034" y="119739"/>
                  </a:lnTo>
                  <a:lnTo>
                    <a:pt x="326513" y="114663"/>
                  </a:lnTo>
                  <a:lnTo>
                    <a:pt x="324831" y="109637"/>
                  </a:lnTo>
                  <a:lnTo>
                    <a:pt x="322991" y="104667"/>
                  </a:lnTo>
                  <a:lnTo>
                    <a:pt x="320994" y="99758"/>
                  </a:lnTo>
                  <a:lnTo>
                    <a:pt x="318843" y="94914"/>
                  </a:lnTo>
                  <a:lnTo>
                    <a:pt x="316539" y="90142"/>
                  </a:lnTo>
                  <a:lnTo>
                    <a:pt x="314085" y="85444"/>
                  </a:lnTo>
                  <a:lnTo>
                    <a:pt x="311484" y="80827"/>
                  </a:lnTo>
                  <a:lnTo>
                    <a:pt x="308737" y="76295"/>
                  </a:lnTo>
                  <a:lnTo>
                    <a:pt x="305848" y="71851"/>
                  </a:lnTo>
                  <a:lnTo>
                    <a:pt x="302820" y="67502"/>
                  </a:lnTo>
                  <a:lnTo>
                    <a:pt x="299655" y="63251"/>
                  </a:lnTo>
                  <a:lnTo>
                    <a:pt x="296358" y="59102"/>
                  </a:lnTo>
                  <a:lnTo>
                    <a:pt x="292930" y="55060"/>
                  </a:lnTo>
                  <a:lnTo>
                    <a:pt x="289376" y="51129"/>
                  </a:lnTo>
                  <a:lnTo>
                    <a:pt x="285699" y="47312"/>
                  </a:lnTo>
                  <a:lnTo>
                    <a:pt x="281903" y="43614"/>
                  </a:lnTo>
                  <a:lnTo>
                    <a:pt x="277992" y="40038"/>
                  </a:lnTo>
                  <a:lnTo>
                    <a:pt x="273969" y="36588"/>
                  </a:lnTo>
                  <a:lnTo>
                    <a:pt x="269839" y="33267"/>
                  </a:lnTo>
                  <a:lnTo>
                    <a:pt x="265605" y="30078"/>
                  </a:lnTo>
                  <a:lnTo>
                    <a:pt x="261273" y="27026"/>
                  </a:lnTo>
                  <a:lnTo>
                    <a:pt x="256846" y="24112"/>
                  </a:lnTo>
                  <a:lnTo>
                    <a:pt x="252329" y="21340"/>
                  </a:lnTo>
                  <a:lnTo>
                    <a:pt x="247727" y="18712"/>
                  </a:lnTo>
                  <a:lnTo>
                    <a:pt x="243043" y="16232"/>
                  </a:lnTo>
                  <a:lnTo>
                    <a:pt x="238284" y="13902"/>
                  </a:lnTo>
                  <a:lnTo>
                    <a:pt x="233452" y="11723"/>
                  </a:lnTo>
                  <a:lnTo>
                    <a:pt x="228554" y="9699"/>
                  </a:lnTo>
                  <a:lnTo>
                    <a:pt x="223595" y="7831"/>
                  </a:lnTo>
                  <a:lnTo>
                    <a:pt x="218578" y="6122"/>
                  </a:lnTo>
                  <a:lnTo>
                    <a:pt x="213510" y="4572"/>
                  </a:lnTo>
                  <a:lnTo>
                    <a:pt x="208396" y="3183"/>
                  </a:lnTo>
                  <a:lnTo>
                    <a:pt x="203240" y="1958"/>
                  </a:lnTo>
                  <a:lnTo>
                    <a:pt x="198047" y="896"/>
                  </a:lnTo>
                  <a:lnTo>
                    <a:pt x="192824" y="0"/>
                  </a:lnTo>
                  <a:lnTo>
                    <a:pt x="167163" y="1651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25661" cy="167167"/>
            </a:xfrm>
            <a:custGeom>
              <a:avLst/>
              <a:pathLst>
                <a:path w="25661" h="167167">
                  <a:moveTo>
                    <a:pt x="25661" y="1981"/>
                  </a:moveTo>
                  <a:lnTo>
                    <a:pt x="17145" y="881"/>
                  </a:lnTo>
                  <a:lnTo>
                    <a:pt x="8584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2025-06-06T07:19:29Z</dcterms:modified>
  <cp:category/>
</cp:coreProperties>
</file>