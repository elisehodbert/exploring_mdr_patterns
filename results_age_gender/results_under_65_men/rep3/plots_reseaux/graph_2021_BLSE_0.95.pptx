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85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9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85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13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08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88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03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85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03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69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49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23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85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85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34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85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41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9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97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185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85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7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12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85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52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85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48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85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48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85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9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85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64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52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19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48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19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48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193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13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41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49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288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03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22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85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13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08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7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12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77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85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13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8338" y="3170392"/>
              <a:ext cx="85440" cy="167167"/>
            </a:xfrm>
            <a:custGeom>
              <a:avLst/>
              <a:pathLst>
                <a:path w="85440" h="167167">
                  <a:moveTo>
                    <a:pt x="85440" y="0"/>
                  </a:moveTo>
                  <a:lnTo>
                    <a:pt x="79836" y="93"/>
                  </a:lnTo>
                  <a:lnTo>
                    <a:pt x="74238" y="375"/>
                  </a:lnTo>
                  <a:lnTo>
                    <a:pt x="68653" y="844"/>
                  </a:lnTo>
                  <a:lnTo>
                    <a:pt x="63087" y="1501"/>
                  </a:lnTo>
                  <a:lnTo>
                    <a:pt x="57546" y="2343"/>
                  </a:lnTo>
                  <a:lnTo>
                    <a:pt x="52036" y="3371"/>
                  </a:lnTo>
                  <a:lnTo>
                    <a:pt x="46564" y="4583"/>
                  </a:lnTo>
                  <a:lnTo>
                    <a:pt x="41136" y="5977"/>
                  </a:lnTo>
                  <a:lnTo>
                    <a:pt x="35757" y="7553"/>
                  </a:lnTo>
                  <a:lnTo>
                    <a:pt x="30434" y="9309"/>
                  </a:lnTo>
                  <a:lnTo>
                    <a:pt x="25173" y="11241"/>
                  </a:lnTo>
                  <a:lnTo>
                    <a:pt x="19980" y="13349"/>
                  </a:lnTo>
                  <a:lnTo>
                    <a:pt x="14860" y="15630"/>
                  </a:lnTo>
                  <a:lnTo>
                    <a:pt x="9820" y="18081"/>
                  </a:lnTo>
                  <a:lnTo>
                    <a:pt x="4864" y="20700"/>
                  </a:lnTo>
                  <a:lnTo>
                    <a:pt x="0" y="23484"/>
                  </a:lnTo>
                  <a:lnTo>
                    <a:pt x="8544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98338" y="3193876"/>
              <a:ext cx="85440" cy="143683"/>
            </a:xfrm>
            <a:custGeom>
              <a:avLst/>
              <a:pathLst>
                <a:path w="85440" h="143683">
                  <a:moveTo>
                    <a:pt x="0" y="0"/>
                  </a:moveTo>
                  <a:lnTo>
                    <a:pt x="85440" y="1436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16626" y="3170392"/>
              <a:ext cx="334300" cy="334334"/>
            </a:xfrm>
            <a:custGeom>
              <a:avLst/>
              <a:pathLst>
                <a:path w="334300" h="334334">
                  <a:moveTo>
                    <a:pt x="81711" y="23484"/>
                  </a:moveTo>
                  <a:lnTo>
                    <a:pt x="77193" y="26269"/>
                  </a:lnTo>
                  <a:lnTo>
                    <a:pt x="72766" y="29195"/>
                  </a:lnTo>
                  <a:lnTo>
                    <a:pt x="68433" y="32261"/>
                  </a:lnTo>
                  <a:lnTo>
                    <a:pt x="64201" y="35463"/>
                  </a:lnTo>
                  <a:lnTo>
                    <a:pt x="60072" y="38797"/>
                  </a:lnTo>
                  <a:lnTo>
                    <a:pt x="56051" y="42261"/>
                  </a:lnTo>
                  <a:lnTo>
                    <a:pt x="52142" y="45851"/>
                  </a:lnTo>
                  <a:lnTo>
                    <a:pt x="48348" y="49563"/>
                  </a:lnTo>
                  <a:lnTo>
                    <a:pt x="44675" y="53394"/>
                  </a:lnTo>
                  <a:lnTo>
                    <a:pt x="41125" y="57339"/>
                  </a:lnTo>
                  <a:lnTo>
                    <a:pt x="37702" y="61395"/>
                  </a:lnTo>
                  <a:lnTo>
                    <a:pt x="34410" y="65558"/>
                  </a:lnTo>
                  <a:lnTo>
                    <a:pt x="31251" y="69823"/>
                  </a:lnTo>
                  <a:lnTo>
                    <a:pt x="28229" y="74186"/>
                  </a:lnTo>
                  <a:lnTo>
                    <a:pt x="25348" y="78643"/>
                  </a:lnTo>
                  <a:lnTo>
                    <a:pt x="22609" y="83189"/>
                  </a:lnTo>
                  <a:lnTo>
                    <a:pt x="20016" y="87820"/>
                  </a:lnTo>
                  <a:lnTo>
                    <a:pt x="17571" y="92530"/>
                  </a:lnTo>
                  <a:lnTo>
                    <a:pt x="15277" y="97316"/>
                  </a:lnTo>
                  <a:lnTo>
                    <a:pt x="13137" y="102173"/>
                  </a:lnTo>
                  <a:lnTo>
                    <a:pt x="11151" y="107094"/>
                  </a:lnTo>
                  <a:lnTo>
                    <a:pt x="9323" y="112077"/>
                  </a:lnTo>
                  <a:lnTo>
                    <a:pt x="7653" y="117115"/>
                  </a:lnTo>
                  <a:lnTo>
                    <a:pt x="6145" y="122203"/>
                  </a:lnTo>
                  <a:lnTo>
                    <a:pt x="4799" y="127337"/>
                  </a:lnTo>
                  <a:lnTo>
                    <a:pt x="3616" y="132511"/>
                  </a:lnTo>
                  <a:lnTo>
                    <a:pt x="2599" y="137720"/>
                  </a:lnTo>
                  <a:lnTo>
                    <a:pt x="1747" y="142958"/>
                  </a:lnTo>
                  <a:lnTo>
                    <a:pt x="1062" y="148221"/>
                  </a:lnTo>
                  <a:lnTo>
                    <a:pt x="544" y="153503"/>
                  </a:lnTo>
                  <a:lnTo>
                    <a:pt x="194" y="158799"/>
                  </a:lnTo>
                  <a:lnTo>
                    <a:pt x="13" y="164103"/>
                  </a:lnTo>
                  <a:lnTo>
                    <a:pt x="0" y="169410"/>
                  </a:lnTo>
                  <a:lnTo>
                    <a:pt x="155" y="174715"/>
                  </a:lnTo>
                  <a:lnTo>
                    <a:pt x="479" y="180013"/>
                  </a:lnTo>
                  <a:lnTo>
                    <a:pt x="971" y="185297"/>
                  </a:lnTo>
                  <a:lnTo>
                    <a:pt x="1630" y="190564"/>
                  </a:lnTo>
                  <a:lnTo>
                    <a:pt x="2456" y="195806"/>
                  </a:lnTo>
                  <a:lnTo>
                    <a:pt x="3448" y="201020"/>
                  </a:lnTo>
                  <a:lnTo>
                    <a:pt x="4605" y="206200"/>
                  </a:lnTo>
                  <a:lnTo>
                    <a:pt x="5926" y="211340"/>
                  </a:lnTo>
                  <a:lnTo>
                    <a:pt x="7410" y="216436"/>
                  </a:lnTo>
                  <a:lnTo>
                    <a:pt x="9054" y="221482"/>
                  </a:lnTo>
                  <a:lnTo>
                    <a:pt x="10858" y="226473"/>
                  </a:lnTo>
                  <a:lnTo>
                    <a:pt x="12820" y="231405"/>
                  </a:lnTo>
                  <a:lnTo>
                    <a:pt x="14936" y="236271"/>
                  </a:lnTo>
                  <a:lnTo>
                    <a:pt x="17207" y="241069"/>
                  </a:lnTo>
                  <a:lnTo>
                    <a:pt x="19628" y="245791"/>
                  </a:lnTo>
                  <a:lnTo>
                    <a:pt x="22199" y="250435"/>
                  </a:lnTo>
                  <a:lnTo>
                    <a:pt x="24915" y="254994"/>
                  </a:lnTo>
                  <a:lnTo>
                    <a:pt x="27775" y="259465"/>
                  </a:lnTo>
                  <a:lnTo>
                    <a:pt x="30775" y="263843"/>
                  </a:lnTo>
                  <a:lnTo>
                    <a:pt x="33913" y="268124"/>
                  </a:lnTo>
                  <a:lnTo>
                    <a:pt x="37185" y="272302"/>
                  </a:lnTo>
                  <a:lnTo>
                    <a:pt x="40587" y="276375"/>
                  </a:lnTo>
                  <a:lnTo>
                    <a:pt x="44118" y="280338"/>
                  </a:lnTo>
                  <a:lnTo>
                    <a:pt x="47773" y="284186"/>
                  </a:lnTo>
                  <a:lnTo>
                    <a:pt x="51547" y="287917"/>
                  </a:lnTo>
                  <a:lnTo>
                    <a:pt x="55439" y="291526"/>
                  </a:lnTo>
                  <a:lnTo>
                    <a:pt x="59443" y="295010"/>
                  </a:lnTo>
                  <a:lnTo>
                    <a:pt x="63555" y="298364"/>
                  </a:lnTo>
                  <a:lnTo>
                    <a:pt x="67772" y="301587"/>
                  </a:lnTo>
                  <a:lnTo>
                    <a:pt x="72090" y="304674"/>
                  </a:lnTo>
                  <a:lnTo>
                    <a:pt x="76503" y="307622"/>
                  </a:lnTo>
                  <a:lnTo>
                    <a:pt x="81007" y="310429"/>
                  </a:lnTo>
                  <a:lnTo>
                    <a:pt x="85598" y="313091"/>
                  </a:lnTo>
                  <a:lnTo>
                    <a:pt x="90272" y="315607"/>
                  </a:lnTo>
                  <a:lnTo>
                    <a:pt x="95022" y="317972"/>
                  </a:lnTo>
                  <a:lnTo>
                    <a:pt x="99846" y="320186"/>
                  </a:lnTo>
                  <a:lnTo>
                    <a:pt x="104737" y="322246"/>
                  </a:lnTo>
                  <a:lnTo>
                    <a:pt x="109692" y="324149"/>
                  </a:lnTo>
                  <a:lnTo>
                    <a:pt x="114704" y="325894"/>
                  </a:lnTo>
                  <a:lnTo>
                    <a:pt x="119769" y="327479"/>
                  </a:lnTo>
                  <a:lnTo>
                    <a:pt x="124882" y="328902"/>
                  </a:lnTo>
                  <a:lnTo>
                    <a:pt x="130038" y="330162"/>
                  </a:lnTo>
                  <a:lnTo>
                    <a:pt x="135230" y="331258"/>
                  </a:lnTo>
                  <a:lnTo>
                    <a:pt x="140456" y="332189"/>
                  </a:lnTo>
                  <a:lnTo>
                    <a:pt x="145708" y="332953"/>
                  </a:lnTo>
                  <a:lnTo>
                    <a:pt x="150981" y="333550"/>
                  </a:lnTo>
                  <a:lnTo>
                    <a:pt x="156271" y="333980"/>
                  </a:lnTo>
                  <a:lnTo>
                    <a:pt x="161572" y="334241"/>
                  </a:lnTo>
                  <a:lnTo>
                    <a:pt x="166878" y="334334"/>
                  </a:lnTo>
                  <a:lnTo>
                    <a:pt x="172185" y="334259"/>
                  </a:lnTo>
                  <a:lnTo>
                    <a:pt x="177487" y="334015"/>
                  </a:lnTo>
                  <a:lnTo>
                    <a:pt x="182778" y="333602"/>
                  </a:lnTo>
                  <a:lnTo>
                    <a:pt x="188054" y="333023"/>
                  </a:lnTo>
                  <a:lnTo>
                    <a:pt x="193308" y="332275"/>
                  </a:lnTo>
                  <a:lnTo>
                    <a:pt x="198536" y="331362"/>
                  </a:lnTo>
                  <a:lnTo>
                    <a:pt x="203733" y="330283"/>
                  </a:lnTo>
                  <a:lnTo>
                    <a:pt x="208892" y="329039"/>
                  </a:lnTo>
                  <a:lnTo>
                    <a:pt x="214010" y="327633"/>
                  </a:lnTo>
                  <a:lnTo>
                    <a:pt x="219080" y="326064"/>
                  </a:lnTo>
                  <a:lnTo>
                    <a:pt x="224098" y="324336"/>
                  </a:lnTo>
                  <a:lnTo>
                    <a:pt x="229059" y="322449"/>
                  </a:lnTo>
                  <a:lnTo>
                    <a:pt x="233957" y="320406"/>
                  </a:lnTo>
                  <a:lnTo>
                    <a:pt x="238788" y="318208"/>
                  </a:lnTo>
                  <a:lnTo>
                    <a:pt x="243546" y="315857"/>
                  </a:lnTo>
                  <a:lnTo>
                    <a:pt x="248228" y="313357"/>
                  </a:lnTo>
                  <a:lnTo>
                    <a:pt x="252828" y="310710"/>
                  </a:lnTo>
                  <a:lnTo>
                    <a:pt x="257341" y="307918"/>
                  </a:lnTo>
                  <a:lnTo>
                    <a:pt x="261764" y="304984"/>
                  </a:lnTo>
                  <a:lnTo>
                    <a:pt x="266091" y="301911"/>
                  </a:lnTo>
                  <a:lnTo>
                    <a:pt x="270318" y="298703"/>
                  </a:lnTo>
                  <a:lnTo>
                    <a:pt x="274442" y="295361"/>
                  </a:lnTo>
                  <a:lnTo>
                    <a:pt x="278457" y="291891"/>
                  </a:lnTo>
                  <a:lnTo>
                    <a:pt x="282361" y="288295"/>
                  </a:lnTo>
                  <a:lnTo>
                    <a:pt x="286148" y="284576"/>
                  </a:lnTo>
                  <a:lnTo>
                    <a:pt x="289815" y="280740"/>
                  </a:lnTo>
                  <a:lnTo>
                    <a:pt x="293358" y="276789"/>
                  </a:lnTo>
                  <a:lnTo>
                    <a:pt x="296775" y="272727"/>
                  </a:lnTo>
                  <a:lnTo>
                    <a:pt x="300060" y="268559"/>
                  </a:lnTo>
                  <a:lnTo>
                    <a:pt x="303212" y="264289"/>
                  </a:lnTo>
                  <a:lnTo>
                    <a:pt x="306226" y="259921"/>
                  </a:lnTo>
                  <a:lnTo>
                    <a:pt x="309101" y="255459"/>
                  </a:lnTo>
                  <a:lnTo>
                    <a:pt x="311832" y="250909"/>
                  </a:lnTo>
                  <a:lnTo>
                    <a:pt x="314417" y="246274"/>
                  </a:lnTo>
                  <a:lnTo>
                    <a:pt x="316854" y="241559"/>
                  </a:lnTo>
                  <a:lnTo>
                    <a:pt x="319140" y="236769"/>
                  </a:lnTo>
                  <a:lnTo>
                    <a:pt x="321273" y="231909"/>
                  </a:lnTo>
                  <a:lnTo>
                    <a:pt x="323251" y="226984"/>
                  </a:lnTo>
                  <a:lnTo>
                    <a:pt x="325071" y="221999"/>
                  </a:lnTo>
                  <a:lnTo>
                    <a:pt x="326732" y="216958"/>
                  </a:lnTo>
                  <a:lnTo>
                    <a:pt x="328232" y="211867"/>
                  </a:lnTo>
                  <a:lnTo>
                    <a:pt x="329570" y="206731"/>
                  </a:lnTo>
                  <a:lnTo>
                    <a:pt x="330744" y="201555"/>
                  </a:lnTo>
                  <a:lnTo>
                    <a:pt x="331753" y="196345"/>
                  </a:lnTo>
                  <a:lnTo>
                    <a:pt x="332597" y="191105"/>
                  </a:lnTo>
                  <a:lnTo>
                    <a:pt x="333273" y="185841"/>
                  </a:lnTo>
                  <a:lnTo>
                    <a:pt x="333782" y="180558"/>
                  </a:lnTo>
                  <a:lnTo>
                    <a:pt x="334123" y="175262"/>
                  </a:lnTo>
                  <a:lnTo>
                    <a:pt x="334296" y="169957"/>
                  </a:lnTo>
                  <a:lnTo>
                    <a:pt x="334300" y="164650"/>
                  </a:lnTo>
                  <a:lnTo>
                    <a:pt x="334136" y="159345"/>
                  </a:lnTo>
                  <a:lnTo>
                    <a:pt x="333804" y="154048"/>
                  </a:lnTo>
                  <a:lnTo>
                    <a:pt x="333303" y="148765"/>
                  </a:lnTo>
                  <a:lnTo>
                    <a:pt x="332635" y="143500"/>
                  </a:lnTo>
                  <a:lnTo>
                    <a:pt x="331801" y="138258"/>
                  </a:lnTo>
                  <a:lnTo>
                    <a:pt x="330800" y="133046"/>
                  </a:lnTo>
                  <a:lnTo>
                    <a:pt x="329634" y="127868"/>
                  </a:lnTo>
                  <a:lnTo>
                    <a:pt x="328305" y="122730"/>
                  </a:lnTo>
                  <a:lnTo>
                    <a:pt x="326813" y="117637"/>
                  </a:lnTo>
                  <a:lnTo>
                    <a:pt x="325160" y="112594"/>
                  </a:lnTo>
                  <a:lnTo>
                    <a:pt x="323348" y="107605"/>
                  </a:lnTo>
                  <a:lnTo>
                    <a:pt x="321379" y="102677"/>
                  </a:lnTo>
                  <a:lnTo>
                    <a:pt x="319254" y="97814"/>
                  </a:lnTo>
                  <a:lnTo>
                    <a:pt x="316976" y="93020"/>
                  </a:lnTo>
                  <a:lnTo>
                    <a:pt x="314547" y="88301"/>
                  </a:lnTo>
                  <a:lnTo>
                    <a:pt x="311969" y="83662"/>
                  </a:lnTo>
                  <a:lnTo>
                    <a:pt x="309245" y="79107"/>
                  </a:lnTo>
                  <a:lnTo>
                    <a:pt x="306378" y="74641"/>
                  </a:lnTo>
                  <a:lnTo>
                    <a:pt x="303371" y="70268"/>
                  </a:lnTo>
                  <a:lnTo>
                    <a:pt x="300226" y="65992"/>
                  </a:lnTo>
                  <a:lnTo>
                    <a:pt x="296947" y="61819"/>
                  </a:lnTo>
                  <a:lnTo>
                    <a:pt x="293537" y="57752"/>
                  </a:lnTo>
                  <a:lnTo>
                    <a:pt x="290000" y="53795"/>
                  </a:lnTo>
                  <a:lnTo>
                    <a:pt x="286340" y="49952"/>
                  </a:lnTo>
                  <a:lnTo>
                    <a:pt x="282559" y="46228"/>
                  </a:lnTo>
                  <a:lnTo>
                    <a:pt x="278661" y="42625"/>
                  </a:lnTo>
                  <a:lnTo>
                    <a:pt x="274652" y="39148"/>
                  </a:lnTo>
                  <a:lnTo>
                    <a:pt x="270534" y="35800"/>
                  </a:lnTo>
                  <a:lnTo>
                    <a:pt x="266311" y="32585"/>
                  </a:lnTo>
                  <a:lnTo>
                    <a:pt x="261989" y="29505"/>
                  </a:lnTo>
                  <a:lnTo>
                    <a:pt x="257571" y="26564"/>
                  </a:lnTo>
                  <a:lnTo>
                    <a:pt x="253062" y="23764"/>
                  </a:lnTo>
                  <a:lnTo>
                    <a:pt x="248467" y="21109"/>
                  </a:lnTo>
                  <a:lnTo>
                    <a:pt x="243789" y="18602"/>
                  </a:lnTo>
                  <a:lnTo>
                    <a:pt x="239035" y="16244"/>
                  </a:lnTo>
                  <a:lnTo>
                    <a:pt x="234207" y="14038"/>
                  </a:lnTo>
                  <a:lnTo>
                    <a:pt x="229313" y="11986"/>
                  </a:lnTo>
                  <a:lnTo>
                    <a:pt x="224355" y="10091"/>
                  </a:lnTo>
                  <a:lnTo>
                    <a:pt x="219340" y="8355"/>
                  </a:lnTo>
                  <a:lnTo>
                    <a:pt x="214272" y="6778"/>
                  </a:lnTo>
                  <a:lnTo>
                    <a:pt x="209157" y="5363"/>
                  </a:lnTo>
                  <a:lnTo>
                    <a:pt x="203999" y="4111"/>
                  </a:lnTo>
                  <a:lnTo>
                    <a:pt x="198805" y="3024"/>
                  </a:lnTo>
                  <a:lnTo>
                    <a:pt x="193578" y="2101"/>
                  </a:lnTo>
                  <a:lnTo>
                    <a:pt x="188325" y="1346"/>
                  </a:lnTo>
                  <a:lnTo>
                    <a:pt x="183050" y="757"/>
                  </a:lnTo>
                  <a:lnTo>
                    <a:pt x="177760" y="336"/>
                  </a:lnTo>
                  <a:lnTo>
                    <a:pt x="172459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83779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51846" y="2633064"/>
              <a:ext cx="167165" cy="238681"/>
            </a:xfrm>
            <a:custGeom>
              <a:avLst/>
              <a:pathLst>
                <a:path w="167165" h="238681">
                  <a:moveTo>
                    <a:pt x="167165" y="0"/>
                  </a:moveTo>
                  <a:lnTo>
                    <a:pt x="161825" y="85"/>
                  </a:lnTo>
                  <a:lnTo>
                    <a:pt x="156490" y="341"/>
                  </a:lnTo>
                  <a:lnTo>
                    <a:pt x="151166" y="767"/>
                  </a:lnTo>
                  <a:lnTo>
                    <a:pt x="145859" y="1363"/>
                  </a:lnTo>
                  <a:lnTo>
                    <a:pt x="140573" y="2128"/>
                  </a:lnTo>
                  <a:lnTo>
                    <a:pt x="135315" y="3062"/>
                  </a:lnTo>
                  <a:lnTo>
                    <a:pt x="130089" y="4163"/>
                  </a:lnTo>
                  <a:lnTo>
                    <a:pt x="124900" y="5430"/>
                  </a:lnTo>
                  <a:lnTo>
                    <a:pt x="119755" y="6863"/>
                  </a:lnTo>
                  <a:lnTo>
                    <a:pt x="114659" y="8459"/>
                  </a:lnTo>
                  <a:lnTo>
                    <a:pt x="109616" y="10218"/>
                  </a:lnTo>
                  <a:lnTo>
                    <a:pt x="104631" y="12136"/>
                  </a:lnTo>
                  <a:lnTo>
                    <a:pt x="99711" y="14213"/>
                  </a:lnTo>
                  <a:lnTo>
                    <a:pt x="94859" y="16446"/>
                  </a:lnTo>
                  <a:lnTo>
                    <a:pt x="90081" y="18832"/>
                  </a:lnTo>
                  <a:lnTo>
                    <a:pt x="85382" y="21371"/>
                  </a:lnTo>
                  <a:lnTo>
                    <a:pt x="80767" y="24057"/>
                  </a:lnTo>
                  <a:lnTo>
                    <a:pt x="76239" y="26890"/>
                  </a:lnTo>
                  <a:lnTo>
                    <a:pt x="71804" y="29867"/>
                  </a:lnTo>
                  <a:lnTo>
                    <a:pt x="67467" y="32983"/>
                  </a:lnTo>
                  <a:lnTo>
                    <a:pt x="63232" y="36236"/>
                  </a:lnTo>
                  <a:lnTo>
                    <a:pt x="59102" y="39623"/>
                  </a:lnTo>
                  <a:lnTo>
                    <a:pt x="55083" y="43140"/>
                  </a:lnTo>
                  <a:lnTo>
                    <a:pt x="51178" y="46784"/>
                  </a:lnTo>
                  <a:lnTo>
                    <a:pt x="47392" y="50551"/>
                  </a:lnTo>
                  <a:lnTo>
                    <a:pt x="43728" y="54436"/>
                  </a:lnTo>
                  <a:lnTo>
                    <a:pt x="40189" y="58437"/>
                  </a:lnTo>
                  <a:lnTo>
                    <a:pt x="36781" y="62548"/>
                  </a:lnTo>
                  <a:lnTo>
                    <a:pt x="33505" y="66767"/>
                  </a:lnTo>
                  <a:lnTo>
                    <a:pt x="30366" y="71088"/>
                  </a:lnTo>
                  <a:lnTo>
                    <a:pt x="27367" y="75507"/>
                  </a:lnTo>
                  <a:lnTo>
                    <a:pt x="24510" y="80019"/>
                  </a:lnTo>
                  <a:lnTo>
                    <a:pt x="21799" y="84621"/>
                  </a:lnTo>
                  <a:lnTo>
                    <a:pt x="19237" y="89307"/>
                  </a:lnTo>
                  <a:lnTo>
                    <a:pt x="16825" y="94072"/>
                  </a:lnTo>
                  <a:lnTo>
                    <a:pt x="14567" y="98912"/>
                  </a:lnTo>
                  <a:lnTo>
                    <a:pt x="12464" y="103821"/>
                  </a:lnTo>
                  <a:lnTo>
                    <a:pt x="10519" y="108795"/>
                  </a:lnTo>
                  <a:lnTo>
                    <a:pt x="8735" y="113829"/>
                  </a:lnTo>
                  <a:lnTo>
                    <a:pt x="7112" y="118917"/>
                  </a:lnTo>
                  <a:lnTo>
                    <a:pt x="5652" y="124055"/>
                  </a:lnTo>
                  <a:lnTo>
                    <a:pt x="4357" y="129236"/>
                  </a:lnTo>
                  <a:lnTo>
                    <a:pt x="3229" y="134456"/>
                  </a:lnTo>
                  <a:lnTo>
                    <a:pt x="2267" y="139710"/>
                  </a:lnTo>
                  <a:lnTo>
                    <a:pt x="1475" y="144992"/>
                  </a:lnTo>
                  <a:lnTo>
                    <a:pt x="851" y="150296"/>
                  </a:lnTo>
                  <a:lnTo>
                    <a:pt x="397" y="155617"/>
                  </a:lnTo>
                  <a:lnTo>
                    <a:pt x="113" y="160950"/>
                  </a:lnTo>
                  <a:lnTo>
                    <a:pt x="0" y="166290"/>
                  </a:lnTo>
                  <a:lnTo>
                    <a:pt x="57" y="171631"/>
                  </a:lnTo>
                  <a:lnTo>
                    <a:pt x="285" y="176966"/>
                  </a:lnTo>
                  <a:lnTo>
                    <a:pt x="683" y="182292"/>
                  </a:lnTo>
                  <a:lnTo>
                    <a:pt x="1251" y="187603"/>
                  </a:lnTo>
                  <a:lnTo>
                    <a:pt x="1989" y="192892"/>
                  </a:lnTo>
                  <a:lnTo>
                    <a:pt x="2895" y="198156"/>
                  </a:lnTo>
                  <a:lnTo>
                    <a:pt x="3968" y="203388"/>
                  </a:lnTo>
                  <a:lnTo>
                    <a:pt x="5209" y="208582"/>
                  </a:lnTo>
                  <a:lnTo>
                    <a:pt x="6614" y="213735"/>
                  </a:lnTo>
                  <a:lnTo>
                    <a:pt x="8184" y="218840"/>
                  </a:lnTo>
                  <a:lnTo>
                    <a:pt x="9916" y="223892"/>
                  </a:lnTo>
                  <a:lnTo>
                    <a:pt x="11808" y="228886"/>
                  </a:lnTo>
                  <a:lnTo>
                    <a:pt x="13859" y="233817"/>
                  </a:lnTo>
                  <a:lnTo>
                    <a:pt x="16066" y="238681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67913" y="2800231"/>
              <a:ext cx="151098" cy="71513"/>
            </a:xfrm>
            <a:custGeom>
              <a:avLst/>
              <a:pathLst>
                <a:path w="151098" h="71513">
                  <a:moveTo>
                    <a:pt x="0" y="71513"/>
                  </a:moveTo>
                  <a:lnTo>
                    <a:pt x="1510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67913" y="2650702"/>
              <a:ext cx="318265" cy="316681"/>
            </a:xfrm>
            <a:custGeom>
              <a:avLst/>
              <a:pathLst>
                <a:path w="318265" h="316681">
                  <a:moveTo>
                    <a:pt x="0" y="221042"/>
                  </a:moveTo>
                  <a:lnTo>
                    <a:pt x="2344" y="225799"/>
                  </a:lnTo>
                  <a:lnTo>
                    <a:pt x="4838" y="230479"/>
                  </a:lnTo>
                  <a:lnTo>
                    <a:pt x="7479" y="235077"/>
                  </a:lnTo>
                  <a:lnTo>
                    <a:pt x="10265" y="239590"/>
                  </a:lnTo>
                  <a:lnTo>
                    <a:pt x="13192" y="244011"/>
                  </a:lnTo>
                  <a:lnTo>
                    <a:pt x="16258" y="248338"/>
                  </a:lnTo>
                  <a:lnTo>
                    <a:pt x="19460" y="252565"/>
                  </a:lnTo>
                  <a:lnTo>
                    <a:pt x="22795" y="256688"/>
                  </a:lnTo>
                  <a:lnTo>
                    <a:pt x="26258" y="260704"/>
                  </a:lnTo>
                  <a:lnTo>
                    <a:pt x="29847" y="264608"/>
                  </a:lnTo>
                  <a:lnTo>
                    <a:pt x="33558" y="268396"/>
                  </a:lnTo>
                  <a:lnTo>
                    <a:pt x="37388" y="272064"/>
                  </a:lnTo>
                  <a:lnTo>
                    <a:pt x="41331" y="275609"/>
                  </a:lnTo>
                  <a:lnTo>
                    <a:pt x="45386" y="279027"/>
                  </a:lnTo>
                  <a:lnTo>
                    <a:pt x="49546" y="282315"/>
                  </a:lnTo>
                  <a:lnTo>
                    <a:pt x="53809" y="285469"/>
                  </a:lnTo>
                  <a:lnTo>
                    <a:pt x="58170" y="288487"/>
                  </a:lnTo>
                  <a:lnTo>
                    <a:pt x="62624" y="291364"/>
                  </a:lnTo>
                  <a:lnTo>
                    <a:pt x="67168" y="294099"/>
                  </a:lnTo>
                  <a:lnTo>
                    <a:pt x="71795" y="296689"/>
                  </a:lnTo>
                  <a:lnTo>
                    <a:pt x="76503" y="299130"/>
                  </a:lnTo>
                  <a:lnTo>
                    <a:pt x="81285" y="301421"/>
                  </a:lnTo>
                  <a:lnTo>
                    <a:pt x="86138" y="303558"/>
                  </a:lnTo>
                  <a:lnTo>
                    <a:pt x="91057" y="305541"/>
                  </a:lnTo>
                  <a:lnTo>
                    <a:pt x="96035" y="307367"/>
                  </a:lnTo>
                  <a:lnTo>
                    <a:pt x="101069" y="309034"/>
                  </a:lnTo>
                  <a:lnTo>
                    <a:pt x="106154" y="310541"/>
                  </a:lnTo>
                  <a:lnTo>
                    <a:pt x="111283" y="311885"/>
                  </a:lnTo>
                  <a:lnTo>
                    <a:pt x="116453" y="313067"/>
                  </a:lnTo>
                  <a:lnTo>
                    <a:pt x="121658" y="314083"/>
                  </a:lnTo>
                  <a:lnTo>
                    <a:pt x="126892" y="314934"/>
                  </a:lnTo>
                  <a:lnTo>
                    <a:pt x="132150" y="315619"/>
                  </a:lnTo>
                  <a:lnTo>
                    <a:pt x="137428" y="316136"/>
                  </a:lnTo>
                  <a:lnTo>
                    <a:pt x="142719" y="316486"/>
                  </a:lnTo>
                  <a:lnTo>
                    <a:pt x="148019" y="316668"/>
                  </a:lnTo>
                  <a:lnTo>
                    <a:pt x="153322" y="316681"/>
                  </a:lnTo>
                  <a:lnTo>
                    <a:pt x="158623" y="316527"/>
                  </a:lnTo>
                  <a:lnTo>
                    <a:pt x="163916" y="316204"/>
                  </a:lnTo>
                  <a:lnTo>
                    <a:pt x="169196" y="315714"/>
                  </a:lnTo>
                  <a:lnTo>
                    <a:pt x="174458" y="315056"/>
                  </a:lnTo>
                  <a:lnTo>
                    <a:pt x="179696" y="314232"/>
                  </a:lnTo>
                  <a:lnTo>
                    <a:pt x="184906" y="313242"/>
                  </a:lnTo>
                  <a:lnTo>
                    <a:pt x="190082" y="312087"/>
                  </a:lnTo>
                  <a:lnTo>
                    <a:pt x="195218" y="310769"/>
                  </a:lnTo>
                  <a:lnTo>
                    <a:pt x="200310" y="309288"/>
                  </a:lnTo>
                  <a:lnTo>
                    <a:pt x="205353" y="307647"/>
                  </a:lnTo>
                  <a:lnTo>
                    <a:pt x="210341" y="305846"/>
                  </a:lnTo>
                  <a:lnTo>
                    <a:pt x="215269" y="303889"/>
                  </a:lnTo>
                  <a:lnTo>
                    <a:pt x="220133" y="301776"/>
                  </a:lnTo>
                  <a:lnTo>
                    <a:pt x="224927" y="299509"/>
                  </a:lnTo>
                  <a:lnTo>
                    <a:pt x="229647" y="297092"/>
                  </a:lnTo>
                  <a:lnTo>
                    <a:pt x="234288" y="294527"/>
                  </a:lnTo>
                  <a:lnTo>
                    <a:pt x="238845" y="291815"/>
                  </a:lnTo>
                  <a:lnTo>
                    <a:pt x="243314" y="288960"/>
                  </a:lnTo>
                  <a:lnTo>
                    <a:pt x="247690" y="285965"/>
                  </a:lnTo>
                  <a:lnTo>
                    <a:pt x="251969" y="282833"/>
                  </a:lnTo>
                  <a:lnTo>
                    <a:pt x="256146" y="279566"/>
                  </a:lnTo>
                  <a:lnTo>
                    <a:pt x="260218" y="276169"/>
                  </a:lnTo>
                  <a:lnTo>
                    <a:pt x="264180" y="272644"/>
                  </a:lnTo>
                  <a:lnTo>
                    <a:pt x="268028" y="268995"/>
                  </a:lnTo>
                  <a:lnTo>
                    <a:pt x="271759" y="265226"/>
                  </a:lnTo>
                  <a:lnTo>
                    <a:pt x="275368" y="261341"/>
                  </a:lnTo>
                  <a:lnTo>
                    <a:pt x="278851" y="257343"/>
                  </a:lnTo>
                  <a:lnTo>
                    <a:pt x="282207" y="253237"/>
                  </a:lnTo>
                  <a:lnTo>
                    <a:pt x="285430" y="249026"/>
                  </a:lnTo>
                  <a:lnTo>
                    <a:pt x="288519" y="244715"/>
                  </a:lnTo>
                  <a:lnTo>
                    <a:pt x="291469" y="240309"/>
                  </a:lnTo>
                  <a:lnTo>
                    <a:pt x="294277" y="235811"/>
                  </a:lnTo>
                  <a:lnTo>
                    <a:pt x="296942" y="231226"/>
                  </a:lnTo>
                  <a:lnTo>
                    <a:pt x="299460" y="226559"/>
                  </a:lnTo>
                  <a:lnTo>
                    <a:pt x="301829" y="221814"/>
                  </a:lnTo>
                  <a:lnTo>
                    <a:pt x="304046" y="216997"/>
                  </a:lnTo>
                  <a:lnTo>
                    <a:pt x="306109" y="212112"/>
                  </a:lnTo>
                  <a:lnTo>
                    <a:pt x="308016" y="207164"/>
                  </a:lnTo>
                  <a:lnTo>
                    <a:pt x="309765" y="202158"/>
                  </a:lnTo>
                  <a:lnTo>
                    <a:pt x="311354" y="197098"/>
                  </a:lnTo>
                  <a:lnTo>
                    <a:pt x="312782" y="191991"/>
                  </a:lnTo>
                  <a:lnTo>
                    <a:pt x="314048" y="186842"/>
                  </a:lnTo>
                  <a:lnTo>
                    <a:pt x="315149" y="181655"/>
                  </a:lnTo>
                  <a:lnTo>
                    <a:pt x="316086" y="176435"/>
                  </a:lnTo>
                  <a:lnTo>
                    <a:pt x="316856" y="171188"/>
                  </a:lnTo>
                  <a:lnTo>
                    <a:pt x="317460" y="165920"/>
                  </a:lnTo>
                  <a:lnTo>
                    <a:pt x="317896" y="160635"/>
                  </a:lnTo>
                  <a:lnTo>
                    <a:pt x="318164" y="155339"/>
                  </a:lnTo>
                  <a:lnTo>
                    <a:pt x="318265" y="150037"/>
                  </a:lnTo>
                  <a:lnTo>
                    <a:pt x="318197" y="144734"/>
                  </a:lnTo>
                  <a:lnTo>
                    <a:pt x="317960" y="139437"/>
                  </a:lnTo>
                  <a:lnTo>
                    <a:pt x="317556" y="134149"/>
                  </a:lnTo>
                  <a:lnTo>
                    <a:pt x="316985" y="128877"/>
                  </a:lnTo>
                  <a:lnTo>
                    <a:pt x="316246" y="123626"/>
                  </a:lnTo>
                  <a:lnTo>
                    <a:pt x="315342" y="118401"/>
                  </a:lnTo>
                  <a:lnTo>
                    <a:pt x="314272" y="113207"/>
                  </a:lnTo>
                  <a:lnTo>
                    <a:pt x="313038" y="108050"/>
                  </a:lnTo>
                  <a:lnTo>
                    <a:pt x="311640" y="102934"/>
                  </a:lnTo>
                  <a:lnTo>
                    <a:pt x="310082" y="97865"/>
                  </a:lnTo>
                  <a:lnTo>
                    <a:pt x="308363" y="92849"/>
                  </a:lnTo>
                  <a:lnTo>
                    <a:pt x="306486" y="87889"/>
                  </a:lnTo>
                  <a:lnTo>
                    <a:pt x="304453" y="82991"/>
                  </a:lnTo>
                  <a:lnTo>
                    <a:pt x="302265" y="78161"/>
                  </a:lnTo>
                  <a:lnTo>
                    <a:pt x="299926" y="73402"/>
                  </a:lnTo>
                  <a:lnTo>
                    <a:pt x="297436" y="68720"/>
                  </a:lnTo>
                  <a:lnTo>
                    <a:pt x="294799" y="64119"/>
                  </a:lnTo>
                  <a:lnTo>
                    <a:pt x="292018" y="59604"/>
                  </a:lnTo>
                  <a:lnTo>
                    <a:pt x="289095" y="55179"/>
                  </a:lnTo>
                  <a:lnTo>
                    <a:pt x="286033" y="50850"/>
                  </a:lnTo>
                  <a:lnTo>
                    <a:pt x="282835" y="46619"/>
                  </a:lnTo>
                  <a:lnTo>
                    <a:pt x="279505" y="42493"/>
                  </a:lnTo>
                  <a:lnTo>
                    <a:pt x="276045" y="38474"/>
                  </a:lnTo>
                  <a:lnTo>
                    <a:pt x="272460" y="34567"/>
                  </a:lnTo>
                  <a:lnTo>
                    <a:pt x="268752" y="30775"/>
                  </a:lnTo>
                  <a:lnTo>
                    <a:pt x="264926" y="27103"/>
                  </a:lnTo>
                  <a:lnTo>
                    <a:pt x="260986" y="23554"/>
                  </a:lnTo>
                  <a:lnTo>
                    <a:pt x="256935" y="20132"/>
                  </a:lnTo>
                  <a:lnTo>
                    <a:pt x="252778" y="16840"/>
                  </a:lnTo>
                  <a:lnTo>
                    <a:pt x="248518" y="13682"/>
                  </a:lnTo>
                  <a:lnTo>
                    <a:pt x="244160" y="10660"/>
                  </a:lnTo>
                  <a:lnTo>
                    <a:pt x="239708" y="7778"/>
                  </a:lnTo>
                  <a:lnTo>
                    <a:pt x="235168" y="5039"/>
                  </a:lnTo>
                  <a:lnTo>
                    <a:pt x="230543" y="2445"/>
                  </a:lnTo>
                  <a:lnTo>
                    <a:pt x="225837" y="0"/>
                  </a:lnTo>
                  <a:lnTo>
                    <a:pt x="151098" y="1495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919011" y="2633064"/>
              <a:ext cx="74739" cy="167167"/>
            </a:xfrm>
            <a:custGeom>
              <a:avLst/>
              <a:pathLst>
                <a:path w="74739" h="167167">
                  <a:moveTo>
                    <a:pt x="74739" y="17638"/>
                  </a:moveTo>
                  <a:lnTo>
                    <a:pt x="69361" y="15069"/>
                  </a:lnTo>
                  <a:lnTo>
                    <a:pt x="63895" y="12693"/>
                  </a:lnTo>
                  <a:lnTo>
                    <a:pt x="58348" y="10513"/>
                  </a:lnTo>
                  <a:lnTo>
                    <a:pt x="52727" y="8533"/>
                  </a:lnTo>
                  <a:lnTo>
                    <a:pt x="47038" y="6754"/>
                  </a:lnTo>
                  <a:lnTo>
                    <a:pt x="41290" y="5179"/>
                  </a:lnTo>
                  <a:lnTo>
                    <a:pt x="35489" y="3810"/>
                  </a:lnTo>
                  <a:lnTo>
                    <a:pt x="29644" y="2649"/>
                  </a:lnTo>
                  <a:lnTo>
                    <a:pt x="23760" y="1697"/>
                  </a:lnTo>
                  <a:lnTo>
                    <a:pt x="17846" y="955"/>
                  </a:lnTo>
                  <a:lnTo>
                    <a:pt x="11910" y="424"/>
                  </a:lnTo>
                  <a:lnTo>
                    <a:pt x="5959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652451" y="2126963"/>
              <a:ext cx="76020" cy="167167"/>
            </a:xfrm>
            <a:custGeom>
              <a:avLst/>
              <a:pathLst>
                <a:path w="76020" h="167167">
                  <a:moveTo>
                    <a:pt x="76020" y="0"/>
                  </a:moveTo>
                  <a:lnTo>
                    <a:pt x="70384" y="95"/>
                  </a:lnTo>
                  <a:lnTo>
                    <a:pt x="64754" y="380"/>
                  </a:lnTo>
                  <a:lnTo>
                    <a:pt x="59137" y="854"/>
                  </a:lnTo>
                  <a:lnTo>
                    <a:pt x="53540" y="1518"/>
                  </a:lnTo>
                  <a:lnTo>
                    <a:pt x="47968" y="2370"/>
                  </a:lnTo>
                  <a:lnTo>
                    <a:pt x="42427" y="3409"/>
                  </a:lnTo>
                  <a:lnTo>
                    <a:pt x="36926" y="4635"/>
                  </a:lnTo>
                  <a:lnTo>
                    <a:pt x="31468" y="6046"/>
                  </a:lnTo>
                  <a:lnTo>
                    <a:pt x="26061" y="7639"/>
                  </a:lnTo>
                  <a:lnTo>
                    <a:pt x="20711" y="9414"/>
                  </a:lnTo>
                  <a:lnTo>
                    <a:pt x="15424" y="11369"/>
                  </a:lnTo>
                  <a:lnTo>
                    <a:pt x="10206" y="13500"/>
                  </a:lnTo>
                  <a:lnTo>
                    <a:pt x="5062" y="15806"/>
                  </a:lnTo>
                  <a:lnTo>
                    <a:pt x="0" y="18285"/>
                  </a:lnTo>
                  <a:lnTo>
                    <a:pt x="7602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2451" y="2145249"/>
              <a:ext cx="76020" cy="148882"/>
            </a:xfrm>
            <a:custGeom>
              <a:avLst/>
              <a:pathLst>
                <a:path w="76020" h="148882">
                  <a:moveTo>
                    <a:pt x="0" y="0"/>
                  </a:moveTo>
                  <a:lnTo>
                    <a:pt x="76020" y="1488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561318" y="2145249"/>
              <a:ext cx="224103" cy="316049"/>
            </a:xfrm>
            <a:custGeom>
              <a:avLst/>
              <a:pathLst>
                <a:path w="224103" h="316049">
                  <a:moveTo>
                    <a:pt x="91133" y="0"/>
                  </a:moveTo>
                  <a:lnTo>
                    <a:pt x="86444" y="2489"/>
                  </a:lnTo>
                  <a:lnTo>
                    <a:pt x="81836" y="5125"/>
                  </a:lnTo>
                  <a:lnTo>
                    <a:pt x="77314" y="7907"/>
                  </a:lnTo>
                  <a:lnTo>
                    <a:pt x="72883" y="10831"/>
                  </a:lnTo>
                  <a:lnTo>
                    <a:pt x="68547" y="13894"/>
                  </a:lnTo>
                  <a:lnTo>
                    <a:pt x="64310" y="17093"/>
                  </a:lnTo>
                  <a:lnTo>
                    <a:pt x="60177" y="20425"/>
                  </a:lnTo>
                  <a:lnTo>
                    <a:pt x="56152" y="23887"/>
                  </a:lnTo>
                  <a:lnTo>
                    <a:pt x="52239" y="27475"/>
                  </a:lnTo>
                  <a:lnTo>
                    <a:pt x="48442" y="31185"/>
                  </a:lnTo>
                  <a:lnTo>
                    <a:pt x="44764" y="35014"/>
                  </a:lnTo>
                  <a:lnTo>
                    <a:pt x="41210" y="38957"/>
                  </a:lnTo>
                  <a:lnTo>
                    <a:pt x="37783" y="43012"/>
                  </a:lnTo>
                  <a:lnTo>
                    <a:pt x="34487" y="47173"/>
                  </a:lnTo>
                  <a:lnTo>
                    <a:pt x="31324" y="51437"/>
                  </a:lnTo>
                  <a:lnTo>
                    <a:pt x="28298" y="55800"/>
                  </a:lnTo>
                  <a:lnTo>
                    <a:pt x="25412" y="60256"/>
                  </a:lnTo>
                  <a:lnTo>
                    <a:pt x="22670" y="64801"/>
                  </a:lnTo>
                  <a:lnTo>
                    <a:pt x="20073" y="69432"/>
                  </a:lnTo>
                  <a:lnTo>
                    <a:pt x="17624" y="74142"/>
                  </a:lnTo>
                  <a:lnTo>
                    <a:pt x="15326" y="78928"/>
                  </a:lnTo>
                  <a:lnTo>
                    <a:pt x="13181" y="83784"/>
                  </a:lnTo>
                  <a:lnTo>
                    <a:pt x="11192" y="88706"/>
                  </a:lnTo>
                  <a:lnTo>
                    <a:pt x="9360" y="93689"/>
                  </a:lnTo>
                  <a:lnTo>
                    <a:pt x="7687" y="98727"/>
                  </a:lnTo>
                  <a:lnTo>
                    <a:pt x="6175" y="103816"/>
                  </a:lnTo>
                  <a:lnTo>
                    <a:pt x="4825" y="108951"/>
                  </a:lnTo>
                  <a:lnTo>
                    <a:pt x="3639" y="114126"/>
                  </a:lnTo>
                  <a:lnTo>
                    <a:pt x="2617" y="119335"/>
                  </a:lnTo>
                  <a:lnTo>
                    <a:pt x="1762" y="124575"/>
                  </a:lnTo>
                  <a:lnTo>
                    <a:pt x="1074" y="129839"/>
                  </a:lnTo>
                  <a:lnTo>
                    <a:pt x="553" y="135122"/>
                  </a:lnTo>
                  <a:lnTo>
                    <a:pt x="200" y="140419"/>
                  </a:lnTo>
                  <a:lnTo>
                    <a:pt x="15" y="145725"/>
                  </a:lnTo>
                  <a:lnTo>
                    <a:pt x="0" y="151034"/>
                  </a:lnTo>
                  <a:lnTo>
                    <a:pt x="152" y="156341"/>
                  </a:lnTo>
                  <a:lnTo>
                    <a:pt x="473" y="161640"/>
                  </a:lnTo>
                  <a:lnTo>
                    <a:pt x="962" y="166926"/>
                  </a:lnTo>
                  <a:lnTo>
                    <a:pt x="1619" y="172194"/>
                  </a:lnTo>
                  <a:lnTo>
                    <a:pt x="2443" y="177439"/>
                  </a:lnTo>
                  <a:lnTo>
                    <a:pt x="3433" y="182655"/>
                  </a:lnTo>
                  <a:lnTo>
                    <a:pt x="4588" y="187836"/>
                  </a:lnTo>
                  <a:lnTo>
                    <a:pt x="5907" y="192979"/>
                  </a:lnTo>
                  <a:lnTo>
                    <a:pt x="7388" y="198077"/>
                  </a:lnTo>
                  <a:lnTo>
                    <a:pt x="9031" y="203125"/>
                  </a:lnTo>
                  <a:lnTo>
                    <a:pt x="10833" y="208119"/>
                  </a:lnTo>
                  <a:lnTo>
                    <a:pt x="12793" y="213053"/>
                  </a:lnTo>
                  <a:lnTo>
                    <a:pt x="14909" y="217922"/>
                  </a:lnTo>
                  <a:lnTo>
                    <a:pt x="17178" y="222721"/>
                  </a:lnTo>
                  <a:lnTo>
                    <a:pt x="19598" y="227446"/>
                  </a:lnTo>
                  <a:lnTo>
                    <a:pt x="22167" y="232092"/>
                  </a:lnTo>
                  <a:lnTo>
                    <a:pt x="24882" y="236654"/>
                  </a:lnTo>
                  <a:lnTo>
                    <a:pt x="27741" y="241128"/>
                  </a:lnTo>
                  <a:lnTo>
                    <a:pt x="30741" y="245508"/>
                  </a:lnTo>
                  <a:lnTo>
                    <a:pt x="33878" y="249791"/>
                  </a:lnTo>
                  <a:lnTo>
                    <a:pt x="37149" y="253972"/>
                  </a:lnTo>
                  <a:lnTo>
                    <a:pt x="40552" y="258047"/>
                  </a:lnTo>
                  <a:lnTo>
                    <a:pt x="44082" y="262012"/>
                  </a:lnTo>
                  <a:lnTo>
                    <a:pt x="47737" y="265863"/>
                  </a:lnTo>
                  <a:lnTo>
                    <a:pt x="51511" y="269596"/>
                  </a:lnTo>
                  <a:lnTo>
                    <a:pt x="55403" y="273207"/>
                  </a:lnTo>
                  <a:lnTo>
                    <a:pt x="59407" y="276693"/>
                  </a:lnTo>
                  <a:lnTo>
                    <a:pt x="63520" y="280050"/>
                  </a:lnTo>
                  <a:lnTo>
                    <a:pt x="67737" y="283275"/>
                  </a:lnTo>
                  <a:lnTo>
                    <a:pt x="72055" y="286364"/>
                  </a:lnTo>
                  <a:lnTo>
                    <a:pt x="76468" y="289314"/>
                  </a:lnTo>
                  <a:lnTo>
                    <a:pt x="80974" y="292123"/>
                  </a:lnTo>
                  <a:lnTo>
                    <a:pt x="85565" y="294787"/>
                  </a:lnTo>
                  <a:lnTo>
                    <a:pt x="90240" y="297304"/>
                  </a:lnTo>
                  <a:lnTo>
                    <a:pt x="94991" y="299672"/>
                  </a:lnTo>
                  <a:lnTo>
                    <a:pt x="99816" y="301887"/>
                  </a:lnTo>
                  <a:lnTo>
                    <a:pt x="104708" y="303948"/>
                  </a:lnTo>
                  <a:lnTo>
                    <a:pt x="109664" y="305853"/>
                  </a:lnTo>
                  <a:lnTo>
                    <a:pt x="114677" y="307599"/>
                  </a:lnTo>
                  <a:lnTo>
                    <a:pt x="119744" y="309185"/>
                  </a:lnTo>
                  <a:lnTo>
                    <a:pt x="124858" y="310610"/>
                  </a:lnTo>
                  <a:lnTo>
                    <a:pt x="130015" y="311871"/>
                  </a:lnTo>
                  <a:lnTo>
                    <a:pt x="135209" y="312969"/>
                  </a:lnTo>
                  <a:lnTo>
                    <a:pt x="140436" y="313900"/>
                  </a:lnTo>
                  <a:lnTo>
                    <a:pt x="145689" y="314665"/>
                  </a:lnTo>
                  <a:lnTo>
                    <a:pt x="150964" y="315263"/>
                  </a:lnTo>
                  <a:lnTo>
                    <a:pt x="156256" y="315693"/>
                  </a:lnTo>
                  <a:lnTo>
                    <a:pt x="161558" y="315955"/>
                  </a:lnTo>
                  <a:lnTo>
                    <a:pt x="166866" y="316049"/>
                  </a:lnTo>
                  <a:lnTo>
                    <a:pt x="172174" y="315974"/>
                  </a:lnTo>
                  <a:lnTo>
                    <a:pt x="177478" y="315730"/>
                  </a:lnTo>
                  <a:lnTo>
                    <a:pt x="182771" y="315318"/>
                  </a:lnTo>
                  <a:lnTo>
                    <a:pt x="188048" y="314738"/>
                  </a:lnTo>
                  <a:lnTo>
                    <a:pt x="193304" y="313991"/>
                  </a:lnTo>
                  <a:lnTo>
                    <a:pt x="198534" y="313077"/>
                  </a:lnTo>
                  <a:lnTo>
                    <a:pt x="203732" y="311998"/>
                  </a:lnTo>
                  <a:lnTo>
                    <a:pt x="208893" y="310754"/>
                  </a:lnTo>
                  <a:lnTo>
                    <a:pt x="214012" y="309347"/>
                  </a:lnTo>
                  <a:lnTo>
                    <a:pt x="219084" y="307778"/>
                  </a:lnTo>
                  <a:lnTo>
                    <a:pt x="224103" y="306049"/>
                  </a:lnTo>
                  <a:lnTo>
                    <a:pt x="167153" y="1488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728472" y="2126963"/>
              <a:ext cx="167166" cy="324335"/>
            </a:xfrm>
            <a:custGeom>
              <a:avLst/>
              <a:pathLst>
                <a:path w="167166" h="324335">
                  <a:moveTo>
                    <a:pt x="56949" y="324335"/>
                  </a:moveTo>
                  <a:lnTo>
                    <a:pt x="61966" y="322425"/>
                  </a:lnTo>
                  <a:lnTo>
                    <a:pt x="66920" y="320355"/>
                  </a:lnTo>
                  <a:lnTo>
                    <a:pt x="71804" y="318127"/>
                  </a:lnTo>
                  <a:lnTo>
                    <a:pt x="76614" y="315744"/>
                  </a:lnTo>
                  <a:lnTo>
                    <a:pt x="81345" y="313207"/>
                  </a:lnTo>
                  <a:lnTo>
                    <a:pt x="85992" y="310520"/>
                  </a:lnTo>
                  <a:lnTo>
                    <a:pt x="90551" y="307685"/>
                  </a:lnTo>
                  <a:lnTo>
                    <a:pt x="95016" y="304705"/>
                  </a:lnTo>
                  <a:lnTo>
                    <a:pt x="99383" y="301583"/>
                  </a:lnTo>
                  <a:lnTo>
                    <a:pt x="103648" y="298323"/>
                  </a:lnTo>
                  <a:lnTo>
                    <a:pt x="107806" y="294927"/>
                  </a:lnTo>
                  <a:lnTo>
                    <a:pt x="111853" y="291400"/>
                  </a:lnTo>
                  <a:lnTo>
                    <a:pt x="115784" y="287744"/>
                  </a:lnTo>
                  <a:lnTo>
                    <a:pt x="119596" y="283964"/>
                  </a:lnTo>
                  <a:lnTo>
                    <a:pt x="123284" y="280064"/>
                  </a:lnTo>
                  <a:lnTo>
                    <a:pt x="126846" y="276047"/>
                  </a:lnTo>
                  <a:lnTo>
                    <a:pt x="130277" y="271918"/>
                  </a:lnTo>
                  <a:lnTo>
                    <a:pt x="133573" y="267681"/>
                  </a:lnTo>
                  <a:lnTo>
                    <a:pt x="136731" y="263341"/>
                  </a:lnTo>
                  <a:lnTo>
                    <a:pt x="139749" y="258901"/>
                  </a:lnTo>
                  <a:lnTo>
                    <a:pt x="142622" y="254366"/>
                  </a:lnTo>
                  <a:lnTo>
                    <a:pt x="145349" y="249742"/>
                  </a:lnTo>
                  <a:lnTo>
                    <a:pt x="147925" y="245032"/>
                  </a:lnTo>
                  <a:lnTo>
                    <a:pt x="150349" y="240242"/>
                  </a:lnTo>
                  <a:lnTo>
                    <a:pt x="152618" y="235377"/>
                  </a:lnTo>
                  <a:lnTo>
                    <a:pt x="154729" y="230441"/>
                  </a:lnTo>
                  <a:lnTo>
                    <a:pt x="156681" y="225441"/>
                  </a:lnTo>
                  <a:lnTo>
                    <a:pt x="158471" y="220380"/>
                  </a:lnTo>
                  <a:lnTo>
                    <a:pt x="160098" y="215264"/>
                  </a:lnTo>
                  <a:lnTo>
                    <a:pt x="161560" y="210098"/>
                  </a:lnTo>
                  <a:lnTo>
                    <a:pt x="162855" y="204889"/>
                  </a:lnTo>
                  <a:lnTo>
                    <a:pt x="163983" y="199640"/>
                  </a:lnTo>
                  <a:lnTo>
                    <a:pt x="164941" y="194358"/>
                  </a:lnTo>
                  <a:lnTo>
                    <a:pt x="165729" y="189048"/>
                  </a:lnTo>
                  <a:lnTo>
                    <a:pt x="166346" y="183715"/>
                  </a:lnTo>
                  <a:lnTo>
                    <a:pt x="166791" y="178366"/>
                  </a:lnTo>
                  <a:lnTo>
                    <a:pt x="167065" y="173004"/>
                  </a:lnTo>
                  <a:lnTo>
                    <a:pt x="167166" y="167637"/>
                  </a:lnTo>
                  <a:lnTo>
                    <a:pt x="167095" y="162269"/>
                  </a:lnTo>
                  <a:lnTo>
                    <a:pt x="166852" y="156906"/>
                  </a:lnTo>
                  <a:lnTo>
                    <a:pt x="166436" y="151554"/>
                  </a:lnTo>
                  <a:lnTo>
                    <a:pt x="165849" y="146218"/>
                  </a:lnTo>
                  <a:lnTo>
                    <a:pt x="165091" y="140904"/>
                  </a:lnTo>
                  <a:lnTo>
                    <a:pt x="164163" y="135616"/>
                  </a:lnTo>
                  <a:lnTo>
                    <a:pt x="163065" y="130362"/>
                  </a:lnTo>
                  <a:lnTo>
                    <a:pt x="161799" y="125145"/>
                  </a:lnTo>
                  <a:lnTo>
                    <a:pt x="160366" y="119971"/>
                  </a:lnTo>
                  <a:lnTo>
                    <a:pt x="158768" y="114846"/>
                  </a:lnTo>
                  <a:lnTo>
                    <a:pt x="157006" y="109775"/>
                  </a:lnTo>
                  <a:lnTo>
                    <a:pt x="155083" y="104764"/>
                  </a:lnTo>
                  <a:lnTo>
                    <a:pt x="152999" y="99816"/>
                  </a:lnTo>
                  <a:lnTo>
                    <a:pt x="150758" y="94938"/>
                  </a:lnTo>
                  <a:lnTo>
                    <a:pt x="148361" y="90135"/>
                  </a:lnTo>
                  <a:lnTo>
                    <a:pt x="145811" y="85411"/>
                  </a:lnTo>
                  <a:lnTo>
                    <a:pt x="143110" y="80771"/>
                  </a:lnTo>
                  <a:lnTo>
                    <a:pt x="140263" y="76221"/>
                  </a:lnTo>
                  <a:lnTo>
                    <a:pt x="137270" y="71764"/>
                  </a:lnTo>
                  <a:lnTo>
                    <a:pt x="134136" y="67405"/>
                  </a:lnTo>
                  <a:lnTo>
                    <a:pt x="130864" y="63150"/>
                  </a:lnTo>
                  <a:lnTo>
                    <a:pt x="127456" y="59002"/>
                  </a:lnTo>
                  <a:lnTo>
                    <a:pt x="123917" y="54965"/>
                  </a:lnTo>
                  <a:lnTo>
                    <a:pt x="120251" y="51044"/>
                  </a:lnTo>
                  <a:lnTo>
                    <a:pt x="116460" y="47243"/>
                  </a:lnTo>
                  <a:lnTo>
                    <a:pt x="112550" y="43565"/>
                  </a:lnTo>
                  <a:lnTo>
                    <a:pt x="108523" y="40015"/>
                  </a:lnTo>
                  <a:lnTo>
                    <a:pt x="104384" y="36596"/>
                  </a:lnTo>
                  <a:lnTo>
                    <a:pt x="100138" y="33312"/>
                  </a:lnTo>
                  <a:lnTo>
                    <a:pt x="95788" y="30165"/>
                  </a:lnTo>
                  <a:lnTo>
                    <a:pt x="91340" y="27160"/>
                  </a:lnTo>
                  <a:lnTo>
                    <a:pt x="86797" y="24300"/>
                  </a:lnTo>
                  <a:lnTo>
                    <a:pt x="82165" y="21586"/>
                  </a:lnTo>
                  <a:lnTo>
                    <a:pt x="77448" y="19023"/>
                  </a:lnTo>
                  <a:lnTo>
                    <a:pt x="72652" y="16613"/>
                  </a:lnTo>
                  <a:lnTo>
                    <a:pt x="67780" y="14357"/>
                  </a:lnTo>
                  <a:lnTo>
                    <a:pt x="62839" y="12260"/>
                  </a:lnTo>
                  <a:lnTo>
                    <a:pt x="57832" y="10322"/>
                  </a:lnTo>
                  <a:lnTo>
                    <a:pt x="52766" y="8546"/>
                  </a:lnTo>
                  <a:lnTo>
                    <a:pt x="47646" y="6933"/>
                  </a:lnTo>
                  <a:lnTo>
                    <a:pt x="42477" y="5486"/>
                  </a:lnTo>
                  <a:lnTo>
                    <a:pt x="37263" y="4206"/>
                  </a:lnTo>
                  <a:lnTo>
                    <a:pt x="32011" y="3093"/>
                  </a:lnTo>
                  <a:lnTo>
                    <a:pt x="26727" y="2150"/>
                  </a:lnTo>
                  <a:lnTo>
                    <a:pt x="21414" y="1377"/>
                  </a:lnTo>
                  <a:lnTo>
                    <a:pt x="16080" y="775"/>
                  </a:lnTo>
                  <a:lnTo>
                    <a:pt x="10729" y="344"/>
                  </a:lnTo>
                  <a:lnTo>
                    <a:pt x="536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382747" y="1681503"/>
              <a:ext cx="40487" cy="167167"/>
            </a:xfrm>
            <a:custGeom>
              <a:avLst/>
              <a:pathLst>
                <a:path w="40487" h="167167">
                  <a:moveTo>
                    <a:pt x="40487" y="0"/>
                  </a:moveTo>
                  <a:lnTo>
                    <a:pt x="33674" y="138"/>
                  </a:lnTo>
                  <a:lnTo>
                    <a:pt x="26871" y="555"/>
                  </a:lnTo>
                  <a:lnTo>
                    <a:pt x="20091" y="1248"/>
                  </a:lnTo>
                  <a:lnTo>
                    <a:pt x="13345" y="2218"/>
                  </a:lnTo>
                  <a:lnTo>
                    <a:pt x="6644" y="3461"/>
                  </a:lnTo>
                  <a:lnTo>
                    <a:pt x="0" y="4977"/>
                  </a:lnTo>
                  <a:lnTo>
                    <a:pt x="4048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2747" y="1686480"/>
              <a:ext cx="40487" cy="162190"/>
            </a:xfrm>
            <a:custGeom>
              <a:avLst/>
              <a:pathLst>
                <a:path w="40487" h="162190">
                  <a:moveTo>
                    <a:pt x="0" y="0"/>
                  </a:moveTo>
                  <a:lnTo>
                    <a:pt x="40487" y="1621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256067" y="1686480"/>
              <a:ext cx="334325" cy="329346"/>
            </a:xfrm>
            <a:custGeom>
              <a:avLst/>
              <a:pathLst>
                <a:path w="334325" h="329346">
                  <a:moveTo>
                    <a:pt x="126679" y="0"/>
                  </a:moveTo>
                  <a:lnTo>
                    <a:pt x="121573" y="1360"/>
                  </a:lnTo>
                  <a:lnTo>
                    <a:pt x="116512" y="2882"/>
                  </a:lnTo>
                  <a:lnTo>
                    <a:pt x="111502" y="4562"/>
                  </a:lnTo>
                  <a:lnTo>
                    <a:pt x="106548" y="6400"/>
                  </a:lnTo>
                  <a:lnTo>
                    <a:pt x="101654" y="8394"/>
                  </a:lnTo>
                  <a:lnTo>
                    <a:pt x="96826" y="10542"/>
                  </a:lnTo>
                  <a:lnTo>
                    <a:pt x="92068" y="12841"/>
                  </a:lnTo>
                  <a:lnTo>
                    <a:pt x="87385" y="15289"/>
                  </a:lnTo>
                  <a:lnTo>
                    <a:pt x="82782" y="17884"/>
                  </a:lnTo>
                  <a:lnTo>
                    <a:pt x="78263" y="20623"/>
                  </a:lnTo>
                  <a:lnTo>
                    <a:pt x="73833" y="23504"/>
                  </a:lnTo>
                  <a:lnTo>
                    <a:pt x="69496" y="26523"/>
                  </a:lnTo>
                  <a:lnTo>
                    <a:pt x="65257" y="29678"/>
                  </a:lnTo>
                  <a:lnTo>
                    <a:pt x="61120" y="32965"/>
                  </a:lnTo>
                  <a:lnTo>
                    <a:pt x="57088" y="36382"/>
                  </a:lnTo>
                  <a:lnTo>
                    <a:pt x="53167" y="39924"/>
                  </a:lnTo>
                  <a:lnTo>
                    <a:pt x="49359" y="43588"/>
                  </a:lnTo>
                  <a:lnTo>
                    <a:pt x="45670" y="47371"/>
                  </a:lnTo>
                  <a:lnTo>
                    <a:pt x="42101" y="51268"/>
                  </a:lnTo>
                  <a:lnTo>
                    <a:pt x="38658" y="55277"/>
                  </a:lnTo>
                  <a:lnTo>
                    <a:pt x="35343" y="59392"/>
                  </a:lnTo>
                  <a:lnTo>
                    <a:pt x="32160" y="63610"/>
                  </a:lnTo>
                  <a:lnTo>
                    <a:pt x="29111" y="67926"/>
                  </a:lnTo>
                  <a:lnTo>
                    <a:pt x="26201" y="72337"/>
                  </a:lnTo>
                  <a:lnTo>
                    <a:pt x="23431" y="76837"/>
                  </a:lnTo>
                  <a:lnTo>
                    <a:pt x="20805" y="81423"/>
                  </a:lnTo>
                  <a:lnTo>
                    <a:pt x="18326" y="86089"/>
                  </a:lnTo>
                  <a:lnTo>
                    <a:pt x="15995" y="90832"/>
                  </a:lnTo>
                  <a:lnTo>
                    <a:pt x="13815" y="95645"/>
                  </a:lnTo>
                  <a:lnTo>
                    <a:pt x="11788" y="100526"/>
                  </a:lnTo>
                  <a:lnTo>
                    <a:pt x="9917" y="105467"/>
                  </a:lnTo>
                  <a:lnTo>
                    <a:pt x="8203" y="110466"/>
                  </a:lnTo>
                  <a:lnTo>
                    <a:pt x="6647" y="115516"/>
                  </a:lnTo>
                  <a:lnTo>
                    <a:pt x="5252" y="120613"/>
                  </a:lnTo>
                  <a:lnTo>
                    <a:pt x="4019" y="125751"/>
                  </a:lnTo>
                  <a:lnTo>
                    <a:pt x="2949" y="130926"/>
                  </a:lnTo>
                  <a:lnTo>
                    <a:pt x="2043" y="136132"/>
                  </a:lnTo>
                  <a:lnTo>
                    <a:pt x="1302" y="141364"/>
                  </a:lnTo>
                  <a:lnTo>
                    <a:pt x="726" y="146617"/>
                  </a:lnTo>
                  <a:lnTo>
                    <a:pt x="317" y="151886"/>
                  </a:lnTo>
                  <a:lnTo>
                    <a:pt x="75" y="157164"/>
                  </a:lnTo>
                  <a:lnTo>
                    <a:pt x="0" y="162448"/>
                  </a:lnTo>
                  <a:lnTo>
                    <a:pt x="91" y="167732"/>
                  </a:lnTo>
                  <a:lnTo>
                    <a:pt x="350" y="173010"/>
                  </a:lnTo>
                  <a:lnTo>
                    <a:pt x="775" y="178277"/>
                  </a:lnTo>
                  <a:lnTo>
                    <a:pt x="1367" y="183528"/>
                  </a:lnTo>
                  <a:lnTo>
                    <a:pt x="2124" y="188758"/>
                  </a:lnTo>
                  <a:lnTo>
                    <a:pt x="3046" y="193961"/>
                  </a:lnTo>
                  <a:lnTo>
                    <a:pt x="4132" y="199132"/>
                  </a:lnTo>
                  <a:lnTo>
                    <a:pt x="5381" y="204267"/>
                  </a:lnTo>
                  <a:lnTo>
                    <a:pt x="6792" y="209359"/>
                  </a:lnTo>
                  <a:lnTo>
                    <a:pt x="8363" y="214405"/>
                  </a:lnTo>
                  <a:lnTo>
                    <a:pt x="10093" y="219398"/>
                  </a:lnTo>
                  <a:lnTo>
                    <a:pt x="11980" y="224334"/>
                  </a:lnTo>
                  <a:lnTo>
                    <a:pt x="14021" y="229208"/>
                  </a:lnTo>
                  <a:lnTo>
                    <a:pt x="16216" y="234015"/>
                  </a:lnTo>
                  <a:lnTo>
                    <a:pt x="18562" y="238750"/>
                  </a:lnTo>
                  <a:lnTo>
                    <a:pt x="21056" y="243409"/>
                  </a:lnTo>
                  <a:lnTo>
                    <a:pt x="23696" y="247986"/>
                  </a:lnTo>
                  <a:lnTo>
                    <a:pt x="26479" y="252478"/>
                  </a:lnTo>
                  <a:lnTo>
                    <a:pt x="29403" y="256880"/>
                  </a:lnTo>
                  <a:lnTo>
                    <a:pt x="32465" y="261186"/>
                  </a:lnTo>
                  <a:lnTo>
                    <a:pt x="35661" y="265395"/>
                  </a:lnTo>
                  <a:lnTo>
                    <a:pt x="38989" y="269499"/>
                  </a:lnTo>
                  <a:lnTo>
                    <a:pt x="42445" y="273497"/>
                  </a:lnTo>
                  <a:lnTo>
                    <a:pt x="46025" y="277384"/>
                  </a:lnTo>
                  <a:lnTo>
                    <a:pt x="49726" y="281155"/>
                  </a:lnTo>
                  <a:lnTo>
                    <a:pt x="53545" y="284807"/>
                  </a:lnTo>
                  <a:lnTo>
                    <a:pt x="57478" y="288337"/>
                  </a:lnTo>
                  <a:lnTo>
                    <a:pt x="61519" y="291741"/>
                  </a:lnTo>
                  <a:lnTo>
                    <a:pt x="65667" y="295016"/>
                  </a:lnTo>
                  <a:lnTo>
                    <a:pt x="69916" y="298157"/>
                  </a:lnTo>
                  <a:lnTo>
                    <a:pt x="74262" y="301163"/>
                  </a:lnTo>
                  <a:lnTo>
                    <a:pt x="78701" y="304030"/>
                  </a:lnTo>
                  <a:lnTo>
                    <a:pt x="83228" y="306756"/>
                  </a:lnTo>
                  <a:lnTo>
                    <a:pt x="87839" y="309336"/>
                  </a:lnTo>
                  <a:lnTo>
                    <a:pt x="92530" y="311770"/>
                  </a:lnTo>
                  <a:lnTo>
                    <a:pt x="97295" y="314054"/>
                  </a:lnTo>
                  <a:lnTo>
                    <a:pt x="102130" y="316187"/>
                  </a:lnTo>
                  <a:lnTo>
                    <a:pt x="107030" y="318166"/>
                  </a:lnTo>
                  <a:lnTo>
                    <a:pt x="111990" y="319989"/>
                  </a:lnTo>
                  <a:lnTo>
                    <a:pt x="117005" y="321654"/>
                  </a:lnTo>
                  <a:lnTo>
                    <a:pt x="122070" y="323159"/>
                  </a:lnTo>
                  <a:lnTo>
                    <a:pt x="127180" y="324504"/>
                  </a:lnTo>
                  <a:lnTo>
                    <a:pt x="132330" y="325687"/>
                  </a:lnTo>
                  <a:lnTo>
                    <a:pt x="137516" y="326707"/>
                  </a:lnTo>
                  <a:lnTo>
                    <a:pt x="142730" y="327562"/>
                  </a:lnTo>
                  <a:lnTo>
                    <a:pt x="147969" y="328251"/>
                  </a:lnTo>
                  <a:lnTo>
                    <a:pt x="153228" y="328775"/>
                  </a:lnTo>
                  <a:lnTo>
                    <a:pt x="158500" y="329132"/>
                  </a:lnTo>
                  <a:lnTo>
                    <a:pt x="163781" y="329323"/>
                  </a:lnTo>
                  <a:lnTo>
                    <a:pt x="169065" y="329346"/>
                  </a:lnTo>
                  <a:lnTo>
                    <a:pt x="174347" y="329203"/>
                  </a:lnTo>
                  <a:lnTo>
                    <a:pt x="179622" y="328893"/>
                  </a:lnTo>
                  <a:lnTo>
                    <a:pt x="184885" y="328416"/>
                  </a:lnTo>
                  <a:lnTo>
                    <a:pt x="190130" y="327772"/>
                  </a:lnTo>
                  <a:lnTo>
                    <a:pt x="195352" y="326964"/>
                  </a:lnTo>
                  <a:lnTo>
                    <a:pt x="200546" y="325991"/>
                  </a:lnTo>
                  <a:lnTo>
                    <a:pt x="205707" y="324854"/>
                  </a:lnTo>
                  <a:lnTo>
                    <a:pt x="210829" y="323555"/>
                  </a:lnTo>
                  <a:lnTo>
                    <a:pt x="215907" y="322094"/>
                  </a:lnTo>
                  <a:lnTo>
                    <a:pt x="220937" y="320473"/>
                  </a:lnTo>
                  <a:lnTo>
                    <a:pt x="225913" y="318695"/>
                  </a:lnTo>
                  <a:lnTo>
                    <a:pt x="230830" y="316760"/>
                  </a:lnTo>
                  <a:lnTo>
                    <a:pt x="235684" y="314670"/>
                  </a:lnTo>
                  <a:lnTo>
                    <a:pt x="240469" y="312429"/>
                  </a:lnTo>
                  <a:lnTo>
                    <a:pt x="245181" y="310037"/>
                  </a:lnTo>
                  <a:lnTo>
                    <a:pt x="249815" y="307497"/>
                  </a:lnTo>
                  <a:lnTo>
                    <a:pt x="254366" y="304812"/>
                  </a:lnTo>
                  <a:lnTo>
                    <a:pt x="258831" y="301985"/>
                  </a:lnTo>
                  <a:lnTo>
                    <a:pt x="263203" y="299018"/>
                  </a:lnTo>
                  <a:lnTo>
                    <a:pt x="267480" y="295914"/>
                  </a:lnTo>
                  <a:lnTo>
                    <a:pt x="271657" y="292677"/>
                  </a:lnTo>
                  <a:lnTo>
                    <a:pt x="275729" y="289309"/>
                  </a:lnTo>
                  <a:lnTo>
                    <a:pt x="279692" y="285814"/>
                  </a:lnTo>
                  <a:lnTo>
                    <a:pt x="283543" y="282196"/>
                  </a:lnTo>
                  <a:lnTo>
                    <a:pt x="287278" y="278457"/>
                  </a:lnTo>
                  <a:lnTo>
                    <a:pt x="290893" y="274603"/>
                  </a:lnTo>
                  <a:lnTo>
                    <a:pt x="294384" y="270636"/>
                  </a:lnTo>
                  <a:lnTo>
                    <a:pt x="297748" y="266561"/>
                  </a:lnTo>
                  <a:lnTo>
                    <a:pt x="300982" y="262382"/>
                  </a:lnTo>
                  <a:lnTo>
                    <a:pt x="304082" y="258102"/>
                  </a:lnTo>
                  <a:lnTo>
                    <a:pt x="307045" y="253727"/>
                  </a:lnTo>
                  <a:lnTo>
                    <a:pt x="309868" y="249260"/>
                  </a:lnTo>
                  <a:lnTo>
                    <a:pt x="312549" y="244706"/>
                  </a:lnTo>
                  <a:lnTo>
                    <a:pt x="315084" y="240070"/>
                  </a:lnTo>
                  <a:lnTo>
                    <a:pt x="317472" y="235356"/>
                  </a:lnTo>
                  <a:lnTo>
                    <a:pt x="319710" y="230568"/>
                  </a:lnTo>
                  <a:lnTo>
                    <a:pt x="321795" y="225713"/>
                  </a:lnTo>
                  <a:lnTo>
                    <a:pt x="323725" y="220794"/>
                  </a:lnTo>
                  <a:lnTo>
                    <a:pt x="325499" y="215816"/>
                  </a:lnTo>
                  <a:lnTo>
                    <a:pt x="327115" y="210785"/>
                  </a:lnTo>
                  <a:lnTo>
                    <a:pt x="328571" y="205705"/>
                  </a:lnTo>
                  <a:lnTo>
                    <a:pt x="329866" y="200582"/>
                  </a:lnTo>
                  <a:lnTo>
                    <a:pt x="330998" y="195421"/>
                  </a:lnTo>
                  <a:lnTo>
                    <a:pt x="331966" y="190226"/>
                  </a:lnTo>
                  <a:lnTo>
                    <a:pt x="332770" y="185003"/>
                  </a:lnTo>
                  <a:lnTo>
                    <a:pt x="333409" y="179757"/>
                  </a:lnTo>
                  <a:lnTo>
                    <a:pt x="333881" y="174494"/>
                  </a:lnTo>
                  <a:lnTo>
                    <a:pt x="334186" y="169219"/>
                  </a:lnTo>
                  <a:lnTo>
                    <a:pt x="334325" y="163936"/>
                  </a:lnTo>
                  <a:lnTo>
                    <a:pt x="334297" y="158652"/>
                  </a:lnTo>
                  <a:lnTo>
                    <a:pt x="334101" y="153371"/>
                  </a:lnTo>
                  <a:lnTo>
                    <a:pt x="333739" y="148099"/>
                  </a:lnTo>
                  <a:lnTo>
                    <a:pt x="333211" y="142842"/>
                  </a:lnTo>
                  <a:lnTo>
                    <a:pt x="332516" y="137603"/>
                  </a:lnTo>
                  <a:lnTo>
                    <a:pt x="331657" y="132389"/>
                  </a:lnTo>
                  <a:lnTo>
                    <a:pt x="330632" y="127205"/>
                  </a:lnTo>
                  <a:lnTo>
                    <a:pt x="329445" y="122056"/>
                  </a:lnTo>
                  <a:lnTo>
                    <a:pt x="328095" y="116947"/>
                  </a:lnTo>
                  <a:lnTo>
                    <a:pt x="326585" y="111883"/>
                  </a:lnTo>
                  <a:lnTo>
                    <a:pt x="324915" y="106870"/>
                  </a:lnTo>
                  <a:lnTo>
                    <a:pt x="323088" y="101911"/>
                  </a:lnTo>
                  <a:lnTo>
                    <a:pt x="321105" y="97013"/>
                  </a:lnTo>
                  <a:lnTo>
                    <a:pt x="318968" y="92180"/>
                  </a:lnTo>
                  <a:lnTo>
                    <a:pt x="316679" y="87417"/>
                  </a:lnTo>
                  <a:lnTo>
                    <a:pt x="314241" y="82729"/>
                  </a:lnTo>
                  <a:lnTo>
                    <a:pt x="311656" y="78120"/>
                  </a:lnTo>
                  <a:lnTo>
                    <a:pt x="308927" y="73595"/>
                  </a:lnTo>
                  <a:lnTo>
                    <a:pt x="306056" y="69159"/>
                  </a:lnTo>
                  <a:lnTo>
                    <a:pt x="303046" y="64816"/>
                  </a:lnTo>
                  <a:lnTo>
                    <a:pt x="299901" y="60569"/>
                  </a:lnTo>
                  <a:lnTo>
                    <a:pt x="296622" y="56425"/>
                  </a:lnTo>
                  <a:lnTo>
                    <a:pt x="293215" y="52386"/>
                  </a:lnTo>
                  <a:lnTo>
                    <a:pt x="289681" y="48457"/>
                  </a:lnTo>
                  <a:lnTo>
                    <a:pt x="286025" y="44642"/>
                  </a:lnTo>
                  <a:lnTo>
                    <a:pt x="282251" y="40943"/>
                  </a:lnTo>
                  <a:lnTo>
                    <a:pt x="278361" y="37367"/>
                  </a:lnTo>
                  <a:lnTo>
                    <a:pt x="274360" y="33915"/>
                  </a:lnTo>
                  <a:lnTo>
                    <a:pt x="270252" y="30591"/>
                  </a:lnTo>
                  <a:lnTo>
                    <a:pt x="266041" y="27398"/>
                  </a:lnTo>
                  <a:lnTo>
                    <a:pt x="261731" y="24340"/>
                  </a:lnTo>
                  <a:lnTo>
                    <a:pt x="257327" y="21420"/>
                  </a:lnTo>
                  <a:lnTo>
                    <a:pt x="252833" y="18641"/>
                  </a:lnTo>
                  <a:lnTo>
                    <a:pt x="248253" y="16005"/>
                  </a:lnTo>
                  <a:lnTo>
                    <a:pt x="167167" y="1621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423235" y="1681503"/>
              <a:ext cx="81086" cy="167167"/>
            </a:xfrm>
            <a:custGeom>
              <a:avLst/>
              <a:pathLst>
                <a:path w="81086" h="167167">
                  <a:moveTo>
                    <a:pt x="81086" y="20982"/>
                  </a:moveTo>
                  <a:lnTo>
                    <a:pt x="76105" y="18328"/>
                  </a:lnTo>
                  <a:lnTo>
                    <a:pt x="71037" y="15844"/>
                  </a:lnTo>
                  <a:lnTo>
                    <a:pt x="65889" y="13533"/>
                  </a:lnTo>
                  <a:lnTo>
                    <a:pt x="60665" y="11396"/>
                  </a:lnTo>
                  <a:lnTo>
                    <a:pt x="55373" y="9437"/>
                  </a:lnTo>
                  <a:lnTo>
                    <a:pt x="50017" y="7658"/>
                  </a:lnTo>
                  <a:lnTo>
                    <a:pt x="44604" y="6060"/>
                  </a:lnTo>
                  <a:lnTo>
                    <a:pt x="39140" y="4646"/>
                  </a:lnTo>
                  <a:lnTo>
                    <a:pt x="33632" y="3418"/>
                  </a:lnTo>
                  <a:lnTo>
                    <a:pt x="28085" y="2376"/>
                  </a:lnTo>
                  <a:lnTo>
                    <a:pt x="22507" y="1522"/>
                  </a:lnTo>
                  <a:lnTo>
                    <a:pt x="16902" y="856"/>
                  </a:lnTo>
                  <a:lnTo>
                    <a:pt x="11279" y="380"/>
                  </a:lnTo>
                  <a:lnTo>
                    <a:pt x="5642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853878" y="1322571"/>
              <a:ext cx="334326" cy="334321"/>
            </a:xfrm>
            <a:custGeom>
              <a:avLst/>
              <a:pathLst>
                <a:path w="334326" h="334321">
                  <a:moveTo>
                    <a:pt x="167160" y="0"/>
                  </a:moveTo>
                  <a:lnTo>
                    <a:pt x="161877" y="83"/>
                  </a:lnTo>
                  <a:lnTo>
                    <a:pt x="156601" y="333"/>
                  </a:lnTo>
                  <a:lnTo>
                    <a:pt x="151334" y="750"/>
                  </a:lnTo>
                  <a:lnTo>
                    <a:pt x="146084" y="1333"/>
                  </a:lnTo>
                  <a:lnTo>
                    <a:pt x="140854" y="2082"/>
                  </a:lnTo>
                  <a:lnTo>
                    <a:pt x="135651" y="2996"/>
                  </a:lnTo>
                  <a:lnTo>
                    <a:pt x="130479" y="4073"/>
                  </a:lnTo>
                  <a:lnTo>
                    <a:pt x="125344" y="5314"/>
                  </a:lnTo>
                  <a:lnTo>
                    <a:pt x="120251" y="6716"/>
                  </a:lnTo>
                  <a:lnTo>
                    <a:pt x="115204" y="8278"/>
                  </a:lnTo>
                  <a:lnTo>
                    <a:pt x="110210" y="9999"/>
                  </a:lnTo>
                  <a:lnTo>
                    <a:pt x="105272" y="11877"/>
                  </a:lnTo>
                  <a:lnTo>
                    <a:pt x="100396" y="13910"/>
                  </a:lnTo>
                  <a:lnTo>
                    <a:pt x="95587" y="16096"/>
                  </a:lnTo>
                  <a:lnTo>
                    <a:pt x="90849" y="18433"/>
                  </a:lnTo>
                  <a:lnTo>
                    <a:pt x="86187" y="20919"/>
                  </a:lnTo>
                  <a:lnTo>
                    <a:pt x="81607" y="23551"/>
                  </a:lnTo>
                  <a:lnTo>
                    <a:pt x="77112" y="26326"/>
                  </a:lnTo>
                  <a:lnTo>
                    <a:pt x="72706" y="29241"/>
                  </a:lnTo>
                  <a:lnTo>
                    <a:pt x="68395" y="32295"/>
                  </a:lnTo>
                  <a:lnTo>
                    <a:pt x="64183" y="35483"/>
                  </a:lnTo>
                  <a:lnTo>
                    <a:pt x="60073" y="38802"/>
                  </a:lnTo>
                  <a:lnTo>
                    <a:pt x="56071" y="42250"/>
                  </a:lnTo>
                  <a:lnTo>
                    <a:pt x="52179" y="45823"/>
                  </a:lnTo>
                  <a:lnTo>
                    <a:pt x="48402" y="49516"/>
                  </a:lnTo>
                  <a:lnTo>
                    <a:pt x="44744" y="53328"/>
                  </a:lnTo>
                  <a:lnTo>
                    <a:pt x="41208" y="57253"/>
                  </a:lnTo>
                  <a:lnTo>
                    <a:pt x="37798" y="61287"/>
                  </a:lnTo>
                  <a:lnTo>
                    <a:pt x="34517" y="65428"/>
                  </a:lnTo>
                  <a:lnTo>
                    <a:pt x="31368" y="69670"/>
                  </a:lnTo>
                  <a:lnTo>
                    <a:pt x="28355" y="74009"/>
                  </a:lnTo>
                  <a:lnTo>
                    <a:pt x="25481" y="78442"/>
                  </a:lnTo>
                  <a:lnTo>
                    <a:pt x="22748" y="82963"/>
                  </a:lnTo>
                  <a:lnTo>
                    <a:pt x="20160" y="87568"/>
                  </a:lnTo>
                  <a:lnTo>
                    <a:pt x="17718" y="92252"/>
                  </a:lnTo>
                  <a:lnTo>
                    <a:pt x="15426" y="97012"/>
                  </a:lnTo>
                  <a:lnTo>
                    <a:pt x="13285" y="101841"/>
                  </a:lnTo>
                  <a:lnTo>
                    <a:pt x="11297" y="106736"/>
                  </a:lnTo>
                  <a:lnTo>
                    <a:pt x="9466" y="111691"/>
                  </a:lnTo>
                  <a:lnTo>
                    <a:pt x="7791" y="116702"/>
                  </a:lnTo>
                  <a:lnTo>
                    <a:pt x="6276" y="121763"/>
                  </a:lnTo>
                  <a:lnTo>
                    <a:pt x="4922" y="126869"/>
                  </a:lnTo>
                  <a:lnTo>
                    <a:pt x="3730" y="132015"/>
                  </a:lnTo>
                  <a:lnTo>
                    <a:pt x="2701" y="137197"/>
                  </a:lnTo>
                  <a:lnTo>
                    <a:pt x="1836" y="142409"/>
                  </a:lnTo>
                  <a:lnTo>
                    <a:pt x="1136" y="147645"/>
                  </a:lnTo>
                  <a:lnTo>
                    <a:pt x="602" y="152901"/>
                  </a:lnTo>
                  <a:lnTo>
                    <a:pt x="234" y="158171"/>
                  </a:lnTo>
                  <a:lnTo>
                    <a:pt x="34" y="163450"/>
                  </a:lnTo>
                  <a:lnTo>
                    <a:pt x="0" y="168732"/>
                  </a:lnTo>
                  <a:lnTo>
                    <a:pt x="132" y="174013"/>
                  </a:lnTo>
                  <a:lnTo>
                    <a:pt x="432" y="179288"/>
                  </a:lnTo>
                  <a:lnTo>
                    <a:pt x="898" y="184550"/>
                  </a:lnTo>
                  <a:lnTo>
                    <a:pt x="1531" y="189795"/>
                  </a:lnTo>
                  <a:lnTo>
                    <a:pt x="2328" y="195017"/>
                  </a:lnTo>
                  <a:lnTo>
                    <a:pt x="3291" y="200211"/>
                  </a:lnTo>
                  <a:lnTo>
                    <a:pt x="4417" y="205373"/>
                  </a:lnTo>
                  <a:lnTo>
                    <a:pt x="5705" y="210496"/>
                  </a:lnTo>
                  <a:lnTo>
                    <a:pt x="7155" y="215576"/>
                  </a:lnTo>
                  <a:lnTo>
                    <a:pt x="8764" y="220608"/>
                  </a:lnTo>
                  <a:lnTo>
                    <a:pt x="10532" y="225586"/>
                  </a:lnTo>
                  <a:lnTo>
                    <a:pt x="12456" y="230506"/>
                  </a:lnTo>
                  <a:lnTo>
                    <a:pt x="14535" y="235363"/>
                  </a:lnTo>
                  <a:lnTo>
                    <a:pt x="16766" y="240151"/>
                  </a:lnTo>
                  <a:lnTo>
                    <a:pt x="19147" y="244867"/>
                  </a:lnTo>
                  <a:lnTo>
                    <a:pt x="21676" y="249505"/>
                  </a:lnTo>
                  <a:lnTo>
                    <a:pt x="24351" y="254061"/>
                  </a:lnTo>
                  <a:lnTo>
                    <a:pt x="27168" y="258530"/>
                  </a:lnTo>
                  <a:lnTo>
                    <a:pt x="30124" y="262908"/>
                  </a:lnTo>
                  <a:lnTo>
                    <a:pt x="33218" y="267190"/>
                  </a:lnTo>
                  <a:lnTo>
                    <a:pt x="36445" y="271372"/>
                  </a:lnTo>
                  <a:lnTo>
                    <a:pt x="39803" y="275451"/>
                  </a:lnTo>
                  <a:lnTo>
                    <a:pt x="43288" y="279421"/>
                  </a:lnTo>
                  <a:lnTo>
                    <a:pt x="46897" y="283279"/>
                  </a:lnTo>
                  <a:lnTo>
                    <a:pt x="50626" y="287021"/>
                  </a:lnTo>
                  <a:lnTo>
                    <a:pt x="54472" y="290643"/>
                  </a:lnTo>
                  <a:lnTo>
                    <a:pt x="58429" y="294142"/>
                  </a:lnTo>
                  <a:lnTo>
                    <a:pt x="62496" y="297514"/>
                  </a:lnTo>
                  <a:lnTo>
                    <a:pt x="66667" y="300756"/>
                  </a:lnTo>
                  <a:lnTo>
                    <a:pt x="70938" y="303865"/>
                  </a:lnTo>
                  <a:lnTo>
                    <a:pt x="75306" y="306837"/>
                  </a:lnTo>
                  <a:lnTo>
                    <a:pt x="79765" y="309670"/>
                  </a:lnTo>
                  <a:lnTo>
                    <a:pt x="84311" y="312360"/>
                  </a:lnTo>
                  <a:lnTo>
                    <a:pt x="88940" y="314906"/>
                  </a:lnTo>
                  <a:lnTo>
                    <a:pt x="93648" y="317303"/>
                  </a:lnTo>
                  <a:lnTo>
                    <a:pt x="98428" y="319551"/>
                  </a:lnTo>
                  <a:lnTo>
                    <a:pt x="103278" y="321647"/>
                  </a:lnTo>
                  <a:lnTo>
                    <a:pt x="108191" y="323588"/>
                  </a:lnTo>
                  <a:lnTo>
                    <a:pt x="113163" y="325374"/>
                  </a:lnTo>
                  <a:lnTo>
                    <a:pt x="118189" y="327001"/>
                  </a:lnTo>
                  <a:lnTo>
                    <a:pt x="123264" y="328468"/>
                  </a:lnTo>
                  <a:lnTo>
                    <a:pt x="128383" y="329775"/>
                  </a:lnTo>
                  <a:lnTo>
                    <a:pt x="133540" y="330919"/>
                  </a:lnTo>
                  <a:lnTo>
                    <a:pt x="138731" y="331899"/>
                  </a:lnTo>
                  <a:lnTo>
                    <a:pt x="143950" y="332715"/>
                  </a:lnTo>
                  <a:lnTo>
                    <a:pt x="149193" y="333366"/>
                  </a:lnTo>
                  <a:lnTo>
                    <a:pt x="154453" y="333851"/>
                  </a:lnTo>
                  <a:lnTo>
                    <a:pt x="159727" y="334169"/>
                  </a:lnTo>
                  <a:lnTo>
                    <a:pt x="165007" y="334321"/>
                  </a:lnTo>
                  <a:lnTo>
                    <a:pt x="170290" y="334305"/>
                  </a:lnTo>
                  <a:lnTo>
                    <a:pt x="175570" y="334123"/>
                  </a:lnTo>
                  <a:lnTo>
                    <a:pt x="180841" y="333774"/>
                  </a:lnTo>
                  <a:lnTo>
                    <a:pt x="186099" y="333258"/>
                  </a:lnTo>
                  <a:lnTo>
                    <a:pt x="191337" y="332577"/>
                  </a:lnTo>
                  <a:lnTo>
                    <a:pt x="196552" y="331730"/>
                  </a:lnTo>
                  <a:lnTo>
                    <a:pt x="201737" y="330719"/>
                  </a:lnTo>
                  <a:lnTo>
                    <a:pt x="206888" y="329545"/>
                  </a:lnTo>
                  <a:lnTo>
                    <a:pt x="211999" y="328209"/>
                  </a:lnTo>
                  <a:lnTo>
                    <a:pt x="217065" y="326711"/>
                  </a:lnTo>
                  <a:lnTo>
                    <a:pt x="222081" y="325055"/>
                  </a:lnTo>
                  <a:lnTo>
                    <a:pt x="227043" y="323241"/>
                  </a:lnTo>
                  <a:lnTo>
                    <a:pt x="231944" y="321270"/>
                  </a:lnTo>
                  <a:lnTo>
                    <a:pt x="236781" y="319146"/>
                  </a:lnTo>
                  <a:lnTo>
                    <a:pt x="241549" y="316871"/>
                  </a:lnTo>
                  <a:lnTo>
                    <a:pt x="246242" y="314445"/>
                  </a:lnTo>
                  <a:lnTo>
                    <a:pt x="250856" y="311873"/>
                  </a:lnTo>
                  <a:lnTo>
                    <a:pt x="255387" y="309156"/>
                  </a:lnTo>
                  <a:lnTo>
                    <a:pt x="259829" y="306297"/>
                  </a:lnTo>
                  <a:lnTo>
                    <a:pt x="264179" y="303300"/>
                  </a:lnTo>
                  <a:lnTo>
                    <a:pt x="268432" y="300166"/>
                  </a:lnTo>
                  <a:lnTo>
                    <a:pt x="272584" y="296900"/>
                  </a:lnTo>
                  <a:lnTo>
                    <a:pt x="276631" y="293504"/>
                  </a:lnTo>
                  <a:lnTo>
                    <a:pt x="280568" y="289982"/>
                  </a:lnTo>
                  <a:lnTo>
                    <a:pt x="284392" y="286337"/>
                  </a:lnTo>
                  <a:lnTo>
                    <a:pt x="288099" y="282573"/>
                  </a:lnTo>
                  <a:lnTo>
                    <a:pt x="291686" y="278694"/>
                  </a:lnTo>
                  <a:lnTo>
                    <a:pt x="295147" y="274703"/>
                  </a:lnTo>
                  <a:lnTo>
                    <a:pt x="298481" y="270606"/>
                  </a:lnTo>
                  <a:lnTo>
                    <a:pt x="301684" y="266404"/>
                  </a:lnTo>
                  <a:lnTo>
                    <a:pt x="304753" y="262104"/>
                  </a:lnTo>
                  <a:lnTo>
                    <a:pt x="307684" y="257709"/>
                  </a:lnTo>
                  <a:lnTo>
                    <a:pt x="310475" y="253224"/>
                  </a:lnTo>
                  <a:lnTo>
                    <a:pt x="313122" y="248652"/>
                  </a:lnTo>
                  <a:lnTo>
                    <a:pt x="315624" y="243999"/>
                  </a:lnTo>
                  <a:lnTo>
                    <a:pt x="317978" y="239270"/>
                  </a:lnTo>
                  <a:lnTo>
                    <a:pt x="320181" y="234468"/>
                  </a:lnTo>
                  <a:lnTo>
                    <a:pt x="322231" y="229599"/>
                  </a:lnTo>
                  <a:lnTo>
                    <a:pt x="324126" y="224668"/>
                  </a:lnTo>
                  <a:lnTo>
                    <a:pt x="325865" y="219680"/>
                  </a:lnTo>
                  <a:lnTo>
                    <a:pt x="327445" y="214639"/>
                  </a:lnTo>
                  <a:lnTo>
                    <a:pt x="328865" y="209550"/>
                  </a:lnTo>
                  <a:lnTo>
                    <a:pt x="330123" y="204420"/>
                  </a:lnTo>
                  <a:lnTo>
                    <a:pt x="331219" y="199252"/>
                  </a:lnTo>
                  <a:lnTo>
                    <a:pt x="332151" y="194052"/>
                  </a:lnTo>
                  <a:lnTo>
                    <a:pt x="332918" y="188825"/>
                  </a:lnTo>
                  <a:lnTo>
                    <a:pt x="333520" y="183577"/>
                  </a:lnTo>
                  <a:lnTo>
                    <a:pt x="333955" y="178312"/>
                  </a:lnTo>
                  <a:lnTo>
                    <a:pt x="334224" y="173036"/>
                  </a:lnTo>
                  <a:lnTo>
                    <a:pt x="334326" y="167754"/>
                  </a:lnTo>
                  <a:lnTo>
                    <a:pt x="334261" y="162472"/>
                  </a:lnTo>
                  <a:lnTo>
                    <a:pt x="334029" y="157194"/>
                  </a:lnTo>
                  <a:lnTo>
                    <a:pt x="333631" y="151926"/>
                  </a:lnTo>
                  <a:lnTo>
                    <a:pt x="333066" y="146674"/>
                  </a:lnTo>
                  <a:lnTo>
                    <a:pt x="332336" y="141441"/>
                  </a:lnTo>
                  <a:lnTo>
                    <a:pt x="331440" y="136235"/>
                  </a:lnTo>
                  <a:lnTo>
                    <a:pt x="330381" y="131060"/>
                  </a:lnTo>
                  <a:lnTo>
                    <a:pt x="329159" y="125920"/>
                  </a:lnTo>
                  <a:lnTo>
                    <a:pt x="327774" y="120822"/>
                  </a:lnTo>
                  <a:lnTo>
                    <a:pt x="326230" y="115770"/>
                  </a:lnTo>
                  <a:lnTo>
                    <a:pt x="324526" y="110769"/>
                  </a:lnTo>
                  <a:lnTo>
                    <a:pt x="322666" y="105825"/>
                  </a:lnTo>
                  <a:lnTo>
                    <a:pt x="320650" y="100942"/>
                  </a:lnTo>
                  <a:lnTo>
                    <a:pt x="318480" y="96125"/>
                  </a:lnTo>
                  <a:lnTo>
                    <a:pt x="316160" y="91379"/>
                  </a:lnTo>
                  <a:lnTo>
                    <a:pt x="313691" y="86709"/>
                  </a:lnTo>
                  <a:lnTo>
                    <a:pt x="311076" y="82119"/>
                  </a:lnTo>
                  <a:lnTo>
                    <a:pt x="308316" y="77614"/>
                  </a:lnTo>
                  <a:lnTo>
                    <a:pt x="305416" y="73198"/>
                  </a:lnTo>
                  <a:lnTo>
                    <a:pt x="302378" y="68877"/>
                  </a:lnTo>
                  <a:lnTo>
                    <a:pt x="299205" y="64653"/>
                  </a:lnTo>
                  <a:lnTo>
                    <a:pt x="295899" y="60532"/>
                  </a:lnTo>
                  <a:lnTo>
                    <a:pt x="292466" y="56517"/>
                  </a:lnTo>
                  <a:lnTo>
                    <a:pt x="288907" y="52613"/>
                  </a:lnTo>
                  <a:lnTo>
                    <a:pt x="285226" y="48823"/>
                  </a:lnTo>
                  <a:lnTo>
                    <a:pt x="281428" y="45152"/>
                  </a:lnTo>
                  <a:lnTo>
                    <a:pt x="277516" y="41602"/>
                  </a:lnTo>
                  <a:lnTo>
                    <a:pt x="273493" y="38178"/>
                  </a:lnTo>
                  <a:lnTo>
                    <a:pt x="269364" y="34882"/>
                  </a:lnTo>
                  <a:lnTo>
                    <a:pt x="265133" y="31719"/>
                  </a:lnTo>
                  <a:lnTo>
                    <a:pt x="260804" y="28691"/>
                  </a:lnTo>
                  <a:lnTo>
                    <a:pt x="256382" y="25801"/>
                  </a:lnTo>
                  <a:lnTo>
                    <a:pt x="251870" y="23052"/>
                  </a:lnTo>
                  <a:lnTo>
                    <a:pt x="247274" y="20448"/>
                  </a:lnTo>
                  <a:lnTo>
                    <a:pt x="242598" y="17989"/>
                  </a:lnTo>
                  <a:lnTo>
                    <a:pt x="237847" y="15680"/>
                  </a:lnTo>
                  <a:lnTo>
                    <a:pt x="233025" y="13522"/>
                  </a:lnTo>
                  <a:lnTo>
                    <a:pt x="228137" y="1151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4090"/>
              <a:ext cx="60977" cy="155649"/>
            </a:xfrm>
            <a:custGeom>
              <a:avLst/>
              <a:pathLst>
                <a:path w="60977" h="155649">
                  <a:moveTo>
                    <a:pt x="60977" y="0"/>
                  </a:moveTo>
                  <a:lnTo>
                    <a:pt x="0" y="1556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60977" cy="167167"/>
            </a:xfrm>
            <a:custGeom>
              <a:avLst/>
              <a:pathLst>
                <a:path w="60977" h="167167">
                  <a:moveTo>
                    <a:pt x="60977" y="11518"/>
                  </a:moveTo>
                  <a:lnTo>
                    <a:pt x="55124" y="9350"/>
                  </a:lnTo>
                  <a:lnTo>
                    <a:pt x="49195" y="7402"/>
                  </a:lnTo>
                  <a:lnTo>
                    <a:pt x="43196" y="5677"/>
                  </a:lnTo>
                  <a:lnTo>
                    <a:pt x="37138" y="4177"/>
                  </a:lnTo>
                  <a:lnTo>
                    <a:pt x="31028" y="2904"/>
                  </a:lnTo>
                  <a:lnTo>
                    <a:pt x="24874" y="1861"/>
                  </a:lnTo>
                  <a:lnTo>
                    <a:pt x="18686" y="1047"/>
                  </a:lnTo>
                  <a:lnTo>
                    <a:pt x="12471" y="465"/>
                  </a:lnTo>
                  <a:lnTo>
                    <a:pt x="6240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378100" y="1071028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6" y="1335"/>
                  </a:lnTo>
                  <a:lnTo>
                    <a:pt x="140833" y="2085"/>
                  </a:lnTo>
                  <a:lnTo>
                    <a:pt x="135626" y="3000"/>
                  </a:lnTo>
                  <a:lnTo>
                    <a:pt x="130450" y="4079"/>
                  </a:lnTo>
                  <a:lnTo>
                    <a:pt x="125312" y="5322"/>
                  </a:lnTo>
                  <a:lnTo>
                    <a:pt x="120215" y="6726"/>
                  </a:lnTo>
                  <a:lnTo>
                    <a:pt x="115165" y="8291"/>
                  </a:lnTo>
                  <a:lnTo>
                    <a:pt x="110167" y="10014"/>
                  </a:lnTo>
                  <a:lnTo>
                    <a:pt x="105226" y="11895"/>
                  </a:lnTo>
                  <a:lnTo>
                    <a:pt x="100347" y="13931"/>
                  </a:lnTo>
                  <a:lnTo>
                    <a:pt x="95535" y="16120"/>
                  </a:lnTo>
                  <a:lnTo>
                    <a:pt x="90795" y="18460"/>
                  </a:lnTo>
                  <a:lnTo>
                    <a:pt x="86130" y="20950"/>
                  </a:lnTo>
                  <a:lnTo>
                    <a:pt x="81547" y="23585"/>
                  </a:lnTo>
                  <a:lnTo>
                    <a:pt x="77050" y="26364"/>
                  </a:lnTo>
                  <a:lnTo>
                    <a:pt x="72642" y="29284"/>
                  </a:lnTo>
                  <a:lnTo>
                    <a:pt x="68330" y="32341"/>
                  </a:lnTo>
                  <a:lnTo>
                    <a:pt x="64116" y="35534"/>
                  </a:lnTo>
                  <a:lnTo>
                    <a:pt x="60005" y="38858"/>
                  </a:lnTo>
                  <a:lnTo>
                    <a:pt x="56001" y="42310"/>
                  </a:lnTo>
                  <a:lnTo>
                    <a:pt x="52108" y="45888"/>
                  </a:lnTo>
                  <a:lnTo>
                    <a:pt x="48331" y="49586"/>
                  </a:lnTo>
                  <a:lnTo>
                    <a:pt x="44672" y="53403"/>
                  </a:lnTo>
                  <a:lnTo>
                    <a:pt x="41136" y="57333"/>
                  </a:lnTo>
                  <a:lnTo>
                    <a:pt x="37726" y="61373"/>
                  </a:lnTo>
                  <a:lnTo>
                    <a:pt x="34445" y="65518"/>
                  </a:lnTo>
                  <a:lnTo>
                    <a:pt x="31298" y="69766"/>
                  </a:lnTo>
                  <a:lnTo>
                    <a:pt x="28286" y="74111"/>
                  </a:lnTo>
                  <a:lnTo>
                    <a:pt x="25412" y="78548"/>
                  </a:lnTo>
                  <a:lnTo>
                    <a:pt x="22681" y="83075"/>
                  </a:lnTo>
                  <a:lnTo>
                    <a:pt x="20094" y="87686"/>
                  </a:lnTo>
                  <a:lnTo>
                    <a:pt x="17654" y="92376"/>
                  </a:lnTo>
                  <a:lnTo>
                    <a:pt x="15364" y="97141"/>
                  </a:lnTo>
                  <a:lnTo>
                    <a:pt x="13226" y="101976"/>
                  </a:lnTo>
                  <a:lnTo>
                    <a:pt x="11241" y="106876"/>
                  </a:lnTo>
                  <a:lnTo>
                    <a:pt x="9413" y="111836"/>
                  </a:lnTo>
                  <a:lnTo>
                    <a:pt x="7742" y="116852"/>
                  </a:lnTo>
                  <a:lnTo>
                    <a:pt x="6231" y="121918"/>
                  </a:lnTo>
                  <a:lnTo>
                    <a:pt x="4880" y="127030"/>
                  </a:lnTo>
                  <a:lnTo>
                    <a:pt x="3692" y="132181"/>
                  </a:lnTo>
                  <a:lnTo>
                    <a:pt x="2668" y="137368"/>
                  </a:lnTo>
                  <a:lnTo>
                    <a:pt x="1808" y="142584"/>
                  </a:lnTo>
                  <a:lnTo>
                    <a:pt x="1113" y="147825"/>
                  </a:lnTo>
                  <a:lnTo>
                    <a:pt x="584" y="153085"/>
                  </a:lnTo>
                  <a:lnTo>
                    <a:pt x="222" y="158359"/>
                  </a:lnTo>
                  <a:lnTo>
                    <a:pt x="27" y="163643"/>
                  </a:lnTo>
                  <a:lnTo>
                    <a:pt x="0" y="168929"/>
                  </a:lnTo>
                  <a:lnTo>
                    <a:pt x="139" y="174214"/>
                  </a:lnTo>
                  <a:lnTo>
                    <a:pt x="445" y="179492"/>
                  </a:lnTo>
                  <a:lnTo>
                    <a:pt x="918" y="184758"/>
                  </a:lnTo>
                  <a:lnTo>
                    <a:pt x="1558" y="190005"/>
                  </a:lnTo>
                  <a:lnTo>
                    <a:pt x="2363" y="195231"/>
                  </a:lnTo>
                  <a:lnTo>
                    <a:pt x="3332" y="200428"/>
                  </a:lnTo>
                  <a:lnTo>
                    <a:pt x="4466" y="205591"/>
                  </a:lnTo>
                  <a:lnTo>
                    <a:pt x="5763" y="210717"/>
                  </a:lnTo>
                  <a:lnTo>
                    <a:pt x="7220" y="215798"/>
                  </a:lnTo>
                  <a:lnTo>
                    <a:pt x="8838" y="220832"/>
                  </a:lnTo>
                  <a:lnTo>
                    <a:pt x="10614" y="225811"/>
                  </a:lnTo>
                  <a:lnTo>
                    <a:pt x="12547" y="230732"/>
                  </a:lnTo>
                  <a:lnTo>
                    <a:pt x="14634" y="235589"/>
                  </a:lnTo>
                  <a:lnTo>
                    <a:pt x="16874" y="240378"/>
                  </a:lnTo>
                  <a:lnTo>
                    <a:pt x="19264" y="245093"/>
                  </a:lnTo>
                  <a:lnTo>
                    <a:pt x="21803" y="249731"/>
                  </a:lnTo>
                  <a:lnTo>
                    <a:pt x="24486" y="254286"/>
                  </a:lnTo>
                  <a:lnTo>
                    <a:pt x="27312" y="258754"/>
                  </a:lnTo>
                  <a:lnTo>
                    <a:pt x="30278" y="263130"/>
                  </a:lnTo>
                  <a:lnTo>
                    <a:pt x="33381" y="267411"/>
                  </a:lnTo>
                  <a:lnTo>
                    <a:pt x="36618" y="271591"/>
                  </a:lnTo>
                  <a:lnTo>
                    <a:pt x="39985" y="275666"/>
                  </a:lnTo>
                  <a:lnTo>
                    <a:pt x="43480" y="279634"/>
                  </a:lnTo>
                  <a:lnTo>
                    <a:pt x="47098" y="283488"/>
                  </a:lnTo>
                  <a:lnTo>
                    <a:pt x="50836" y="287227"/>
                  </a:lnTo>
                  <a:lnTo>
                    <a:pt x="54691" y="290845"/>
                  </a:lnTo>
                  <a:lnTo>
                    <a:pt x="58658" y="294339"/>
                  </a:lnTo>
                  <a:lnTo>
                    <a:pt x="62734" y="297707"/>
                  </a:lnTo>
                  <a:lnTo>
                    <a:pt x="66914" y="300943"/>
                  </a:lnTo>
                  <a:lnTo>
                    <a:pt x="71194" y="304046"/>
                  </a:lnTo>
                  <a:lnTo>
                    <a:pt x="75570" y="307012"/>
                  </a:lnTo>
                  <a:lnTo>
                    <a:pt x="80038" y="309839"/>
                  </a:lnTo>
                  <a:lnTo>
                    <a:pt x="84593" y="312522"/>
                  </a:lnTo>
                  <a:lnTo>
                    <a:pt x="89231" y="315060"/>
                  </a:lnTo>
                  <a:lnTo>
                    <a:pt x="93947" y="317450"/>
                  </a:lnTo>
                  <a:lnTo>
                    <a:pt x="98735" y="319690"/>
                  </a:lnTo>
                  <a:lnTo>
                    <a:pt x="103593" y="321778"/>
                  </a:lnTo>
                  <a:lnTo>
                    <a:pt x="108514" y="323710"/>
                  </a:lnTo>
                  <a:lnTo>
                    <a:pt x="113493" y="325486"/>
                  </a:lnTo>
                  <a:lnTo>
                    <a:pt x="118526" y="327104"/>
                  </a:lnTo>
                  <a:lnTo>
                    <a:pt x="123608" y="328562"/>
                  </a:lnTo>
                  <a:lnTo>
                    <a:pt x="128733" y="329858"/>
                  </a:lnTo>
                  <a:lnTo>
                    <a:pt x="133897" y="330992"/>
                  </a:lnTo>
                  <a:lnTo>
                    <a:pt x="139094" y="331962"/>
                  </a:lnTo>
                  <a:lnTo>
                    <a:pt x="144319" y="332767"/>
                  </a:lnTo>
                  <a:lnTo>
                    <a:pt x="149567" y="333406"/>
                  </a:lnTo>
                  <a:lnTo>
                    <a:pt x="154833" y="333879"/>
                  </a:lnTo>
                  <a:lnTo>
                    <a:pt x="160110" y="334186"/>
                  </a:lnTo>
                  <a:lnTo>
                    <a:pt x="165395" y="334325"/>
                  </a:lnTo>
                  <a:lnTo>
                    <a:pt x="170682" y="334297"/>
                  </a:lnTo>
                  <a:lnTo>
                    <a:pt x="175965" y="334102"/>
                  </a:lnTo>
                  <a:lnTo>
                    <a:pt x="181240" y="333740"/>
                  </a:lnTo>
                  <a:lnTo>
                    <a:pt x="186500" y="333212"/>
                  </a:lnTo>
                  <a:lnTo>
                    <a:pt x="191741" y="332517"/>
                  </a:lnTo>
                  <a:lnTo>
                    <a:pt x="196957" y="331657"/>
                  </a:lnTo>
                  <a:lnTo>
                    <a:pt x="202144" y="330632"/>
                  </a:lnTo>
                  <a:lnTo>
                    <a:pt x="207295" y="329444"/>
                  </a:lnTo>
                  <a:lnTo>
                    <a:pt x="212406" y="328094"/>
                  </a:lnTo>
                  <a:lnTo>
                    <a:pt x="217473" y="326583"/>
                  </a:lnTo>
                  <a:lnTo>
                    <a:pt x="222488" y="324912"/>
                  </a:lnTo>
                  <a:lnTo>
                    <a:pt x="227449" y="323083"/>
                  </a:lnTo>
                  <a:lnTo>
                    <a:pt x="232349" y="321099"/>
                  </a:lnTo>
                  <a:lnTo>
                    <a:pt x="237184" y="318960"/>
                  </a:lnTo>
                  <a:lnTo>
                    <a:pt x="241949" y="316670"/>
                  </a:lnTo>
                  <a:lnTo>
                    <a:pt x="246639" y="314230"/>
                  </a:lnTo>
                  <a:lnTo>
                    <a:pt x="251250" y="311644"/>
                  </a:lnTo>
                  <a:lnTo>
                    <a:pt x="255776" y="308912"/>
                  </a:lnTo>
                  <a:lnTo>
                    <a:pt x="260214" y="306039"/>
                  </a:lnTo>
                  <a:lnTo>
                    <a:pt x="264559" y="303027"/>
                  </a:lnTo>
                  <a:lnTo>
                    <a:pt x="268806" y="299879"/>
                  </a:lnTo>
                  <a:lnTo>
                    <a:pt x="272952" y="296598"/>
                  </a:lnTo>
                  <a:lnTo>
                    <a:pt x="276992" y="293188"/>
                  </a:lnTo>
                  <a:lnTo>
                    <a:pt x="280922" y="289652"/>
                  </a:lnTo>
                  <a:lnTo>
                    <a:pt x="284738" y="285994"/>
                  </a:lnTo>
                  <a:lnTo>
                    <a:pt x="288437" y="282216"/>
                  </a:lnTo>
                  <a:lnTo>
                    <a:pt x="292014" y="278324"/>
                  </a:lnTo>
                  <a:lnTo>
                    <a:pt x="295467" y="274320"/>
                  </a:lnTo>
                  <a:lnTo>
                    <a:pt x="298791" y="270209"/>
                  </a:lnTo>
                  <a:lnTo>
                    <a:pt x="301983" y="265995"/>
                  </a:lnTo>
                  <a:lnTo>
                    <a:pt x="305041" y="261682"/>
                  </a:lnTo>
                  <a:lnTo>
                    <a:pt x="307961" y="257275"/>
                  </a:lnTo>
                  <a:lnTo>
                    <a:pt x="310740" y="252777"/>
                  </a:lnTo>
                  <a:lnTo>
                    <a:pt x="313375" y="248194"/>
                  </a:lnTo>
                  <a:lnTo>
                    <a:pt x="315864" y="243530"/>
                  </a:lnTo>
                  <a:lnTo>
                    <a:pt x="318205" y="238790"/>
                  </a:lnTo>
                  <a:lnTo>
                    <a:pt x="320394" y="233977"/>
                  </a:lnTo>
                  <a:lnTo>
                    <a:pt x="322430" y="229098"/>
                  </a:lnTo>
                  <a:lnTo>
                    <a:pt x="324311" y="224158"/>
                  </a:lnTo>
                  <a:lnTo>
                    <a:pt x="326034" y="219160"/>
                  </a:lnTo>
                  <a:lnTo>
                    <a:pt x="327599" y="214110"/>
                  </a:lnTo>
                  <a:lnTo>
                    <a:pt x="329003" y="209013"/>
                  </a:lnTo>
                  <a:lnTo>
                    <a:pt x="330245" y="203874"/>
                  </a:lnTo>
                  <a:lnTo>
                    <a:pt x="331324" y="198699"/>
                  </a:lnTo>
                  <a:lnTo>
                    <a:pt x="332239" y="193492"/>
                  </a:lnTo>
                  <a:lnTo>
                    <a:pt x="332989" y="188258"/>
                  </a:lnTo>
                  <a:lnTo>
                    <a:pt x="333573" y="183004"/>
                  </a:lnTo>
                  <a:lnTo>
                    <a:pt x="333991" y="177734"/>
                  </a:lnTo>
                  <a:lnTo>
                    <a:pt x="334241" y="172453"/>
                  </a:lnTo>
                  <a:lnTo>
                    <a:pt x="334325" y="16716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7167" cy="0"/>
            </a:xfrm>
            <a:custGeom>
              <a:avLst/>
              <a:pathLst>
                <a:path w="167167" h="0">
                  <a:moveTo>
                    <a:pt x="16716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5326"/>
              <a:ext cx="167167" cy="2869"/>
            </a:xfrm>
            <a:custGeom>
              <a:avLst/>
              <a:pathLst>
                <a:path w="167167" h="2869">
                  <a:moveTo>
                    <a:pt x="167167" y="2869"/>
                  </a:moveTo>
                  <a:lnTo>
                    <a:pt x="167142" y="0"/>
                  </a:lnTo>
                  <a:lnTo>
                    <a:pt x="0" y="28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167142" cy="167167"/>
            </a:xfrm>
            <a:custGeom>
              <a:avLst/>
              <a:pathLst>
                <a:path w="167142" h="167167">
                  <a:moveTo>
                    <a:pt x="167142" y="164297"/>
                  </a:moveTo>
                  <a:lnTo>
                    <a:pt x="166962" y="158890"/>
                  </a:lnTo>
                  <a:lnTo>
                    <a:pt x="166607" y="153491"/>
                  </a:lnTo>
                  <a:lnTo>
                    <a:pt x="166077" y="148106"/>
                  </a:lnTo>
                  <a:lnTo>
                    <a:pt x="165373" y="142742"/>
                  </a:lnTo>
                  <a:lnTo>
                    <a:pt x="164496" y="137403"/>
                  </a:lnTo>
                  <a:lnTo>
                    <a:pt x="163447" y="132095"/>
                  </a:lnTo>
                  <a:lnTo>
                    <a:pt x="162226" y="126824"/>
                  </a:lnTo>
                  <a:lnTo>
                    <a:pt x="160835" y="121595"/>
                  </a:lnTo>
                  <a:lnTo>
                    <a:pt x="159276" y="116414"/>
                  </a:lnTo>
                  <a:lnTo>
                    <a:pt x="157551" y="111286"/>
                  </a:lnTo>
                  <a:lnTo>
                    <a:pt x="155660" y="106217"/>
                  </a:lnTo>
                  <a:lnTo>
                    <a:pt x="153606" y="101212"/>
                  </a:lnTo>
                  <a:lnTo>
                    <a:pt x="151391" y="96275"/>
                  </a:lnTo>
                  <a:lnTo>
                    <a:pt x="149017" y="91413"/>
                  </a:lnTo>
                  <a:lnTo>
                    <a:pt x="146488" y="86630"/>
                  </a:lnTo>
                  <a:lnTo>
                    <a:pt x="143805" y="81932"/>
                  </a:lnTo>
                  <a:lnTo>
                    <a:pt x="140971" y="77323"/>
                  </a:lnTo>
                  <a:lnTo>
                    <a:pt x="137990" y="72808"/>
                  </a:lnTo>
                  <a:lnTo>
                    <a:pt x="134864" y="68392"/>
                  </a:lnTo>
                  <a:lnTo>
                    <a:pt x="131597" y="64079"/>
                  </a:lnTo>
                  <a:lnTo>
                    <a:pt x="128192" y="59874"/>
                  </a:lnTo>
                  <a:lnTo>
                    <a:pt x="124652" y="55782"/>
                  </a:lnTo>
                  <a:lnTo>
                    <a:pt x="120982" y="51806"/>
                  </a:lnTo>
                  <a:lnTo>
                    <a:pt x="117186" y="47951"/>
                  </a:lnTo>
                  <a:lnTo>
                    <a:pt x="113266" y="44222"/>
                  </a:lnTo>
                  <a:lnTo>
                    <a:pt x="109228" y="40620"/>
                  </a:lnTo>
                  <a:lnTo>
                    <a:pt x="105076" y="37152"/>
                  </a:lnTo>
                  <a:lnTo>
                    <a:pt x="100813" y="33820"/>
                  </a:lnTo>
                  <a:lnTo>
                    <a:pt x="96445" y="30627"/>
                  </a:lnTo>
                  <a:lnTo>
                    <a:pt x="91976" y="27577"/>
                  </a:lnTo>
                  <a:lnTo>
                    <a:pt x="87411" y="24674"/>
                  </a:lnTo>
                  <a:lnTo>
                    <a:pt x="82753" y="21920"/>
                  </a:lnTo>
                  <a:lnTo>
                    <a:pt x="78010" y="19318"/>
                  </a:lnTo>
                  <a:lnTo>
                    <a:pt x="73184" y="16871"/>
                  </a:lnTo>
                  <a:lnTo>
                    <a:pt x="68282" y="14581"/>
                  </a:lnTo>
                  <a:lnTo>
                    <a:pt x="63308" y="12451"/>
                  </a:lnTo>
                  <a:lnTo>
                    <a:pt x="58268" y="10483"/>
                  </a:lnTo>
                  <a:lnTo>
                    <a:pt x="53167" y="8680"/>
                  </a:lnTo>
                  <a:lnTo>
                    <a:pt x="48010" y="7042"/>
                  </a:lnTo>
                  <a:lnTo>
                    <a:pt x="42803" y="5572"/>
                  </a:lnTo>
                  <a:lnTo>
                    <a:pt x="37552" y="4272"/>
                  </a:lnTo>
                  <a:lnTo>
                    <a:pt x="32260" y="3142"/>
                  </a:lnTo>
                  <a:lnTo>
                    <a:pt x="26935" y="2184"/>
                  </a:lnTo>
                  <a:lnTo>
                    <a:pt x="21582" y="1399"/>
                  </a:lnTo>
                  <a:lnTo>
                    <a:pt x="16206" y="787"/>
                  </a:lnTo>
                  <a:lnTo>
                    <a:pt x="10813" y="350"/>
                  </a:lnTo>
                  <a:lnTo>
                    <a:pt x="540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909466" y="941493"/>
              <a:ext cx="114077" cy="167167"/>
            </a:xfrm>
            <a:custGeom>
              <a:avLst/>
              <a:pathLst>
                <a:path w="114077" h="167167">
                  <a:moveTo>
                    <a:pt x="114077" y="0"/>
                  </a:moveTo>
                  <a:lnTo>
                    <a:pt x="108371" y="97"/>
                  </a:lnTo>
                  <a:lnTo>
                    <a:pt x="102672" y="389"/>
                  </a:lnTo>
                  <a:lnTo>
                    <a:pt x="96986" y="875"/>
                  </a:lnTo>
                  <a:lnTo>
                    <a:pt x="91320" y="1556"/>
                  </a:lnTo>
                  <a:lnTo>
                    <a:pt x="85681" y="2429"/>
                  </a:lnTo>
                  <a:lnTo>
                    <a:pt x="80074" y="3494"/>
                  </a:lnTo>
                  <a:lnTo>
                    <a:pt x="74508" y="4750"/>
                  </a:lnTo>
                  <a:lnTo>
                    <a:pt x="68987" y="6195"/>
                  </a:lnTo>
                  <a:lnTo>
                    <a:pt x="63519" y="7828"/>
                  </a:lnTo>
                  <a:lnTo>
                    <a:pt x="58110" y="9647"/>
                  </a:lnTo>
                  <a:lnTo>
                    <a:pt x="52766" y="11649"/>
                  </a:lnTo>
                  <a:lnTo>
                    <a:pt x="47493" y="13832"/>
                  </a:lnTo>
                  <a:lnTo>
                    <a:pt x="42298" y="16194"/>
                  </a:lnTo>
                  <a:lnTo>
                    <a:pt x="37187" y="18732"/>
                  </a:lnTo>
                  <a:lnTo>
                    <a:pt x="32165" y="21443"/>
                  </a:lnTo>
                  <a:lnTo>
                    <a:pt x="27239" y="24324"/>
                  </a:lnTo>
                  <a:lnTo>
                    <a:pt x="22414" y="27371"/>
                  </a:lnTo>
                  <a:lnTo>
                    <a:pt x="17696" y="30581"/>
                  </a:lnTo>
                  <a:lnTo>
                    <a:pt x="13090" y="33951"/>
                  </a:lnTo>
                  <a:lnTo>
                    <a:pt x="8602" y="37475"/>
                  </a:lnTo>
                  <a:lnTo>
                    <a:pt x="4237" y="41151"/>
                  </a:lnTo>
                  <a:lnTo>
                    <a:pt x="0" y="44974"/>
                  </a:lnTo>
                  <a:lnTo>
                    <a:pt x="11407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9466" y="986467"/>
              <a:ext cx="114077" cy="122193"/>
            </a:xfrm>
            <a:custGeom>
              <a:avLst/>
              <a:pathLst>
                <a:path w="114077" h="122193">
                  <a:moveTo>
                    <a:pt x="0" y="0"/>
                  </a:moveTo>
                  <a:lnTo>
                    <a:pt x="114077" y="1221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56377" y="972831"/>
              <a:ext cx="334333" cy="302978"/>
            </a:xfrm>
            <a:custGeom>
              <a:avLst/>
              <a:pathLst>
                <a:path w="334333" h="302978">
                  <a:moveTo>
                    <a:pt x="53088" y="13635"/>
                  </a:moveTo>
                  <a:lnTo>
                    <a:pt x="49275" y="17310"/>
                  </a:lnTo>
                  <a:lnTo>
                    <a:pt x="45581" y="21103"/>
                  </a:lnTo>
                  <a:lnTo>
                    <a:pt x="42008" y="25011"/>
                  </a:lnTo>
                  <a:lnTo>
                    <a:pt x="38561" y="29031"/>
                  </a:lnTo>
                  <a:lnTo>
                    <a:pt x="35243" y="33157"/>
                  </a:lnTo>
                  <a:lnTo>
                    <a:pt x="32058" y="37387"/>
                  </a:lnTo>
                  <a:lnTo>
                    <a:pt x="29008" y="41715"/>
                  </a:lnTo>
                  <a:lnTo>
                    <a:pt x="26097" y="46138"/>
                  </a:lnTo>
                  <a:lnTo>
                    <a:pt x="23327" y="50651"/>
                  </a:lnTo>
                  <a:lnTo>
                    <a:pt x="20701" y="55249"/>
                  </a:lnTo>
                  <a:lnTo>
                    <a:pt x="18223" y="59928"/>
                  </a:lnTo>
                  <a:lnTo>
                    <a:pt x="15893" y="64683"/>
                  </a:lnTo>
                  <a:lnTo>
                    <a:pt x="13716" y="69510"/>
                  </a:lnTo>
                  <a:lnTo>
                    <a:pt x="11693" y="74403"/>
                  </a:lnTo>
                  <a:lnTo>
                    <a:pt x="9825" y="79358"/>
                  </a:lnTo>
                  <a:lnTo>
                    <a:pt x="8116" y="84369"/>
                  </a:lnTo>
                  <a:lnTo>
                    <a:pt x="6566" y="89432"/>
                  </a:lnTo>
                  <a:lnTo>
                    <a:pt x="5177" y="94542"/>
                  </a:lnTo>
                  <a:lnTo>
                    <a:pt x="3951" y="99693"/>
                  </a:lnTo>
                  <a:lnTo>
                    <a:pt x="2888" y="104880"/>
                  </a:lnTo>
                  <a:lnTo>
                    <a:pt x="1990" y="110099"/>
                  </a:lnTo>
                  <a:lnTo>
                    <a:pt x="1258" y="115343"/>
                  </a:lnTo>
                  <a:lnTo>
                    <a:pt x="693" y="120608"/>
                  </a:lnTo>
                  <a:lnTo>
                    <a:pt x="294" y="125888"/>
                  </a:lnTo>
                  <a:lnTo>
                    <a:pt x="63" y="131178"/>
                  </a:lnTo>
                  <a:lnTo>
                    <a:pt x="0" y="136472"/>
                  </a:lnTo>
                  <a:lnTo>
                    <a:pt x="104" y="141766"/>
                  </a:lnTo>
                  <a:lnTo>
                    <a:pt x="376" y="147054"/>
                  </a:lnTo>
                  <a:lnTo>
                    <a:pt x="815" y="152331"/>
                  </a:lnTo>
                  <a:lnTo>
                    <a:pt x="1421" y="157591"/>
                  </a:lnTo>
                  <a:lnTo>
                    <a:pt x="2193" y="162829"/>
                  </a:lnTo>
                  <a:lnTo>
                    <a:pt x="3131" y="168041"/>
                  </a:lnTo>
                  <a:lnTo>
                    <a:pt x="4234" y="173220"/>
                  </a:lnTo>
                  <a:lnTo>
                    <a:pt x="5500" y="178361"/>
                  </a:lnTo>
                  <a:lnTo>
                    <a:pt x="6928" y="183460"/>
                  </a:lnTo>
                  <a:lnTo>
                    <a:pt x="8517" y="188511"/>
                  </a:lnTo>
                  <a:lnTo>
                    <a:pt x="10265" y="193509"/>
                  </a:lnTo>
                  <a:lnTo>
                    <a:pt x="12170" y="198449"/>
                  </a:lnTo>
                  <a:lnTo>
                    <a:pt x="14231" y="203327"/>
                  </a:lnTo>
                  <a:lnTo>
                    <a:pt x="16446" y="208136"/>
                  </a:lnTo>
                  <a:lnTo>
                    <a:pt x="18811" y="212874"/>
                  </a:lnTo>
                  <a:lnTo>
                    <a:pt x="21326" y="217534"/>
                  </a:lnTo>
                  <a:lnTo>
                    <a:pt x="23987" y="222111"/>
                  </a:lnTo>
                  <a:lnTo>
                    <a:pt x="26791" y="226603"/>
                  </a:lnTo>
                  <a:lnTo>
                    <a:pt x="29736" y="231003"/>
                  </a:lnTo>
                  <a:lnTo>
                    <a:pt x="32820" y="235308"/>
                  </a:lnTo>
                  <a:lnTo>
                    <a:pt x="36038" y="239513"/>
                  </a:lnTo>
                  <a:lnTo>
                    <a:pt x="39387" y="243614"/>
                  </a:lnTo>
                  <a:lnTo>
                    <a:pt x="42865" y="247606"/>
                  </a:lnTo>
                  <a:lnTo>
                    <a:pt x="46467" y="251487"/>
                  </a:lnTo>
                  <a:lnTo>
                    <a:pt x="50191" y="255252"/>
                  </a:lnTo>
                  <a:lnTo>
                    <a:pt x="54032" y="258897"/>
                  </a:lnTo>
                  <a:lnTo>
                    <a:pt x="57986" y="262418"/>
                  </a:lnTo>
                  <a:lnTo>
                    <a:pt x="62050" y="265812"/>
                  </a:lnTo>
                  <a:lnTo>
                    <a:pt x="66220" y="269076"/>
                  </a:lnTo>
                  <a:lnTo>
                    <a:pt x="70490" y="272206"/>
                  </a:lnTo>
                  <a:lnTo>
                    <a:pt x="74858" y="275200"/>
                  </a:lnTo>
                  <a:lnTo>
                    <a:pt x="79318" y="278053"/>
                  </a:lnTo>
                  <a:lnTo>
                    <a:pt x="83867" y="280764"/>
                  </a:lnTo>
                  <a:lnTo>
                    <a:pt x="88499" y="283329"/>
                  </a:lnTo>
                  <a:lnTo>
                    <a:pt x="93210" y="285747"/>
                  </a:lnTo>
                  <a:lnTo>
                    <a:pt x="97995" y="288014"/>
                  </a:lnTo>
                  <a:lnTo>
                    <a:pt x="102849" y="290128"/>
                  </a:lnTo>
                  <a:lnTo>
                    <a:pt x="107768" y="292088"/>
                  </a:lnTo>
                  <a:lnTo>
                    <a:pt x="112747" y="293891"/>
                  </a:lnTo>
                  <a:lnTo>
                    <a:pt x="117780" y="295535"/>
                  </a:lnTo>
                  <a:lnTo>
                    <a:pt x="122863" y="297019"/>
                  </a:lnTo>
                  <a:lnTo>
                    <a:pt x="127990" y="298341"/>
                  </a:lnTo>
                  <a:lnTo>
                    <a:pt x="133157" y="299500"/>
                  </a:lnTo>
                  <a:lnTo>
                    <a:pt x="138358" y="300495"/>
                  </a:lnTo>
                  <a:lnTo>
                    <a:pt x="143587" y="301325"/>
                  </a:lnTo>
                  <a:lnTo>
                    <a:pt x="148841" y="301989"/>
                  </a:lnTo>
                  <a:lnTo>
                    <a:pt x="154112" y="302486"/>
                  </a:lnTo>
                  <a:lnTo>
                    <a:pt x="159397" y="302816"/>
                  </a:lnTo>
                  <a:lnTo>
                    <a:pt x="164689" y="302978"/>
                  </a:lnTo>
                  <a:lnTo>
                    <a:pt x="169984" y="302972"/>
                  </a:lnTo>
                  <a:lnTo>
                    <a:pt x="175277" y="302799"/>
                  </a:lnTo>
                  <a:lnTo>
                    <a:pt x="180561" y="302459"/>
                  </a:lnTo>
                  <a:lnTo>
                    <a:pt x="185831" y="301951"/>
                  </a:lnTo>
                  <a:lnTo>
                    <a:pt x="191083" y="301276"/>
                  </a:lnTo>
                  <a:lnTo>
                    <a:pt x="196311" y="300436"/>
                  </a:lnTo>
                  <a:lnTo>
                    <a:pt x="201510" y="299430"/>
                  </a:lnTo>
                  <a:lnTo>
                    <a:pt x="206674" y="298260"/>
                  </a:lnTo>
                  <a:lnTo>
                    <a:pt x="211798" y="296928"/>
                  </a:lnTo>
                  <a:lnTo>
                    <a:pt x="216878" y="295433"/>
                  </a:lnTo>
                  <a:lnTo>
                    <a:pt x="221908" y="293779"/>
                  </a:lnTo>
                  <a:lnTo>
                    <a:pt x="226883" y="291966"/>
                  </a:lnTo>
                  <a:lnTo>
                    <a:pt x="231798" y="289996"/>
                  </a:lnTo>
                  <a:lnTo>
                    <a:pt x="236648" y="287872"/>
                  </a:lnTo>
                  <a:lnTo>
                    <a:pt x="241429" y="285595"/>
                  </a:lnTo>
                  <a:lnTo>
                    <a:pt x="246135" y="283168"/>
                  </a:lnTo>
                  <a:lnTo>
                    <a:pt x="250761" y="280593"/>
                  </a:lnTo>
                  <a:lnTo>
                    <a:pt x="255304" y="277873"/>
                  </a:lnTo>
                  <a:lnTo>
                    <a:pt x="259759" y="275010"/>
                  </a:lnTo>
                  <a:lnTo>
                    <a:pt x="264120" y="272008"/>
                  </a:lnTo>
                  <a:lnTo>
                    <a:pt x="268385" y="268869"/>
                  </a:lnTo>
                  <a:lnTo>
                    <a:pt x="272547" y="265596"/>
                  </a:lnTo>
                  <a:lnTo>
                    <a:pt x="276604" y="262194"/>
                  </a:lnTo>
                  <a:lnTo>
                    <a:pt x="280552" y="258664"/>
                  </a:lnTo>
                  <a:lnTo>
                    <a:pt x="284385" y="255012"/>
                  </a:lnTo>
                  <a:lnTo>
                    <a:pt x="288101" y="251240"/>
                  </a:lnTo>
                  <a:lnTo>
                    <a:pt x="291695" y="247352"/>
                  </a:lnTo>
                  <a:lnTo>
                    <a:pt x="295165" y="243352"/>
                  </a:lnTo>
                  <a:lnTo>
                    <a:pt x="298506" y="239244"/>
                  </a:lnTo>
                  <a:lnTo>
                    <a:pt x="301715" y="235032"/>
                  </a:lnTo>
                  <a:lnTo>
                    <a:pt x="304790" y="230721"/>
                  </a:lnTo>
                  <a:lnTo>
                    <a:pt x="307726" y="226315"/>
                  </a:lnTo>
                  <a:lnTo>
                    <a:pt x="310521" y="221818"/>
                  </a:lnTo>
                  <a:lnTo>
                    <a:pt x="313173" y="217235"/>
                  </a:lnTo>
                  <a:lnTo>
                    <a:pt x="315678" y="212570"/>
                  </a:lnTo>
                  <a:lnTo>
                    <a:pt x="318034" y="207828"/>
                  </a:lnTo>
                  <a:lnTo>
                    <a:pt x="320238" y="203013"/>
                  </a:lnTo>
                  <a:lnTo>
                    <a:pt x="322289" y="198132"/>
                  </a:lnTo>
                  <a:lnTo>
                    <a:pt x="324185" y="193187"/>
                  </a:lnTo>
                  <a:lnTo>
                    <a:pt x="325922" y="188186"/>
                  </a:lnTo>
                  <a:lnTo>
                    <a:pt x="327501" y="183132"/>
                  </a:lnTo>
                  <a:lnTo>
                    <a:pt x="328919" y="178030"/>
                  </a:lnTo>
                  <a:lnTo>
                    <a:pt x="330174" y="172886"/>
                  </a:lnTo>
                  <a:lnTo>
                    <a:pt x="331266" y="167705"/>
                  </a:lnTo>
                  <a:lnTo>
                    <a:pt x="332193" y="162491"/>
                  </a:lnTo>
                  <a:lnTo>
                    <a:pt x="332955" y="157251"/>
                  </a:lnTo>
                  <a:lnTo>
                    <a:pt x="333550" y="151990"/>
                  </a:lnTo>
                  <a:lnTo>
                    <a:pt x="333978" y="146712"/>
                  </a:lnTo>
                  <a:lnTo>
                    <a:pt x="334239" y="141424"/>
                  </a:lnTo>
                  <a:lnTo>
                    <a:pt x="334333" y="136130"/>
                  </a:lnTo>
                  <a:lnTo>
                    <a:pt x="334259" y="130835"/>
                  </a:lnTo>
                  <a:lnTo>
                    <a:pt x="334017" y="125546"/>
                  </a:lnTo>
                  <a:lnTo>
                    <a:pt x="333607" y="120266"/>
                  </a:lnTo>
                  <a:lnTo>
                    <a:pt x="333031" y="115003"/>
                  </a:lnTo>
                  <a:lnTo>
                    <a:pt x="332288" y="109760"/>
                  </a:lnTo>
                  <a:lnTo>
                    <a:pt x="331380" y="104544"/>
                  </a:lnTo>
                  <a:lnTo>
                    <a:pt x="330306" y="99359"/>
                  </a:lnTo>
                  <a:lnTo>
                    <a:pt x="329070" y="94210"/>
                  </a:lnTo>
                  <a:lnTo>
                    <a:pt x="327670" y="89103"/>
                  </a:lnTo>
                  <a:lnTo>
                    <a:pt x="326110" y="84044"/>
                  </a:lnTo>
                  <a:lnTo>
                    <a:pt x="324390" y="79036"/>
                  </a:lnTo>
                  <a:lnTo>
                    <a:pt x="322512" y="74085"/>
                  </a:lnTo>
                  <a:lnTo>
                    <a:pt x="320479" y="69196"/>
                  </a:lnTo>
                  <a:lnTo>
                    <a:pt x="318292" y="64373"/>
                  </a:lnTo>
                  <a:lnTo>
                    <a:pt x="315953" y="59623"/>
                  </a:lnTo>
                  <a:lnTo>
                    <a:pt x="313465" y="54949"/>
                  </a:lnTo>
                  <a:lnTo>
                    <a:pt x="310830" y="50356"/>
                  </a:lnTo>
                  <a:lnTo>
                    <a:pt x="308051" y="45849"/>
                  </a:lnTo>
                  <a:lnTo>
                    <a:pt x="305130" y="41432"/>
                  </a:lnTo>
                  <a:lnTo>
                    <a:pt x="302072" y="37110"/>
                  </a:lnTo>
                  <a:lnTo>
                    <a:pt x="298877" y="32887"/>
                  </a:lnTo>
                  <a:lnTo>
                    <a:pt x="295551" y="28767"/>
                  </a:lnTo>
                  <a:lnTo>
                    <a:pt x="292096" y="24755"/>
                  </a:lnTo>
                  <a:lnTo>
                    <a:pt x="288515" y="20854"/>
                  </a:lnTo>
                  <a:lnTo>
                    <a:pt x="284813" y="17068"/>
                  </a:lnTo>
                  <a:lnTo>
                    <a:pt x="280993" y="13402"/>
                  </a:lnTo>
                  <a:lnTo>
                    <a:pt x="277058" y="9858"/>
                  </a:lnTo>
                  <a:lnTo>
                    <a:pt x="273014" y="6441"/>
                  </a:lnTo>
                  <a:lnTo>
                    <a:pt x="268863" y="3154"/>
                  </a:lnTo>
                  <a:lnTo>
                    <a:pt x="264610" y="0"/>
                  </a:lnTo>
                  <a:lnTo>
                    <a:pt x="167166" y="1358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97444" cy="167167"/>
            </a:xfrm>
            <a:custGeom>
              <a:avLst/>
              <a:pathLst>
                <a:path w="97444" h="167167">
                  <a:moveTo>
                    <a:pt x="97444" y="31338"/>
                  </a:moveTo>
                  <a:lnTo>
                    <a:pt x="92690" y="28051"/>
                  </a:lnTo>
                  <a:lnTo>
                    <a:pt x="87826" y="24930"/>
                  </a:lnTo>
                  <a:lnTo>
                    <a:pt x="82857" y="21979"/>
                  </a:lnTo>
                  <a:lnTo>
                    <a:pt x="77789" y="19202"/>
                  </a:lnTo>
                  <a:lnTo>
                    <a:pt x="72628" y="16601"/>
                  </a:lnTo>
                  <a:lnTo>
                    <a:pt x="67380" y="14181"/>
                  </a:lnTo>
                  <a:lnTo>
                    <a:pt x="62052" y="11943"/>
                  </a:lnTo>
                  <a:lnTo>
                    <a:pt x="56649" y="9891"/>
                  </a:lnTo>
                  <a:lnTo>
                    <a:pt x="51179" y="8027"/>
                  </a:lnTo>
                  <a:lnTo>
                    <a:pt x="45648" y="6353"/>
                  </a:lnTo>
                  <a:lnTo>
                    <a:pt x="40062" y="4871"/>
                  </a:lnTo>
                  <a:lnTo>
                    <a:pt x="34428" y="3583"/>
                  </a:lnTo>
                  <a:lnTo>
                    <a:pt x="28753" y="2491"/>
                  </a:lnTo>
                  <a:lnTo>
                    <a:pt x="23044" y="1595"/>
                  </a:lnTo>
                  <a:lnTo>
                    <a:pt x="17307" y="898"/>
                  </a:lnTo>
                  <a:lnTo>
                    <a:pt x="11549" y="399"/>
                  </a:lnTo>
                  <a:lnTo>
                    <a:pt x="5778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379129" y="941493"/>
              <a:ext cx="107086" cy="167167"/>
            </a:xfrm>
            <a:custGeom>
              <a:avLst/>
              <a:pathLst>
                <a:path w="107086" h="167167">
                  <a:moveTo>
                    <a:pt x="107086" y="0"/>
                  </a:moveTo>
                  <a:lnTo>
                    <a:pt x="101552" y="91"/>
                  </a:lnTo>
                  <a:lnTo>
                    <a:pt x="96025" y="366"/>
                  </a:lnTo>
                  <a:lnTo>
                    <a:pt x="90509" y="823"/>
                  </a:lnTo>
                  <a:lnTo>
                    <a:pt x="85012" y="1463"/>
                  </a:lnTo>
                  <a:lnTo>
                    <a:pt x="79539" y="2285"/>
                  </a:lnTo>
                  <a:lnTo>
                    <a:pt x="74096" y="3287"/>
                  </a:lnTo>
                  <a:lnTo>
                    <a:pt x="68690" y="4469"/>
                  </a:lnTo>
                  <a:lnTo>
                    <a:pt x="63325" y="5829"/>
                  </a:lnTo>
                  <a:lnTo>
                    <a:pt x="58008" y="7366"/>
                  </a:lnTo>
                  <a:lnTo>
                    <a:pt x="52745" y="9078"/>
                  </a:lnTo>
                  <a:lnTo>
                    <a:pt x="47542" y="10964"/>
                  </a:lnTo>
                  <a:lnTo>
                    <a:pt x="42404" y="13020"/>
                  </a:lnTo>
                  <a:lnTo>
                    <a:pt x="37337" y="15246"/>
                  </a:lnTo>
                  <a:lnTo>
                    <a:pt x="32346" y="17638"/>
                  </a:lnTo>
                  <a:lnTo>
                    <a:pt x="27438" y="20194"/>
                  </a:lnTo>
                  <a:lnTo>
                    <a:pt x="22616" y="22911"/>
                  </a:lnTo>
                  <a:lnTo>
                    <a:pt x="17887" y="25786"/>
                  </a:lnTo>
                  <a:lnTo>
                    <a:pt x="13256" y="28816"/>
                  </a:lnTo>
                  <a:lnTo>
                    <a:pt x="8728" y="31998"/>
                  </a:lnTo>
                  <a:lnTo>
                    <a:pt x="4307" y="35328"/>
                  </a:lnTo>
                  <a:lnTo>
                    <a:pt x="0" y="38802"/>
                  </a:lnTo>
                  <a:lnTo>
                    <a:pt x="10708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9129" y="980296"/>
              <a:ext cx="107086" cy="128364"/>
            </a:xfrm>
            <a:custGeom>
              <a:avLst/>
              <a:pathLst>
                <a:path w="107086" h="128364">
                  <a:moveTo>
                    <a:pt x="0" y="0"/>
                  </a:moveTo>
                  <a:lnTo>
                    <a:pt x="107086" y="1283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19051" y="980296"/>
              <a:ext cx="167164" cy="288668"/>
            </a:xfrm>
            <a:custGeom>
              <a:avLst/>
              <a:pathLst>
                <a:path w="167164" h="288668">
                  <a:moveTo>
                    <a:pt x="60078" y="0"/>
                  </a:moveTo>
                  <a:lnTo>
                    <a:pt x="55998" y="3516"/>
                  </a:lnTo>
                  <a:lnTo>
                    <a:pt x="52034" y="7162"/>
                  </a:lnTo>
                  <a:lnTo>
                    <a:pt x="48189" y="10934"/>
                  </a:lnTo>
                  <a:lnTo>
                    <a:pt x="44468" y="14827"/>
                  </a:lnTo>
                  <a:lnTo>
                    <a:pt x="40874" y="18839"/>
                  </a:lnTo>
                  <a:lnTo>
                    <a:pt x="37411" y="22964"/>
                  </a:lnTo>
                  <a:lnTo>
                    <a:pt x="34083" y="27199"/>
                  </a:lnTo>
                  <a:lnTo>
                    <a:pt x="30893" y="31539"/>
                  </a:lnTo>
                  <a:lnTo>
                    <a:pt x="27845" y="35979"/>
                  </a:lnTo>
                  <a:lnTo>
                    <a:pt x="24941" y="40515"/>
                  </a:lnTo>
                  <a:lnTo>
                    <a:pt x="22185" y="45142"/>
                  </a:lnTo>
                  <a:lnTo>
                    <a:pt x="19579" y="49856"/>
                  </a:lnTo>
                  <a:lnTo>
                    <a:pt x="17126" y="54651"/>
                  </a:lnTo>
                  <a:lnTo>
                    <a:pt x="14830" y="59523"/>
                  </a:lnTo>
                  <a:lnTo>
                    <a:pt x="12691" y="64466"/>
                  </a:lnTo>
                  <a:lnTo>
                    <a:pt x="10713" y="69476"/>
                  </a:lnTo>
                  <a:lnTo>
                    <a:pt x="8897" y="74546"/>
                  </a:lnTo>
                  <a:lnTo>
                    <a:pt x="7245" y="79673"/>
                  </a:lnTo>
                  <a:lnTo>
                    <a:pt x="5760" y="84850"/>
                  </a:lnTo>
                  <a:lnTo>
                    <a:pt x="4442" y="90072"/>
                  </a:lnTo>
                  <a:lnTo>
                    <a:pt x="3293" y="95334"/>
                  </a:lnTo>
                  <a:lnTo>
                    <a:pt x="2314" y="100630"/>
                  </a:lnTo>
                  <a:lnTo>
                    <a:pt x="1506" y="105955"/>
                  </a:lnTo>
                  <a:lnTo>
                    <a:pt x="870" y="111304"/>
                  </a:lnTo>
                  <a:lnTo>
                    <a:pt x="406" y="116670"/>
                  </a:lnTo>
                  <a:lnTo>
                    <a:pt x="116" y="122048"/>
                  </a:lnTo>
                  <a:lnTo>
                    <a:pt x="0" y="127433"/>
                  </a:lnTo>
                  <a:lnTo>
                    <a:pt x="56" y="132818"/>
                  </a:lnTo>
                  <a:lnTo>
                    <a:pt x="286" y="138199"/>
                  </a:lnTo>
                  <a:lnTo>
                    <a:pt x="690" y="143570"/>
                  </a:lnTo>
                  <a:lnTo>
                    <a:pt x="1266" y="148925"/>
                  </a:lnTo>
                  <a:lnTo>
                    <a:pt x="2015" y="154259"/>
                  </a:lnTo>
                  <a:lnTo>
                    <a:pt x="2935" y="159566"/>
                  </a:lnTo>
                  <a:lnTo>
                    <a:pt x="4025" y="164840"/>
                  </a:lnTo>
                  <a:lnTo>
                    <a:pt x="5285" y="170077"/>
                  </a:lnTo>
                  <a:lnTo>
                    <a:pt x="6713" y="175270"/>
                  </a:lnTo>
                  <a:lnTo>
                    <a:pt x="8307" y="180415"/>
                  </a:lnTo>
                  <a:lnTo>
                    <a:pt x="10066" y="185505"/>
                  </a:lnTo>
                  <a:lnTo>
                    <a:pt x="11988" y="190536"/>
                  </a:lnTo>
                  <a:lnTo>
                    <a:pt x="14072" y="195503"/>
                  </a:lnTo>
                  <a:lnTo>
                    <a:pt x="16314" y="200400"/>
                  </a:lnTo>
                  <a:lnTo>
                    <a:pt x="18713" y="205222"/>
                  </a:lnTo>
                  <a:lnTo>
                    <a:pt x="21266" y="209965"/>
                  </a:lnTo>
                  <a:lnTo>
                    <a:pt x="23971" y="214623"/>
                  </a:lnTo>
                  <a:lnTo>
                    <a:pt x="26824" y="219191"/>
                  </a:lnTo>
                  <a:lnTo>
                    <a:pt x="29823" y="223665"/>
                  </a:lnTo>
                  <a:lnTo>
                    <a:pt x="32964" y="228040"/>
                  </a:lnTo>
                  <a:lnTo>
                    <a:pt x="36245" y="232311"/>
                  </a:lnTo>
                  <a:lnTo>
                    <a:pt x="39661" y="236475"/>
                  </a:lnTo>
                  <a:lnTo>
                    <a:pt x="43210" y="240526"/>
                  </a:lnTo>
                  <a:lnTo>
                    <a:pt x="46888" y="244461"/>
                  </a:lnTo>
                  <a:lnTo>
                    <a:pt x="50690" y="248276"/>
                  </a:lnTo>
                  <a:lnTo>
                    <a:pt x="54614" y="251966"/>
                  </a:lnTo>
                  <a:lnTo>
                    <a:pt x="58654" y="255527"/>
                  </a:lnTo>
                  <a:lnTo>
                    <a:pt x="62807" y="258957"/>
                  </a:lnTo>
                  <a:lnTo>
                    <a:pt x="67068" y="262251"/>
                  </a:lnTo>
                  <a:lnTo>
                    <a:pt x="71433" y="265406"/>
                  </a:lnTo>
                  <a:lnTo>
                    <a:pt x="75898" y="268419"/>
                  </a:lnTo>
                  <a:lnTo>
                    <a:pt x="80457" y="271286"/>
                  </a:lnTo>
                  <a:lnTo>
                    <a:pt x="85106" y="274005"/>
                  </a:lnTo>
                  <a:lnTo>
                    <a:pt x="89840" y="276573"/>
                  </a:lnTo>
                  <a:lnTo>
                    <a:pt x="94655" y="278987"/>
                  </a:lnTo>
                  <a:lnTo>
                    <a:pt x="99545" y="281245"/>
                  </a:lnTo>
                  <a:lnTo>
                    <a:pt x="104505" y="283344"/>
                  </a:lnTo>
                  <a:lnTo>
                    <a:pt x="109530" y="285282"/>
                  </a:lnTo>
                  <a:lnTo>
                    <a:pt x="114615" y="287057"/>
                  </a:lnTo>
                  <a:lnTo>
                    <a:pt x="119755" y="288668"/>
                  </a:lnTo>
                  <a:lnTo>
                    <a:pt x="167164" y="1283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38806" y="941493"/>
              <a:ext cx="214558" cy="334334"/>
            </a:xfrm>
            <a:custGeom>
              <a:avLst/>
              <a:pathLst>
                <a:path w="214558" h="334334">
                  <a:moveTo>
                    <a:pt x="0" y="327471"/>
                  </a:moveTo>
                  <a:lnTo>
                    <a:pt x="5112" y="328895"/>
                  </a:lnTo>
                  <a:lnTo>
                    <a:pt x="10268" y="330156"/>
                  </a:lnTo>
                  <a:lnTo>
                    <a:pt x="15461" y="331253"/>
                  </a:lnTo>
                  <a:lnTo>
                    <a:pt x="20686" y="332185"/>
                  </a:lnTo>
                  <a:lnTo>
                    <a:pt x="25938" y="332950"/>
                  </a:lnTo>
                  <a:lnTo>
                    <a:pt x="31212" y="333548"/>
                  </a:lnTo>
                  <a:lnTo>
                    <a:pt x="36502" y="333978"/>
                  </a:lnTo>
                  <a:lnTo>
                    <a:pt x="41803" y="334240"/>
                  </a:lnTo>
                  <a:lnTo>
                    <a:pt x="47110" y="334334"/>
                  </a:lnTo>
                  <a:lnTo>
                    <a:pt x="52417" y="334259"/>
                  </a:lnTo>
                  <a:lnTo>
                    <a:pt x="57719" y="334016"/>
                  </a:lnTo>
                  <a:lnTo>
                    <a:pt x="63011" y="333605"/>
                  </a:lnTo>
                  <a:lnTo>
                    <a:pt x="68286" y="333026"/>
                  </a:lnTo>
                  <a:lnTo>
                    <a:pt x="73541" y="332279"/>
                  </a:lnTo>
                  <a:lnTo>
                    <a:pt x="78770" y="331366"/>
                  </a:lnTo>
                  <a:lnTo>
                    <a:pt x="83967" y="330288"/>
                  </a:lnTo>
                  <a:lnTo>
                    <a:pt x="89127" y="329045"/>
                  </a:lnTo>
                  <a:lnTo>
                    <a:pt x="94245" y="327639"/>
                  </a:lnTo>
                  <a:lnTo>
                    <a:pt x="99315" y="326072"/>
                  </a:lnTo>
                  <a:lnTo>
                    <a:pt x="104334" y="324344"/>
                  </a:lnTo>
                  <a:lnTo>
                    <a:pt x="109295" y="322457"/>
                  </a:lnTo>
                  <a:lnTo>
                    <a:pt x="114193" y="320414"/>
                  </a:lnTo>
                  <a:lnTo>
                    <a:pt x="119025" y="318217"/>
                  </a:lnTo>
                  <a:lnTo>
                    <a:pt x="123784" y="315867"/>
                  </a:lnTo>
                  <a:lnTo>
                    <a:pt x="128466" y="313368"/>
                  </a:lnTo>
                  <a:lnTo>
                    <a:pt x="133066" y="310721"/>
                  </a:lnTo>
                  <a:lnTo>
                    <a:pt x="137581" y="307929"/>
                  </a:lnTo>
                  <a:lnTo>
                    <a:pt x="142004" y="304996"/>
                  </a:lnTo>
                  <a:lnTo>
                    <a:pt x="146332" y="301923"/>
                  </a:lnTo>
                  <a:lnTo>
                    <a:pt x="150560" y="298715"/>
                  </a:lnTo>
                  <a:lnTo>
                    <a:pt x="154684" y="295374"/>
                  </a:lnTo>
                  <a:lnTo>
                    <a:pt x="158700" y="291904"/>
                  </a:lnTo>
                  <a:lnTo>
                    <a:pt x="162604" y="288308"/>
                  </a:lnTo>
                  <a:lnTo>
                    <a:pt x="166391" y="284590"/>
                  </a:lnTo>
                  <a:lnTo>
                    <a:pt x="170059" y="280753"/>
                  </a:lnTo>
                  <a:lnTo>
                    <a:pt x="173603" y="276803"/>
                  </a:lnTo>
                  <a:lnTo>
                    <a:pt x="177020" y="272741"/>
                  </a:lnTo>
                  <a:lnTo>
                    <a:pt x="180306" y="268573"/>
                  </a:lnTo>
                  <a:lnTo>
                    <a:pt x="183458" y="264303"/>
                  </a:lnTo>
                  <a:lnTo>
                    <a:pt x="186474" y="259935"/>
                  </a:lnTo>
                  <a:lnTo>
                    <a:pt x="189348" y="255474"/>
                  </a:lnTo>
                  <a:lnTo>
                    <a:pt x="192080" y="250923"/>
                  </a:lnTo>
                  <a:lnTo>
                    <a:pt x="194666" y="246288"/>
                  </a:lnTo>
                  <a:lnTo>
                    <a:pt x="197104" y="241574"/>
                  </a:lnTo>
                  <a:lnTo>
                    <a:pt x="199391" y="236784"/>
                  </a:lnTo>
                  <a:lnTo>
                    <a:pt x="201524" y="231924"/>
                  </a:lnTo>
                  <a:lnTo>
                    <a:pt x="203502" y="226999"/>
                  </a:lnTo>
                  <a:lnTo>
                    <a:pt x="205323" y="222013"/>
                  </a:lnTo>
                  <a:lnTo>
                    <a:pt x="206984" y="216972"/>
                  </a:lnTo>
                  <a:lnTo>
                    <a:pt x="208485" y="211881"/>
                  </a:lnTo>
                  <a:lnTo>
                    <a:pt x="209823" y="206745"/>
                  </a:lnTo>
                  <a:lnTo>
                    <a:pt x="210998" y="201569"/>
                  </a:lnTo>
                  <a:lnTo>
                    <a:pt x="212008" y="196359"/>
                  </a:lnTo>
                  <a:lnTo>
                    <a:pt x="212851" y="191119"/>
                  </a:lnTo>
                  <a:lnTo>
                    <a:pt x="213528" y="185855"/>
                  </a:lnTo>
                  <a:lnTo>
                    <a:pt x="214038" y="180571"/>
                  </a:lnTo>
                  <a:lnTo>
                    <a:pt x="214380" y="175275"/>
                  </a:lnTo>
                  <a:lnTo>
                    <a:pt x="214553" y="169970"/>
                  </a:lnTo>
                  <a:lnTo>
                    <a:pt x="214558" y="164663"/>
                  </a:lnTo>
                  <a:lnTo>
                    <a:pt x="214394" y="159358"/>
                  </a:lnTo>
                  <a:lnTo>
                    <a:pt x="214062" y="154060"/>
                  </a:lnTo>
                  <a:lnTo>
                    <a:pt x="213562" y="148776"/>
                  </a:lnTo>
                  <a:lnTo>
                    <a:pt x="212894" y="143511"/>
                  </a:lnTo>
                  <a:lnTo>
                    <a:pt x="212060" y="138269"/>
                  </a:lnTo>
                  <a:lnTo>
                    <a:pt x="211059" y="133057"/>
                  </a:lnTo>
                  <a:lnTo>
                    <a:pt x="209894" y="127879"/>
                  </a:lnTo>
                  <a:lnTo>
                    <a:pt x="208565" y="122741"/>
                  </a:lnTo>
                  <a:lnTo>
                    <a:pt x="207073" y="117647"/>
                  </a:lnTo>
                  <a:lnTo>
                    <a:pt x="205421" y="112603"/>
                  </a:lnTo>
                  <a:lnTo>
                    <a:pt x="203609" y="107614"/>
                  </a:lnTo>
                  <a:lnTo>
                    <a:pt x="201640" y="102686"/>
                  </a:lnTo>
                  <a:lnTo>
                    <a:pt x="199515" y="97822"/>
                  </a:lnTo>
                  <a:lnTo>
                    <a:pt x="197237" y="93028"/>
                  </a:lnTo>
                  <a:lnTo>
                    <a:pt x="194808" y="88309"/>
                  </a:lnTo>
                  <a:lnTo>
                    <a:pt x="192230" y="83670"/>
                  </a:lnTo>
                  <a:lnTo>
                    <a:pt x="189506" y="79114"/>
                  </a:lnTo>
                  <a:lnTo>
                    <a:pt x="186639" y="74647"/>
                  </a:lnTo>
                  <a:lnTo>
                    <a:pt x="183632" y="70274"/>
                  </a:lnTo>
                  <a:lnTo>
                    <a:pt x="180487" y="65998"/>
                  </a:lnTo>
                  <a:lnTo>
                    <a:pt x="177209" y="61825"/>
                  </a:lnTo>
                  <a:lnTo>
                    <a:pt x="173799" y="57757"/>
                  </a:lnTo>
                  <a:lnTo>
                    <a:pt x="170262" y="53800"/>
                  </a:lnTo>
                  <a:lnTo>
                    <a:pt x="166601" y="49957"/>
                  </a:lnTo>
                  <a:lnTo>
                    <a:pt x="162820" y="46232"/>
                  </a:lnTo>
                  <a:lnTo>
                    <a:pt x="158923" y="42629"/>
                  </a:lnTo>
                  <a:lnTo>
                    <a:pt x="154913" y="39152"/>
                  </a:lnTo>
                  <a:lnTo>
                    <a:pt x="150795" y="35804"/>
                  </a:lnTo>
                  <a:lnTo>
                    <a:pt x="146572" y="32588"/>
                  </a:lnTo>
                  <a:lnTo>
                    <a:pt x="142250" y="29508"/>
                  </a:lnTo>
                  <a:lnTo>
                    <a:pt x="137832" y="26566"/>
                  </a:lnTo>
                  <a:lnTo>
                    <a:pt x="133323" y="23766"/>
                  </a:lnTo>
                  <a:lnTo>
                    <a:pt x="128727" y="21111"/>
                  </a:lnTo>
                  <a:lnTo>
                    <a:pt x="124050" y="18603"/>
                  </a:lnTo>
                  <a:lnTo>
                    <a:pt x="119295" y="16245"/>
                  </a:lnTo>
                  <a:lnTo>
                    <a:pt x="114467" y="14039"/>
                  </a:lnTo>
                  <a:lnTo>
                    <a:pt x="109572" y="11988"/>
                  </a:lnTo>
                  <a:lnTo>
                    <a:pt x="104615" y="10092"/>
                  </a:lnTo>
                  <a:lnTo>
                    <a:pt x="99599" y="8355"/>
                  </a:lnTo>
                  <a:lnTo>
                    <a:pt x="94531" y="6779"/>
                  </a:lnTo>
                  <a:lnTo>
                    <a:pt x="89416" y="5364"/>
                  </a:lnTo>
                  <a:lnTo>
                    <a:pt x="84258" y="4111"/>
                  </a:lnTo>
                  <a:lnTo>
                    <a:pt x="79063" y="3024"/>
                  </a:lnTo>
                  <a:lnTo>
                    <a:pt x="73836" y="2102"/>
                  </a:lnTo>
                  <a:lnTo>
                    <a:pt x="68583" y="1346"/>
                  </a:lnTo>
                  <a:lnTo>
                    <a:pt x="63308" y="757"/>
                  </a:lnTo>
                  <a:lnTo>
                    <a:pt x="58017" y="336"/>
                  </a:lnTo>
                  <a:lnTo>
                    <a:pt x="52716" y="84"/>
                  </a:lnTo>
                  <a:lnTo>
                    <a:pt x="47409" y="0"/>
                  </a:lnTo>
                  <a:lnTo>
                    <a:pt x="4740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797334" y="1071028"/>
              <a:ext cx="167166" cy="331087"/>
            </a:xfrm>
            <a:custGeom>
              <a:avLst/>
              <a:pathLst>
                <a:path w="167166" h="331087">
                  <a:moveTo>
                    <a:pt x="167166" y="0"/>
                  </a:moveTo>
                  <a:lnTo>
                    <a:pt x="161818" y="85"/>
                  </a:lnTo>
                  <a:lnTo>
                    <a:pt x="156474" y="342"/>
                  </a:lnTo>
                  <a:lnTo>
                    <a:pt x="151142" y="769"/>
                  </a:lnTo>
                  <a:lnTo>
                    <a:pt x="145826" y="1367"/>
                  </a:lnTo>
                  <a:lnTo>
                    <a:pt x="140532" y="2135"/>
                  </a:lnTo>
                  <a:lnTo>
                    <a:pt x="135265" y="3072"/>
                  </a:lnTo>
                  <a:lnTo>
                    <a:pt x="130031" y="4176"/>
                  </a:lnTo>
                  <a:lnTo>
                    <a:pt x="124835" y="5448"/>
                  </a:lnTo>
                  <a:lnTo>
                    <a:pt x="119682" y="6885"/>
                  </a:lnTo>
                  <a:lnTo>
                    <a:pt x="114578" y="8487"/>
                  </a:lnTo>
                  <a:lnTo>
                    <a:pt x="109528" y="10251"/>
                  </a:lnTo>
                  <a:lnTo>
                    <a:pt x="104537" y="12175"/>
                  </a:lnTo>
                  <a:lnTo>
                    <a:pt x="99609" y="14258"/>
                  </a:lnTo>
                  <a:lnTo>
                    <a:pt x="94752" y="16498"/>
                  </a:lnTo>
                  <a:lnTo>
                    <a:pt x="89968" y="18892"/>
                  </a:lnTo>
                  <a:lnTo>
                    <a:pt x="85263" y="21438"/>
                  </a:lnTo>
                  <a:lnTo>
                    <a:pt x="80642" y="24134"/>
                  </a:lnTo>
                  <a:lnTo>
                    <a:pt x="76110" y="26975"/>
                  </a:lnTo>
                  <a:lnTo>
                    <a:pt x="71671" y="29961"/>
                  </a:lnTo>
                  <a:lnTo>
                    <a:pt x="67330" y="33086"/>
                  </a:lnTo>
                  <a:lnTo>
                    <a:pt x="63091" y="36349"/>
                  </a:lnTo>
                  <a:lnTo>
                    <a:pt x="58958" y="39746"/>
                  </a:lnTo>
                  <a:lnTo>
                    <a:pt x="54937" y="43274"/>
                  </a:lnTo>
                  <a:lnTo>
                    <a:pt x="51030" y="46928"/>
                  </a:lnTo>
                  <a:lnTo>
                    <a:pt x="47242" y="50706"/>
                  </a:lnTo>
                  <a:lnTo>
                    <a:pt x="43577" y="54603"/>
                  </a:lnTo>
                  <a:lnTo>
                    <a:pt x="40039" y="58615"/>
                  </a:lnTo>
                  <a:lnTo>
                    <a:pt x="36631" y="62738"/>
                  </a:lnTo>
                  <a:lnTo>
                    <a:pt x="33356" y="66968"/>
                  </a:lnTo>
                  <a:lnTo>
                    <a:pt x="30219" y="71301"/>
                  </a:lnTo>
                  <a:lnTo>
                    <a:pt x="27222" y="75732"/>
                  </a:lnTo>
                  <a:lnTo>
                    <a:pt x="24368" y="80256"/>
                  </a:lnTo>
                  <a:lnTo>
                    <a:pt x="21660" y="84870"/>
                  </a:lnTo>
                  <a:lnTo>
                    <a:pt x="19101" y="89567"/>
                  </a:lnTo>
                  <a:lnTo>
                    <a:pt x="16694" y="94345"/>
                  </a:lnTo>
                  <a:lnTo>
                    <a:pt x="14441" y="99197"/>
                  </a:lnTo>
                  <a:lnTo>
                    <a:pt x="12345" y="104118"/>
                  </a:lnTo>
                  <a:lnTo>
                    <a:pt x="10406" y="109104"/>
                  </a:lnTo>
                  <a:lnTo>
                    <a:pt x="8629" y="114150"/>
                  </a:lnTo>
                  <a:lnTo>
                    <a:pt x="7014" y="119249"/>
                  </a:lnTo>
                  <a:lnTo>
                    <a:pt x="5563" y="124398"/>
                  </a:lnTo>
                  <a:lnTo>
                    <a:pt x="4277" y="129591"/>
                  </a:lnTo>
                  <a:lnTo>
                    <a:pt x="3158" y="134822"/>
                  </a:lnTo>
                  <a:lnTo>
                    <a:pt x="2207" y="140086"/>
                  </a:lnTo>
                  <a:lnTo>
                    <a:pt x="1425" y="145378"/>
                  </a:lnTo>
                  <a:lnTo>
                    <a:pt x="813" y="150692"/>
                  </a:lnTo>
                  <a:lnTo>
                    <a:pt x="371" y="156024"/>
                  </a:lnTo>
                  <a:lnTo>
                    <a:pt x="100" y="161366"/>
                  </a:lnTo>
                  <a:lnTo>
                    <a:pt x="0" y="166715"/>
                  </a:lnTo>
                  <a:lnTo>
                    <a:pt x="71" y="172064"/>
                  </a:lnTo>
                  <a:lnTo>
                    <a:pt x="313" y="177408"/>
                  </a:lnTo>
                  <a:lnTo>
                    <a:pt x="726" y="182741"/>
                  </a:lnTo>
                  <a:lnTo>
                    <a:pt x="1309" y="188059"/>
                  </a:lnTo>
                  <a:lnTo>
                    <a:pt x="2063" y="193355"/>
                  </a:lnTo>
                  <a:lnTo>
                    <a:pt x="2985" y="198624"/>
                  </a:lnTo>
                  <a:lnTo>
                    <a:pt x="4076" y="203861"/>
                  </a:lnTo>
                  <a:lnTo>
                    <a:pt x="5333" y="209061"/>
                  </a:lnTo>
                  <a:lnTo>
                    <a:pt x="6757" y="214217"/>
                  </a:lnTo>
                  <a:lnTo>
                    <a:pt x="8344" y="219326"/>
                  </a:lnTo>
                  <a:lnTo>
                    <a:pt x="10095" y="224381"/>
                  </a:lnTo>
                  <a:lnTo>
                    <a:pt x="12006" y="229377"/>
                  </a:lnTo>
                  <a:lnTo>
                    <a:pt x="14076" y="234310"/>
                  </a:lnTo>
                  <a:lnTo>
                    <a:pt x="16302" y="239174"/>
                  </a:lnTo>
                  <a:lnTo>
                    <a:pt x="18683" y="243964"/>
                  </a:lnTo>
                  <a:lnTo>
                    <a:pt x="21217" y="248676"/>
                  </a:lnTo>
                  <a:lnTo>
                    <a:pt x="23899" y="253304"/>
                  </a:lnTo>
                  <a:lnTo>
                    <a:pt x="26729" y="257844"/>
                  </a:lnTo>
                  <a:lnTo>
                    <a:pt x="29702" y="262291"/>
                  </a:lnTo>
                  <a:lnTo>
                    <a:pt x="32816" y="266640"/>
                  </a:lnTo>
                  <a:lnTo>
                    <a:pt x="36068" y="270888"/>
                  </a:lnTo>
                  <a:lnTo>
                    <a:pt x="39454" y="275030"/>
                  </a:lnTo>
                  <a:lnTo>
                    <a:pt x="42970" y="279061"/>
                  </a:lnTo>
                  <a:lnTo>
                    <a:pt x="46614" y="282977"/>
                  </a:lnTo>
                  <a:lnTo>
                    <a:pt x="50381" y="286775"/>
                  </a:lnTo>
                  <a:lnTo>
                    <a:pt x="54268" y="290451"/>
                  </a:lnTo>
                  <a:lnTo>
                    <a:pt x="58270" y="294000"/>
                  </a:lnTo>
                  <a:lnTo>
                    <a:pt x="62384" y="297419"/>
                  </a:lnTo>
                  <a:lnTo>
                    <a:pt x="66606" y="300705"/>
                  </a:lnTo>
                  <a:lnTo>
                    <a:pt x="70930" y="303855"/>
                  </a:lnTo>
                  <a:lnTo>
                    <a:pt x="75353" y="306864"/>
                  </a:lnTo>
                  <a:lnTo>
                    <a:pt x="79869" y="309730"/>
                  </a:lnTo>
                  <a:lnTo>
                    <a:pt x="84476" y="312450"/>
                  </a:lnTo>
                  <a:lnTo>
                    <a:pt x="89167" y="315022"/>
                  </a:lnTo>
                  <a:lnTo>
                    <a:pt x="93937" y="317442"/>
                  </a:lnTo>
                  <a:lnTo>
                    <a:pt x="98783" y="319708"/>
                  </a:lnTo>
                  <a:lnTo>
                    <a:pt x="103699" y="321818"/>
                  </a:lnTo>
                  <a:lnTo>
                    <a:pt x="108680" y="323769"/>
                  </a:lnTo>
                  <a:lnTo>
                    <a:pt x="113720" y="325560"/>
                  </a:lnTo>
                  <a:lnTo>
                    <a:pt x="118816" y="327189"/>
                  </a:lnTo>
                  <a:lnTo>
                    <a:pt x="123960" y="328654"/>
                  </a:lnTo>
                  <a:lnTo>
                    <a:pt x="129150" y="329954"/>
                  </a:lnTo>
                  <a:lnTo>
                    <a:pt x="134378" y="33108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31712" y="1238196"/>
              <a:ext cx="32788" cy="163920"/>
            </a:xfrm>
            <a:custGeom>
              <a:avLst/>
              <a:pathLst>
                <a:path w="32788" h="163920">
                  <a:moveTo>
                    <a:pt x="0" y="163920"/>
                  </a:moveTo>
                  <a:lnTo>
                    <a:pt x="3278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31712" y="1079166"/>
              <a:ext cx="199936" cy="326194"/>
            </a:xfrm>
            <a:custGeom>
              <a:avLst/>
              <a:pathLst>
                <a:path w="199936" h="326194">
                  <a:moveTo>
                    <a:pt x="0" y="322950"/>
                  </a:moveTo>
                  <a:lnTo>
                    <a:pt x="5236" y="323911"/>
                  </a:lnTo>
                  <a:lnTo>
                    <a:pt x="10501" y="324704"/>
                  </a:lnTo>
                  <a:lnTo>
                    <a:pt x="15788" y="325330"/>
                  </a:lnTo>
                  <a:lnTo>
                    <a:pt x="21092" y="325787"/>
                  </a:lnTo>
                  <a:lnTo>
                    <a:pt x="26408" y="326075"/>
                  </a:lnTo>
                  <a:lnTo>
                    <a:pt x="31731" y="326194"/>
                  </a:lnTo>
                  <a:lnTo>
                    <a:pt x="37055" y="326142"/>
                  </a:lnTo>
                  <a:lnTo>
                    <a:pt x="42374" y="325922"/>
                  </a:lnTo>
                  <a:lnTo>
                    <a:pt x="47684" y="325532"/>
                  </a:lnTo>
                  <a:lnTo>
                    <a:pt x="52978" y="324973"/>
                  </a:lnTo>
                  <a:lnTo>
                    <a:pt x="58252" y="324246"/>
                  </a:lnTo>
                  <a:lnTo>
                    <a:pt x="63501" y="323351"/>
                  </a:lnTo>
                  <a:lnTo>
                    <a:pt x="68718" y="322290"/>
                  </a:lnTo>
                  <a:lnTo>
                    <a:pt x="73899" y="321063"/>
                  </a:lnTo>
                  <a:lnTo>
                    <a:pt x="79038" y="319672"/>
                  </a:lnTo>
                  <a:lnTo>
                    <a:pt x="84130" y="318118"/>
                  </a:lnTo>
                  <a:lnTo>
                    <a:pt x="89170" y="316402"/>
                  </a:lnTo>
                  <a:lnTo>
                    <a:pt x="94152" y="314527"/>
                  </a:lnTo>
                  <a:lnTo>
                    <a:pt x="99073" y="312494"/>
                  </a:lnTo>
                  <a:lnTo>
                    <a:pt x="103926" y="310305"/>
                  </a:lnTo>
                  <a:lnTo>
                    <a:pt x="108707" y="307963"/>
                  </a:lnTo>
                  <a:lnTo>
                    <a:pt x="113412" y="305470"/>
                  </a:lnTo>
                  <a:lnTo>
                    <a:pt x="118034" y="302828"/>
                  </a:lnTo>
                  <a:lnTo>
                    <a:pt x="122570" y="300041"/>
                  </a:lnTo>
                  <a:lnTo>
                    <a:pt x="127015" y="297110"/>
                  </a:lnTo>
                  <a:lnTo>
                    <a:pt x="131364" y="294040"/>
                  </a:lnTo>
                  <a:lnTo>
                    <a:pt x="135613" y="290832"/>
                  </a:lnTo>
                  <a:lnTo>
                    <a:pt x="139758" y="287491"/>
                  </a:lnTo>
                  <a:lnTo>
                    <a:pt x="143795" y="284019"/>
                  </a:lnTo>
                  <a:lnTo>
                    <a:pt x="147719" y="280421"/>
                  </a:lnTo>
                  <a:lnTo>
                    <a:pt x="151526" y="276699"/>
                  </a:lnTo>
                  <a:lnTo>
                    <a:pt x="155213" y="272859"/>
                  </a:lnTo>
                  <a:lnTo>
                    <a:pt x="158776" y="268902"/>
                  </a:lnTo>
                  <a:lnTo>
                    <a:pt x="162211" y="264835"/>
                  </a:lnTo>
                  <a:lnTo>
                    <a:pt x="165514" y="260660"/>
                  </a:lnTo>
                  <a:lnTo>
                    <a:pt x="168683" y="256382"/>
                  </a:lnTo>
                  <a:lnTo>
                    <a:pt x="171715" y="252005"/>
                  </a:lnTo>
                  <a:lnTo>
                    <a:pt x="174605" y="247534"/>
                  </a:lnTo>
                  <a:lnTo>
                    <a:pt x="177351" y="242973"/>
                  </a:lnTo>
                  <a:lnTo>
                    <a:pt x="179951" y="238327"/>
                  </a:lnTo>
                  <a:lnTo>
                    <a:pt x="182402" y="233600"/>
                  </a:lnTo>
                  <a:lnTo>
                    <a:pt x="184700" y="228798"/>
                  </a:lnTo>
                  <a:lnTo>
                    <a:pt x="186845" y="223925"/>
                  </a:lnTo>
                  <a:lnTo>
                    <a:pt x="188833" y="218986"/>
                  </a:lnTo>
                  <a:lnTo>
                    <a:pt x="190664" y="213987"/>
                  </a:lnTo>
                  <a:lnTo>
                    <a:pt x="192334" y="208931"/>
                  </a:lnTo>
                  <a:lnTo>
                    <a:pt x="193842" y="203826"/>
                  </a:lnTo>
                  <a:lnTo>
                    <a:pt x="195187" y="198674"/>
                  </a:lnTo>
                  <a:lnTo>
                    <a:pt x="196367" y="193483"/>
                  </a:lnTo>
                  <a:lnTo>
                    <a:pt x="197381" y="188256"/>
                  </a:lnTo>
                  <a:lnTo>
                    <a:pt x="198228" y="183000"/>
                  </a:lnTo>
                  <a:lnTo>
                    <a:pt x="198907" y="177719"/>
                  </a:lnTo>
                  <a:lnTo>
                    <a:pt x="199418" y="172420"/>
                  </a:lnTo>
                  <a:lnTo>
                    <a:pt x="199760" y="167107"/>
                  </a:lnTo>
                  <a:lnTo>
                    <a:pt x="199933" y="161786"/>
                  </a:lnTo>
                  <a:lnTo>
                    <a:pt x="199936" y="156462"/>
                  </a:lnTo>
                  <a:lnTo>
                    <a:pt x="199769" y="151140"/>
                  </a:lnTo>
                  <a:lnTo>
                    <a:pt x="199433" y="145827"/>
                  </a:lnTo>
                  <a:lnTo>
                    <a:pt x="198928" y="140527"/>
                  </a:lnTo>
                  <a:lnTo>
                    <a:pt x="198255" y="135246"/>
                  </a:lnTo>
                  <a:lnTo>
                    <a:pt x="197414" y="129989"/>
                  </a:lnTo>
                  <a:lnTo>
                    <a:pt x="196405" y="124761"/>
                  </a:lnTo>
                  <a:lnTo>
                    <a:pt x="195231" y="119568"/>
                  </a:lnTo>
                  <a:lnTo>
                    <a:pt x="193892" y="114415"/>
                  </a:lnTo>
                  <a:lnTo>
                    <a:pt x="192390" y="109308"/>
                  </a:lnTo>
                  <a:lnTo>
                    <a:pt x="190726" y="104251"/>
                  </a:lnTo>
                  <a:lnTo>
                    <a:pt x="188901" y="99249"/>
                  </a:lnTo>
                  <a:lnTo>
                    <a:pt x="186918" y="94308"/>
                  </a:lnTo>
                  <a:lnTo>
                    <a:pt x="184779" y="89433"/>
                  </a:lnTo>
                  <a:lnTo>
                    <a:pt x="182486" y="84628"/>
                  </a:lnTo>
                  <a:lnTo>
                    <a:pt x="180041" y="79899"/>
                  </a:lnTo>
                  <a:lnTo>
                    <a:pt x="177446" y="75250"/>
                  </a:lnTo>
                  <a:lnTo>
                    <a:pt x="174705" y="70686"/>
                  </a:lnTo>
                  <a:lnTo>
                    <a:pt x="171819" y="66211"/>
                  </a:lnTo>
                  <a:lnTo>
                    <a:pt x="168793" y="61831"/>
                  </a:lnTo>
                  <a:lnTo>
                    <a:pt x="165629" y="57549"/>
                  </a:lnTo>
                  <a:lnTo>
                    <a:pt x="162330" y="53370"/>
                  </a:lnTo>
                  <a:lnTo>
                    <a:pt x="158900" y="49299"/>
                  </a:lnTo>
                  <a:lnTo>
                    <a:pt x="155342" y="45339"/>
                  </a:lnTo>
                  <a:lnTo>
                    <a:pt x="151659" y="41494"/>
                  </a:lnTo>
                  <a:lnTo>
                    <a:pt x="147856" y="37768"/>
                  </a:lnTo>
                  <a:lnTo>
                    <a:pt x="143936" y="34165"/>
                  </a:lnTo>
                  <a:lnTo>
                    <a:pt x="139903" y="30689"/>
                  </a:lnTo>
                  <a:lnTo>
                    <a:pt x="135762" y="27343"/>
                  </a:lnTo>
                  <a:lnTo>
                    <a:pt x="131517" y="24131"/>
                  </a:lnTo>
                  <a:lnTo>
                    <a:pt x="127171" y="21055"/>
                  </a:lnTo>
                  <a:lnTo>
                    <a:pt x="122729" y="18120"/>
                  </a:lnTo>
                  <a:lnTo>
                    <a:pt x="118196" y="15327"/>
                  </a:lnTo>
                  <a:lnTo>
                    <a:pt x="113577" y="12680"/>
                  </a:lnTo>
                  <a:lnTo>
                    <a:pt x="108876" y="10182"/>
                  </a:lnTo>
                  <a:lnTo>
                    <a:pt x="104097" y="7834"/>
                  </a:lnTo>
                  <a:lnTo>
                    <a:pt x="99246" y="5640"/>
                  </a:lnTo>
                  <a:lnTo>
                    <a:pt x="94328" y="3602"/>
                  </a:lnTo>
                  <a:lnTo>
                    <a:pt x="89347" y="1721"/>
                  </a:lnTo>
                  <a:lnTo>
                    <a:pt x="84309" y="0"/>
                  </a:lnTo>
                  <a:lnTo>
                    <a:pt x="32788" y="159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51521" cy="167167"/>
            </a:xfrm>
            <a:custGeom>
              <a:avLst/>
              <a:pathLst>
                <a:path w="51521" h="167167">
                  <a:moveTo>
                    <a:pt x="51521" y="8137"/>
                  </a:moveTo>
                  <a:lnTo>
                    <a:pt x="45255" y="6242"/>
                  </a:lnTo>
                  <a:lnTo>
                    <a:pt x="38919" y="4593"/>
                  </a:lnTo>
                  <a:lnTo>
                    <a:pt x="32524" y="3194"/>
                  </a:lnTo>
                  <a:lnTo>
                    <a:pt x="26079" y="2046"/>
                  </a:lnTo>
                  <a:lnTo>
                    <a:pt x="19594" y="1152"/>
                  </a:lnTo>
                  <a:lnTo>
                    <a:pt x="13080" y="512"/>
                  </a:lnTo>
                  <a:lnTo>
                    <a:pt x="6545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398398" y="1322571"/>
              <a:ext cx="90322" cy="167167"/>
            </a:xfrm>
            <a:custGeom>
              <a:avLst/>
              <a:pathLst>
                <a:path w="90322" h="167167">
                  <a:moveTo>
                    <a:pt x="90322" y="0"/>
                  </a:moveTo>
                  <a:lnTo>
                    <a:pt x="84710" y="94"/>
                  </a:lnTo>
                  <a:lnTo>
                    <a:pt x="79105" y="376"/>
                  </a:lnTo>
                  <a:lnTo>
                    <a:pt x="73512" y="847"/>
                  </a:lnTo>
                  <a:lnTo>
                    <a:pt x="67938" y="1505"/>
                  </a:lnTo>
                  <a:lnTo>
                    <a:pt x="62389" y="2350"/>
                  </a:lnTo>
                  <a:lnTo>
                    <a:pt x="56872" y="3380"/>
                  </a:lnTo>
                  <a:lnTo>
                    <a:pt x="51392" y="4596"/>
                  </a:lnTo>
                  <a:lnTo>
                    <a:pt x="45956" y="5994"/>
                  </a:lnTo>
                  <a:lnTo>
                    <a:pt x="40571" y="7574"/>
                  </a:lnTo>
                  <a:lnTo>
                    <a:pt x="35241" y="9335"/>
                  </a:lnTo>
                  <a:lnTo>
                    <a:pt x="29974" y="11273"/>
                  </a:lnTo>
                  <a:lnTo>
                    <a:pt x="24774" y="13387"/>
                  </a:lnTo>
                  <a:lnTo>
                    <a:pt x="19649" y="15674"/>
                  </a:lnTo>
                  <a:lnTo>
                    <a:pt x="14603" y="18132"/>
                  </a:lnTo>
                  <a:lnTo>
                    <a:pt x="9642" y="20758"/>
                  </a:lnTo>
                  <a:lnTo>
                    <a:pt x="4773" y="23549"/>
                  </a:lnTo>
                  <a:lnTo>
                    <a:pt x="0" y="26501"/>
                  </a:lnTo>
                  <a:lnTo>
                    <a:pt x="9032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98398" y="1349073"/>
              <a:ext cx="90322" cy="140665"/>
            </a:xfrm>
            <a:custGeom>
              <a:avLst/>
              <a:pathLst>
                <a:path w="90322" h="140665">
                  <a:moveTo>
                    <a:pt x="0" y="0"/>
                  </a:moveTo>
                  <a:lnTo>
                    <a:pt x="90322" y="1406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21568" y="1349073"/>
              <a:ext cx="334315" cy="307830"/>
            </a:xfrm>
            <a:custGeom>
              <a:avLst/>
              <a:pathLst>
                <a:path w="334315" h="307830">
                  <a:moveTo>
                    <a:pt x="76829" y="0"/>
                  </a:moveTo>
                  <a:lnTo>
                    <a:pt x="72420" y="2930"/>
                  </a:lnTo>
                  <a:lnTo>
                    <a:pt x="68106" y="5999"/>
                  </a:lnTo>
                  <a:lnTo>
                    <a:pt x="63892" y="9203"/>
                  </a:lnTo>
                  <a:lnTo>
                    <a:pt x="59781" y="12538"/>
                  </a:lnTo>
                  <a:lnTo>
                    <a:pt x="55777" y="16003"/>
                  </a:lnTo>
                  <a:lnTo>
                    <a:pt x="51886" y="19592"/>
                  </a:lnTo>
                  <a:lnTo>
                    <a:pt x="48110" y="23302"/>
                  </a:lnTo>
                  <a:lnTo>
                    <a:pt x="44453" y="27131"/>
                  </a:lnTo>
                  <a:lnTo>
                    <a:pt x="40920" y="31073"/>
                  </a:lnTo>
                  <a:lnTo>
                    <a:pt x="37513" y="35125"/>
                  </a:lnTo>
                  <a:lnTo>
                    <a:pt x="34236" y="39283"/>
                  </a:lnTo>
                  <a:lnTo>
                    <a:pt x="31092" y="43543"/>
                  </a:lnTo>
                  <a:lnTo>
                    <a:pt x="28085" y="47900"/>
                  </a:lnTo>
                  <a:lnTo>
                    <a:pt x="25217" y="52350"/>
                  </a:lnTo>
                  <a:lnTo>
                    <a:pt x="22492" y="56888"/>
                  </a:lnTo>
                  <a:lnTo>
                    <a:pt x="19912" y="61511"/>
                  </a:lnTo>
                  <a:lnTo>
                    <a:pt x="17479" y="66213"/>
                  </a:lnTo>
                  <a:lnTo>
                    <a:pt x="15197" y="70990"/>
                  </a:lnTo>
                  <a:lnTo>
                    <a:pt x="13067" y="75837"/>
                  </a:lnTo>
                  <a:lnTo>
                    <a:pt x="11091" y="80748"/>
                  </a:lnTo>
                  <a:lnTo>
                    <a:pt x="9272" y="85720"/>
                  </a:lnTo>
                  <a:lnTo>
                    <a:pt x="7611" y="90747"/>
                  </a:lnTo>
                  <a:lnTo>
                    <a:pt x="6111" y="95824"/>
                  </a:lnTo>
                  <a:lnTo>
                    <a:pt x="4772" y="100946"/>
                  </a:lnTo>
                  <a:lnTo>
                    <a:pt x="3595" y="106107"/>
                  </a:lnTo>
                  <a:lnTo>
                    <a:pt x="2583" y="111304"/>
                  </a:lnTo>
                  <a:lnTo>
                    <a:pt x="1736" y="116530"/>
                  </a:lnTo>
                  <a:lnTo>
                    <a:pt x="1055" y="121780"/>
                  </a:lnTo>
                  <a:lnTo>
                    <a:pt x="540" y="127049"/>
                  </a:lnTo>
                  <a:lnTo>
                    <a:pt x="192" y="132331"/>
                  </a:lnTo>
                  <a:lnTo>
                    <a:pt x="12" y="137622"/>
                  </a:lnTo>
                  <a:lnTo>
                    <a:pt x="0" y="142916"/>
                  </a:lnTo>
                  <a:lnTo>
                    <a:pt x="155" y="148208"/>
                  </a:lnTo>
                  <a:lnTo>
                    <a:pt x="477" y="153492"/>
                  </a:lnTo>
                  <a:lnTo>
                    <a:pt x="967" y="158764"/>
                  </a:lnTo>
                  <a:lnTo>
                    <a:pt x="1623" y="164017"/>
                  </a:lnTo>
                  <a:lnTo>
                    <a:pt x="2446" y="169246"/>
                  </a:lnTo>
                  <a:lnTo>
                    <a:pt x="3433" y="174448"/>
                  </a:lnTo>
                  <a:lnTo>
                    <a:pt x="4585" y="179615"/>
                  </a:lnTo>
                  <a:lnTo>
                    <a:pt x="5900" y="184743"/>
                  </a:lnTo>
                  <a:lnTo>
                    <a:pt x="7377" y="189827"/>
                  </a:lnTo>
                  <a:lnTo>
                    <a:pt x="9014" y="194862"/>
                  </a:lnTo>
                  <a:lnTo>
                    <a:pt x="10809" y="199842"/>
                  </a:lnTo>
                  <a:lnTo>
                    <a:pt x="12761" y="204763"/>
                  </a:lnTo>
                  <a:lnTo>
                    <a:pt x="14868" y="209620"/>
                  </a:lnTo>
                  <a:lnTo>
                    <a:pt x="17128" y="214407"/>
                  </a:lnTo>
                  <a:lnTo>
                    <a:pt x="19539" y="219121"/>
                  </a:lnTo>
                  <a:lnTo>
                    <a:pt x="22097" y="223755"/>
                  </a:lnTo>
                  <a:lnTo>
                    <a:pt x="24801" y="228307"/>
                  </a:lnTo>
                  <a:lnTo>
                    <a:pt x="27647" y="232771"/>
                  </a:lnTo>
                  <a:lnTo>
                    <a:pt x="30634" y="237142"/>
                  </a:lnTo>
                  <a:lnTo>
                    <a:pt x="33757" y="241416"/>
                  </a:lnTo>
                  <a:lnTo>
                    <a:pt x="37014" y="245590"/>
                  </a:lnTo>
                  <a:lnTo>
                    <a:pt x="40402" y="249658"/>
                  </a:lnTo>
                  <a:lnTo>
                    <a:pt x="43917" y="253617"/>
                  </a:lnTo>
                  <a:lnTo>
                    <a:pt x="47555" y="257462"/>
                  </a:lnTo>
                  <a:lnTo>
                    <a:pt x="51314" y="261191"/>
                  </a:lnTo>
                  <a:lnTo>
                    <a:pt x="55188" y="264799"/>
                  </a:lnTo>
                  <a:lnTo>
                    <a:pt x="59175" y="268282"/>
                  </a:lnTo>
                  <a:lnTo>
                    <a:pt x="63270" y="271637"/>
                  </a:lnTo>
                  <a:lnTo>
                    <a:pt x="67470" y="274860"/>
                  </a:lnTo>
                  <a:lnTo>
                    <a:pt x="71769" y="277950"/>
                  </a:lnTo>
                  <a:lnTo>
                    <a:pt x="76164" y="280901"/>
                  </a:lnTo>
                  <a:lnTo>
                    <a:pt x="80650" y="283712"/>
                  </a:lnTo>
                  <a:lnTo>
                    <a:pt x="85223" y="286379"/>
                  </a:lnTo>
                  <a:lnTo>
                    <a:pt x="89878" y="288900"/>
                  </a:lnTo>
                  <a:lnTo>
                    <a:pt x="94611" y="291273"/>
                  </a:lnTo>
                  <a:lnTo>
                    <a:pt x="99416" y="293495"/>
                  </a:lnTo>
                  <a:lnTo>
                    <a:pt x="104290" y="295563"/>
                  </a:lnTo>
                  <a:lnTo>
                    <a:pt x="109226" y="297476"/>
                  </a:lnTo>
                  <a:lnTo>
                    <a:pt x="114221" y="299231"/>
                  </a:lnTo>
                  <a:lnTo>
                    <a:pt x="119268" y="300828"/>
                  </a:lnTo>
                  <a:lnTo>
                    <a:pt x="124364" y="302264"/>
                  </a:lnTo>
                  <a:lnTo>
                    <a:pt x="129502" y="303538"/>
                  </a:lnTo>
                  <a:lnTo>
                    <a:pt x="134679" y="304648"/>
                  </a:lnTo>
                  <a:lnTo>
                    <a:pt x="139887" y="305594"/>
                  </a:lnTo>
                  <a:lnTo>
                    <a:pt x="145124" y="306375"/>
                  </a:lnTo>
                  <a:lnTo>
                    <a:pt x="150382" y="306989"/>
                  </a:lnTo>
                  <a:lnTo>
                    <a:pt x="155657" y="307437"/>
                  </a:lnTo>
                  <a:lnTo>
                    <a:pt x="160944" y="307717"/>
                  </a:lnTo>
                  <a:lnTo>
                    <a:pt x="166236" y="307830"/>
                  </a:lnTo>
                  <a:lnTo>
                    <a:pt x="171530" y="307775"/>
                  </a:lnTo>
                  <a:lnTo>
                    <a:pt x="176820" y="307553"/>
                  </a:lnTo>
                  <a:lnTo>
                    <a:pt x="182099" y="307163"/>
                  </a:lnTo>
                  <a:lnTo>
                    <a:pt x="187364" y="306606"/>
                  </a:lnTo>
                  <a:lnTo>
                    <a:pt x="192608" y="305883"/>
                  </a:lnTo>
                  <a:lnTo>
                    <a:pt x="197827" y="304994"/>
                  </a:lnTo>
                  <a:lnTo>
                    <a:pt x="203015" y="303940"/>
                  </a:lnTo>
                  <a:lnTo>
                    <a:pt x="208168" y="302723"/>
                  </a:lnTo>
                  <a:lnTo>
                    <a:pt x="213279" y="301343"/>
                  </a:lnTo>
                  <a:lnTo>
                    <a:pt x="218343" y="299801"/>
                  </a:lnTo>
                  <a:lnTo>
                    <a:pt x="223357" y="298101"/>
                  </a:lnTo>
                  <a:lnTo>
                    <a:pt x="228314" y="296242"/>
                  </a:lnTo>
                  <a:lnTo>
                    <a:pt x="233209" y="294227"/>
                  </a:lnTo>
                  <a:lnTo>
                    <a:pt x="238039" y="292058"/>
                  </a:lnTo>
                  <a:lnTo>
                    <a:pt x="242797" y="289738"/>
                  </a:lnTo>
                  <a:lnTo>
                    <a:pt x="247480" y="287268"/>
                  </a:lnTo>
                  <a:lnTo>
                    <a:pt x="252082" y="284651"/>
                  </a:lnTo>
                  <a:lnTo>
                    <a:pt x="256598" y="281889"/>
                  </a:lnTo>
                  <a:lnTo>
                    <a:pt x="261025" y="278986"/>
                  </a:lnTo>
                  <a:lnTo>
                    <a:pt x="265358" y="275944"/>
                  </a:lnTo>
                  <a:lnTo>
                    <a:pt x="269593" y="272766"/>
                  </a:lnTo>
                  <a:lnTo>
                    <a:pt x="273724" y="269456"/>
                  </a:lnTo>
                  <a:lnTo>
                    <a:pt x="277749" y="266017"/>
                  </a:lnTo>
                  <a:lnTo>
                    <a:pt x="281663" y="262452"/>
                  </a:lnTo>
                  <a:lnTo>
                    <a:pt x="285462" y="258765"/>
                  </a:lnTo>
                  <a:lnTo>
                    <a:pt x="289142" y="254960"/>
                  </a:lnTo>
                  <a:lnTo>
                    <a:pt x="292700" y="251039"/>
                  </a:lnTo>
                  <a:lnTo>
                    <a:pt x="296132" y="247009"/>
                  </a:lnTo>
                  <a:lnTo>
                    <a:pt x="299435" y="242871"/>
                  </a:lnTo>
                  <a:lnTo>
                    <a:pt x="302605" y="238631"/>
                  </a:lnTo>
                  <a:lnTo>
                    <a:pt x="305639" y="234293"/>
                  </a:lnTo>
                  <a:lnTo>
                    <a:pt x="308535" y="229861"/>
                  </a:lnTo>
                  <a:lnTo>
                    <a:pt x="311288" y="225339"/>
                  </a:lnTo>
                  <a:lnTo>
                    <a:pt x="313897" y="220732"/>
                  </a:lnTo>
                  <a:lnTo>
                    <a:pt x="316359" y="216046"/>
                  </a:lnTo>
                  <a:lnTo>
                    <a:pt x="318671" y="211283"/>
                  </a:lnTo>
                  <a:lnTo>
                    <a:pt x="320831" y="206450"/>
                  </a:lnTo>
                  <a:lnTo>
                    <a:pt x="322837" y="201551"/>
                  </a:lnTo>
                  <a:lnTo>
                    <a:pt x="324687" y="196590"/>
                  </a:lnTo>
                  <a:lnTo>
                    <a:pt x="326379" y="191574"/>
                  </a:lnTo>
                  <a:lnTo>
                    <a:pt x="327911" y="186506"/>
                  </a:lnTo>
                  <a:lnTo>
                    <a:pt x="329282" y="181393"/>
                  </a:lnTo>
                  <a:lnTo>
                    <a:pt x="330490" y="176239"/>
                  </a:lnTo>
                  <a:lnTo>
                    <a:pt x="331535" y="171049"/>
                  </a:lnTo>
                  <a:lnTo>
                    <a:pt x="332415" y="165828"/>
                  </a:lnTo>
                  <a:lnTo>
                    <a:pt x="333128" y="160582"/>
                  </a:lnTo>
                  <a:lnTo>
                    <a:pt x="333676" y="155317"/>
                  </a:lnTo>
                  <a:lnTo>
                    <a:pt x="334056" y="150036"/>
                  </a:lnTo>
                  <a:lnTo>
                    <a:pt x="334269" y="144747"/>
                  </a:lnTo>
                  <a:lnTo>
                    <a:pt x="334315" y="139453"/>
                  </a:lnTo>
                  <a:lnTo>
                    <a:pt x="334193" y="134160"/>
                  </a:lnTo>
                  <a:lnTo>
                    <a:pt x="333903" y="128874"/>
                  </a:lnTo>
                  <a:lnTo>
                    <a:pt x="333446" y="123600"/>
                  </a:lnTo>
                  <a:lnTo>
                    <a:pt x="332822" y="118343"/>
                  </a:lnTo>
                  <a:lnTo>
                    <a:pt x="332032" y="113108"/>
                  </a:lnTo>
                  <a:lnTo>
                    <a:pt x="331077" y="107901"/>
                  </a:lnTo>
                  <a:lnTo>
                    <a:pt x="329957" y="102726"/>
                  </a:lnTo>
                  <a:lnTo>
                    <a:pt x="328674" y="97590"/>
                  </a:lnTo>
                  <a:lnTo>
                    <a:pt x="327229" y="92497"/>
                  </a:lnTo>
                  <a:lnTo>
                    <a:pt x="325624" y="87452"/>
                  </a:lnTo>
                  <a:lnTo>
                    <a:pt x="323859" y="82461"/>
                  </a:lnTo>
                  <a:lnTo>
                    <a:pt x="321938" y="77528"/>
                  </a:lnTo>
                  <a:lnTo>
                    <a:pt x="319861" y="72658"/>
                  </a:lnTo>
                  <a:lnTo>
                    <a:pt x="317631" y="67857"/>
                  </a:lnTo>
                  <a:lnTo>
                    <a:pt x="167152" y="1406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150478" cy="167167"/>
            </a:xfrm>
            <a:custGeom>
              <a:avLst/>
              <a:pathLst>
                <a:path w="150478" h="167167">
                  <a:moveTo>
                    <a:pt x="150478" y="94359"/>
                  </a:moveTo>
                  <a:lnTo>
                    <a:pt x="147999" y="89442"/>
                  </a:lnTo>
                  <a:lnTo>
                    <a:pt x="145358" y="84609"/>
                  </a:lnTo>
                  <a:lnTo>
                    <a:pt x="142560" y="79865"/>
                  </a:lnTo>
                  <a:lnTo>
                    <a:pt x="139607" y="75217"/>
                  </a:lnTo>
                  <a:lnTo>
                    <a:pt x="136502" y="70668"/>
                  </a:lnTo>
                  <a:lnTo>
                    <a:pt x="133249" y="66224"/>
                  </a:lnTo>
                  <a:lnTo>
                    <a:pt x="129852" y="61890"/>
                  </a:lnTo>
                  <a:lnTo>
                    <a:pt x="126314" y="57669"/>
                  </a:lnTo>
                  <a:lnTo>
                    <a:pt x="122638" y="53568"/>
                  </a:lnTo>
                  <a:lnTo>
                    <a:pt x="118830" y="49590"/>
                  </a:lnTo>
                  <a:lnTo>
                    <a:pt x="114892" y="45740"/>
                  </a:lnTo>
                  <a:lnTo>
                    <a:pt x="110830" y="42021"/>
                  </a:lnTo>
                  <a:lnTo>
                    <a:pt x="106648" y="38438"/>
                  </a:lnTo>
                  <a:lnTo>
                    <a:pt x="102350" y="34995"/>
                  </a:lnTo>
                  <a:lnTo>
                    <a:pt x="97940" y="31695"/>
                  </a:lnTo>
                  <a:lnTo>
                    <a:pt x="93425" y="28543"/>
                  </a:lnTo>
                  <a:lnTo>
                    <a:pt x="88808" y="25540"/>
                  </a:lnTo>
                  <a:lnTo>
                    <a:pt x="84094" y="22692"/>
                  </a:lnTo>
                  <a:lnTo>
                    <a:pt x="79290" y="20000"/>
                  </a:lnTo>
                  <a:lnTo>
                    <a:pt x="74399" y="17468"/>
                  </a:lnTo>
                  <a:lnTo>
                    <a:pt x="69428" y="15099"/>
                  </a:lnTo>
                  <a:lnTo>
                    <a:pt x="64381" y="12894"/>
                  </a:lnTo>
                  <a:lnTo>
                    <a:pt x="59264" y="10857"/>
                  </a:lnTo>
                  <a:lnTo>
                    <a:pt x="54083" y="8990"/>
                  </a:lnTo>
                  <a:lnTo>
                    <a:pt x="48844" y="7294"/>
                  </a:lnTo>
                  <a:lnTo>
                    <a:pt x="43551" y="5772"/>
                  </a:lnTo>
                  <a:lnTo>
                    <a:pt x="38211" y="4425"/>
                  </a:lnTo>
                  <a:lnTo>
                    <a:pt x="32830" y="3255"/>
                  </a:lnTo>
                  <a:lnTo>
                    <a:pt x="27412" y="2262"/>
                  </a:lnTo>
                  <a:lnTo>
                    <a:pt x="21966" y="1449"/>
                  </a:lnTo>
                  <a:lnTo>
                    <a:pt x="16495" y="815"/>
                  </a:lnTo>
                  <a:lnTo>
                    <a:pt x="11006" y="362"/>
                  </a:lnTo>
                  <a:lnTo>
                    <a:pt x="550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43258" y="1681503"/>
              <a:ext cx="43266" cy="167167"/>
            </a:xfrm>
            <a:custGeom>
              <a:avLst/>
              <a:pathLst>
                <a:path w="43266" h="167167">
                  <a:moveTo>
                    <a:pt x="43266" y="0"/>
                  </a:moveTo>
                  <a:lnTo>
                    <a:pt x="37015" y="116"/>
                  </a:lnTo>
                  <a:lnTo>
                    <a:pt x="30773" y="467"/>
                  </a:lnTo>
                  <a:lnTo>
                    <a:pt x="24549" y="1051"/>
                  </a:lnTo>
                  <a:lnTo>
                    <a:pt x="18351" y="1867"/>
                  </a:lnTo>
                  <a:lnTo>
                    <a:pt x="12187" y="2914"/>
                  </a:lnTo>
                  <a:lnTo>
                    <a:pt x="6067" y="4191"/>
                  </a:lnTo>
                  <a:lnTo>
                    <a:pt x="0" y="5696"/>
                  </a:lnTo>
                  <a:lnTo>
                    <a:pt x="4326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43258" y="1687199"/>
              <a:ext cx="43266" cy="161471"/>
            </a:xfrm>
            <a:custGeom>
              <a:avLst/>
              <a:pathLst>
                <a:path w="43266" h="161471">
                  <a:moveTo>
                    <a:pt x="0" y="0"/>
                  </a:moveTo>
                  <a:lnTo>
                    <a:pt x="43266" y="1614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19365" y="1681503"/>
              <a:ext cx="334311" cy="334333"/>
            </a:xfrm>
            <a:custGeom>
              <a:avLst/>
              <a:pathLst>
                <a:path w="334311" h="334333">
                  <a:moveTo>
                    <a:pt x="123893" y="5696"/>
                  </a:moveTo>
                  <a:lnTo>
                    <a:pt x="118798" y="7148"/>
                  </a:lnTo>
                  <a:lnTo>
                    <a:pt x="113752" y="8760"/>
                  </a:lnTo>
                  <a:lnTo>
                    <a:pt x="108760" y="10532"/>
                  </a:lnTo>
                  <a:lnTo>
                    <a:pt x="103826" y="12461"/>
                  </a:lnTo>
                  <a:lnTo>
                    <a:pt x="98956" y="14546"/>
                  </a:lnTo>
                  <a:lnTo>
                    <a:pt x="94154" y="16783"/>
                  </a:lnTo>
                  <a:lnTo>
                    <a:pt x="89426" y="19172"/>
                  </a:lnTo>
                  <a:lnTo>
                    <a:pt x="84775" y="21710"/>
                  </a:lnTo>
                  <a:lnTo>
                    <a:pt x="80208" y="24393"/>
                  </a:lnTo>
                  <a:lnTo>
                    <a:pt x="75727" y="27220"/>
                  </a:lnTo>
                  <a:lnTo>
                    <a:pt x="71339" y="30187"/>
                  </a:lnTo>
                  <a:lnTo>
                    <a:pt x="67047" y="33292"/>
                  </a:lnTo>
                  <a:lnTo>
                    <a:pt x="62855" y="36532"/>
                  </a:lnTo>
                  <a:lnTo>
                    <a:pt x="58768" y="39902"/>
                  </a:lnTo>
                  <a:lnTo>
                    <a:pt x="54790" y="43401"/>
                  </a:lnTo>
                  <a:lnTo>
                    <a:pt x="50924" y="47023"/>
                  </a:lnTo>
                  <a:lnTo>
                    <a:pt x="47176" y="50767"/>
                  </a:lnTo>
                  <a:lnTo>
                    <a:pt x="43548" y="54627"/>
                  </a:lnTo>
                  <a:lnTo>
                    <a:pt x="40044" y="58600"/>
                  </a:lnTo>
                  <a:lnTo>
                    <a:pt x="36668" y="62683"/>
                  </a:lnTo>
                  <a:lnTo>
                    <a:pt x="33423" y="66870"/>
                  </a:lnTo>
                  <a:lnTo>
                    <a:pt x="30312" y="71158"/>
                  </a:lnTo>
                  <a:lnTo>
                    <a:pt x="27338" y="75542"/>
                  </a:lnTo>
                  <a:lnTo>
                    <a:pt x="24505" y="80019"/>
                  </a:lnTo>
                  <a:lnTo>
                    <a:pt x="21816" y="84583"/>
                  </a:lnTo>
                  <a:lnTo>
                    <a:pt x="19272" y="89229"/>
                  </a:lnTo>
                  <a:lnTo>
                    <a:pt x="16876" y="93955"/>
                  </a:lnTo>
                  <a:lnTo>
                    <a:pt x="14632" y="98753"/>
                  </a:lnTo>
                  <a:lnTo>
                    <a:pt x="12541" y="103621"/>
                  </a:lnTo>
                  <a:lnTo>
                    <a:pt x="10605" y="108552"/>
                  </a:lnTo>
                  <a:lnTo>
                    <a:pt x="8826" y="113542"/>
                  </a:lnTo>
                  <a:lnTo>
                    <a:pt x="7207" y="118586"/>
                  </a:lnTo>
                  <a:lnTo>
                    <a:pt x="5748" y="123678"/>
                  </a:lnTo>
                  <a:lnTo>
                    <a:pt x="4451" y="128815"/>
                  </a:lnTo>
                  <a:lnTo>
                    <a:pt x="3317" y="133990"/>
                  </a:lnTo>
                  <a:lnTo>
                    <a:pt x="2348" y="139198"/>
                  </a:lnTo>
                  <a:lnTo>
                    <a:pt x="1545" y="144434"/>
                  </a:lnTo>
                  <a:lnTo>
                    <a:pt x="907" y="149693"/>
                  </a:lnTo>
                  <a:lnTo>
                    <a:pt x="437" y="154970"/>
                  </a:lnTo>
                  <a:lnTo>
                    <a:pt x="135" y="160259"/>
                  </a:lnTo>
                  <a:lnTo>
                    <a:pt x="0" y="165555"/>
                  </a:lnTo>
                  <a:lnTo>
                    <a:pt x="32" y="170852"/>
                  </a:lnTo>
                  <a:lnTo>
                    <a:pt x="233" y="176146"/>
                  </a:lnTo>
                  <a:lnTo>
                    <a:pt x="601" y="181431"/>
                  </a:lnTo>
                  <a:lnTo>
                    <a:pt x="1137" y="186701"/>
                  </a:lnTo>
                  <a:lnTo>
                    <a:pt x="1839" y="191952"/>
                  </a:lnTo>
                  <a:lnTo>
                    <a:pt x="2708" y="197178"/>
                  </a:lnTo>
                  <a:lnTo>
                    <a:pt x="3741" y="202373"/>
                  </a:lnTo>
                  <a:lnTo>
                    <a:pt x="4939" y="207534"/>
                  </a:lnTo>
                  <a:lnTo>
                    <a:pt x="6299" y="212654"/>
                  </a:lnTo>
                  <a:lnTo>
                    <a:pt x="7821" y="217728"/>
                  </a:lnTo>
                  <a:lnTo>
                    <a:pt x="9503" y="222751"/>
                  </a:lnTo>
                  <a:lnTo>
                    <a:pt x="11344" y="227719"/>
                  </a:lnTo>
                  <a:lnTo>
                    <a:pt x="13341" y="232626"/>
                  </a:lnTo>
                  <a:lnTo>
                    <a:pt x="15492" y="237467"/>
                  </a:lnTo>
                  <a:lnTo>
                    <a:pt x="17796" y="242237"/>
                  </a:lnTo>
                  <a:lnTo>
                    <a:pt x="20250" y="246932"/>
                  </a:lnTo>
                  <a:lnTo>
                    <a:pt x="22851" y="251547"/>
                  </a:lnTo>
                  <a:lnTo>
                    <a:pt x="25597" y="256078"/>
                  </a:lnTo>
                  <a:lnTo>
                    <a:pt x="28485" y="260518"/>
                  </a:lnTo>
                  <a:lnTo>
                    <a:pt x="31513" y="264866"/>
                  </a:lnTo>
                  <a:lnTo>
                    <a:pt x="34677" y="269115"/>
                  </a:lnTo>
                  <a:lnTo>
                    <a:pt x="37974" y="273261"/>
                  </a:lnTo>
                  <a:lnTo>
                    <a:pt x="41400" y="277301"/>
                  </a:lnTo>
                  <a:lnTo>
                    <a:pt x="44953" y="281231"/>
                  </a:lnTo>
                  <a:lnTo>
                    <a:pt x="48629" y="285046"/>
                  </a:lnTo>
                  <a:lnTo>
                    <a:pt x="52423" y="288743"/>
                  </a:lnTo>
                  <a:lnTo>
                    <a:pt x="56333" y="292317"/>
                  </a:lnTo>
                  <a:lnTo>
                    <a:pt x="60354" y="295766"/>
                  </a:lnTo>
                  <a:lnTo>
                    <a:pt x="64483" y="299086"/>
                  </a:lnTo>
                  <a:lnTo>
                    <a:pt x="68714" y="302273"/>
                  </a:lnTo>
                  <a:lnTo>
                    <a:pt x="73045" y="305324"/>
                  </a:lnTo>
                  <a:lnTo>
                    <a:pt x="77470" y="308237"/>
                  </a:lnTo>
                  <a:lnTo>
                    <a:pt x="81985" y="311008"/>
                  </a:lnTo>
                  <a:lnTo>
                    <a:pt x="86585" y="313635"/>
                  </a:lnTo>
                  <a:lnTo>
                    <a:pt x="91267" y="316114"/>
                  </a:lnTo>
                  <a:lnTo>
                    <a:pt x="96024" y="318444"/>
                  </a:lnTo>
                  <a:lnTo>
                    <a:pt x="100854" y="320622"/>
                  </a:lnTo>
                  <a:lnTo>
                    <a:pt x="105749" y="322646"/>
                  </a:lnTo>
                  <a:lnTo>
                    <a:pt x="110707" y="324514"/>
                  </a:lnTo>
                  <a:lnTo>
                    <a:pt x="115721" y="326224"/>
                  </a:lnTo>
                  <a:lnTo>
                    <a:pt x="120786" y="327774"/>
                  </a:lnTo>
                  <a:lnTo>
                    <a:pt x="125899" y="329162"/>
                  </a:lnTo>
                  <a:lnTo>
                    <a:pt x="131052" y="330388"/>
                  </a:lnTo>
                  <a:lnTo>
                    <a:pt x="136242" y="331451"/>
                  </a:lnTo>
                  <a:lnTo>
                    <a:pt x="141464" y="332348"/>
                  </a:lnTo>
                  <a:lnTo>
                    <a:pt x="146710" y="333079"/>
                  </a:lnTo>
                  <a:lnTo>
                    <a:pt x="151978" y="333644"/>
                  </a:lnTo>
                  <a:lnTo>
                    <a:pt x="157260" y="334041"/>
                  </a:lnTo>
                  <a:lnTo>
                    <a:pt x="162553" y="334271"/>
                  </a:lnTo>
                  <a:lnTo>
                    <a:pt x="167850" y="334333"/>
                  </a:lnTo>
                  <a:lnTo>
                    <a:pt x="173147" y="334227"/>
                  </a:lnTo>
                  <a:lnTo>
                    <a:pt x="178437" y="333954"/>
                  </a:lnTo>
                  <a:lnTo>
                    <a:pt x="183716" y="333512"/>
                  </a:lnTo>
                  <a:lnTo>
                    <a:pt x="188979" y="332904"/>
                  </a:lnTo>
                  <a:lnTo>
                    <a:pt x="194220" y="332130"/>
                  </a:lnTo>
                  <a:lnTo>
                    <a:pt x="199433" y="331189"/>
                  </a:lnTo>
                  <a:lnTo>
                    <a:pt x="204614" y="330084"/>
                  </a:lnTo>
                  <a:lnTo>
                    <a:pt x="209757" y="328816"/>
                  </a:lnTo>
                  <a:lnTo>
                    <a:pt x="214858" y="327385"/>
                  </a:lnTo>
                  <a:lnTo>
                    <a:pt x="219911" y="325793"/>
                  </a:lnTo>
                  <a:lnTo>
                    <a:pt x="224911" y="324042"/>
                  </a:lnTo>
                  <a:lnTo>
                    <a:pt x="229852" y="322133"/>
                  </a:lnTo>
                  <a:lnTo>
                    <a:pt x="234731" y="320069"/>
                  </a:lnTo>
                  <a:lnTo>
                    <a:pt x="239542" y="317851"/>
                  </a:lnTo>
                  <a:lnTo>
                    <a:pt x="244280" y="315482"/>
                  </a:lnTo>
                  <a:lnTo>
                    <a:pt x="248941" y="312964"/>
                  </a:lnTo>
                  <a:lnTo>
                    <a:pt x="253520" y="310299"/>
                  </a:lnTo>
                  <a:lnTo>
                    <a:pt x="258012" y="307491"/>
                  </a:lnTo>
                  <a:lnTo>
                    <a:pt x="262413" y="304541"/>
                  </a:lnTo>
                  <a:lnTo>
                    <a:pt x="266718" y="301454"/>
                  </a:lnTo>
                  <a:lnTo>
                    <a:pt x="270923" y="298232"/>
                  </a:lnTo>
                  <a:lnTo>
                    <a:pt x="275023" y="294878"/>
                  </a:lnTo>
                  <a:lnTo>
                    <a:pt x="279016" y="291397"/>
                  </a:lnTo>
                  <a:lnTo>
                    <a:pt x="282896" y="287790"/>
                  </a:lnTo>
                  <a:lnTo>
                    <a:pt x="286660" y="284062"/>
                  </a:lnTo>
                  <a:lnTo>
                    <a:pt x="290304" y="280217"/>
                  </a:lnTo>
                  <a:lnTo>
                    <a:pt x="293824" y="276258"/>
                  </a:lnTo>
                  <a:lnTo>
                    <a:pt x="297218" y="272190"/>
                  </a:lnTo>
                  <a:lnTo>
                    <a:pt x="300480" y="268016"/>
                  </a:lnTo>
                  <a:lnTo>
                    <a:pt x="303609" y="263741"/>
                  </a:lnTo>
                  <a:lnTo>
                    <a:pt x="306600" y="259369"/>
                  </a:lnTo>
                  <a:lnTo>
                    <a:pt x="309452" y="254904"/>
                  </a:lnTo>
                  <a:lnTo>
                    <a:pt x="312160" y="250351"/>
                  </a:lnTo>
                  <a:lnTo>
                    <a:pt x="314723" y="245715"/>
                  </a:lnTo>
                  <a:lnTo>
                    <a:pt x="317138" y="241000"/>
                  </a:lnTo>
                  <a:lnTo>
                    <a:pt x="319402" y="236211"/>
                  </a:lnTo>
                  <a:lnTo>
                    <a:pt x="321513" y="231352"/>
                  </a:lnTo>
                  <a:lnTo>
                    <a:pt x="323470" y="226429"/>
                  </a:lnTo>
                  <a:lnTo>
                    <a:pt x="325269" y="221446"/>
                  </a:lnTo>
                  <a:lnTo>
                    <a:pt x="326910" y="216409"/>
                  </a:lnTo>
                  <a:lnTo>
                    <a:pt x="328390" y="211322"/>
                  </a:lnTo>
                  <a:lnTo>
                    <a:pt x="329708" y="206191"/>
                  </a:lnTo>
                  <a:lnTo>
                    <a:pt x="330863" y="201021"/>
                  </a:lnTo>
                  <a:lnTo>
                    <a:pt x="331853" y="195817"/>
                  </a:lnTo>
                  <a:lnTo>
                    <a:pt x="332678" y="190584"/>
                  </a:lnTo>
                  <a:lnTo>
                    <a:pt x="333337" y="185328"/>
                  </a:lnTo>
                  <a:lnTo>
                    <a:pt x="333829" y="180053"/>
                  </a:lnTo>
                  <a:lnTo>
                    <a:pt x="334154" y="174765"/>
                  </a:lnTo>
                  <a:lnTo>
                    <a:pt x="334311" y="169470"/>
                  </a:lnTo>
                  <a:lnTo>
                    <a:pt x="334300" y="164173"/>
                  </a:lnTo>
                  <a:lnTo>
                    <a:pt x="334121" y="158878"/>
                  </a:lnTo>
                  <a:lnTo>
                    <a:pt x="333775" y="153592"/>
                  </a:lnTo>
                  <a:lnTo>
                    <a:pt x="333261" y="148319"/>
                  </a:lnTo>
                  <a:lnTo>
                    <a:pt x="332580" y="143066"/>
                  </a:lnTo>
                  <a:lnTo>
                    <a:pt x="331733" y="137836"/>
                  </a:lnTo>
                  <a:lnTo>
                    <a:pt x="330721" y="132636"/>
                  </a:lnTo>
                  <a:lnTo>
                    <a:pt x="329545" y="127471"/>
                  </a:lnTo>
                  <a:lnTo>
                    <a:pt x="328206" y="122345"/>
                  </a:lnTo>
                  <a:lnTo>
                    <a:pt x="326705" y="117265"/>
                  </a:lnTo>
                  <a:lnTo>
                    <a:pt x="325043" y="112235"/>
                  </a:lnTo>
                  <a:lnTo>
                    <a:pt x="323223" y="107259"/>
                  </a:lnTo>
                  <a:lnTo>
                    <a:pt x="321247" y="102344"/>
                  </a:lnTo>
                  <a:lnTo>
                    <a:pt x="319115" y="97495"/>
                  </a:lnTo>
                  <a:lnTo>
                    <a:pt x="316832" y="92715"/>
                  </a:lnTo>
                  <a:lnTo>
                    <a:pt x="314397" y="88009"/>
                  </a:lnTo>
                  <a:lnTo>
                    <a:pt x="311815" y="83384"/>
                  </a:lnTo>
                  <a:lnTo>
                    <a:pt x="309088" y="78842"/>
                  </a:lnTo>
                  <a:lnTo>
                    <a:pt x="306218" y="74389"/>
                  </a:lnTo>
                  <a:lnTo>
                    <a:pt x="303208" y="70030"/>
                  </a:lnTo>
                  <a:lnTo>
                    <a:pt x="300062" y="65768"/>
                  </a:lnTo>
                  <a:lnTo>
                    <a:pt x="296782" y="61607"/>
                  </a:lnTo>
                  <a:lnTo>
                    <a:pt x="293372" y="57553"/>
                  </a:lnTo>
                  <a:lnTo>
                    <a:pt x="289836" y="53609"/>
                  </a:lnTo>
                  <a:lnTo>
                    <a:pt x="286176" y="49779"/>
                  </a:lnTo>
                  <a:lnTo>
                    <a:pt x="282397" y="46067"/>
                  </a:lnTo>
                  <a:lnTo>
                    <a:pt x="278502" y="42476"/>
                  </a:lnTo>
                  <a:lnTo>
                    <a:pt x="274495" y="39011"/>
                  </a:lnTo>
                  <a:lnTo>
                    <a:pt x="270380" y="35674"/>
                  </a:lnTo>
                  <a:lnTo>
                    <a:pt x="266162" y="32469"/>
                  </a:lnTo>
                  <a:lnTo>
                    <a:pt x="261844" y="29400"/>
                  </a:lnTo>
                  <a:lnTo>
                    <a:pt x="257431" y="26469"/>
                  </a:lnTo>
                  <a:lnTo>
                    <a:pt x="252927" y="23679"/>
                  </a:lnTo>
                  <a:lnTo>
                    <a:pt x="248338" y="21034"/>
                  </a:lnTo>
                  <a:lnTo>
                    <a:pt x="243667" y="18535"/>
                  </a:lnTo>
                  <a:lnTo>
                    <a:pt x="238919" y="16185"/>
                  </a:lnTo>
                  <a:lnTo>
                    <a:pt x="234099" y="13987"/>
                  </a:lnTo>
                  <a:lnTo>
                    <a:pt x="229211" y="11943"/>
                  </a:lnTo>
                  <a:lnTo>
                    <a:pt x="224262" y="10055"/>
                  </a:lnTo>
                  <a:lnTo>
                    <a:pt x="219255" y="8324"/>
                  </a:lnTo>
                  <a:lnTo>
                    <a:pt x="214195" y="6753"/>
                  </a:lnTo>
                  <a:lnTo>
                    <a:pt x="209089" y="5343"/>
                  </a:lnTo>
                  <a:lnTo>
                    <a:pt x="203940" y="4096"/>
                  </a:lnTo>
                  <a:lnTo>
                    <a:pt x="198755" y="3013"/>
                  </a:lnTo>
                  <a:lnTo>
                    <a:pt x="193537" y="2094"/>
                  </a:lnTo>
                  <a:lnTo>
                    <a:pt x="188294" y="1341"/>
                  </a:lnTo>
                  <a:lnTo>
                    <a:pt x="183029" y="754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86189" y="2126963"/>
              <a:ext cx="95098" cy="167167"/>
            </a:xfrm>
            <a:custGeom>
              <a:avLst/>
              <a:pathLst>
                <a:path w="95098" h="167167">
                  <a:moveTo>
                    <a:pt x="95098" y="0"/>
                  </a:moveTo>
                  <a:lnTo>
                    <a:pt x="89479" y="94"/>
                  </a:lnTo>
                  <a:lnTo>
                    <a:pt x="83866" y="377"/>
                  </a:lnTo>
                  <a:lnTo>
                    <a:pt x="78266" y="849"/>
                  </a:lnTo>
                  <a:lnTo>
                    <a:pt x="72685" y="1509"/>
                  </a:lnTo>
                  <a:lnTo>
                    <a:pt x="67130" y="2356"/>
                  </a:lnTo>
                  <a:lnTo>
                    <a:pt x="61606" y="3389"/>
                  </a:lnTo>
                  <a:lnTo>
                    <a:pt x="56120" y="4607"/>
                  </a:lnTo>
                  <a:lnTo>
                    <a:pt x="50678" y="6009"/>
                  </a:lnTo>
                  <a:lnTo>
                    <a:pt x="45286" y="7593"/>
                  </a:lnTo>
                  <a:lnTo>
                    <a:pt x="39950" y="9358"/>
                  </a:lnTo>
                  <a:lnTo>
                    <a:pt x="34677" y="11301"/>
                  </a:lnTo>
                  <a:lnTo>
                    <a:pt x="29472" y="13420"/>
                  </a:lnTo>
                  <a:lnTo>
                    <a:pt x="24341" y="15712"/>
                  </a:lnTo>
                  <a:lnTo>
                    <a:pt x="19290" y="18176"/>
                  </a:lnTo>
                  <a:lnTo>
                    <a:pt x="14325" y="20809"/>
                  </a:lnTo>
                  <a:lnTo>
                    <a:pt x="9451" y="23606"/>
                  </a:lnTo>
                  <a:lnTo>
                    <a:pt x="4674" y="26566"/>
                  </a:lnTo>
                  <a:lnTo>
                    <a:pt x="0" y="29685"/>
                  </a:lnTo>
                  <a:lnTo>
                    <a:pt x="9509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86189" y="2156649"/>
              <a:ext cx="95098" cy="137481"/>
            </a:xfrm>
            <a:custGeom>
              <a:avLst/>
              <a:pathLst>
                <a:path w="95098" h="137481">
                  <a:moveTo>
                    <a:pt x="0" y="0"/>
                  </a:moveTo>
                  <a:lnTo>
                    <a:pt x="95098" y="1374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14135" y="2128256"/>
              <a:ext cx="334304" cy="333041"/>
            </a:xfrm>
            <a:custGeom>
              <a:avLst/>
              <a:pathLst>
                <a:path w="334304" h="333041">
                  <a:moveTo>
                    <a:pt x="72053" y="28392"/>
                  </a:moveTo>
                  <a:lnTo>
                    <a:pt x="67739" y="31478"/>
                  </a:lnTo>
                  <a:lnTo>
                    <a:pt x="63525" y="34700"/>
                  </a:lnTo>
                  <a:lnTo>
                    <a:pt x="59415" y="38055"/>
                  </a:lnTo>
                  <a:lnTo>
                    <a:pt x="55413" y="41537"/>
                  </a:lnTo>
                  <a:lnTo>
                    <a:pt x="51525" y="45145"/>
                  </a:lnTo>
                  <a:lnTo>
                    <a:pt x="47752" y="48875"/>
                  </a:lnTo>
                  <a:lnTo>
                    <a:pt x="44100" y="52722"/>
                  </a:lnTo>
                  <a:lnTo>
                    <a:pt x="40572" y="56684"/>
                  </a:lnTo>
                  <a:lnTo>
                    <a:pt x="37171" y="60755"/>
                  </a:lnTo>
                  <a:lnTo>
                    <a:pt x="33901" y="64932"/>
                  </a:lnTo>
                  <a:lnTo>
                    <a:pt x="30765" y="69211"/>
                  </a:lnTo>
                  <a:lnTo>
                    <a:pt x="27767" y="73587"/>
                  </a:lnTo>
                  <a:lnTo>
                    <a:pt x="24909" y="78056"/>
                  </a:lnTo>
                  <a:lnTo>
                    <a:pt x="22194" y="82613"/>
                  </a:lnTo>
                  <a:lnTo>
                    <a:pt x="19625" y="87255"/>
                  </a:lnTo>
                  <a:lnTo>
                    <a:pt x="17205" y="91975"/>
                  </a:lnTo>
                  <a:lnTo>
                    <a:pt x="14936" y="96770"/>
                  </a:lnTo>
                  <a:lnTo>
                    <a:pt x="12820" y="101635"/>
                  </a:lnTo>
                  <a:lnTo>
                    <a:pt x="10859" y="106564"/>
                  </a:lnTo>
                  <a:lnTo>
                    <a:pt x="9056" y="111553"/>
                  </a:lnTo>
                  <a:lnTo>
                    <a:pt x="7412" y="116596"/>
                  </a:lnTo>
                  <a:lnTo>
                    <a:pt x="5929" y="121690"/>
                  </a:lnTo>
                  <a:lnTo>
                    <a:pt x="4608" y="126827"/>
                  </a:lnTo>
                  <a:lnTo>
                    <a:pt x="3451" y="132005"/>
                  </a:lnTo>
                  <a:lnTo>
                    <a:pt x="2459" y="137216"/>
                  </a:lnTo>
                  <a:lnTo>
                    <a:pt x="1632" y="142456"/>
                  </a:lnTo>
                  <a:lnTo>
                    <a:pt x="973" y="147719"/>
                  </a:lnTo>
                  <a:lnTo>
                    <a:pt x="480" y="153001"/>
                  </a:lnTo>
                  <a:lnTo>
                    <a:pt x="156" y="158296"/>
                  </a:lnTo>
                  <a:lnTo>
                    <a:pt x="0" y="163599"/>
                  </a:lnTo>
                  <a:lnTo>
                    <a:pt x="11" y="168903"/>
                  </a:lnTo>
                  <a:lnTo>
                    <a:pt x="192" y="174205"/>
                  </a:lnTo>
                  <a:lnTo>
                    <a:pt x="540" y="179498"/>
                  </a:lnTo>
                  <a:lnTo>
                    <a:pt x="1056" y="184778"/>
                  </a:lnTo>
                  <a:lnTo>
                    <a:pt x="1740" y="190039"/>
                  </a:lnTo>
                  <a:lnTo>
                    <a:pt x="2590" y="195275"/>
                  </a:lnTo>
                  <a:lnTo>
                    <a:pt x="3606" y="200482"/>
                  </a:lnTo>
                  <a:lnTo>
                    <a:pt x="4786" y="205653"/>
                  </a:lnTo>
                  <a:lnTo>
                    <a:pt x="6130" y="210785"/>
                  </a:lnTo>
                  <a:lnTo>
                    <a:pt x="7636" y="215872"/>
                  </a:lnTo>
                  <a:lnTo>
                    <a:pt x="9303" y="220908"/>
                  </a:lnTo>
                  <a:lnTo>
                    <a:pt x="11128" y="225888"/>
                  </a:lnTo>
                  <a:lnTo>
                    <a:pt x="13111" y="230809"/>
                  </a:lnTo>
                  <a:lnTo>
                    <a:pt x="15249" y="235664"/>
                  </a:lnTo>
                  <a:lnTo>
                    <a:pt x="17540" y="240448"/>
                  </a:lnTo>
                  <a:lnTo>
                    <a:pt x="19981" y="245158"/>
                  </a:lnTo>
                  <a:lnTo>
                    <a:pt x="22571" y="249788"/>
                  </a:lnTo>
                  <a:lnTo>
                    <a:pt x="25307" y="254333"/>
                  </a:lnTo>
                  <a:lnTo>
                    <a:pt x="28185" y="258789"/>
                  </a:lnTo>
                  <a:lnTo>
                    <a:pt x="31203" y="263151"/>
                  </a:lnTo>
                  <a:lnTo>
                    <a:pt x="34358" y="267416"/>
                  </a:lnTo>
                  <a:lnTo>
                    <a:pt x="37647" y="271578"/>
                  </a:lnTo>
                  <a:lnTo>
                    <a:pt x="41066" y="275634"/>
                  </a:lnTo>
                  <a:lnTo>
                    <a:pt x="44612" y="279580"/>
                  </a:lnTo>
                  <a:lnTo>
                    <a:pt x="48281" y="283410"/>
                  </a:lnTo>
                  <a:lnTo>
                    <a:pt x="52071" y="287123"/>
                  </a:lnTo>
                  <a:lnTo>
                    <a:pt x="55976" y="290713"/>
                  </a:lnTo>
                  <a:lnTo>
                    <a:pt x="59993" y="294178"/>
                  </a:lnTo>
                  <a:lnTo>
                    <a:pt x="64118" y="297514"/>
                  </a:lnTo>
                  <a:lnTo>
                    <a:pt x="68346" y="300716"/>
                  </a:lnTo>
                  <a:lnTo>
                    <a:pt x="72675" y="303784"/>
                  </a:lnTo>
                  <a:lnTo>
                    <a:pt x="77098" y="306712"/>
                  </a:lnTo>
                  <a:lnTo>
                    <a:pt x="81612" y="309498"/>
                  </a:lnTo>
                  <a:lnTo>
                    <a:pt x="86212" y="312140"/>
                  </a:lnTo>
                  <a:lnTo>
                    <a:pt x="90894" y="314635"/>
                  </a:lnTo>
                  <a:lnTo>
                    <a:pt x="95652" y="316979"/>
                  </a:lnTo>
                  <a:lnTo>
                    <a:pt x="100483" y="319172"/>
                  </a:lnTo>
                  <a:lnTo>
                    <a:pt x="105381" y="321210"/>
                  </a:lnTo>
                  <a:lnTo>
                    <a:pt x="110340" y="323092"/>
                  </a:lnTo>
                  <a:lnTo>
                    <a:pt x="115357" y="324815"/>
                  </a:lnTo>
                  <a:lnTo>
                    <a:pt x="120427" y="326378"/>
                  </a:lnTo>
                  <a:lnTo>
                    <a:pt x="125543" y="327780"/>
                  </a:lnTo>
                  <a:lnTo>
                    <a:pt x="130701" y="329019"/>
                  </a:lnTo>
                  <a:lnTo>
                    <a:pt x="135896" y="330093"/>
                  </a:lnTo>
                  <a:lnTo>
                    <a:pt x="141122" y="331002"/>
                  </a:lnTo>
                  <a:lnTo>
                    <a:pt x="146375" y="331745"/>
                  </a:lnTo>
                  <a:lnTo>
                    <a:pt x="151648" y="332321"/>
                  </a:lnTo>
                  <a:lnTo>
                    <a:pt x="156937" y="332729"/>
                  </a:lnTo>
                  <a:lnTo>
                    <a:pt x="162237" y="332969"/>
                  </a:lnTo>
                  <a:lnTo>
                    <a:pt x="167541" y="333041"/>
                  </a:lnTo>
                  <a:lnTo>
                    <a:pt x="172845" y="332944"/>
                  </a:lnTo>
                  <a:lnTo>
                    <a:pt x="178143" y="332680"/>
                  </a:lnTo>
                  <a:lnTo>
                    <a:pt x="183430" y="332247"/>
                  </a:lnTo>
                  <a:lnTo>
                    <a:pt x="188701" y="331647"/>
                  </a:lnTo>
                  <a:lnTo>
                    <a:pt x="193950" y="330879"/>
                  </a:lnTo>
                  <a:lnTo>
                    <a:pt x="199172" y="329946"/>
                  </a:lnTo>
                  <a:lnTo>
                    <a:pt x="204362" y="328847"/>
                  </a:lnTo>
                  <a:lnTo>
                    <a:pt x="209514" y="327585"/>
                  </a:lnTo>
                  <a:lnTo>
                    <a:pt x="214624" y="326159"/>
                  </a:lnTo>
                  <a:lnTo>
                    <a:pt x="219686" y="324572"/>
                  </a:lnTo>
                  <a:lnTo>
                    <a:pt x="224694" y="322825"/>
                  </a:lnTo>
                  <a:lnTo>
                    <a:pt x="229645" y="320920"/>
                  </a:lnTo>
                  <a:lnTo>
                    <a:pt x="234534" y="318859"/>
                  </a:lnTo>
                  <a:lnTo>
                    <a:pt x="239354" y="316644"/>
                  </a:lnTo>
                  <a:lnTo>
                    <a:pt x="244101" y="314278"/>
                  </a:lnTo>
                  <a:lnTo>
                    <a:pt x="248771" y="311761"/>
                  </a:lnTo>
                  <a:lnTo>
                    <a:pt x="253359" y="309098"/>
                  </a:lnTo>
                  <a:lnTo>
                    <a:pt x="257860" y="306291"/>
                  </a:lnTo>
                  <a:lnTo>
                    <a:pt x="262270" y="303342"/>
                  </a:lnTo>
                  <a:lnTo>
                    <a:pt x="266584" y="300255"/>
                  </a:lnTo>
                  <a:lnTo>
                    <a:pt x="270797" y="297032"/>
                  </a:lnTo>
                  <a:lnTo>
                    <a:pt x="274907" y="293677"/>
                  </a:lnTo>
                  <a:lnTo>
                    <a:pt x="278908" y="290194"/>
                  </a:lnTo>
                  <a:lnTo>
                    <a:pt x="282796" y="286585"/>
                  </a:lnTo>
                  <a:lnTo>
                    <a:pt x="286568" y="282855"/>
                  </a:lnTo>
                  <a:lnTo>
                    <a:pt x="290220" y="279007"/>
                  </a:lnTo>
                  <a:lnTo>
                    <a:pt x="293747" y="275046"/>
                  </a:lnTo>
                  <a:lnTo>
                    <a:pt x="297147" y="270974"/>
                  </a:lnTo>
                  <a:lnTo>
                    <a:pt x="300417" y="266796"/>
                  </a:lnTo>
                  <a:lnTo>
                    <a:pt x="303552" y="262517"/>
                  </a:lnTo>
                  <a:lnTo>
                    <a:pt x="306550" y="258140"/>
                  </a:lnTo>
                  <a:lnTo>
                    <a:pt x="309407" y="253671"/>
                  </a:lnTo>
                  <a:lnTo>
                    <a:pt x="312121" y="249113"/>
                  </a:lnTo>
                  <a:lnTo>
                    <a:pt x="314689" y="244471"/>
                  </a:lnTo>
                  <a:lnTo>
                    <a:pt x="317109" y="239750"/>
                  </a:lnTo>
                  <a:lnTo>
                    <a:pt x="319377" y="234955"/>
                  </a:lnTo>
                  <a:lnTo>
                    <a:pt x="321493" y="230090"/>
                  </a:lnTo>
                  <a:lnTo>
                    <a:pt x="323452" y="225161"/>
                  </a:lnTo>
                  <a:lnTo>
                    <a:pt x="325255" y="220172"/>
                  </a:lnTo>
                  <a:lnTo>
                    <a:pt x="326898" y="215128"/>
                  </a:lnTo>
                  <a:lnTo>
                    <a:pt x="328381" y="210034"/>
                  </a:lnTo>
                  <a:lnTo>
                    <a:pt x="329701" y="204896"/>
                  </a:lnTo>
                  <a:lnTo>
                    <a:pt x="330857" y="199719"/>
                  </a:lnTo>
                  <a:lnTo>
                    <a:pt x="331848" y="194508"/>
                  </a:lnTo>
                  <a:lnTo>
                    <a:pt x="332674" y="189268"/>
                  </a:lnTo>
                  <a:lnTo>
                    <a:pt x="333333" y="184004"/>
                  </a:lnTo>
                  <a:lnTo>
                    <a:pt x="333824" y="178722"/>
                  </a:lnTo>
                  <a:lnTo>
                    <a:pt x="334148" y="173427"/>
                  </a:lnTo>
                  <a:lnTo>
                    <a:pt x="334304" y="168125"/>
                  </a:lnTo>
                  <a:lnTo>
                    <a:pt x="334291" y="162820"/>
                  </a:lnTo>
                  <a:lnTo>
                    <a:pt x="334110" y="157518"/>
                  </a:lnTo>
                  <a:lnTo>
                    <a:pt x="333761" y="152225"/>
                  </a:lnTo>
                  <a:lnTo>
                    <a:pt x="333244" y="146945"/>
                  </a:lnTo>
                  <a:lnTo>
                    <a:pt x="332560" y="141685"/>
                  </a:lnTo>
                  <a:lnTo>
                    <a:pt x="331709" y="136449"/>
                  </a:lnTo>
                  <a:lnTo>
                    <a:pt x="330692" y="131242"/>
                  </a:lnTo>
                  <a:lnTo>
                    <a:pt x="329511" y="126070"/>
                  </a:lnTo>
                  <a:lnTo>
                    <a:pt x="328166" y="120939"/>
                  </a:lnTo>
                  <a:lnTo>
                    <a:pt x="326660" y="115853"/>
                  </a:lnTo>
                  <a:lnTo>
                    <a:pt x="324992" y="110817"/>
                  </a:lnTo>
                  <a:lnTo>
                    <a:pt x="323166" y="105836"/>
                  </a:lnTo>
                  <a:lnTo>
                    <a:pt x="321182" y="100916"/>
                  </a:lnTo>
                  <a:lnTo>
                    <a:pt x="319044" y="96062"/>
                  </a:lnTo>
                  <a:lnTo>
                    <a:pt x="316752" y="91277"/>
                  </a:lnTo>
                  <a:lnTo>
                    <a:pt x="314310" y="86568"/>
                  </a:lnTo>
                  <a:lnTo>
                    <a:pt x="311719" y="81939"/>
                  </a:lnTo>
                  <a:lnTo>
                    <a:pt x="308983" y="77394"/>
                  </a:lnTo>
                  <a:lnTo>
                    <a:pt x="306105" y="72938"/>
                  </a:lnTo>
                  <a:lnTo>
                    <a:pt x="303086" y="68576"/>
                  </a:lnTo>
                  <a:lnTo>
                    <a:pt x="299930" y="64312"/>
                  </a:lnTo>
                  <a:lnTo>
                    <a:pt x="296641" y="60150"/>
                  </a:lnTo>
                  <a:lnTo>
                    <a:pt x="293221" y="56095"/>
                  </a:lnTo>
                  <a:lnTo>
                    <a:pt x="289674" y="52150"/>
                  </a:lnTo>
                  <a:lnTo>
                    <a:pt x="286004" y="48320"/>
                  </a:lnTo>
                  <a:lnTo>
                    <a:pt x="282214" y="44608"/>
                  </a:lnTo>
                  <a:lnTo>
                    <a:pt x="278309" y="41018"/>
                  </a:lnTo>
                  <a:lnTo>
                    <a:pt x="274291" y="37554"/>
                  </a:lnTo>
                  <a:lnTo>
                    <a:pt x="270166" y="34219"/>
                  </a:lnTo>
                  <a:lnTo>
                    <a:pt x="265937" y="31017"/>
                  </a:lnTo>
                  <a:lnTo>
                    <a:pt x="261608" y="27950"/>
                  </a:lnTo>
                  <a:lnTo>
                    <a:pt x="257184" y="25023"/>
                  </a:lnTo>
                  <a:lnTo>
                    <a:pt x="252670" y="22237"/>
                  </a:lnTo>
                  <a:lnTo>
                    <a:pt x="248069" y="19596"/>
                  </a:lnTo>
                  <a:lnTo>
                    <a:pt x="243387" y="17102"/>
                  </a:lnTo>
                  <a:lnTo>
                    <a:pt x="238628" y="14758"/>
                  </a:lnTo>
                  <a:lnTo>
                    <a:pt x="233797" y="12566"/>
                  </a:lnTo>
                  <a:lnTo>
                    <a:pt x="228899" y="10529"/>
                  </a:lnTo>
                  <a:lnTo>
                    <a:pt x="223939" y="8648"/>
                  </a:lnTo>
                  <a:lnTo>
                    <a:pt x="218922" y="6925"/>
                  </a:lnTo>
                  <a:lnTo>
                    <a:pt x="213853" y="5362"/>
                  </a:lnTo>
                  <a:lnTo>
                    <a:pt x="208736" y="3961"/>
                  </a:lnTo>
                  <a:lnTo>
                    <a:pt x="203578" y="2723"/>
                  </a:lnTo>
                  <a:lnTo>
                    <a:pt x="198383" y="1650"/>
                  </a:lnTo>
                  <a:lnTo>
                    <a:pt x="193156" y="741"/>
                  </a:lnTo>
                  <a:lnTo>
                    <a:pt x="187904" y="0"/>
                  </a:lnTo>
                  <a:lnTo>
                    <a:pt x="167151" y="1658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20752" cy="167167"/>
            </a:xfrm>
            <a:custGeom>
              <a:avLst/>
              <a:pathLst>
                <a:path w="20752" h="167167">
                  <a:moveTo>
                    <a:pt x="20752" y="1293"/>
                  </a:moveTo>
                  <a:lnTo>
                    <a:pt x="10396" y="3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23594" y="2633064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7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5" y="6745"/>
                  </a:lnTo>
                  <a:lnTo>
                    <a:pt x="115088" y="8314"/>
                  </a:lnTo>
                  <a:lnTo>
                    <a:pt x="110084" y="10043"/>
                  </a:lnTo>
                  <a:lnTo>
                    <a:pt x="105137" y="11929"/>
                  </a:lnTo>
                  <a:lnTo>
                    <a:pt x="100252" y="13970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2" y="23651"/>
                  </a:lnTo>
                  <a:lnTo>
                    <a:pt x="76930" y="26438"/>
                  </a:lnTo>
                  <a:lnTo>
                    <a:pt x="72519" y="29365"/>
                  </a:lnTo>
                  <a:lnTo>
                    <a:pt x="68202" y="32431"/>
                  </a:lnTo>
                  <a:lnTo>
                    <a:pt x="63985" y="35632"/>
                  </a:lnTo>
                  <a:lnTo>
                    <a:pt x="59872" y="38965"/>
                  </a:lnTo>
                  <a:lnTo>
                    <a:pt x="55866" y="42427"/>
                  </a:lnTo>
                  <a:lnTo>
                    <a:pt x="51971" y="46014"/>
                  </a:lnTo>
                  <a:lnTo>
                    <a:pt x="48193" y="49722"/>
                  </a:lnTo>
                  <a:lnTo>
                    <a:pt x="44533" y="53548"/>
                  </a:lnTo>
                  <a:lnTo>
                    <a:pt x="40997" y="57488"/>
                  </a:lnTo>
                  <a:lnTo>
                    <a:pt x="37587" y="61538"/>
                  </a:lnTo>
                  <a:lnTo>
                    <a:pt x="34307" y="65694"/>
                  </a:lnTo>
                  <a:lnTo>
                    <a:pt x="31160" y="69952"/>
                  </a:lnTo>
                  <a:lnTo>
                    <a:pt x="28150" y="74307"/>
                  </a:lnTo>
                  <a:lnTo>
                    <a:pt x="25279" y="78755"/>
                  </a:lnTo>
                  <a:lnTo>
                    <a:pt x="22550" y="83292"/>
                  </a:lnTo>
                  <a:lnTo>
                    <a:pt x="19967" y="87914"/>
                  </a:lnTo>
                  <a:lnTo>
                    <a:pt x="17531" y="92614"/>
                  </a:lnTo>
                  <a:lnTo>
                    <a:pt x="15245" y="97390"/>
                  </a:lnTo>
                  <a:lnTo>
                    <a:pt x="13112" y="102235"/>
                  </a:lnTo>
                  <a:lnTo>
                    <a:pt x="11133" y="107146"/>
                  </a:lnTo>
                  <a:lnTo>
                    <a:pt x="9310" y="112117"/>
                  </a:lnTo>
                  <a:lnTo>
                    <a:pt x="7646" y="117143"/>
                  </a:lnTo>
                  <a:lnTo>
                    <a:pt x="6142" y="122219"/>
                  </a:lnTo>
                  <a:lnTo>
                    <a:pt x="4799" y="127340"/>
                  </a:lnTo>
                  <a:lnTo>
                    <a:pt x="3620" y="132501"/>
                  </a:lnTo>
                  <a:lnTo>
                    <a:pt x="2604" y="137698"/>
                  </a:lnTo>
                  <a:lnTo>
                    <a:pt x="1753" y="142923"/>
                  </a:lnTo>
                  <a:lnTo>
                    <a:pt x="1068" y="148173"/>
                  </a:lnTo>
                  <a:lnTo>
                    <a:pt x="550" y="153442"/>
                  </a:lnTo>
                  <a:lnTo>
                    <a:pt x="199" y="158725"/>
                  </a:lnTo>
                  <a:lnTo>
                    <a:pt x="15" y="164016"/>
                  </a:lnTo>
                  <a:lnTo>
                    <a:pt x="0" y="169310"/>
                  </a:lnTo>
                  <a:lnTo>
                    <a:pt x="151" y="174602"/>
                  </a:lnTo>
                  <a:lnTo>
                    <a:pt x="470" y="179887"/>
                  </a:lnTo>
                  <a:lnTo>
                    <a:pt x="957" y="185159"/>
                  </a:lnTo>
                  <a:lnTo>
                    <a:pt x="1610" y="190413"/>
                  </a:lnTo>
                  <a:lnTo>
                    <a:pt x="2429" y="195644"/>
                  </a:lnTo>
                  <a:lnTo>
                    <a:pt x="3413" y="200846"/>
                  </a:lnTo>
                  <a:lnTo>
                    <a:pt x="4562" y="206014"/>
                  </a:lnTo>
                  <a:lnTo>
                    <a:pt x="5874" y="211143"/>
                  </a:lnTo>
                  <a:lnTo>
                    <a:pt x="7347" y="216228"/>
                  </a:lnTo>
                  <a:lnTo>
                    <a:pt x="8981" y="221264"/>
                  </a:lnTo>
                  <a:lnTo>
                    <a:pt x="10774" y="226246"/>
                  </a:lnTo>
                  <a:lnTo>
                    <a:pt x="12723" y="231169"/>
                  </a:lnTo>
                  <a:lnTo>
                    <a:pt x="14827" y="236027"/>
                  </a:lnTo>
                  <a:lnTo>
                    <a:pt x="17084" y="240816"/>
                  </a:lnTo>
                  <a:lnTo>
                    <a:pt x="19491" y="245531"/>
                  </a:lnTo>
                  <a:lnTo>
                    <a:pt x="22047" y="250168"/>
                  </a:lnTo>
                  <a:lnTo>
                    <a:pt x="24748" y="254721"/>
                  </a:lnTo>
                  <a:lnTo>
                    <a:pt x="27592" y="259187"/>
                  </a:lnTo>
                  <a:lnTo>
                    <a:pt x="30576" y="263560"/>
                  </a:lnTo>
                  <a:lnTo>
                    <a:pt x="33697" y="267837"/>
                  </a:lnTo>
                  <a:lnTo>
                    <a:pt x="36952" y="272013"/>
                  </a:lnTo>
                  <a:lnTo>
                    <a:pt x="40338" y="276083"/>
                  </a:lnTo>
                  <a:lnTo>
                    <a:pt x="43850" y="280044"/>
                  </a:lnTo>
                  <a:lnTo>
                    <a:pt x="47487" y="283893"/>
                  </a:lnTo>
                  <a:lnTo>
                    <a:pt x="51243" y="287623"/>
                  </a:lnTo>
                  <a:lnTo>
                    <a:pt x="55116" y="291234"/>
                  </a:lnTo>
                  <a:lnTo>
                    <a:pt x="59101" y="294719"/>
                  </a:lnTo>
                  <a:lnTo>
                    <a:pt x="63194" y="298077"/>
                  </a:lnTo>
                  <a:lnTo>
                    <a:pt x="67392" y="301303"/>
                  </a:lnTo>
                  <a:lnTo>
                    <a:pt x="71689" y="304395"/>
                  </a:lnTo>
                  <a:lnTo>
                    <a:pt x="76083" y="307350"/>
                  </a:lnTo>
                  <a:lnTo>
                    <a:pt x="80568" y="310163"/>
                  </a:lnTo>
                  <a:lnTo>
                    <a:pt x="85139" y="312833"/>
                  </a:lnTo>
                  <a:lnTo>
                    <a:pt x="89793" y="315357"/>
                  </a:lnTo>
                  <a:lnTo>
                    <a:pt x="94525" y="317733"/>
                  </a:lnTo>
                  <a:lnTo>
                    <a:pt x="99329" y="319957"/>
                  </a:lnTo>
                  <a:lnTo>
                    <a:pt x="104202" y="322028"/>
                  </a:lnTo>
                  <a:lnTo>
                    <a:pt x="109137" y="323944"/>
                  </a:lnTo>
                  <a:lnTo>
                    <a:pt x="114131" y="325703"/>
                  </a:lnTo>
                  <a:lnTo>
                    <a:pt x="119178" y="327302"/>
                  </a:lnTo>
                  <a:lnTo>
                    <a:pt x="124273" y="328741"/>
                  </a:lnTo>
                  <a:lnTo>
                    <a:pt x="129411" y="330018"/>
                  </a:lnTo>
                  <a:lnTo>
                    <a:pt x="134587" y="331132"/>
                  </a:lnTo>
                  <a:lnTo>
                    <a:pt x="139796" y="332081"/>
                  </a:lnTo>
                  <a:lnTo>
                    <a:pt x="145032" y="332864"/>
                  </a:lnTo>
                  <a:lnTo>
                    <a:pt x="150290" y="333482"/>
                  </a:lnTo>
                  <a:lnTo>
                    <a:pt x="155565" y="333932"/>
                  </a:lnTo>
                  <a:lnTo>
                    <a:pt x="160852" y="334216"/>
                  </a:lnTo>
                  <a:lnTo>
                    <a:pt x="166145" y="334331"/>
                  </a:lnTo>
                  <a:lnTo>
                    <a:pt x="171439" y="334279"/>
                  </a:lnTo>
                  <a:lnTo>
                    <a:pt x="176729" y="334060"/>
                  </a:lnTo>
                  <a:lnTo>
                    <a:pt x="182009" y="333673"/>
                  </a:lnTo>
                  <a:lnTo>
                    <a:pt x="187275" y="333119"/>
                  </a:lnTo>
                  <a:lnTo>
                    <a:pt x="192520" y="332399"/>
                  </a:lnTo>
                  <a:lnTo>
                    <a:pt x="197739" y="331512"/>
                  </a:lnTo>
                  <a:lnTo>
                    <a:pt x="202928" y="330461"/>
                  </a:lnTo>
                  <a:lnTo>
                    <a:pt x="208081" y="329247"/>
                  </a:lnTo>
                  <a:lnTo>
                    <a:pt x="213194" y="327869"/>
                  </a:lnTo>
                  <a:lnTo>
                    <a:pt x="218259" y="326331"/>
                  </a:lnTo>
                  <a:lnTo>
                    <a:pt x="223274" y="324633"/>
                  </a:lnTo>
                  <a:lnTo>
                    <a:pt x="228232" y="322776"/>
                  </a:lnTo>
                  <a:lnTo>
                    <a:pt x="233129" y="320764"/>
                  </a:lnTo>
                  <a:lnTo>
                    <a:pt x="237960" y="318598"/>
                  </a:lnTo>
                  <a:lnTo>
                    <a:pt x="242720" y="316280"/>
                  </a:lnTo>
                  <a:lnTo>
                    <a:pt x="247404" y="313812"/>
                  </a:lnTo>
                  <a:lnTo>
                    <a:pt x="252008" y="311197"/>
                  </a:lnTo>
                  <a:lnTo>
                    <a:pt x="256526" y="308438"/>
                  </a:lnTo>
                  <a:lnTo>
                    <a:pt x="260955" y="305537"/>
                  </a:lnTo>
                  <a:lnTo>
                    <a:pt x="265290" y="302497"/>
                  </a:lnTo>
                  <a:lnTo>
                    <a:pt x="269526" y="299321"/>
                  </a:lnTo>
                  <a:lnTo>
                    <a:pt x="273660" y="296013"/>
                  </a:lnTo>
                  <a:lnTo>
                    <a:pt x="277686" y="292576"/>
                  </a:lnTo>
                  <a:lnTo>
                    <a:pt x="281602" y="289013"/>
                  </a:lnTo>
                  <a:lnTo>
                    <a:pt x="285403" y="285327"/>
                  </a:lnTo>
                  <a:lnTo>
                    <a:pt x="289086" y="281523"/>
                  </a:lnTo>
                  <a:lnTo>
                    <a:pt x="292646" y="277605"/>
                  </a:lnTo>
                  <a:lnTo>
                    <a:pt x="296080" y="273575"/>
                  </a:lnTo>
                  <a:lnTo>
                    <a:pt x="299385" y="269439"/>
                  </a:lnTo>
                  <a:lnTo>
                    <a:pt x="302558" y="265201"/>
                  </a:lnTo>
                  <a:lnTo>
                    <a:pt x="305594" y="260864"/>
                  </a:lnTo>
                  <a:lnTo>
                    <a:pt x="308492" y="256433"/>
                  </a:lnTo>
                  <a:lnTo>
                    <a:pt x="311248" y="251912"/>
                  </a:lnTo>
                  <a:lnTo>
                    <a:pt x="313859" y="247306"/>
                  </a:lnTo>
                  <a:lnTo>
                    <a:pt x="316323" y="242620"/>
                  </a:lnTo>
                  <a:lnTo>
                    <a:pt x="318638" y="237859"/>
                  </a:lnTo>
                  <a:lnTo>
                    <a:pt x="320801" y="233026"/>
                  </a:lnTo>
                  <a:lnTo>
                    <a:pt x="322809" y="228128"/>
                  </a:lnTo>
                  <a:lnTo>
                    <a:pt x="324661" y="223168"/>
                  </a:lnTo>
                  <a:lnTo>
                    <a:pt x="326356" y="218152"/>
                  </a:lnTo>
                  <a:lnTo>
                    <a:pt x="327891" y="213085"/>
                  </a:lnTo>
                  <a:lnTo>
                    <a:pt x="329264" y="207972"/>
                  </a:lnTo>
                  <a:lnTo>
                    <a:pt x="330475" y="202818"/>
                  </a:lnTo>
                  <a:lnTo>
                    <a:pt x="331522" y="197628"/>
                  </a:lnTo>
                  <a:lnTo>
                    <a:pt x="332404" y="192408"/>
                  </a:lnTo>
                  <a:lnTo>
                    <a:pt x="333121" y="187162"/>
                  </a:lnTo>
                  <a:lnTo>
                    <a:pt x="333670" y="181896"/>
                  </a:lnTo>
                  <a:lnTo>
                    <a:pt x="334053" y="176616"/>
                  </a:lnTo>
                  <a:lnTo>
                    <a:pt x="334269" y="171326"/>
                  </a:lnTo>
                  <a:lnTo>
                    <a:pt x="334317" y="166032"/>
                  </a:lnTo>
                  <a:lnTo>
                    <a:pt x="334197" y="160739"/>
                  </a:lnTo>
                  <a:lnTo>
                    <a:pt x="333910" y="155452"/>
                  </a:lnTo>
                  <a:lnTo>
                    <a:pt x="333455" y="150177"/>
                  </a:lnTo>
                  <a:lnTo>
                    <a:pt x="332834" y="144920"/>
                  </a:lnTo>
                  <a:lnTo>
                    <a:pt x="332046" y="139684"/>
                  </a:lnTo>
                  <a:lnTo>
                    <a:pt x="331093" y="134476"/>
                  </a:lnTo>
                  <a:lnTo>
                    <a:pt x="329976" y="129301"/>
                  </a:lnTo>
                  <a:lnTo>
                    <a:pt x="328695" y="124164"/>
                  </a:lnTo>
                  <a:lnTo>
                    <a:pt x="327252" y="1190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752134"/>
              <a:ext cx="160098" cy="48096"/>
            </a:xfrm>
            <a:custGeom>
              <a:avLst/>
              <a:pathLst>
                <a:path w="160098" h="48096">
                  <a:moveTo>
                    <a:pt x="160098" y="0"/>
                  </a:moveTo>
                  <a:lnTo>
                    <a:pt x="0" y="48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752134"/>
              <a:ext cx="160098" cy="48096"/>
            </a:xfrm>
            <a:custGeom>
              <a:avLst/>
              <a:pathLst>
                <a:path w="160098" h="48096">
                  <a:moveTo>
                    <a:pt x="160098" y="0"/>
                  </a:moveTo>
                  <a:lnTo>
                    <a:pt x="0" y="48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752134"/>
              <a:ext cx="160098" cy="48096"/>
            </a:xfrm>
            <a:custGeom>
              <a:avLst/>
              <a:pathLst>
                <a:path w="160098" h="48096">
                  <a:moveTo>
                    <a:pt x="160098" y="0"/>
                  </a:moveTo>
                  <a:lnTo>
                    <a:pt x="0" y="48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752134"/>
              <a:ext cx="160098" cy="48096"/>
            </a:xfrm>
            <a:custGeom>
              <a:avLst/>
              <a:pathLst>
                <a:path w="160098" h="48096">
                  <a:moveTo>
                    <a:pt x="160098" y="0"/>
                  </a:moveTo>
                  <a:lnTo>
                    <a:pt x="0" y="480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752134"/>
              <a:ext cx="160098" cy="48096"/>
            </a:xfrm>
            <a:custGeom>
              <a:avLst/>
              <a:pathLst>
                <a:path w="160098" h="48096">
                  <a:moveTo>
                    <a:pt x="160098" y="0"/>
                  </a:moveTo>
                  <a:lnTo>
                    <a:pt x="0" y="480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752134"/>
              <a:ext cx="160098" cy="48096"/>
            </a:xfrm>
            <a:custGeom>
              <a:avLst/>
              <a:pathLst>
                <a:path w="160098" h="48096">
                  <a:moveTo>
                    <a:pt x="160098" y="0"/>
                  </a:moveTo>
                  <a:lnTo>
                    <a:pt x="0" y="480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52134"/>
              <a:ext cx="160098" cy="48096"/>
            </a:xfrm>
            <a:custGeom>
              <a:avLst/>
              <a:pathLst>
                <a:path w="160098" h="48096">
                  <a:moveTo>
                    <a:pt x="160098" y="0"/>
                  </a:moveTo>
                  <a:lnTo>
                    <a:pt x="0" y="480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52134"/>
              <a:ext cx="160098" cy="48096"/>
            </a:xfrm>
            <a:custGeom>
              <a:avLst/>
              <a:pathLst>
                <a:path w="160098" h="48096">
                  <a:moveTo>
                    <a:pt x="160098" y="0"/>
                  </a:moveTo>
                  <a:lnTo>
                    <a:pt x="0" y="48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52134"/>
              <a:ext cx="160098" cy="48096"/>
            </a:xfrm>
            <a:custGeom>
              <a:avLst/>
              <a:pathLst>
                <a:path w="160098" h="48096">
                  <a:moveTo>
                    <a:pt x="160098" y="0"/>
                  </a:moveTo>
                  <a:lnTo>
                    <a:pt x="0" y="48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52134"/>
              <a:ext cx="160098" cy="48096"/>
            </a:xfrm>
            <a:custGeom>
              <a:avLst/>
              <a:pathLst>
                <a:path w="160098" h="48096">
                  <a:moveTo>
                    <a:pt x="160098" y="0"/>
                  </a:moveTo>
                  <a:lnTo>
                    <a:pt x="0" y="48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52134"/>
              <a:ext cx="160098" cy="48096"/>
            </a:xfrm>
            <a:custGeom>
              <a:avLst/>
              <a:pathLst>
                <a:path w="160098" h="48096">
                  <a:moveTo>
                    <a:pt x="160098" y="0"/>
                  </a:moveTo>
                  <a:lnTo>
                    <a:pt x="0" y="48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52134"/>
              <a:ext cx="160098" cy="48096"/>
            </a:xfrm>
            <a:custGeom>
              <a:avLst/>
              <a:pathLst>
                <a:path w="160098" h="48096">
                  <a:moveTo>
                    <a:pt x="160098" y="0"/>
                  </a:moveTo>
                  <a:lnTo>
                    <a:pt x="0" y="480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52134"/>
              <a:ext cx="160098" cy="48096"/>
            </a:xfrm>
            <a:custGeom>
              <a:avLst/>
              <a:pathLst>
                <a:path w="160098" h="48096">
                  <a:moveTo>
                    <a:pt x="160098" y="0"/>
                  </a:moveTo>
                  <a:lnTo>
                    <a:pt x="0" y="480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42821"/>
              <a:ext cx="160098" cy="157410"/>
            </a:xfrm>
            <a:custGeom>
              <a:avLst/>
              <a:pathLst>
                <a:path w="160098" h="157410">
                  <a:moveTo>
                    <a:pt x="160098" y="109313"/>
                  </a:moveTo>
                  <a:lnTo>
                    <a:pt x="158402" y="103991"/>
                  </a:lnTo>
                  <a:lnTo>
                    <a:pt x="156529" y="98729"/>
                  </a:lnTo>
                  <a:lnTo>
                    <a:pt x="154481" y="93533"/>
                  </a:lnTo>
                  <a:lnTo>
                    <a:pt x="152261" y="88407"/>
                  </a:lnTo>
                  <a:lnTo>
                    <a:pt x="149871" y="83359"/>
                  </a:lnTo>
                  <a:lnTo>
                    <a:pt x="147313" y="78393"/>
                  </a:lnTo>
                  <a:lnTo>
                    <a:pt x="144591" y="73516"/>
                  </a:lnTo>
                  <a:lnTo>
                    <a:pt x="141708" y="68732"/>
                  </a:lnTo>
                  <a:lnTo>
                    <a:pt x="138666" y="64047"/>
                  </a:lnTo>
                  <a:lnTo>
                    <a:pt x="135469" y="59467"/>
                  </a:lnTo>
                  <a:lnTo>
                    <a:pt x="132122" y="54996"/>
                  </a:lnTo>
                  <a:lnTo>
                    <a:pt x="128626" y="50639"/>
                  </a:lnTo>
                  <a:lnTo>
                    <a:pt x="124987" y="46401"/>
                  </a:lnTo>
                  <a:lnTo>
                    <a:pt x="121209" y="42288"/>
                  </a:lnTo>
                  <a:lnTo>
                    <a:pt x="117295" y="38302"/>
                  </a:lnTo>
                  <a:lnTo>
                    <a:pt x="113251" y="34450"/>
                  </a:lnTo>
                  <a:lnTo>
                    <a:pt x="109080" y="30735"/>
                  </a:lnTo>
                  <a:lnTo>
                    <a:pt x="104787" y="27162"/>
                  </a:lnTo>
                  <a:lnTo>
                    <a:pt x="100377" y="23734"/>
                  </a:lnTo>
                  <a:lnTo>
                    <a:pt x="95855" y="20455"/>
                  </a:lnTo>
                  <a:lnTo>
                    <a:pt x="91226" y="17329"/>
                  </a:lnTo>
                  <a:lnTo>
                    <a:pt x="86495" y="14360"/>
                  </a:lnTo>
                  <a:lnTo>
                    <a:pt x="81668" y="11550"/>
                  </a:lnTo>
                  <a:lnTo>
                    <a:pt x="76749" y="8903"/>
                  </a:lnTo>
                  <a:lnTo>
                    <a:pt x="71745" y="6422"/>
                  </a:lnTo>
                  <a:lnTo>
                    <a:pt x="66660" y="4109"/>
                  </a:lnTo>
                  <a:lnTo>
                    <a:pt x="61502" y="1967"/>
                  </a:lnTo>
                  <a:lnTo>
                    <a:pt x="56274" y="0"/>
                  </a:lnTo>
                  <a:lnTo>
                    <a:pt x="0" y="1574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56274" cy="167167"/>
            </a:xfrm>
            <a:custGeom>
              <a:avLst/>
              <a:pathLst>
                <a:path w="56274" h="167167">
                  <a:moveTo>
                    <a:pt x="56274" y="9756"/>
                  </a:moveTo>
                  <a:lnTo>
                    <a:pt x="50230" y="7725"/>
                  </a:lnTo>
                  <a:lnTo>
                    <a:pt x="44112" y="5925"/>
                  </a:lnTo>
                  <a:lnTo>
                    <a:pt x="37930" y="4360"/>
                  </a:lnTo>
                  <a:lnTo>
                    <a:pt x="31693" y="3031"/>
                  </a:lnTo>
                  <a:lnTo>
                    <a:pt x="25410" y="1942"/>
                  </a:lnTo>
                  <a:lnTo>
                    <a:pt x="19090" y="1093"/>
                  </a:lnTo>
                  <a:lnTo>
                    <a:pt x="12742" y="486"/>
                  </a:lnTo>
                  <a:lnTo>
                    <a:pt x="6375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358834" y="3170392"/>
              <a:ext cx="334293" cy="334334"/>
            </a:xfrm>
            <a:custGeom>
              <a:avLst/>
              <a:pathLst>
                <a:path w="334293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4" y="336"/>
                  </a:lnTo>
                  <a:lnTo>
                    <a:pt x="151257" y="756"/>
                  </a:lnTo>
                  <a:lnTo>
                    <a:pt x="145985" y="1344"/>
                  </a:lnTo>
                  <a:lnTo>
                    <a:pt x="140735" y="2099"/>
                  </a:lnTo>
                  <a:lnTo>
                    <a:pt x="135512" y="3020"/>
                  </a:lnTo>
                  <a:lnTo>
                    <a:pt x="130320" y="4106"/>
                  </a:lnTo>
                  <a:lnTo>
                    <a:pt x="125165" y="5357"/>
                  </a:lnTo>
                  <a:lnTo>
                    <a:pt x="120053" y="6770"/>
                  </a:lnTo>
                  <a:lnTo>
                    <a:pt x="114988" y="8345"/>
                  </a:lnTo>
                  <a:lnTo>
                    <a:pt x="109975" y="10080"/>
                  </a:lnTo>
                  <a:lnTo>
                    <a:pt x="105020" y="11972"/>
                  </a:lnTo>
                  <a:lnTo>
                    <a:pt x="100128" y="14022"/>
                  </a:lnTo>
                  <a:lnTo>
                    <a:pt x="95303" y="16225"/>
                  </a:lnTo>
                  <a:lnTo>
                    <a:pt x="90550" y="18580"/>
                  </a:lnTo>
                  <a:lnTo>
                    <a:pt x="85875" y="21085"/>
                  </a:lnTo>
                  <a:lnTo>
                    <a:pt x="81281" y="23737"/>
                  </a:lnTo>
                  <a:lnTo>
                    <a:pt x="76774" y="26533"/>
                  </a:lnTo>
                  <a:lnTo>
                    <a:pt x="72358" y="29471"/>
                  </a:lnTo>
                  <a:lnTo>
                    <a:pt x="68037" y="32548"/>
                  </a:lnTo>
                  <a:lnTo>
                    <a:pt x="63816" y="35760"/>
                  </a:lnTo>
                  <a:lnTo>
                    <a:pt x="59699" y="39104"/>
                  </a:lnTo>
                  <a:lnTo>
                    <a:pt x="55690" y="42578"/>
                  </a:lnTo>
                  <a:lnTo>
                    <a:pt x="51794" y="46176"/>
                  </a:lnTo>
                  <a:lnTo>
                    <a:pt x="48013" y="49897"/>
                  </a:lnTo>
                  <a:lnTo>
                    <a:pt x="44353" y="53735"/>
                  </a:lnTo>
                  <a:lnTo>
                    <a:pt x="40816" y="57688"/>
                  </a:lnTo>
                  <a:lnTo>
                    <a:pt x="37406" y="61751"/>
                  </a:lnTo>
                  <a:lnTo>
                    <a:pt x="34127" y="65920"/>
                  </a:lnTo>
                  <a:lnTo>
                    <a:pt x="30982" y="70192"/>
                  </a:lnTo>
                  <a:lnTo>
                    <a:pt x="27974" y="74560"/>
                  </a:lnTo>
                  <a:lnTo>
                    <a:pt x="25106" y="79022"/>
                  </a:lnTo>
                  <a:lnTo>
                    <a:pt x="22381" y="83573"/>
                  </a:lnTo>
                  <a:lnTo>
                    <a:pt x="19802" y="88208"/>
                  </a:lnTo>
                  <a:lnTo>
                    <a:pt x="17371" y="92922"/>
                  </a:lnTo>
                  <a:lnTo>
                    <a:pt x="15091" y="97711"/>
                  </a:lnTo>
                  <a:lnTo>
                    <a:pt x="12964" y="102570"/>
                  </a:lnTo>
                  <a:lnTo>
                    <a:pt x="10992" y="107495"/>
                  </a:lnTo>
                  <a:lnTo>
                    <a:pt x="9177" y="112479"/>
                  </a:lnTo>
                  <a:lnTo>
                    <a:pt x="7522" y="117518"/>
                  </a:lnTo>
                  <a:lnTo>
                    <a:pt x="6027" y="122607"/>
                  </a:lnTo>
                  <a:lnTo>
                    <a:pt x="4694" y="127741"/>
                  </a:lnTo>
                  <a:lnTo>
                    <a:pt x="3525" y="132915"/>
                  </a:lnTo>
                  <a:lnTo>
                    <a:pt x="2521" y="138123"/>
                  </a:lnTo>
                  <a:lnTo>
                    <a:pt x="1683" y="143361"/>
                  </a:lnTo>
                  <a:lnTo>
                    <a:pt x="1011" y="148622"/>
                  </a:lnTo>
                  <a:lnTo>
                    <a:pt x="506" y="153902"/>
                  </a:lnTo>
                  <a:lnTo>
                    <a:pt x="169" y="159196"/>
                  </a:lnTo>
                  <a:lnTo>
                    <a:pt x="0" y="164497"/>
                  </a:lnTo>
                  <a:lnTo>
                    <a:pt x="0" y="169801"/>
                  </a:lnTo>
                  <a:lnTo>
                    <a:pt x="167" y="175103"/>
                  </a:lnTo>
                  <a:lnTo>
                    <a:pt x="503" y="180396"/>
                  </a:lnTo>
                  <a:lnTo>
                    <a:pt x="1007" y="185677"/>
                  </a:lnTo>
                  <a:lnTo>
                    <a:pt x="1678" y="190938"/>
                  </a:lnTo>
                  <a:lnTo>
                    <a:pt x="2515" y="196176"/>
                  </a:lnTo>
                  <a:lnTo>
                    <a:pt x="3518" y="201384"/>
                  </a:lnTo>
                  <a:lnTo>
                    <a:pt x="4686" y="206558"/>
                  </a:lnTo>
                  <a:lnTo>
                    <a:pt x="6018" y="211693"/>
                  </a:lnTo>
                  <a:lnTo>
                    <a:pt x="7511" y="216782"/>
                  </a:lnTo>
                  <a:lnTo>
                    <a:pt x="9166" y="221822"/>
                  </a:lnTo>
                  <a:lnTo>
                    <a:pt x="10979" y="226806"/>
                  </a:lnTo>
                  <a:lnTo>
                    <a:pt x="12950" y="231731"/>
                  </a:lnTo>
                  <a:lnTo>
                    <a:pt x="15076" y="236590"/>
                  </a:lnTo>
                  <a:lnTo>
                    <a:pt x="17355" y="241380"/>
                  </a:lnTo>
                  <a:lnTo>
                    <a:pt x="19785" y="246095"/>
                  </a:lnTo>
                  <a:lnTo>
                    <a:pt x="22363" y="250730"/>
                  </a:lnTo>
                  <a:lnTo>
                    <a:pt x="25087" y="255282"/>
                  </a:lnTo>
                  <a:lnTo>
                    <a:pt x="27954" y="259744"/>
                  </a:lnTo>
                  <a:lnTo>
                    <a:pt x="30961" y="264114"/>
                  </a:lnTo>
                  <a:lnTo>
                    <a:pt x="34106" y="268385"/>
                  </a:lnTo>
                  <a:lnTo>
                    <a:pt x="37384" y="272555"/>
                  </a:lnTo>
                  <a:lnTo>
                    <a:pt x="40793" y="276619"/>
                  </a:lnTo>
                  <a:lnTo>
                    <a:pt x="44329" y="280573"/>
                  </a:lnTo>
                  <a:lnTo>
                    <a:pt x="47988" y="284412"/>
                  </a:lnTo>
                  <a:lnTo>
                    <a:pt x="51768" y="288133"/>
                  </a:lnTo>
                  <a:lnTo>
                    <a:pt x="55664" y="291733"/>
                  </a:lnTo>
                  <a:lnTo>
                    <a:pt x="59672" y="295207"/>
                  </a:lnTo>
                  <a:lnTo>
                    <a:pt x="63788" y="298552"/>
                  </a:lnTo>
                  <a:lnTo>
                    <a:pt x="68009" y="301765"/>
                  </a:lnTo>
                  <a:lnTo>
                    <a:pt x="72329" y="304843"/>
                  </a:lnTo>
                  <a:lnTo>
                    <a:pt x="76744" y="307782"/>
                  </a:lnTo>
                  <a:lnTo>
                    <a:pt x="81251" y="310579"/>
                  </a:lnTo>
                  <a:lnTo>
                    <a:pt x="85844" y="313232"/>
                  </a:lnTo>
                  <a:lnTo>
                    <a:pt x="90519" y="315738"/>
                  </a:lnTo>
                  <a:lnTo>
                    <a:pt x="95271" y="318094"/>
                  </a:lnTo>
                  <a:lnTo>
                    <a:pt x="100096" y="320298"/>
                  </a:lnTo>
                  <a:lnTo>
                    <a:pt x="104988" y="322348"/>
                  </a:lnTo>
                  <a:lnTo>
                    <a:pt x="109942" y="324242"/>
                  </a:lnTo>
                  <a:lnTo>
                    <a:pt x="114954" y="325978"/>
                  </a:lnTo>
                  <a:lnTo>
                    <a:pt x="120019" y="327554"/>
                  </a:lnTo>
                  <a:lnTo>
                    <a:pt x="125131" y="328968"/>
                  </a:lnTo>
                  <a:lnTo>
                    <a:pt x="130285" y="330220"/>
                  </a:lnTo>
                  <a:lnTo>
                    <a:pt x="135477" y="331307"/>
                  </a:lnTo>
                  <a:lnTo>
                    <a:pt x="140700" y="332229"/>
                  </a:lnTo>
                  <a:lnTo>
                    <a:pt x="145950" y="332985"/>
                  </a:lnTo>
                  <a:lnTo>
                    <a:pt x="151222" y="333574"/>
                  </a:lnTo>
                  <a:lnTo>
                    <a:pt x="156509" y="333996"/>
                  </a:lnTo>
                  <a:lnTo>
                    <a:pt x="161807" y="334249"/>
                  </a:lnTo>
                  <a:lnTo>
                    <a:pt x="167111" y="334334"/>
                  </a:lnTo>
                  <a:lnTo>
                    <a:pt x="172414" y="334251"/>
                  </a:lnTo>
                  <a:lnTo>
                    <a:pt x="177713" y="334000"/>
                  </a:lnTo>
                  <a:lnTo>
                    <a:pt x="183000" y="333581"/>
                  </a:lnTo>
                  <a:lnTo>
                    <a:pt x="188272" y="332994"/>
                  </a:lnTo>
                  <a:lnTo>
                    <a:pt x="193522" y="332240"/>
                  </a:lnTo>
                  <a:lnTo>
                    <a:pt x="198746" y="331321"/>
                  </a:lnTo>
                  <a:lnTo>
                    <a:pt x="203938" y="330235"/>
                  </a:lnTo>
                  <a:lnTo>
                    <a:pt x="209093" y="328986"/>
                  </a:lnTo>
                  <a:lnTo>
                    <a:pt x="214206" y="327574"/>
                  </a:lnTo>
                  <a:lnTo>
                    <a:pt x="219271" y="326000"/>
                  </a:lnTo>
                  <a:lnTo>
                    <a:pt x="224284" y="324266"/>
                  </a:lnTo>
                  <a:lnTo>
                    <a:pt x="229239" y="322375"/>
                  </a:lnTo>
                  <a:lnTo>
                    <a:pt x="234132" y="320326"/>
                  </a:lnTo>
                  <a:lnTo>
                    <a:pt x="238958" y="318124"/>
                  </a:lnTo>
                  <a:lnTo>
                    <a:pt x="243711" y="315770"/>
                  </a:lnTo>
                  <a:lnTo>
                    <a:pt x="248387" y="313266"/>
                  </a:lnTo>
                  <a:lnTo>
                    <a:pt x="252981" y="310615"/>
                  </a:lnTo>
                  <a:lnTo>
                    <a:pt x="257489" y="307820"/>
                  </a:lnTo>
                  <a:lnTo>
                    <a:pt x="261905" y="304883"/>
                  </a:lnTo>
                  <a:lnTo>
                    <a:pt x="266227" y="301807"/>
                  </a:lnTo>
                  <a:lnTo>
                    <a:pt x="270449" y="298596"/>
                  </a:lnTo>
                  <a:lnTo>
                    <a:pt x="274566" y="295252"/>
                  </a:lnTo>
                  <a:lnTo>
                    <a:pt x="278576" y="291780"/>
                  </a:lnTo>
                  <a:lnTo>
                    <a:pt x="282473" y="288182"/>
                  </a:lnTo>
                  <a:lnTo>
                    <a:pt x="286254" y="284462"/>
                  </a:lnTo>
                  <a:lnTo>
                    <a:pt x="289916" y="280624"/>
                  </a:lnTo>
                  <a:lnTo>
                    <a:pt x="293453" y="276672"/>
                  </a:lnTo>
                  <a:lnTo>
                    <a:pt x="296864" y="272610"/>
                  </a:lnTo>
                  <a:lnTo>
                    <a:pt x="300144" y="268441"/>
                  </a:lnTo>
                  <a:lnTo>
                    <a:pt x="303290" y="264171"/>
                  </a:lnTo>
                  <a:lnTo>
                    <a:pt x="306299" y="259803"/>
                  </a:lnTo>
                  <a:lnTo>
                    <a:pt x="309168" y="255342"/>
                  </a:lnTo>
                  <a:lnTo>
                    <a:pt x="311894" y="250791"/>
                  </a:lnTo>
                  <a:lnTo>
                    <a:pt x="314474" y="246157"/>
                  </a:lnTo>
                  <a:lnTo>
                    <a:pt x="316906" y="241443"/>
                  </a:lnTo>
                  <a:lnTo>
                    <a:pt x="319187" y="236655"/>
                  </a:lnTo>
                  <a:lnTo>
                    <a:pt x="321315" y="231796"/>
                  </a:lnTo>
                  <a:lnTo>
                    <a:pt x="323288" y="226872"/>
                  </a:lnTo>
                  <a:lnTo>
                    <a:pt x="325103" y="221889"/>
                  </a:lnTo>
                  <a:lnTo>
                    <a:pt x="326760" y="216850"/>
                  </a:lnTo>
                  <a:lnTo>
                    <a:pt x="328256" y="211761"/>
                  </a:lnTo>
                  <a:lnTo>
                    <a:pt x="329590" y="206627"/>
                  </a:lnTo>
                  <a:lnTo>
                    <a:pt x="330760" y="201453"/>
                  </a:lnTo>
                  <a:lnTo>
                    <a:pt x="331765" y="196245"/>
                  </a:lnTo>
                  <a:lnTo>
                    <a:pt x="332605" y="191008"/>
                  </a:lnTo>
                  <a:lnTo>
                    <a:pt x="333278" y="185747"/>
                  </a:lnTo>
                  <a:lnTo>
                    <a:pt x="333784" y="180467"/>
                  </a:lnTo>
                  <a:lnTo>
                    <a:pt x="334122" y="175173"/>
                  </a:lnTo>
                  <a:lnTo>
                    <a:pt x="334292" y="169872"/>
                  </a:lnTo>
                  <a:lnTo>
                    <a:pt x="334293" y="164568"/>
                  </a:lnTo>
                  <a:lnTo>
                    <a:pt x="334127" y="159266"/>
                  </a:lnTo>
                  <a:lnTo>
                    <a:pt x="333792" y="153973"/>
                  </a:lnTo>
                  <a:lnTo>
                    <a:pt x="333290" y="148692"/>
                  </a:lnTo>
                  <a:lnTo>
                    <a:pt x="332620" y="143431"/>
                  </a:lnTo>
                  <a:lnTo>
                    <a:pt x="331783" y="138193"/>
                  </a:lnTo>
                  <a:lnTo>
                    <a:pt x="330781" y="132984"/>
                  </a:lnTo>
                  <a:lnTo>
                    <a:pt x="329615" y="127810"/>
                  </a:lnTo>
                  <a:lnTo>
                    <a:pt x="328284" y="122675"/>
                  </a:lnTo>
                  <a:lnTo>
                    <a:pt x="326791" y="117585"/>
                  </a:lnTo>
                  <a:lnTo>
                    <a:pt x="325138" y="112545"/>
                  </a:lnTo>
                  <a:lnTo>
                    <a:pt x="323326" y="107560"/>
                  </a:lnTo>
                  <a:lnTo>
                    <a:pt x="321356" y="102636"/>
                  </a:lnTo>
                  <a:lnTo>
                    <a:pt x="319231" y="97776"/>
                  </a:lnTo>
                  <a:lnTo>
                    <a:pt x="316953" y="92986"/>
                  </a:lnTo>
                  <a:lnTo>
                    <a:pt x="314524" y="88270"/>
                  </a:lnTo>
                  <a:lnTo>
                    <a:pt x="311947" y="83634"/>
                  </a:lnTo>
                  <a:lnTo>
                    <a:pt x="309224" y="79082"/>
                  </a:lnTo>
                  <a:lnTo>
                    <a:pt x="306358" y="74619"/>
                  </a:lnTo>
                  <a:lnTo>
                    <a:pt x="303351" y="70249"/>
                  </a:lnTo>
                  <a:lnTo>
                    <a:pt x="300208" y="65977"/>
                  </a:lnTo>
                  <a:lnTo>
                    <a:pt x="296931" y="61806"/>
                  </a:lnTo>
                  <a:lnTo>
                    <a:pt x="293523" y="57742"/>
                  </a:lnTo>
                  <a:lnTo>
                    <a:pt x="289988" y="53787"/>
                  </a:lnTo>
                  <a:lnTo>
                    <a:pt x="286329" y="49947"/>
                  </a:lnTo>
                  <a:lnTo>
                    <a:pt x="282550" y="46225"/>
                  </a:lnTo>
                  <a:lnTo>
                    <a:pt x="278655" y="42625"/>
                  </a:lnTo>
                  <a:lnTo>
                    <a:pt x="274647" y="39150"/>
                  </a:lnTo>
                  <a:lnTo>
                    <a:pt x="270532" y="35803"/>
                  </a:lnTo>
                  <a:lnTo>
                    <a:pt x="266312" y="32590"/>
                  </a:lnTo>
                  <a:lnTo>
                    <a:pt x="261993" y="29511"/>
                  </a:lnTo>
                  <a:lnTo>
                    <a:pt x="257578" y="26571"/>
                  </a:lnTo>
                  <a:lnTo>
                    <a:pt x="253072" y="23773"/>
                  </a:lnTo>
                  <a:lnTo>
                    <a:pt x="248479" y="21119"/>
                  </a:lnTo>
                  <a:lnTo>
                    <a:pt x="243805" y="18612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89005"/>
              <a:ext cx="76658" cy="148554"/>
            </a:xfrm>
            <a:custGeom>
              <a:avLst/>
              <a:pathLst>
                <a:path w="76658" h="148554">
                  <a:moveTo>
                    <a:pt x="76658" y="0"/>
                  </a:moveTo>
                  <a:lnTo>
                    <a:pt x="0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89005"/>
              <a:ext cx="76658" cy="148554"/>
            </a:xfrm>
            <a:custGeom>
              <a:avLst/>
              <a:pathLst>
                <a:path w="76658" h="148554">
                  <a:moveTo>
                    <a:pt x="76658" y="0"/>
                  </a:moveTo>
                  <a:lnTo>
                    <a:pt x="0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89005"/>
              <a:ext cx="76658" cy="148554"/>
            </a:xfrm>
            <a:custGeom>
              <a:avLst/>
              <a:pathLst>
                <a:path w="76658" h="148554">
                  <a:moveTo>
                    <a:pt x="76658" y="0"/>
                  </a:moveTo>
                  <a:lnTo>
                    <a:pt x="0" y="1485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89005"/>
              <a:ext cx="76658" cy="148554"/>
            </a:xfrm>
            <a:custGeom>
              <a:avLst/>
              <a:pathLst>
                <a:path w="76658" h="148554">
                  <a:moveTo>
                    <a:pt x="76658" y="0"/>
                  </a:moveTo>
                  <a:lnTo>
                    <a:pt x="0" y="1485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89005"/>
              <a:ext cx="76658" cy="148554"/>
            </a:xfrm>
            <a:custGeom>
              <a:avLst/>
              <a:pathLst>
                <a:path w="76658" h="148554">
                  <a:moveTo>
                    <a:pt x="76658" y="0"/>
                  </a:moveTo>
                  <a:lnTo>
                    <a:pt x="0" y="1485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89005"/>
              <a:ext cx="76658" cy="148554"/>
            </a:xfrm>
            <a:custGeom>
              <a:avLst/>
              <a:pathLst>
                <a:path w="76658" h="148554">
                  <a:moveTo>
                    <a:pt x="76658" y="0"/>
                  </a:moveTo>
                  <a:lnTo>
                    <a:pt x="0" y="1485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89005"/>
              <a:ext cx="76658" cy="148554"/>
            </a:xfrm>
            <a:custGeom>
              <a:avLst/>
              <a:pathLst>
                <a:path w="76658" h="148554">
                  <a:moveTo>
                    <a:pt x="76658" y="0"/>
                  </a:moveTo>
                  <a:lnTo>
                    <a:pt x="0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9005"/>
              <a:ext cx="76658" cy="148554"/>
            </a:xfrm>
            <a:custGeom>
              <a:avLst/>
              <a:pathLst>
                <a:path w="76658" h="148554">
                  <a:moveTo>
                    <a:pt x="76658" y="0"/>
                  </a:moveTo>
                  <a:lnTo>
                    <a:pt x="0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9005"/>
              <a:ext cx="76658" cy="148554"/>
            </a:xfrm>
            <a:custGeom>
              <a:avLst/>
              <a:pathLst>
                <a:path w="76658" h="148554">
                  <a:moveTo>
                    <a:pt x="76658" y="0"/>
                  </a:moveTo>
                  <a:lnTo>
                    <a:pt x="0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9005"/>
              <a:ext cx="76658" cy="148554"/>
            </a:xfrm>
            <a:custGeom>
              <a:avLst/>
              <a:pathLst>
                <a:path w="76658" h="148554">
                  <a:moveTo>
                    <a:pt x="76658" y="0"/>
                  </a:moveTo>
                  <a:lnTo>
                    <a:pt x="0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9005"/>
              <a:ext cx="76658" cy="148554"/>
            </a:xfrm>
            <a:custGeom>
              <a:avLst/>
              <a:pathLst>
                <a:path w="76658" h="148554">
                  <a:moveTo>
                    <a:pt x="76658" y="0"/>
                  </a:moveTo>
                  <a:lnTo>
                    <a:pt x="0" y="1485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9005"/>
              <a:ext cx="76658" cy="148554"/>
            </a:xfrm>
            <a:custGeom>
              <a:avLst/>
              <a:pathLst>
                <a:path w="76658" h="148554">
                  <a:moveTo>
                    <a:pt x="76658" y="0"/>
                  </a:moveTo>
                  <a:lnTo>
                    <a:pt x="0" y="1485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0392"/>
              <a:ext cx="76658" cy="157167"/>
            </a:xfrm>
            <a:custGeom>
              <a:avLst/>
              <a:pathLst>
                <a:path w="76658" h="157167">
                  <a:moveTo>
                    <a:pt x="76658" y="8613"/>
                  </a:moveTo>
                  <a:lnTo>
                    <a:pt x="70214" y="5460"/>
                  </a:lnTo>
                  <a:lnTo>
                    <a:pt x="63640" y="2588"/>
                  </a:lnTo>
                  <a:lnTo>
                    <a:pt x="56949" y="0"/>
                  </a:lnTo>
                  <a:lnTo>
                    <a:pt x="0" y="15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56949" cy="167167"/>
            </a:xfrm>
            <a:custGeom>
              <a:avLst/>
              <a:pathLst>
                <a:path w="56949" h="167167">
                  <a:moveTo>
                    <a:pt x="56949" y="9999"/>
                  </a:moveTo>
                  <a:lnTo>
                    <a:pt x="51452" y="8115"/>
                  </a:lnTo>
                  <a:lnTo>
                    <a:pt x="45893" y="6423"/>
                  </a:lnTo>
                  <a:lnTo>
                    <a:pt x="40279" y="4925"/>
                  </a:lnTo>
                  <a:lnTo>
                    <a:pt x="34615" y="3623"/>
                  </a:lnTo>
                  <a:lnTo>
                    <a:pt x="28910" y="2518"/>
                  </a:lnTo>
                  <a:lnTo>
                    <a:pt x="23170" y="1613"/>
                  </a:lnTo>
                  <a:lnTo>
                    <a:pt x="17402" y="908"/>
                  </a:lnTo>
                  <a:lnTo>
                    <a:pt x="11613" y="403"/>
                  </a:lnTo>
                  <a:lnTo>
                    <a:pt x="581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423594" y="3707720"/>
              <a:ext cx="334318" cy="334331"/>
            </a:xfrm>
            <a:custGeom>
              <a:avLst/>
              <a:pathLst>
                <a:path w="334318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3" y="335"/>
                  </a:lnTo>
                  <a:lnTo>
                    <a:pt x="151296" y="753"/>
                  </a:lnTo>
                  <a:lnTo>
                    <a:pt x="146035" y="1339"/>
                  </a:lnTo>
                  <a:lnTo>
                    <a:pt x="140795" y="2091"/>
                  </a:lnTo>
                  <a:lnTo>
                    <a:pt x="135581" y="3008"/>
                  </a:lnTo>
                  <a:lnTo>
                    <a:pt x="130399" y="4090"/>
                  </a:lnTo>
                  <a:lnTo>
                    <a:pt x="125254" y="5336"/>
                  </a:lnTo>
                  <a:lnTo>
                    <a:pt x="120151" y="6743"/>
                  </a:lnTo>
                  <a:lnTo>
                    <a:pt x="115095" y="8312"/>
                  </a:lnTo>
                  <a:lnTo>
                    <a:pt x="110091" y="10040"/>
                  </a:lnTo>
                  <a:lnTo>
                    <a:pt x="105145" y="11926"/>
                  </a:lnTo>
                  <a:lnTo>
                    <a:pt x="100261" y="13967"/>
                  </a:lnTo>
                  <a:lnTo>
                    <a:pt x="95443" y="16162"/>
                  </a:lnTo>
                  <a:lnTo>
                    <a:pt x="90698" y="18508"/>
                  </a:lnTo>
                  <a:lnTo>
                    <a:pt x="86029" y="21003"/>
                  </a:lnTo>
                  <a:lnTo>
                    <a:pt x="81442" y="23645"/>
                  </a:lnTo>
                  <a:lnTo>
                    <a:pt x="76941" y="26431"/>
                  </a:lnTo>
                  <a:lnTo>
                    <a:pt x="72530" y="29358"/>
                  </a:lnTo>
                  <a:lnTo>
                    <a:pt x="68214" y="32423"/>
                  </a:lnTo>
                  <a:lnTo>
                    <a:pt x="63997" y="35623"/>
                  </a:lnTo>
                  <a:lnTo>
                    <a:pt x="59884" y="38956"/>
                  </a:lnTo>
                  <a:lnTo>
                    <a:pt x="55878" y="42416"/>
                  </a:lnTo>
                  <a:lnTo>
                    <a:pt x="51984" y="46002"/>
                  </a:lnTo>
                  <a:lnTo>
                    <a:pt x="48205" y="49710"/>
                  </a:lnTo>
                  <a:lnTo>
                    <a:pt x="44546" y="53535"/>
                  </a:lnTo>
                  <a:lnTo>
                    <a:pt x="41009" y="57474"/>
                  </a:lnTo>
                  <a:lnTo>
                    <a:pt x="37599" y="61523"/>
                  </a:lnTo>
                  <a:lnTo>
                    <a:pt x="34319" y="65678"/>
                  </a:lnTo>
                  <a:lnTo>
                    <a:pt x="31172" y="69935"/>
                  </a:lnTo>
                  <a:lnTo>
                    <a:pt x="28162" y="74289"/>
                  </a:lnTo>
                  <a:lnTo>
                    <a:pt x="25291" y="78737"/>
                  </a:lnTo>
                  <a:lnTo>
                    <a:pt x="22562" y="83273"/>
                  </a:lnTo>
                  <a:lnTo>
                    <a:pt x="19978" y="87893"/>
                  </a:lnTo>
                  <a:lnTo>
                    <a:pt x="17542" y="92593"/>
                  </a:lnTo>
                  <a:lnTo>
                    <a:pt x="15256" y="97367"/>
                  </a:lnTo>
                  <a:lnTo>
                    <a:pt x="13122" y="102212"/>
                  </a:lnTo>
                  <a:lnTo>
                    <a:pt x="11142" y="107121"/>
                  </a:lnTo>
                  <a:lnTo>
                    <a:pt x="9319" y="112091"/>
                  </a:lnTo>
                  <a:lnTo>
                    <a:pt x="7655" y="117116"/>
                  </a:lnTo>
                  <a:lnTo>
                    <a:pt x="6150" y="122192"/>
                  </a:lnTo>
                  <a:lnTo>
                    <a:pt x="4807" y="127312"/>
                  </a:lnTo>
                  <a:lnTo>
                    <a:pt x="3626" y="132473"/>
                  </a:lnTo>
                  <a:lnTo>
                    <a:pt x="2610" y="137668"/>
                  </a:lnTo>
                  <a:lnTo>
                    <a:pt x="1758" y="142892"/>
                  </a:lnTo>
                  <a:lnTo>
                    <a:pt x="1072" y="148142"/>
                  </a:lnTo>
                  <a:lnTo>
                    <a:pt x="553" y="153410"/>
                  </a:lnTo>
                  <a:lnTo>
                    <a:pt x="201" y="158692"/>
                  </a:lnTo>
                  <a:lnTo>
                    <a:pt x="17" y="163982"/>
                  </a:lnTo>
                  <a:lnTo>
                    <a:pt x="0" y="169276"/>
                  </a:lnTo>
                  <a:lnTo>
                    <a:pt x="150" y="174567"/>
                  </a:lnTo>
                  <a:lnTo>
                    <a:pt x="468" y="179851"/>
                  </a:lnTo>
                  <a:lnTo>
                    <a:pt x="953" y="185123"/>
                  </a:lnTo>
                  <a:lnTo>
                    <a:pt x="1605" y="190376"/>
                  </a:lnTo>
                  <a:lnTo>
                    <a:pt x="2423" y="195606"/>
                  </a:lnTo>
                  <a:lnTo>
                    <a:pt x="3406" y="200808"/>
                  </a:lnTo>
                  <a:lnTo>
                    <a:pt x="4553" y="205976"/>
                  </a:lnTo>
                  <a:lnTo>
                    <a:pt x="5864" y="211105"/>
                  </a:lnTo>
                  <a:lnTo>
                    <a:pt x="7336" y="216190"/>
                  </a:lnTo>
                  <a:lnTo>
                    <a:pt x="8968" y="221225"/>
                  </a:lnTo>
                  <a:lnTo>
                    <a:pt x="10759" y="226207"/>
                  </a:lnTo>
                  <a:lnTo>
                    <a:pt x="12707" y="231129"/>
                  </a:lnTo>
                  <a:lnTo>
                    <a:pt x="14810" y="235987"/>
                  </a:lnTo>
                  <a:lnTo>
                    <a:pt x="17065" y="240776"/>
                  </a:lnTo>
                  <a:lnTo>
                    <a:pt x="19471" y="245492"/>
                  </a:lnTo>
                  <a:lnTo>
                    <a:pt x="22025" y="250129"/>
                  </a:lnTo>
                  <a:lnTo>
                    <a:pt x="24725" y="254682"/>
                  </a:lnTo>
                  <a:lnTo>
                    <a:pt x="27567" y="259148"/>
                  </a:lnTo>
                  <a:lnTo>
                    <a:pt x="30549" y="263522"/>
                  </a:lnTo>
                  <a:lnTo>
                    <a:pt x="33669" y="267799"/>
                  </a:lnTo>
                  <a:lnTo>
                    <a:pt x="36922" y="271975"/>
                  </a:lnTo>
                  <a:lnTo>
                    <a:pt x="40306" y="276046"/>
                  </a:lnTo>
                  <a:lnTo>
                    <a:pt x="43817" y="280007"/>
                  </a:lnTo>
                  <a:lnTo>
                    <a:pt x="47451" y="283856"/>
                  </a:lnTo>
                  <a:lnTo>
                    <a:pt x="51206" y="287588"/>
                  </a:lnTo>
                  <a:lnTo>
                    <a:pt x="55077" y="291199"/>
                  </a:lnTo>
                  <a:lnTo>
                    <a:pt x="59061" y="294685"/>
                  </a:lnTo>
                  <a:lnTo>
                    <a:pt x="63152" y="298044"/>
                  </a:lnTo>
                  <a:lnTo>
                    <a:pt x="67349" y="301271"/>
                  </a:lnTo>
                  <a:lnTo>
                    <a:pt x="71645" y="304364"/>
                  </a:lnTo>
                  <a:lnTo>
                    <a:pt x="76037" y="307319"/>
                  </a:lnTo>
                  <a:lnTo>
                    <a:pt x="80520" y="310134"/>
                  </a:lnTo>
                  <a:lnTo>
                    <a:pt x="85090" y="312805"/>
                  </a:lnTo>
                  <a:lnTo>
                    <a:pt x="89743" y="315331"/>
                  </a:lnTo>
                  <a:lnTo>
                    <a:pt x="94473" y="317707"/>
                  </a:lnTo>
                  <a:lnTo>
                    <a:pt x="99276" y="319933"/>
                  </a:lnTo>
                  <a:lnTo>
                    <a:pt x="104147" y="322006"/>
                  </a:lnTo>
                  <a:lnTo>
                    <a:pt x="109081" y="323923"/>
                  </a:lnTo>
                  <a:lnTo>
                    <a:pt x="114074" y="325683"/>
                  </a:lnTo>
                  <a:lnTo>
                    <a:pt x="119119" y="327285"/>
                  </a:lnTo>
                  <a:lnTo>
                    <a:pt x="124213" y="328725"/>
                  </a:lnTo>
                  <a:lnTo>
                    <a:pt x="129350" y="330004"/>
                  </a:lnTo>
                  <a:lnTo>
                    <a:pt x="134525" y="331119"/>
                  </a:lnTo>
                  <a:lnTo>
                    <a:pt x="139732" y="332070"/>
                  </a:lnTo>
                  <a:lnTo>
                    <a:pt x="144968" y="332856"/>
                  </a:lnTo>
                  <a:lnTo>
                    <a:pt x="150225" y="333475"/>
                  </a:lnTo>
                  <a:lnTo>
                    <a:pt x="155499" y="333928"/>
                  </a:lnTo>
                  <a:lnTo>
                    <a:pt x="160785" y="334213"/>
                  </a:lnTo>
                  <a:lnTo>
                    <a:pt x="166077" y="334331"/>
                  </a:lnTo>
                  <a:lnTo>
                    <a:pt x="171371" y="334281"/>
                  </a:lnTo>
                  <a:lnTo>
                    <a:pt x="176660" y="334064"/>
                  </a:lnTo>
                  <a:lnTo>
                    <a:pt x="181940" y="333679"/>
                  </a:lnTo>
                  <a:lnTo>
                    <a:pt x="187205" y="333128"/>
                  </a:lnTo>
                  <a:lnTo>
                    <a:pt x="192449" y="332409"/>
                  </a:lnTo>
                  <a:lnTo>
                    <a:pt x="197669" y="331526"/>
                  </a:lnTo>
                  <a:lnTo>
                    <a:pt x="202858" y="330477"/>
                  </a:lnTo>
                  <a:lnTo>
                    <a:pt x="208011" y="329265"/>
                  </a:lnTo>
                  <a:lnTo>
                    <a:pt x="213123" y="327890"/>
                  </a:lnTo>
                  <a:lnTo>
                    <a:pt x="218188" y="326354"/>
                  </a:lnTo>
                  <a:lnTo>
                    <a:pt x="223203" y="324658"/>
                  </a:lnTo>
                  <a:lnTo>
                    <a:pt x="228162" y="322804"/>
                  </a:lnTo>
                  <a:lnTo>
                    <a:pt x="233059" y="320795"/>
                  </a:lnTo>
                  <a:lnTo>
                    <a:pt x="237890" y="318631"/>
                  </a:lnTo>
                  <a:lnTo>
                    <a:pt x="242651" y="316315"/>
                  </a:lnTo>
                  <a:lnTo>
                    <a:pt x="247335" y="313850"/>
                  </a:lnTo>
                  <a:lnTo>
                    <a:pt x="251939" y="311237"/>
                  </a:lnTo>
                  <a:lnTo>
                    <a:pt x="256459" y="308481"/>
                  </a:lnTo>
                  <a:lnTo>
                    <a:pt x="260888" y="305582"/>
                  </a:lnTo>
                  <a:lnTo>
                    <a:pt x="265224" y="302545"/>
                  </a:lnTo>
                  <a:lnTo>
                    <a:pt x="269461" y="299372"/>
                  </a:lnTo>
                  <a:lnTo>
                    <a:pt x="273596" y="296066"/>
                  </a:lnTo>
                  <a:lnTo>
                    <a:pt x="277624" y="292631"/>
                  </a:lnTo>
                  <a:lnTo>
                    <a:pt x="281541" y="289071"/>
                  </a:lnTo>
                  <a:lnTo>
                    <a:pt x="285343" y="285388"/>
                  </a:lnTo>
                  <a:lnTo>
                    <a:pt x="289027" y="281586"/>
                  </a:lnTo>
                  <a:lnTo>
                    <a:pt x="292589" y="277670"/>
                  </a:lnTo>
                  <a:lnTo>
                    <a:pt x="296025" y="273643"/>
                  </a:lnTo>
                  <a:lnTo>
                    <a:pt x="299332" y="269509"/>
                  </a:lnTo>
                  <a:lnTo>
                    <a:pt x="302506" y="265272"/>
                  </a:lnTo>
                  <a:lnTo>
                    <a:pt x="305544" y="260938"/>
                  </a:lnTo>
                  <a:lnTo>
                    <a:pt x="308444" y="256509"/>
                  </a:lnTo>
                  <a:lnTo>
                    <a:pt x="311202" y="251990"/>
                  </a:lnTo>
                  <a:lnTo>
                    <a:pt x="313816" y="247387"/>
                  </a:lnTo>
                  <a:lnTo>
                    <a:pt x="316282" y="242703"/>
                  </a:lnTo>
                  <a:lnTo>
                    <a:pt x="318599" y="237943"/>
                  </a:lnTo>
                  <a:lnTo>
                    <a:pt x="320764" y="233112"/>
                  </a:lnTo>
                  <a:lnTo>
                    <a:pt x="322775" y="228215"/>
                  </a:lnTo>
                  <a:lnTo>
                    <a:pt x="324630" y="223257"/>
                  </a:lnTo>
                  <a:lnTo>
                    <a:pt x="326327" y="218243"/>
                  </a:lnTo>
                  <a:lnTo>
                    <a:pt x="327864" y="213178"/>
                  </a:lnTo>
                  <a:lnTo>
                    <a:pt x="329241" y="208066"/>
                  </a:lnTo>
                  <a:lnTo>
                    <a:pt x="330454" y="202913"/>
                  </a:lnTo>
                  <a:lnTo>
                    <a:pt x="331504" y="197725"/>
                  </a:lnTo>
                  <a:lnTo>
                    <a:pt x="332390" y="192506"/>
                  </a:lnTo>
                  <a:lnTo>
                    <a:pt x="333109" y="187261"/>
                  </a:lnTo>
                  <a:lnTo>
                    <a:pt x="333662" y="181996"/>
                  </a:lnTo>
                  <a:lnTo>
                    <a:pt x="334048" y="176717"/>
                  </a:lnTo>
                  <a:lnTo>
                    <a:pt x="334267" y="171428"/>
                  </a:lnTo>
                  <a:lnTo>
                    <a:pt x="334318" y="166134"/>
                  </a:lnTo>
                  <a:lnTo>
                    <a:pt x="334201" y="160842"/>
                  </a:lnTo>
                  <a:lnTo>
                    <a:pt x="333917" y="155556"/>
                  </a:lnTo>
                  <a:lnTo>
                    <a:pt x="333466" y="150281"/>
                  </a:lnTo>
                  <a:lnTo>
                    <a:pt x="332848" y="145024"/>
                  </a:lnTo>
                  <a:lnTo>
                    <a:pt x="332064" y="139789"/>
                  </a:lnTo>
                  <a:lnTo>
                    <a:pt x="331114" y="134581"/>
                  </a:lnTo>
                  <a:lnTo>
                    <a:pt x="330000" y="129406"/>
                  </a:lnTo>
                  <a:lnTo>
                    <a:pt x="328723" y="124268"/>
                  </a:lnTo>
                  <a:lnTo>
                    <a:pt x="327284" y="119174"/>
                  </a:lnTo>
                  <a:lnTo>
                    <a:pt x="325684" y="114128"/>
                  </a:lnTo>
                  <a:lnTo>
                    <a:pt x="323925" y="109135"/>
                  </a:lnTo>
                  <a:lnTo>
                    <a:pt x="322009" y="104200"/>
                  </a:lnTo>
                  <a:lnTo>
                    <a:pt x="319938" y="99329"/>
                  </a:lnTo>
                  <a:lnTo>
                    <a:pt x="317713" y="94525"/>
                  </a:lnTo>
                  <a:lnTo>
                    <a:pt x="315337" y="89794"/>
                  </a:lnTo>
                  <a:lnTo>
                    <a:pt x="312813" y="85141"/>
                  </a:lnTo>
                  <a:lnTo>
                    <a:pt x="310143" y="80570"/>
                  </a:lnTo>
                  <a:lnTo>
                    <a:pt x="307330" y="76086"/>
                  </a:lnTo>
                  <a:lnTo>
                    <a:pt x="304375" y="71694"/>
                  </a:lnTo>
                  <a:lnTo>
                    <a:pt x="301284" y="67397"/>
                  </a:lnTo>
                  <a:lnTo>
                    <a:pt x="298057" y="63200"/>
                  </a:lnTo>
                  <a:lnTo>
                    <a:pt x="294700" y="59107"/>
                  </a:lnTo>
                  <a:lnTo>
                    <a:pt x="291214" y="55123"/>
                  </a:lnTo>
                  <a:lnTo>
                    <a:pt x="287605" y="51251"/>
                  </a:lnTo>
                  <a:lnTo>
                    <a:pt x="283874" y="47495"/>
                  </a:lnTo>
                  <a:lnTo>
                    <a:pt x="280026" y="43859"/>
                  </a:lnTo>
                  <a:lnTo>
                    <a:pt x="276065" y="40347"/>
                  </a:lnTo>
                  <a:lnTo>
                    <a:pt x="271995" y="36963"/>
                  </a:lnTo>
                  <a:lnTo>
                    <a:pt x="267820" y="33708"/>
                  </a:lnTo>
                  <a:lnTo>
                    <a:pt x="263544" y="30588"/>
                  </a:lnTo>
                  <a:lnTo>
                    <a:pt x="259171" y="27604"/>
                  </a:lnTo>
                  <a:lnTo>
                    <a:pt x="254706" y="24761"/>
                  </a:lnTo>
                  <a:lnTo>
                    <a:pt x="250153" y="22060"/>
                  </a:lnTo>
                  <a:lnTo>
                    <a:pt x="245517" y="19505"/>
                  </a:lnTo>
                  <a:lnTo>
                    <a:pt x="240802" y="17097"/>
                  </a:lnTo>
                  <a:lnTo>
                    <a:pt x="236014" y="14841"/>
                  </a:lnTo>
                  <a:lnTo>
                    <a:pt x="231156" y="12737"/>
                  </a:lnTo>
                  <a:lnTo>
                    <a:pt x="226234" y="10788"/>
                  </a:lnTo>
                  <a:lnTo>
                    <a:pt x="221253" y="8996"/>
                  </a:lnTo>
                  <a:lnTo>
                    <a:pt x="216218" y="7362"/>
                  </a:lnTo>
                  <a:lnTo>
                    <a:pt x="211133" y="5888"/>
                  </a:lnTo>
                  <a:lnTo>
                    <a:pt x="206005" y="4577"/>
                  </a:lnTo>
                  <a:lnTo>
                    <a:pt x="200837" y="3428"/>
                  </a:lnTo>
                  <a:lnTo>
                    <a:pt x="195636" y="2444"/>
                  </a:lnTo>
                  <a:lnTo>
                    <a:pt x="190406" y="1625"/>
                  </a:lnTo>
                  <a:lnTo>
                    <a:pt x="185153" y="971"/>
                  </a:lnTo>
                  <a:lnTo>
                    <a:pt x="179881" y="485"/>
                  </a:lnTo>
                  <a:lnTo>
                    <a:pt x="174597" y="165"/>
                  </a:lnTo>
                  <a:lnTo>
                    <a:pt x="169306" y="1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34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2152" cy="167167"/>
            </a:xfrm>
            <a:custGeom>
              <a:avLst/>
              <a:pathLst>
                <a:path w="2152" h="167167">
                  <a:moveTo>
                    <a:pt x="2152" y="1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14133" y="4213821"/>
              <a:ext cx="334318" cy="334331"/>
            </a:xfrm>
            <a:custGeom>
              <a:avLst/>
              <a:pathLst>
                <a:path w="334318" h="334331">
                  <a:moveTo>
                    <a:pt x="167154" y="0"/>
                  </a:moveTo>
                  <a:lnTo>
                    <a:pt x="161861" y="83"/>
                  </a:lnTo>
                  <a:lnTo>
                    <a:pt x="156573" y="335"/>
                  </a:lnTo>
                  <a:lnTo>
                    <a:pt x="151296" y="753"/>
                  </a:lnTo>
                  <a:lnTo>
                    <a:pt x="146035" y="1339"/>
                  </a:lnTo>
                  <a:lnTo>
                    <a:pt x="140795" y="2091"/>
                  </a:lnTo>
                  <a:lnTo>
                    <a:pt x="135581" y="3008"/>
                  </a:lnTo>
                  <a:lnTo>
                    <a:pt x="130399" y="4090"/>
                  </a:lnTo>
                  <a:lnTo>
                    <a:pt x="125254" y="5336"/>
                  </a:lnTo>
                  <a:lnTo>
                    <a:pt x="120151" y="6743"/>
                  </a:lnTo>
                  <a:lnTo>
                    <a:pt x="115095" y="8312"/>
                  </a:lnTo>
                  <a:lnTo>
                    <a:pt x="110091" y="10040"/>
                  </a:lnTo>
                  <a:lnTo>
                    <a:pt x="105145" y="11926"/>
                  </a:lnTo>
                  <a:lnTo>
                    <a:pt x="100261" y="13967"/>
                  </a:lnTo>
                  <a:lnTo>
                    <a:pt x="95443" y="16162"/>
                  </a:lnTo>
                  <a:lnTo>
                    <a:pt x="90698" y="18508"/>
                  </a:lnTo>
                  <a:lnTo>
                    <a:pt x="86029" y="21003"/>
                  </a:lnTo>
                  <a:lnTo>
                    <a:pt x="81442" y="23645"/>
                  </a:lnTo>
                  <a:lnTo>
                    <a:pt x="76941" y="26431"/>
                  </a:lnTo>
                  <a:lnTo>
                    <a:pt x="72530" y="29358"/>
                  </a:lnTo>
                  <a:lnTo>
                    <a:pt x="68214" y="32423"/>
                  </a:lnTo>
                  <a:lnTo>
                    <a:pt x="63997" y="35623"/>
                  </a:lnTo>
                  <a:lnTo>
                    <a:pt x="59884" y="38956"/>
                  </a:lnTo>
                  <a:lnTo>
                    <a:pt x="55878" y="42416"/>
                  </a:lnTo>
                  <a:lnTo>
                    <a:pt x="51984" y="46002"/>
                  </a:lnTo>
                  <a:lnTo>
                    <a:pt x="48205" y="49710"/>
                  </a:lnTo>
                  <a:lnTo>
                    <a:pt x="44546" y="53535"/>
                  </a:lnTo>
                  <a:lnTo>
                    <a:pt x="41009" y="57474"/>
                  </a:lnTo>
                  <a:lnTo>
                    <a:pt x="37599" y="61523"/>
                  </a:lnTo>
                  <a:lnTo>
                    <a:pt x="34319" y="65678"/>
                  </a:lnTo>
                  <a:lnTo>
                    <a:pt x="31172" y="69935"/>
                  </a:lnTo>
                  <a:lnTo>
                    <a:pt x="28162" y="74289"/>
                  </a:lnTo>
                  <a:lnTo>
                    <a:pt x="25291" y="78737"/>
                  </a:lnTo>
                  <a:lnTo>
                    <a:pt x="22562" y="83273"/>
                  </a:lnTo>
                  <a:lnTo>
                    <a:pt x="19978" y="87893"/>
                  </a:lnTo>
                  <a:lnTo>
                    <a:pt x="17542" y="92593"/>
                  </a:lnTo>
                  <a:lnTo>
                    <a:pt x="15256" y="97367"/>
                  </a:lnTo>
                  <a:lnTo>
                    <a:pt x="13122" y="102212"/>
                  </a:lnTo>
                  <a:lnTo>
                    <a:pt x="11142" y="107121"/>
                  </a:lnTo>
                  <a:lnTo>
                    <a:pt x="9319" y="112091"/>
                  </a:lnTo>
                  <a:lnTo>
                    <a:pt x="7655" y="117116"/>
                  </a:lnTo>
                  <a:lnTo>
                    <a:pt x="6150" y="122192"/>
                  </a:lnTo>
                  <a:lnTo>
                    <a:pt x="4807" y="127312"/>
                  </a:lnTo>
                  <a:lnTo>
                    <a:pt x="3626" y="132473"/>
                  </a:lnTo>
                  <a:lnTo>
                    <a:pt x="2610" y="137668"/>
                  </a:lnTo>
                  <a:lnTo>
                    <a:pt x="1758" y="142892"/>
                  </a:lnTo>
                  <a:lnTo>
                    <a:pt x="1072" y="148142"/>
                  </a:lnTo>
                  <a:lnTo>
                    <a:pt x="553" y="153410"/>
                  </a:lnTo>
                  <a:lnTo>
                    <a:pt x="201" y="158692"/>
                  </a:lnTo>
                  <a:lnTo>
                    <a:pt x="17" y="163982"/>
                  </a:lnTo>
                  <a:lnTo>
                    <a:pt x="0" y="169276"/>
                  </a:lnTo>
                  <a:lnTo>
                    <a:pt x="150" y="174567"/>
                  </a:lnTo>
                  <a:lnTo>
                    <a:pt x="468" y="179851"/>
                  </a:lnTo>
                  <a:lnTo>
                    <a:pt x="953" y="185123"/>
                  </a:lnTo>
                  <a:lnTo>
                    <a:pt x="1605" y="190376"/>
                  </a:lnTo>
                  <a:lnTo>
                    <a:pt x="2423" y="195606"/>
                  </a:lnTo>
                  <a:lnTo>
                    <a:pt x="3406" y="200808"/>
                  </a:lnTo>
                  <a:lnTo>
                    <a:pt x="4553" y="205976"/>
                  </a:lnTo>
                  <a:lnTo>
                    <a:pt x="5864" y="211105"/>
                  </a:lnTo>
                  <a:lnTo>
                    <a:pt x="7336" y="216190"/>
                  </a:lnTo>
                  <a:lnTo>
                    <a:pt x="8968" y="221225"/>
                  </a:lnTo>
                  <a:lnTo>
                    <a:pt x="10759" y="226207"/>
                  </a:lnTo>
                  <a:lnTo>
                    <a:pt x="12707" y="231129"/>
                  </a:lnTo>
                  <a:lnTo>
                    <a:pt x="14810" y="235987"/>
                  </a:lnTo>
                  <a:lnTo>
                    <a:pt x="17065" y="240776"/>
                  </a:lnTo>
                  <a:lnTo>
                    <a:pt x="19471" y="245492"/>
                  </a:lnTo>
                  <a:lnTo>
                    <a:pt x="22025" y="250129"/>
                  </a:lnTo>
                  <a:lnTo>
                    <a:pt x="24725" y="254682"/>
                  </a:lnTo>
                  <a:lnTo>
                    <a:pt x="27567" y="259148"/>
                  </a:lnTo>
                  <a:lnTo>
                    <a:pt x="30549" y="263522"/>
                  </a:lnTo>
                  <a:lnTo>
                    <a:pt x="33669" y="267799"/>
                  </a:lnTo>
                  <a:lnTo>
                    <a:pt x="36922" y="271975"/>
                  </a:lnTo>
                  <a:lnTo>
                    <a:pt x="40306" y="276046"/>
                  </a:lnTo>
                  <a:lnTo>
                    <a:pt x="43817" y="280007"/>
                  </a:lnTo>
                  <a:lnTo>
                    <a:pt x="47451" y="283856"/>
                  </a:lnTo>
                  <a:lnTo>
                    <a:pt x="51206" y="287588"/>
                  </a:lnTo>
                  <a:lnTo>
                    <a:pt x="55077" y="291199"/>
                  </a:lnTo>
                  <a:lnTo>
                    <a:pt x="59061" y="294685"/>
                  </a:lnTo>
                  <a:lnTo>
                    <a:pt x="63152" y="298044"/>
                  </a:lnTo>
                  <a:lnTo>
                    <a:pt x="67349" y="301271"/>
                  </a:lnTo>
                  <a:lnTo>
                    <a:pt x="71645" y="304364"/>
                  </a:lnTo>
                  <a:lnTo>
                    <a:pt x="76037" y="307319"/>
                  </a:lnTo>
                  <a:lnTo>
                    <a:pt x="80520" y="310134"/>
                  </a:lnTo>
                  <a:lnTo>
                    <a:pt x="85090" y="312805"/>
                  </a:lnTo>
                  <a:lnTo>
                    <a:pt x="89743" y="315331"/>
                  </a:lnTo>
                  <a:lnTo>
                    <a:pt x="94473" y="317707"/>
                  </a:lnTo>
                  <a:lnTo>
                    <a:pt x="99276" y="319933"/>
                  </a:lnTo>
                  <a:lnTo>
                    <a:pt x="104147" y="322006"/>
                  </a:lnTo>
                  <a:lnTo>
                    <a:pt x="109081" y="323923"/>
                  </a:lnTo>
                  <a:lnTo>
                    <a:pt x="114074" y="325683"/>
                  </a:lnTo>
                  <a:lnTo>
                    <a:pt x="119119" y="327285"/>
                  </a:lnTo>
                  <a:lnTo>
                    <a:pt x="124213" y="328725"/>
                  </a:lnTo>
                  <a:lnTo>
                    <a:pt x="129350" y="330004"/>
                  </a:lnTo>
                  <a:lnTo>
                    <a:pt x="134525" y="331119"/>
                  </a:lnTo>
                  <a:lnTo>
                    <a:pt x="139732" y="332070"/>
                  </a:lnTo>
                  <a:lnTo>
                    <a:pt x="144968" y="332856"/>
                  </a:lnTo>
                  <a:lnTo>
                    <a:pt x="150225" y="333475"/>
                  </a:lnTo>
                  <a:lnTo>
                    <a:pt x="155499" y="333928"/>
                  </a:lnTo>
                  <a:lnTo>
                    <a:pt x="160785" y="334213"/>
                  </a:lnTo>
                  <a:lnTo>
                    <a:pt x="166077" y="334331"/>
                  </a:lnTo>
                  <a:lnTo>
                    <a:pt x="171371" y="334281"/>
                  </a:lnTo>
                  <a:lnTo>
                    <a:pt x="176660" y="334064"/>
                  </a:lnTo>
                  <a:lnTo>
                    <a:pt x="181940" y="333679"/>
                  </a:lnTo>
                  <a:lnTo>
                    <a:pt x="187205" y="333128"/>
                  </a:lnTo>
                  <a:lnTo>
                    <a:pt x="192449" y="332409"/>
                  </a:lnTo>
                  <a:lnTo>
                    <a:pt x="197669" y="331526"/>
                  </a:lnTo>
                  <a:lnTo>
                    <a:pt x="202858" y="330477"/>
                  </a:lnTo>
                  <a:lnTo>
                    <a:pt x="208011" y="329265"/>
                  </a:lnTo>
                  <a:lnTo>
                    <a:pt x="213123" y="327890"/>
                  </a:lnTo>
                  <a:lnTo>
                    <a:pt x="218188" y="326354"/>
                  </a:lnTo>
                  <a:lnTo>
                    <a:pt x="223203" y="324658"/>
                  </a:lnTo>
                  <a:lnTo>
                    <a:pt x="228162" y="322804"/>
                  </a:lnTo>
                  <a:lnTo>
                    <a:pt x="233059" y="320795"/>
                  </a:lnTo>
                  <a:lnTo>
                    <a:pt x="237890" y="318631"/>
                  </a:lnTo>
                  <a:lnTo>
                    <a:pt x="242651" y="316315"/>
                  </a:lnTo>
                  <a:lnTo>
                    <a:pt x="247335" y="313850"/>
                  </a:lnTo>
                  <a:lnTo>
                    <a:pt x="251939" y="311237"/>
                  </a:lnTo>
                  <a:lnTo>
                    <a:pt x="256459" y="308481"/>
                  </a:lnTo>
                  <a:lnTo>
                    <a:pt x="260888" y="305582"/>
                  </a:lnTo>
                  <a:lnTo>
                    <a:pt x="265224" y="302545"/>
                  </a:lnTo>
                  <a:lnTo>
                    <a:pt x="269461" y="299372"/>
                  </a:lnTo>
                  <a:lnTo>
                    <a:pt x="273596" y="296066"/>
                  </a:lnTo>
                  <a:lnTo>
                    <a:pt x="277624" y="292631"/>
                  </a:lnTo>
                  <a:lnTo>
                    <a:pt x="281541" y="289071"/>
                  </a:lnTo>
                  <a:lnTo>
                    <a:pt x="285343" y="285388"/>
                  </a:lnTo>
                  <a:lnTo>
                    <a:pt x="289027" y="281586"/>
                  </a:lnTo>
                  <a:lnTo>
                    <a:pt x="292589" y="277670"/>
                  </a:lnTo>
                  <a:lnTo>
                    <a:pt x="296025" y="273643"/>
                  </a:lnTo>
                  <a:lnTo>
                    <a:pt x="299332" y="269509"/>
                  </a:lnTo>
                  <a:lnTo>
                    <a:pt x="302506" y="265272"/>
                  </a:lnTo>
                  <a:lnTo>
                    <a:pt x="305544" y="260938"/>
                  </a:lnTo>
                  <a:lnTo>
                    <a:pt x="308444" y="256509"/>
                  </a:lnTo>
                  <a:lnTo>
                    <a:pt x="311202" y="251990"/>
                  </a:lnTo>
                  <a:lnTo>
                    <a:pt x="313816" y="247387"/>
                  </a:lnTo>
                  <a:lnTo>
                    <a:pt x="316282" y="242703"/>
                  </a:lnTo>
                  <a:lnTo>
                    <a:pt x="318599" y="237943"/>
                  </a:lnTo>
                  <a:lnTo>
                    <a:pt x="320764" y="233112"/>
                  </a:lnTo>
                  <a:lnTo>
                    <a:pt x="322775" y="228215"/>
                  </a:lnTo>
                  <a:lnTo>
                    <a:pt x="324630" y="223257"/>
                  </a:lnTo>
                  <a:lnTo>
                    <a:pt x="326327" y="218243"/>
                  </a:lnTo>
                  <a:lnTo>
                    <a:pt x="327864" y="213178"/>
                  </a:lnTo>
                  <a:lnTo>
                    <a:pt x="329241" y="208066"/>
                  </a:lnTo>
                  <a:lnTo>
                    <a:pt x="330454" y="202913"/>
                  </a:lnTo>
                  <a:lnTo>
                    <a:pt x="331504" y="197725"/>
                  </a:lnTo>
                  <a:lnTo>
                    <a:pt x="332390" y="192506"/>
                  </a:lnTo>
                  <a:lnTo>
                    <a:pt x="333109" y="187261"/>
                  </a:lnTo>
                  <a:lnTo>
                    <a:pt x="333662" y="181996"/>
                  </a:lnTo>
                  <a:lnTo>
                    <a:pt x="334048" y="176717"/>
                  </a:lnTo>
                  <a:lnTo>
                    <a:pt x="334267" y="171428"/>
                  </a:lnTo>
                  <a:lnTo>
                    <a:pt x="334318" y="166134"/>
                  </a:lnTo>
                  <a:lnTo>
                    <a:pt x="334201" y="160842"/>
                  </a:lnTo>
                  <a:lnTo>
                    <a:pt x="333917" y="155556"/>
                  </a:lnTo>
                  <a:lnTo>
                    <a:pt x="333466" y="150281"/>
                  </a:lnTo>
                  <a:lnTo>
                    <a:pt x="332848" y="145024"/>
                  </a:lnTo>
                  <a:lnTo>
                    <a:pt x="332064" y="139789"/>
                  </a:lnTo>
                  <a:lnTo>
                    <a:pt x="331114" y="134581"/>
                  </a:lnTo>
                  <a:lnTo>
                    <a:pt x="330000" y="129406"/>
                  </a:lnTo>
                  <a:lnTo>
                    <a:pt x="328723" y="124268"/>
                  </a:lnTo>
                  <a:lnTo>
                    <a:pt x="327284" y="119174"/>
                  </a:lnTo>
                  <a:lnTo>
                    <a:pt x="325684" y="114128"/>
                  </a:lnTo>
                  <a:lnTo>
                    <a:pt x="323925" y="109135"/>
                  </a:lnTo>
                  <a:lnTo>
                    <a:pt x="322009" y="104200"/>
                  </a:lnTo>
                  <a:lnTo>
                    <a:pt x="319938" y="99329"/>
                  </a:lnTo>
                  <a:lnTo>
                    <a:pt x="317713" y="94525"/>
                  </a:lnTo>
                  <a:lnTo>
                    <a:pt x="315337" y="89794"/>
                  </a:lnTo>
                  <a:lnTo>
                    <a:pt x="312813" y="85141"/>
                  </a:lnTo>
                  <a:lnTo>
                    <a:pt x="310143" y="80570"/>
                  </a:lnTo>
                  <a:lnTo>
                    <a:pt x="307330" y="76086"/>
                  </a:lnTo>
                  <a:lnTo>
                    <a:pt x="304375" y="71694"/>
                  </a:lnTo>
                  <a:lnTo>
                    <a:pt x="301284" y="67397"/>
                  </a:lnTo>
                  <a:lnTo>
                    <a:pt x="298057" y="63200"/>
                  </a:lnTo>
                  <a:lnTo>
                    <a:pt x="294700" y="59107"/>
                  </a:lnTo>
                  <a:lnTo>
                    <a:pt x="291214" y="55123"/>
                  </a:lnTo>
                  <a:lnTo>
                    <a:pt x="287605" y="51251"/>
                  </a:lnTo>
                  <a:lnTo>
                    <a:pt x="283874" y="47495"/>
                  </a:lnTo>
                  <a:lnTo>
                    <a:pt x="280026" y="43859"/>
                  </a:lnTo>
                  <a:lnTo>
                    <a:pt x="276065" y="40347"/>
                  </a:lnTo>
                  <a:lnTo>
                    <a:pt x="271995" y="36963"/>
                  </a:lnTo>
                  <a:lnTo>
                    <a:pt x="267820" y="33708"/>
                  </a:lnTo>
                  <a:lnTo>
                    <a:pt x="263544" y="30588"/>
                  </a:lnTo>
                  <a:lnTo>
                    <a:pt x="259171" y="27604"/>
                  </a:lnTo>
                  <a:lnTo>
                    <a:pt x="254706" y="24761"/>
                  </a:lnTo>
                  <a:lnTo>
                    <a:pt x="250153" y="22060"/>
                  </a:lnTo>
                  <a:lnTo>
                    <a:pt x="245517" y="19505"/>
                  </a:lnTo>
                  <a:lnTo>
                    <a:pt x="240802" y="17097"/>
                  </a:lnTo>
                  <a:lnTo>
                    <a:pt x="236014" y="14841"/>
                  </a:lnTo>
                  <a:lnTo>
                    <a:pt x="231156" y="12737"/>
                  </a:lnTo>
                  <a:lnTo>
                    <a:pt x="226234" y="10788"/>
                  </a:lnTo>
                  <a:lnTo>
                    <a:pt x="221253" y="8996"/>
                  </a:lnTo>
                  <a:lnTo>
                    <a:pt x="216218" y="7362"/>
                  </a:lnTo>
                  <a:lnTo>
                    <a:pt x="211133" y="5888"/>
                  </a:lnTo>
                  <a:lnTo>
                    <a:pt x="206005" y="4577"/>
                  </a:lnTo>
                  <a:lnTo>
                    <a:pt x="200837" y="3428"/>
                  </a:lnTo>
                  <a:lnTo>
                    <a:pt x="195636" y="2444"/>
                  </a:lnTo>
                  <a:lnTo>
                    <a:pt x="190406" y="1625"/>
                  </a:lnTo>
                  <a:lnTo>
                    <a:pt x="185153" y="971"/>
                  </a:lnTo>
                  <a:lnTo>
                    <a:pt x="179881" y="485"/>
                  </a:lnTo>
                  <a:lnTo>
                    <a:pt x="174597" y="165"/>
                  </a:lnTo>
                  <a:lnTo>
                    <a:pt x="169306" y="1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35"/>
              <a:ext cx="2152" cy="167153"/>
            </a:xfrm>
            <a:custGeom>
              <a:avLst/>
              <a:pathLst>
                <a:path w="2152" h="167153">
                  <a:moveTo>
                    <a:pt x="2152" y="0"/>
                  </a:moveTo>
                  <a:lnTo>
                    <a:pt x="0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2152" cy="167167"/>
            </a:xfrm>
            <a:custGeom>
              <a:avLst/>
              <a:pathLst>
                <a:path w="2152" h="167167">
                  <a:moveTo>
                    <a:pt x="2152" y="1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923191" y="4659281"/>
              <a:ext cx="163333" cy="167167"/>
            </a:xfrm>
            <a:custGeom>
              <a:avLst/>
              <a:pathLst>
                <a:path w="163333" h="167167">
                  <a:moveTo>
                    <a:pt x="163333" y="0"/>
                  </a:moveTo>
                  <a:lnTo>
                    <a:pt x="157936" y="87"/>
                  </a:lnTo>
                  <a:lnTo>
                    <a:pt x="152544" y="348"/>
                  </a:lnTo>
                  <a:lnTo>
                    <a:pt x="147164" y="783"/>
                  </a:lnTo>
                  <a:lnTo>
                    <a:pt x="141801" y="1392"/>
                  </a:lnTo>
                  <a:lnTo>
                    <a:pt x="136460" y="2174"/>
                  </a:lnTo>
                  <a:lnTo>
                    <a:pt x="131147" y="3127"/>
                  </a:lnTo>
                  <a:lnTo>
                    <a:pt x="125868" y="4252"/>
                  </a:lnTo>
                  <a:lnTo>
                    <a:pt x="120628" y="5546"/>
                  </a:lnTo>
                  <a:lnTo>
                    <a:pt x="115432" y="7009"/>
                  </a:lnTo>
                  <a:lnTo>
                    <a:pt x="110287" y="8639"/>
                  </a:lnTo>
                  <a:lnTo>
                    <a:pt x="105196" y="10434"/>
                  </a:lnTo>
                  <a:lnTo>
                    <a:pt x="100166" y="12393"/>
                  </a:lnTo>
                  <a:lnTo>
                    <a:pt x="95202" y="14513"/>
                  </a:lnTo>
                  <a:lnTo>
                    <a:pt x="90309" y="16792"/>
                  </a:lnTo>
                  <a:lnTo>
                    <a:pt x="85493" y="19228"/>
                  </a:lnTo>
                  <a:lnTo>
                    <a:pt x="80757" y="21818"/>
                  </a:lnTo>
                  <a:lnTo>
                    <a:pt x="76107" y="24560"/>
                  </a:lnTo>
                  <a:lnTo>
                    <a:pt x="71549" y="27451"/>
                  </a:lnTo>
                  <a:lnTo>
                    <a:pt x="67086" y="30487"/>
                  </a:lnTo>
                  <a:lnTo>
                    <a:pt x="62723" y="33665"/>
                  </a:lnTo>
                  <a:lnTo>
                    <a:pt x="58466" y="36983"/>
                  </a:lnTo>
                  <a:lnTo>
                    <a:pt x="54317" y="40436"/>
                  </a:lnTo>
                  <a:lnTo>
                    <a:pt x="50283" y="44022"/>
                  </a:lnTo>
                  <a:lnTo>
                    <a:pt x="46366" y="47736"/>
                  </a:lnTo>
                  <a:lnTo>
                    <a:pt x="42571" y="51575"/>
                  </a:lnTo>
                  <a:lnTo>
                    <a:pt x="38902" y="55534"/>
                  </a:lnTo>
                  <a:lnTo>
                    <a:pt x="35363" y="59609"/>
                  </a:lnTo>
                  <a:lnTo>
                    <a:pt x="31957" y="63797"/>
                  </a:lnTo>
                  <a:lnTo>
                    <a:pt x="28688" y="68092"/>
                  </a:lnTo>
                  <a:lnTo>
                    <a:pt x="25560" y="72491"/>
                  </a:lnTo>
                  <a:lnTo>
                    <a:pt x="22575" y="76988"/>
                  </a:lnTo>
                  <a:lnTo>
                    <a:pt x="19737" y="81579"/>
                  </a:lnTo>
                  <a:lnTo>
                    <a:pt x="17049" y="86260"/>
                  </a:lnTo>
                  <a:lnTo>
                    <a:pt x="14513" y="91025"/>
                  </a:lnTo>
                  <a:lnTo>
                    <a:pt x="12132" y="95869"/>
                  </a:lnTo>
                  <a:lnTo>
                    <a:pt x="9909" y="100788"/>
                  </a:lnTo>
                  <a:lnTo>
                    <a:pt x="7846" y="105776"/>
                  </a:lnTo>
                  <a:lnTo>
                    <a:pt x="5945" y="110828"/>
                  </a:lnTo>
                  <a:lnTo>
                    <a:pt x="4208" y="115938"/>
                  </a:lnTo>
                  <a:lnTo>
                    <a:pt x="2637" y="121102"/>
                  </a:lnTo>
                  <a:lnTo>
                    <a:pt x="1234" y="126315"/>
                  </a:lnTo>
                  <a:lnTo>
                    <a:pt x="0" y="131569"/>
                  </a:lnTo>
                  <a:lnTo>
                    <a:pt x="16333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923191" y="4790851"/>
              <a:ext cx="163333" cy="35597"/>
            </a:xfrm>
            <a:custGeom>
              <a:avLst/>
              <a:pathLst>
                <a:path w="163333" h="35597">
                  <a:moveTo>
                    <a:pt x="0" y="0"/>
                  </a:moveTo>
                  <a:lnTo>
                    <a:pt x="163333" y="355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923191" y="4790851"/>
              <a:ext cx="163333" cy="35597"/>
            </a:xfrm>
            <a:custGeom>
              <a:avLst/>
              <a:pathLst>
                <a:path w="163333" h="35597">
                  <a:moveTo>
                    <a:pt x="0" y="0"/>
                  </a:moveTo>
                  <a:lnTo>
                    <a:pt x="163333" y="355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923191" y="4790851"/>
              <a:ext cx="163333" cy="35597"/>
            </a:xfrm>
            <a:custGeom>
              <a:avLst/>
              <a:pathLst>
                <a:path w="163333" h="35597">
                  <a:moveTo>
                    <a:pt x="0" y="0"/>
                  </a:moveTo>
                  <a:lnTo>
                    <a:pt x="163333" y="355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923191" y="4790851"/>
              <a:ext cx="163333" cy="35597"/>
            </a:xfrm>
            <a:custGeom>
              <a:avLst/>
              <a:pathLst>
                <a:path w="163333" h="35597">
                  <a:moveTo>
                    <a:pt x="0" y="0"/>
                  </a:moveTo>
                  <a:lnTo>
                    <a:pt x="163333" y="355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23191" y="4790851"/>
              <a:ext cx="163333" cy="35597"/>
            </a:xfrm>
            <a:custGeom>
              <a:avLst/>
              <a:pathLst>
                <a:path w="163333" h="35597">
                  <a:moveTo>
                    <a:pt x="0" y="0"/>
                  </a:moveTo>
                  <a:lnTo>
                    <a:pt x="163333" y="355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23191" y="4790851"/>
              <a:ext cx="163333" cy="35597"/>
            </a:xfrm>
            <a:custGeom>
              <a:avLst/>
              <a:pathLst>
                <a:path w="163333" h="35597">
                  <a:moveTo>
                    <a:pt x="0" y="0"/>
                  </a:moveTo>
                  <a:lnTo>
                    <a:pt x="163333" y="355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3191" y="4790851"/>
              <a:ext cx="163333" cy="35597"/>
            </a:xfrm>
            <a:custGeom>
              <a:avLst/>
              <a:pathLst>
                <a:path w="163333" h="35597">
                  <a:moveTo>
                    <a:pt x="0" y="0"/>
                  </a:moveTo>
                  <a:lnTo>
                    <a:pt x="163333" y="355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3191" y="4790851"/>
              <a:ext cx="163333" cy="35597"/>
            </a:xfrm>
            <a:custGeom>
              <a:avLst/>
              <a:pathLst>
                <a:path w="163333" h="35597">
                  <a:moveTo>
                    <a:pt x="0" y="0"/>
                  </a:moveTo>
                  <a:lnTo>
                    <a:pt x="163333" y="355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3191" y="4790851"/>
              <a:ext cx="163333" cy="35597"/>
            </a:xfrm>
            <a:custGeom>
              <a:avLst/>
              <a:pathLst>
                <a:path w="163333" h="35597">
                  <a:moveTo>
                    <a:pt x="0" y="0"/>
                  </a:moveTo>
                  <a:lnTo>
                    <a:pt x="163333" y="355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19751" y="4790851"/>
              <a:ext cx="166773" cy="35597"/>
            </a:xfrm>
            <a:custGeom>
              <a:avLst/>
              <a:pathLst>
                <a:path w="166773" h="35597">
                  <a:moveTo>
                    <a:pt x="3440" y="0"/>
                  </a:moveTo>
                  <a:lnTo>
                    <a:pt x="1902" y="7983"/>
                  </a:lnTo>
                  <a:lnTo>
                    <a:pt x="754" y="16032"/>
                  </a:lnTo>
                  <a:lnTo>
                    <a:pt x="0" y="24127"/>
                  </a:lnTo>
                  <a:lnTo>
                    <a:pt x="166773" y="355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19359" y="4659281"/>
              <a:ext cx="334319" cy="334330"/>
            </a:xfrm>
            <a:custGeom>
              <a:avLst/>
              <a:pathLst>
                <a:path w="334319" h="334330">
                  <a:moveTo>
                    <a:pt x="391" y="155697"/>
                  </a:moveTo>
                  <a:lnTo>
                    <a:pt x="112" y="160982"/>
                  </a:lnTo>
                  <a:lnTo>
                    <a:pt x="0" y="166274"/>
                  </a:lnTo>
                  <a:lnTo>
                    <a:pt x="55" y="171566"/>
                  </a:lnTo>
                  <a:lnTo>
                    <a:pt x="278" y="176854"/>
                  </a:lnTo>
                  <a:lnTo>
                    <a:pt x="668" y="182133"/>
                  </a:lnTo>
                  <a:lnTo>
                    <a:pt x="1226" y="187396"/>
                  </a:lnTo>
                  <a:lnTo>
                    <a:pt x="1949" y="192639"/>
                  </a:lnTo>
                  <a:lnTo>
                    <a:pt x="2838" y="197856"/>
                  </a:lnTo>
                  <a:lnTo>
                    <a:pt x="3892" y="203043"/>
                  </a:lnTo>
                  <a:lnTo>
                    <a:pt x="5110" y="208194"/>
                  </a:lnTo>
                  <a:lnTo>
                    <a:pt x="6490" y="213304"/>
                  </a:lnTo>
                  <a:lnTo>
                    <a:pt x="8031" y="218367"/>
                  </a:lnTo>
                  <a:lnTo>
                    <a:pt x="9732" y="223379"/>
                  </a:lnTo>
                  <a:lnTo>
                    <a:pt x="11590" y="228335"/>
                  </a:lnTo>
                  <a:lnTo>
                    <a:pt x="13604" y="233229"/>
                  </a:lnTo>
                  <a:lnTo>
                    <a:pt x="15773" y="238057"/>
                  </a:lnTo>
                  <a:lnTo>
                    <a:pt x="18093" y="242815"/>
                  </a:lnTo>
                  <a:lnTo>
                    <a:pt x="20562" y="247496"/>
                  </a:lnTo>
                  <a:lnTo>
                    <a:pt x="23179" y="252097"/>
                  </a:lnTo>
                  <a:lnTo>
                    <a:pt x="25940" y="256612"/>
                  </a:lnTo>
                  <a:lnTo>
                    <a:pt x="28842" y="261038"/>
                  </a:lnTo>
                  <a:lnTo>
                    <a:pt x="31883" y="265370"/>
                  </a:lnTo>
                  <a:lnTo>
                    <a:pt x="35060" y="269604"/>
                  </a:lnTo>
                  <a:lnTo>
                    <a:pt x="38369" y="273734"/>
                  </a:lnTo>
                  <a:lnTo>
                    <a:pt x="41807" y="277758"/>
                  </a:lnTo>
                  <a:lnTo>
                    <a:pt x="45371" y="281671"/>
                  </a:lnTo>
                  <a:lnTo>
                    <a:pt x="49057" y="285470"/>
                  </a:lnTo>
                  <a:lnTo>
                    <a:pt x="52861" y="289149"/>
                  </a:lnTo>
                  <a:lnTo>
                    <a:pt x="56780" y="292707"/>
                  </a:lnTo>
                  <a:lnTo>
                    <a:pt x="60810" y="296138"/>
                  </a:lnTo>
                  <a:lnTo>
                    <a:pt x="64946" y="299440"/>
                  </a:lnTo>
                  <a:lnTo>
                    <a:pt x="69185" y="302610"/>
                  </a:lnTo>
                  <a:lnTo>
                    <a:pt x="73521" y="305644"/>
                  </a:lnTo>
                  <a:lnTo>
                    <a:pt x="77952" y="308539"/>
                  </a:lnTo>
                  <a:lnTo>
                    <a:pt x="82472" y="311293"/>
                  </a:lnTo>
                  <a:lnTo>
                    <a:pt x="87077" y="313901"/>
                  </a:lnTo>
                  <a:lnTo>
                    <a:pt x="91763" y="316363"/>
                  </a:lnTo>
                  <a:lnTo>
                    <a:pt x="96524" y="318675"/>
                  </a:lnTo>
                  <a:lnTo>
                    <a:pt x="101355" y="320836"/>
                  </a:lnTo>
                  <a:lnTo>
                    <a:pt x="106253" y="322842"/>
                  </a:lnTo>
                  <a:lnTo>
                    <a:pt x="111212" y="324692"/>
                  </a:lnTo>
                  <a:lnTo>
                    <a:pt x="116227" y="326385"/>
                  </a:lnTo>
                  <a:lnTo>
                    <a:pt x="121293" y="327917"/>
                  </a:lnTo>
                  <a:lnTo>
                    <a:pt x="126405" y="329289"/>
                  </a:lnTo>
                  <a:lnTo>
                    <a:pt x="131558" y="330498"/>
                  </a:lnTo>
                  <a:lnTo>
                    <a:pt x="136746" y="331544"/>
                  </a:lnTo>
                  <a:lnTo>
                    <a:pt x="141965" y="332424"/>
                  </a:lnTo>
                  <a:lnTo>
                    <a:pt x="147209" y="333139"/>
                  </a:lnTo>
                  <a:lnTo>
                    <a:pt x="152473" y="333688"/>
                  </a:lnTo>
                  <a:lnTo>
                    <a:pt x="157752" y="334069"/>
                  </a:lnTo>
                  <a:lnTo>
                    <a:pt x="163041" y="334284"/>
                  </a:lnTo>
                  <a:lnTo>
                    <a:pt x="168333" y="334330"/>
                  </a:lnTo>
                  <a:lnTo>
                    <a:pt x="173625" y="334210"/>
                  </a:lnTo>
                  <a:lnTo>
                    <a:pt x="178910" y="333921"/>
                  </a:lnTo>
                  <a:lnTo>
                    <a:pt x="184183" y="333466"/>
                  </a:lnTo>
                  <a:lnTo>
                    <a:pt x="189439" y="332844"/>
                  </a:lnTo>
                  <a:lnTo>
                    <a:pt x="194673" y="332056"/>
                  </a:lnTo>
                  <a:lnTo>
                    <a:pt x="199879" y="331102"/>
                  </a:lnTo>
                  <a:lnTo>
                    <a:pt x="205052" y="329984"/>
                  </a:lnTo>
                  <a:lnTo>
                    <a:pt x="210187" y="328703"/>
                  </a:lnTo>
                  <a:lnTo>
                    <a:pt x="215280" y="327260"/>
                  </a:lnTo>
                  <a:lnTo>
                    <a:pt x="220324" y="325657"/>
                  </a:lnTo>
                  <a:lnTo>
                    <a:pt x="225314" y="323895"/>
                  </a:lnTo>
                  <a:lnTo>
                    <a:pt x="230247" y="321975"/>
                  </a:lnTo>
                  <a:lnTo>
                    <a:pt x="235116" y="319901"/>
                  </a:lnTo>
                  <a:lnTo>
                    <a:pt x="239917" y="317673"/>
                  </a:lnTo>
                  <a:lnTo>
                    <a:pt x="244645" y="315294"/>
                  </a:lnTo>
                  <a:lnTo>
                    <a:pt x="249296" y="312767"/>
                  </a:lnTo>
                  <a:lnTo>
                    <a:pt x="253864" y="310094"/>
                  </a:lnTo>
                  <a:lnTo>
                    <a:pt x="258345" y="307278"/>
                  </a:lnTo>
                  <a:lnTo>
                    <a:pt x="262735" y="304321"/>
                  </a:lnTo>
                  <a:lnTo>
                    <a:pt x="267029" y="301227"/>
                  </a:lnTo>
                  <a:lnTo>
                    <a:pt x="271223" y="297998"/>
                  </a:lnTo>
                  <a:lnTo>
                    <a:pt x="275313" y="294638"/>
                  </a:lnTo>
                  <a:lnTo>
                    <a:pt x="279294" y="291151"/>
                  </a:lnTo>
                  <a:lnTo>
                    <a:pt x="283163" y="287539"/>
                  </a:lnTo>
                  <a:lnTo>
                    <a:pt x="286915" y="283806"/>
                  </a:lnTo>
                  <a:lnTo>
                    <a:pt x="290548" y="279957"/>
                  </a:lnTo>
                  <a:lnTo>
                    <a:pt x="294056" y="275994"/>
                  </a:lnTo>
                  <a:lnTo>
                    <a:pt x="297438" y="271923"/>
                  </a:lnTo>
                  <a:lnTo>
                    <a:pt x="300689" y="267746"/>
                  </a:lnTo>
                  <a:lnTo>
                    <a:pt x="303806" y="263469"/>
                  </a:lnTo>
                  <a:lnTo>
                    <a:pt x="306786" y="259095"/>
                  </a:lnTo>
                  <a:lnTo>
                    <a:pt x="309626" y="254629"/>
                  </a:lnTo>
                  <a:lnTo>
                    <a:pt x="312324" y="250075"/>
                  </a:lnTo>
                  <a:lnTo>
                    <a:pt x="314876" y="245438"/>
                  </a:lnTo>
                  <a:lnTo>
                    <a:pt x="317280" y="240723"/>
                  </a:lnTo>
                  <a:lnTo>
                    <a:pt x="319533" y="235934"/>
                  </a:lnTo>
                  <a:lnTo>
                    <a:pt x="321633" y="231075"/>
                  </a:lnTo>
                  <a:lnTo>
                    <a:pt x="323579" y="226153"/>
                  </a:lnTo>
                  <a:lnTo>
                    <a:pt x="325368" y="221172"/>
                  </a:lnTo>
                  <a:lnTo>
                    <a:pt x="326999" y="216137"/>
                  </a:lnTo>
                  <a:lnTo>
                    <a:pt x="328469" y="211052"/>
                  </a:lnTo>
                  <a:lnTo>
                    <a:pt x="329777" y="205924"/>
                  </a:lnTo>
                  <a:lnTo>
                    <a:pt x="330923" y="200757"/>
                  </a:lnTo>
                  <a:lnTo>
                    <a:pt x="331904" y="195556"/>
                  </a:lnTo>
                  <a:lnTo>
                    <a:pt x="332720" y="190326"/>
                  </a:lnTo>
                  <a:lnTo>
                    <a:pt x="333370" y="185073"/>
                  </a:lnTo>
                  <a:lnTo>
                    <a:pt x="333854" y="179803"/>
                  </a:lnTo>
                  <a:lnTo>
                    <a:pt x="334170" y="174520"/>
                  </a:lnTo>
                  <a:lnTo>
                    <a:pt x="334319" y="169229"/>
                  </a:lnTo>
                  <a:lnTo>
                    <a:pt x="334301" y="163936"/>
                  </a:lnTo>
                  <a:lnTo>
                    <a:pt x="334115" y="158647"/>
                  </a:lnTo>
                  <a:lnTo>
                    <a:pt x="333761" y="153366"/>
                  </a:lnTo>
                  <a:lnTo>
                    <a:pt x="333241" y="148099"/>
                  </a:lnTo>
                  <a:lnTo>
                    <a:pt x="332554" y="142851"/>
                  </a:lnTo>
                  <a:lnTo>
                    <a:pt x="331701" y="137627"/>
                  </a:lnTo>
                  <a:lnTo>
                    <a:pt x="330684" y="132433"/>
                  </a:lnTo>
                  <a:lnTo>
                    <a:pt x="329502" y="127274"/>
                  </a:lnTo>
                  <a:lnTo>
                    <a:pt x="328158" y="122155"/>
                  </a:lnTo>
                  <a:lnTo>
                    <a:pt x="326652" y="117081"/>
                  </a:lnTo>
                  <a:lnTo>
                    <a:pt x="324987" y="112057"/>
                  </a:lnTo>
                  <a:lnTo>
                    <a:pt x="323163" y="107088"/>
                  </a:lnTo>
                  <a:lnTo>
                    <a:pt x="321183" y="102180"/>
                  </a:lnTo>
                  <a:lnTo>
                    <a:pt x="319048" y="97337"/>
                  </a:lnTo>
                  <a:lnTo>
                    <a:pt x="316762" y="92563"/>
                  </a:lnTo>
                  <a:lnTo>
                    <a:pt x="314325" y="87865"/>
                  </a:lnTo>
                  <a:lnTo>
                    <a:pt x="311741" y="83246"/>
                  </a:lnTo>
                  <a:lnTo>
                    <a:pt x="309011" y="78711"/>
                  </a:lnTo>
                  <a:lnTo>
                    <a:pt x="306140" y="74265"/>
                  </a:lnTo>
                  <a:lnTo>
                    <a:pt x="303129" y="69912"/>
                  </a:lnTo>
                  <a:lnTo>
                    <a:pt x="299982" y="65656"/>
                  </a:lnTo>
                  <a:lnTo>
                    <a:pt x="296702" y="61503"/>
                  </a:lnTo>
                  <a:lnTo>
                    <a:pt x="293292" y="57455"/>
                  </a:lnTo>
                  <a:lnTo>
                    <a:pt x="289756" y="53517"/>
                  </a:lnTo>
                  <a:lnTo>
                    <a:pt x="286097" y="49693"/>
                  </a:lnTo>
                  <a:lnTo>
                    <a:pt x="282318" y="45987"/>
                  </a:lnTo>
                  <a:lnTo>
                    <a:pt x="278424" y="42402"/>
                  </a:lnTo>
                  <a:lnTo>
                    <a:pt x="274419" y="38942"/>
                  </a:lnTo>
                  <a:lnTo>
                    <a:pt x="270306" y="35611"/>
                  </a:lnTo>
                  <a:lnTo>
                    <a:pt x="266089" y="32412"/>
                  </a:lnTo>
                  <a:lnTo>
                    <a:pt x="261774" y="29348"/>
                  </a:lnTo>
                  <a:lnTo>
                    <a:pt x="257363" y="26422"/>
                  </a:lnTo>
                  <a:lnTo>
                    <a:pt x="252862" y="23637"/>
                  </a:lnTo>
                  <a:lnTo>
                    <a:pt x="248276" y="20996"/>
                  </a:lnTo>
                  <a:lnTo>
                    <a:pt x="243608" y="18502"/>
                  </a:lnTo>
                  <a:lnTo>
                    <a:pt x="238863" y="16156"/>
                  </a:lnTo>
                  <a:lnTo>
                    <a:pt x="234046" y="13962"/>
                  </a:lnTo>
                  <a:lnTo>
                    <a:pt x="229163" y="11921"/>
                  </a:lnTo>
                  <a:lnTo>
                    <a:pt x="224217" y="10037"/>
                  </a:lnTo>
                  <a:lnTo>
                    <a:pt x="219214" y="8309"/>
                  </a:lnTo>
                  <a:lnTo>
                    <a:pt x="214159" y="6741"/>
                  </a:lnTo>
                  <a:lnTo>
                    <a:pt x="209057" y="5334"/>
                  </a:lnTo>
                  <a:lnTo>
                    <a:pt x="203913" y="4089"/>
                  </a:lnTo>
                  <a:lnTo>
                    <a:pt x="198732" y="3007"/>
                  </a:lnTo>
                  <a:lnTo>
                    <a:pt x="193519" y="2090"/>
                  </a:lnTo>
                  <a:lnTo>
                    <a:pt x="188280" y="1338"/>
                  </a:lnTo>
                  <a:lnTo>
                    <a:pt x="183020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321572" y="5018213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6" y="84"/>
                  </a:lnTo>
                  <a:lnTo>
                    <a:pt x="156550" y="336"/>
                  </a:lnTo>
                  <a:lnTo>
                    <a:pt x="151264" y="756"/>
                  </a:lnTo>
                  <a:lnTo>
                    <a:pt x="145994" y="1343"/>
                  </a:lnTo>
                  <a:lnTo>
                    <a:pt x="140746" y="2098"/>
                  </a:lnTo>
                  <a:lnTo>
                    <a:pt x="135524" y="3018"/>
                  </a:lnTo>
                  <a:lnTo>
                    <a:pt x="130334" y="4103"/>
                  </a:lnTo>
                  <a:lnTo>
                    <a:pt x="125181" y="5353"/>
                  </a:lnTo>
                  <a:lnTo>
                    <a:pt x="120070" y="6765"/>
                  </a:lnTo>
                  <a:lnTo>
                    <a:pt x="115007" y="8339"/>
                  </a:lnTo>
                  <a:lnTo>
                    <a:pt x="109996" y="10073"/>
                  </a:lnTo>
                  <a:lnTo>
                    <a:pt x="105042" y="11964"/>
                  </a:lnTo>
                  <a:lnTo>
                    <a:pt x="100151" y="14012"/>
                  </a:lnTo>
                  <a:lnTo>
                    <a:pt x="95328" y="16214"/>
                  </a:lnTo>
                  <a:lnTo>
                    <a:pt x="90576" y="18567"/>
                  </a:lnTo>
                  <a:lnTo>
                    <a:pt x="85902" y="21071"/>
                  </a:lnTo>
                  <a:lnTo>
                    <a:pt x="81310" y="23721"/>
                  </a:lnTo>
                  <a:lnTo>
                    <a:pt x="76803" y="26515"/>
                  </a:lnTo>
                  <a:lnTo>
                    <a:pt x="72388" y="29451"/>
                  </a:lnTo>
                  <a:lnTo>
                    <a:pt x="68068" y="32526"/>
                  </a:lnTo>
                  <a:lnTo>
                    <a:pt x="63848" y="35736"/>
                  </a:lnTo>
                  <a:lnTo>
                    <a:pt x="59732" y="39078"/>
                  </a:lnTo>
                  <a:lnTo>
                    <a:pt x="55723" y="42549"/>
                  </a:lnTo>
                  <a:lnTo>
                    <a:pt x="51827" y="46146"/>
                  </a:lnTo>
                  <a:lnTo>
                    <a:pt x="48047" y="49864"/>
                  </a:lnTo>
                  <a:lnTo>
                    <a:pt x="44387" y="53700"/>
                  </a:lnTo>
                  <a:lnTo>
                    <a:pt x="40850" y="57651"/>
                  </a:lnTo>
                  <a:lnTo>
                    <a:pt x="37440" y="61711"/>
                  </a:lnTo>
                  <a:lnTo>
                    <a:pt x="34161" y="65878"/>
                  </a:lnTo>
                  <a:lnTo>
                    <a:pt x="31015" y="70146"/>
                  </a:lnTo>
                  <a:lnTo>
                    <a:pt x="28007" y="74513"/>
                  </a:lnTo>
                  <a:lnTo>
                    <a:pt x="25138" y="78972"/>
                  </a:lnTo>
                  <a:lnTo>
                    <a:pt x="22413" y="83520"/>
                  </a:lnTo>
                  <a:lnTo>
                    <a:pt x="19833" y="88152"/>
                  </a:lnTo>
                  <a:lnTo>
                    <a:pt x="17401" y="92864"/>
                  </a:lnTo>
                  <a:lnTo>
                    <a:pt x="15120" y="97651"/>
                  </a:lnTo>
                  <a:lnTo>
                    <a:pt x="12992" y="102507"/>
                  </a:lnTo>
                  <a:lnTo>
                    <a:pt x="11018" y="107429"/>
                  </a:lnTo>
                  <a:lnTo>
                    <a:pt x="9202" y="112410"/>
                  </a:lnTo>
                  <a:lnTo>
                    <a:pt x="7545" y="117447"/>
                  </a:lnTo>
                  <a:lnTo>
                    <a:pt x="6049" y="122534"/>
                  </a:lnTo>
                  <a:lnTo>
                    <a:pt x="4714" y="127666"/>
                  </a:lnTo>
                  <a:lnTo>
                    <a:pt x="3543" y="132837"/>
                  </a:lnTo>
                  <a:lnTo>
                    <a:pt x="2537" y="138043"/>
                  </a:lnTo>
                  <a:lnTo>
                    <a:pt x="1696" y="143278"/>
                  </a:lnTo>
                  <a:lnTo>
                    <a:pt x="1021" y="148538"/>
                  </a:lnTo>
                  <a:lnTo>
                    <a:pt x="514" y="153816"/>
                  </a:lnTo>
                  <a:lnTo>
                    <a:pt x="175" y="159107"/>
                  </a:lnTo>
                  <a:lnTo>
                    <a:pt x="3" y="164407"/>
                  </a:lnTo>
                  <a:lnTo>
                    <a:pt x="0" y="169709"/>
                  </a:lnTo>
                  <a:lnTo>
                    <a:pt x="164" y="175009"/>
                  </a:lnTo>
                  <a:lnTo>
                    <a:pt x="497" y="180301"/>
                  </a:lnTo>
                  <a:lnTo>
                    <a:pt x="997" y="185579"/>
                  </a:lnTo>
                  <a:lnTo>
                    <a:pt x="1665" y="190839"/>
                  </a:lnTo>
                  <a:lnTo>
                    <a:pt x="2499" y="196076"/>
                  </a:lnTo>
                  <a:lnTo>
                    <a:pt x="3498" y="201283"/>
                  </a:lnTo>
                  <a:lnTo>
                    <a:pt x="4663" y="206456"/>
                  </a:lnTo>
                  <a:lnTo>
                    <a:pt x="5991" y="211589"/>
                  </a:lnTo>
                  <a:lnTo>
                    <a:pt x="7480" y="216678"/>
                  </a:lnTo>
                  <a:lnTo>
                    <a:pt x="9131" y="221717"/>
                  </a:lnTo>
                  <a:lnTo>
                    <a:pt x="10941" y="226701"/>
                  </a:lnTo>
                  <a:lnTo>
                    <a:pt x="12907" y="231625"/>
                  </a:lnTo>
                  <a:lnTo>
                    <a:pt x="15029" y="236484"/>
                  </a:lnTo>
                  <a:lnTo>
                    <a:pt x="17304" y="241274"/>
                  </a:lnTo>
                  <a:lnTo>
                    <a:pt x="19730" y="245989"/>
                  </a:lnTo>
                  <a:lnTo>
                    <a:pt x="22304" y="250624"/>
                  </a:lnTo>
                  <a:lnTo>
                    <a:pt x="25023" y="255176"/>
                  </a:lnTo>
                  <a:lnTo>
                    <a:pt x="27886" y="259639"/>
                  </a:lnTo>
                  <a:lnTo>
                    <a:pt x="30889" y="264009"/>
                  </a:lnTo>
                  <a:lnTo>
                    <a:pt x="34029" y="268282"/>
                  </a:lnTo>
                  <a:lnTo>
                    <a:pt x="37302" y="272453"/>
                  </a:lnTo>
                  <a:lnTo>
                    <a:pt x="40707" y="276518"/>
                  </a:lnTo>
                  <a:lnTo>
                    <a:pt x="44239" y="280473"/>
                  </a:lnTo>
                  <a:lnTo>
                    <a:pt x="47894" y="284314"/>
                  </a:lnTo>
                  <a:lnTo>
                    <a:pt x="51669" y="288037"/>
                  </a:lnTo>
                  <a:lnTo>
                    <a:pt x="55561" y="291639"/>
                  </a:lnTo>
                  <a:lnTo>
                    <a:pt x="59564" y="295115"/>
                  </a:lnTo>
                  <a:lnTo>
                    <a:pt x="63676" y="298463"/>
                  </a:lnTo>
                  <a:lnTo>
                    <a:pt x="67892" y="301678"/>
                  </a:lnTo>
                  <a:lnTo>
                    <a:pt x="72208" y="304759"/>
                  </a:lnTo>
                  <a:lnTo>
                    <a:pt x="76620" y="307700"/>
                  </a:lnTo>
                  <a:lnTo>
                    <a:pt x="81122" y="310501"/>
                  </a:lnTo>
                  <a:lnTo>
                    <a:pt x="85711" y="313157"/>
                  </a:lnTo>
                  <a:lnTo>
                    <a:pt x="90382" y="315666"/>
                  </a:lnTo>
                  <a:lnTo>
                    <a:pt x="95131" y="318026"/>
                  </a:lnTo>
                  <a:lnTo>
                    <a:pt x="99951" y="320234"/>
                  </a:lnTo>
                  <a:lnTo>
                    <a:pt x="104840" y="322288"/>
                  </a:lnTo>
                  <a:lnTo>
                    <a:pt x="109791" y="324186"/>
                  </a:lnTo>
                  <a:lnTo>
                    <a:pt x="114799" y="325926"/>
                  </a:lnTo>
                  <a:lnTo>
                    <a:pt x="119861" y="327507"/>
                  </a:lnTo>
                  <a:lnTo>
                    <a:pt x="124969" y="328926"/>
                  </a:lnTo>
                  <a:lnTo>
                    <a:pt x="130121" y="330182"/>
                  </a:lnTo>
                  <a:lnTo>
                    <a:pt x="135309" y="331274"/>
                  </a:lnTo>
                  <a:lnTo>
                    <a:pt x="140530" y="332202"/>
                  </a:lnTo>
                  <a:lnTo>
                    <a:pt x="145777" y="332963"/>
                  </a:lnTo>
                  <a:lnTo>
                    <a:pt x="151046" y="333557"/>
                  </a:lnTo>
                  <a:lnTo>
                    <a:pt x="156332" y="333984"/>
                  </a:lnTo>
                  <a:lnTo>
                    <a:pt x="161628" y="334243"/>
                  </a:lnTo>
                  <a:lnTo>
                    <a:pt x="166929" y="334334"/>
                  </a:lnTo>
                  <a:lnTo>
                    <a:pt x="172231" y="334257"/>
                  </a:lnTo>
                  <a:lnTo>
                    <a:pt x="177528" y="334012"/>
                  </a:lnTo>
                  <a:lnTo>
                    <a:pt x="182814" y="333599"/>
                  </a:lnTo>
                  <a:lnTo>
                    <a:pt x="188084" y="333018"/>
                  </a:lnTo>
                  <a:lnTo>
                    <a:pt x="193334" y="332271"/>
                  </a:lnTo>
                  <a:lnTo>
                    <a:pt x="198557" y="331357"/>
                  </a:lnTo>
                  <a:lnTo>
                    <a:pt x="203748" y="330278"/>
                  </a:lnTo>
                  <a:lnTo>
                    <a:pt x="208903" y="329036"/>
                  </a:lnTo>
                  <a:lnTo>
                    <a:pt x="214015" y="327630"/>
                  </a:lnTo>
                  <a:lnTo>
                    <a:pt x="219081" y="326063"/>
                  </a:lnTo>
                  <a:lnTo>
                    <a:pt x="224094" y="324336"/>
                  </a:lnTo>
                  <a:lnTo>
                    <a:pt x="229050" y="322451"/>
                  </a:lnTo>
                  <a:lnTo>
                    <a:pt x="233944" y="320409"/>
                  </a:lnTo>
                  <a:lnTo>
                    <a:pt x="238770" y="318214"/>
                  </a:lnTo>
                  <a:lnTo>
                    <a:pt x="243524" y="315866"/>
                  </a:lnTo>
                  <a:lnTo>
                    <a:pt x="248202" y="313369"/>
                  </a:lnTo>
                  <a:lnTo>
                    <a:pt x="252798" y="310725"/>
                  </a:lnTo>
                  <a:lnTo>
                    <a:pt x="257308" y="307937"/>
                  </a:lnTo>
                  <a:lnTo>
                    <a:pt x="261727" y="305006"/>
                  </a:lnTo>
                  <a:lnTo>
                    <a:pt x="266051" y="301937"/>
                  </a:lnTo>
                  <a:lnTo>
                    <a:pt x="270275" y="298733"/>
                  </a:lnTo>
                  <a:lnTo>
                    <a:pt x="274396" y="295396"/>
                  </a:lnTo>
                  <a:lnTo>
                    <a:pt x="278409" y="291930"/>
                  </a:lnTo>
                  <a:lnTo>
                    <a:pt x="282310" y="288339"/>
                  </a:lnTo>
                  <a:lnTo>
                    <a:pt x="286095" y="284626"/>
                  </a:lnTo>
                  <a:lnTo>
                    <a:pt x="289760" y="280794"/>
                  </a:lnTo>
                  <a:lnTo>
                    <a:pt x="293302" y="276848"/>
                  </a:lnTo>
                  <a:lnTo>
                    <a:pt x="296717" y="272792"/>
                  </a:lnTo>
                  <a:lnTo>
                    <a:pt x="300002" y="268630"/>
                  </a:lnTo>
                  <a:lnTo>
                    <a:pt x="303153" y="264365"/>
                  </a:lnTo>
                  <a:lnTo>
                    <a:pt x="306167" y="260003"/>
                  </a:lnTo>
                  <a:lnTo>
                    <a:pt x="309041" y="255547"/>
                  </a:lnTo>
                  <a:lnTo>
                    <a:pt x="311773" y="251003"/>
                  </a:lnTo>
                  <a:lnTo>
                    <a:pt x="314359" y="246374"/>
                  </a:lnTo>
                  <a:lnTo>
                    <a:pt x="316797" y="241665"/>
                  </a:lnTo>
                  <a:lnTo>
                    <a:pt x="319084" y="236882"/>
                  </a:lnTo>
                  <a:lnTo>
                    <a:pt x="321219" y="232028"/>
                  </a:lnTo>
                  <a:lnTo>
                    <a:pt x="323199" y="227109"/>
                  </a:lnTo>
                  <a:lnTo>
                    <a:pt x="325021" y="222130"/>
                  </a:lnTo>
                  <a:lnTo>
                    <a:pt x="326685" y="217095"/>
                  </a:lnTo>
                  <a:lnTo>
                    <a:pt x="328188" y="212010"/>
                  </a:lnTo>
                  <a:lnTo>
                    <a:pt x="329529" y="206881"/>
                  </a:lnTo>
                  <a:lnTo>
                    <a:pt x="330707" y="201711"/>
                  </a:lnTo>
                  <a:lnTo>
                    <a:pt x="331720" y="196506"/>
                  </a:lnTo>
                  <a:lnTo>
                    <a:pt x="332568" y="191272"/>
                  </a:lnTo>
                  <a:lnTo>
                    <a:pt x="333249" y="186014"/>
                  </a:lnTo>
                  <a:lnTo>
                    <a:pt x="333763" y="180736"/>
                  </a:lnTo>
                  <a:lnTo>
                    <a:pt x="334110" y="175445"/>
                  </a:lnTo>
                  <a:lnTo>
                    <a:pt x="334289" y="170146"/>
                  </a:lnTo>
                  <a:lnTo>
                    <a:pt x="334299" y="164844"/>
                  </a:lnTo>
                  <a:lnTo>
                    <a:pt x="334141" y="159544"/>
                  </a:lnTo>
                  <a:lnTo>
                    <a:pt x="333815" y="154251"/>
                  </a:lnTo>
                  <a:lnTo>
                    <a:pt x="333322" y="148972"/>
                  </a:lnTo>
                  <a:lnTo>
                    <a:pt x="332661" y="143711"/>
                  </a:lnTo>
                  <a:lnTo>
                    <a:pt x="331834" y="138473"/>
                  </a:lnTo>
                  <a:lnTo>
                    <a:pt x="330841" y="133265"/>
                  </a:lnTo>
                  <a:lnTo>
                    <a:pt x="329684" y="128090"/>
                  </a:lnTo>
                  <a:lnTo>
                    <a:pt x="328363" y="122955"/>
                  </a:lnTo>
                  <a:lnTo>
                    <a:pt x="326879" y="117865"/>
                  </a:lnTo>
                  <a:lnTo>
                    <a:pt x="325235" y="112824"/>
                  </a:lnTo>
                  <a:lnTo>
                    <a:pt x="323432" y="107837"/>
                  </a:lnTo>
                  <a:lnTo>
                    <a:pt x="321472" y="102911"/>
                  </a:lnTo>
                  <a:lnTo>
                    <a:pt x="319357" y="98048"/>
                  </a:lnTo>
                  <a:lnTo>
                    <a:pt x="317088" y="93256"/>
                  </a:lnTo>
                  <a:lnTo>
                    <a:pt x="314669" y="88538"/>
                  </a:lnTo>
                  <a:lnTo>
                    <a:pt x="312101" y="83899"/>
                  </a:lnTo>
                  <a:lnTo>
                    <a:pt x="309387" y="79344"/>
                  </a:lnTo>
                  <a:lnTo>
                    <a:pt x="306530" y="74877"/>
                  </a:lnTo>
                  <a:lnTo>
                    <a:pt x="303533" y="70503"/>
                  </a:lnTo>
                  <a:lnTo>
                    <a:pt x="300399" y="66226"/>
                  </a:lnTo>
                  <a:lnTo>
                    <a:pt x="297130" y="62051"/>
                  </a:lnTo>
                  <a:lnTo>
                    <a:pt x="293731" y="57981"/>
                  </a:lnTo>
                  <a:lnTo>
                    <a:pt x="290205" y="54021"/>
                  </a:lnTo>
                  <a:lnTo>
                    <a:pt x="286554" y="50176"/>
                  </a:lnTo>
                  <a:lnTo>
                    <a:pt x="282784" y="46448"/>
                  </a:lnTo>
                  <a:lnTo>
                    <a:pt x="278897" y="42841"/>
                  </a:lnTo>
                  <a:lnTo>
                    <a:pt x="274898" y="39359"/>
                  </a:lnTo>
                  <a:lnTo>
                    <a:pt x="270790" y="36006"/>
                  </a:lnTo>
                  <a:lnTo>
                    <a:pt x="266579" y="32785"/>
                  </a:lnTo>
                  <a:lnTo>
                    <a:pt x="262267" y="29699"/>
                  </a:lnTo>
                  <a:lnTo>
                    <a:pt x="257859" y="26752"/>
                  </a:lnTo>
                  <a:lnTo>
                    <a:pt x="253360" y="23946"/>
                  </a:lnTo>
                  <a:lnTo>
                    <a:pt x="248775" y="21284"/>
                  </a:lnTo>
                  <a:lnTo>
                    <a:pt x="244107" y="18768"/>
                  </a:lnTo>
                  <a:lnTo>
                    <a:pt x="239362" y="16402"/>
                  </a:lnTo>
                  <a:lnTo>
                    <a:pt x="234544" y="14188"/>
                  </a:lnTo>
                  <a:lnTo>
                    <a:pt x="229658" y="12127"/>
                  </a:lnTo>
                  <a:lnTo>
                    <a:pt x="224710" y="10223"/>
                  </a:lnTo>
                  <a:lnTo>
                    <a:pt x="219704" y="8476"/>
                  </a:lnTo>
                  <a:lnTo>
                    <a:pt x="214644" y="6889"/>
                  </a:lnTo>
                  <a:lnTo>
                    <a:pt x="209537" y="5463"/>
                  </a:lnTo>
                  <a:lnTo>
                    <a:pt x="204387" y="4200"/>
                  </a:lnTo>
                  <a:lnTo>
                    <a:pt x="199200" y="3101"/>
                  </a:lnTo>
                  <a:lnTo>
                    <a:pt x="193981" y="2167"/>
                  </a:lnTo>
                  <a:lnTo>
                    <a:pt x="188734" y="1399"/>
                  </a:lnTo>
                  <a:lnTo>
                    <a:pt x="183466" y="798"/>
                  </a:lnTo>
                  <a:lnTo>
                    <a:pt x="178182" y="364"/>
                  </a:lnTo>
                  <a:lnTo>
                    <a:pt x="172886" y="98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5738" cy="167167"/>
            </a:xfrm>
            <a:custGeom>
              <a:avLst/>
              <a:pathLst>
                <a:path w="5738" h="167167">
                  <a:moveTo>
                    <a:pt x="5738" y="9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798627" y="5269756"/>
              <a:ext cx="165874" cy="167167"/>
            </a:xfrm>
            <a:custGeom>
              <a:avLst/>
              <a:pathLst>
                <a:path w="165874" h="167167">
                  <a:moveTo>
                    <a:pt x="165874" y="0"/>
                  </a:moveTo>
                  <a:lnTo>
                    <a:pt x="160502" y="86"/>
                  </a:lnTo>
                  <a:lnTo>
                    <a:pt x="155135" y="345"/>
                  </a:lnTo>
                  <a:lnTo>
                    <a:pt x="149780" y="776"/>
                  </a:lnTo>
                  <a:lnTo>
                    <a:pt x="144441" y="1379"/>
                  </a:lnTo>
                  <a:lnTo>
                    <a:pt x="139125" y="2153"/>
                  </a:lnTo>
                  <a:lnTo>
                    <a:pt x="133836" y="3098"/>
                  </a:lnTo>
                  <a:lnTo>
                    <a:pt x="128580" y="4213"/>
                  </a:lnTo>
                  <a:lnTo>
                    <a:pt x="123363" y="5495"/>
                  </a:lnTo>
                  <a:lnTo>
                    <a:pt x="118189" y="6945"/>
                  </a:lnTo>
                  <a:lnTo>
                    <a:pt x="113065" y="8560"/>
                  </a:lnTo>
                  <a:lnTo>
                    <a:pt x="107996" y="10339"/>
                  </a:lnTo>
                  <a:lnTo>
                    <a:pt x="102986" y="12280"/>
                  </a:lnTo>
                  <a:lnTo>
                    <a:pt x="98041" y="14381"/>
                  </a:lnTo>
                  <a:lnTo>
                    <a:pt x="93166" y="16639"/>
                  </a:lnTo>
                  <a:lnTo>
                    <a:pt x="88366" y="19054"/>
                  </a:lnTo>
                  <a:lnTo>
                    <a:pt x="83647" y="21621"/>
                  </a:lnTo>
                  <a:lnTo>
                    <a:pt x="79012" y="24338"/>
                  </a:lnTo>
                  <a:lnTo>
                    <a:pt x="74467" y="27203"/>
                  </a:lnTo>
                  <a:lnTo>
                    <a:pt x="70017" y="30213"/>
                  </a:lnTo>
                  <a:lnTo>
                    <a:pt x="65665" y="33364"/>
                  </a:lnTo>
                  <a:lnTo>
                    <a:pt x="61417" y="36654"/>
                  </a:lnTo>
                  <a:lnTo>
                    <a:pt x="57277" y="40078"/>
                  </a:lnTo>
                  <a:lnTo>
                    <a:pt x="53249" y="43633"/>
                  </a:lnTo>
                  <a:lnTo>
                    <a:pt x="49337" y="47316"/>
                  </a:lnTo>
                  <a:lnTo>
                    <a:pt x="45546" y="51123"/>
                  </a:lnTo>
                  <a:lnTo>
                    <a:pt x="41879" y="55050"/>
                  </a:lnTo>
                  <a:lnTo>
                    <a:pt x="38340" y="59092"/>
                  </a:lnTo>
                  <a:lnTo>
                    <a:pt x="34933" y="63246"/>
                  </a:lnTo>
                  <a:lnTo>
                    <a:pt x="31661" y="67508"/>
                  </a:lnTo>
                  <a:lnTo>
                    <a:pt x="28528" y="71872"/>
                  </a:lnTo>
                  <a:lnTo>
                    <a:pt x="25537" y="76335"/>
                  </a:lnTo>
                  <a:lnTo>
                    <a:pt x="22690" y="80892"/>
                  </a:lnTo>
                  <a:lnTo>
                    <a:pt x="19992" y="85538"/>
                  </a:lnTo>
                  <a:lnTo>
                    <a:pt x="17444" y="90268"/>
                  </a:lnTo>
                  <a:lnTo>
                    <a:pt x="15049" y="95077"/>
                  </a:lnTo>
                  <a:lnTo>
                    <a:pt x="12811" y="99961"/>
                  </a:lnTo>
                  <a:lnTo>
                    <a:pt x="10730" y="104915"/>
                  </a:lnTo>
                  <a:lnTo>
                    <a:pt x="8810" y="109932"/>
                  </a:lnTo>
                  <a:lnTo>
                    <a:pt x="7052" y="115009"/>
                  </a:lnTo>
                  <a:lnTo>
                    <a:pt x="5457" y="120140"/>
                  </a:lnTo>
                  <a:lnTo>
                    <a:pt x="4029" y="125319"/>
                  </a:lnTo>
                  <a:lnTo>
                    <a:pt x="2768" y="130542"/>
                  </a:lnTo>
                  <a:lnTo>
                    <a:pt x="1675" y="135802"/>
                  </a:lnTo>
                  <a:lnTo>
                    <a:pt x="752" y="141095"/>
                  </a:lnTo>
                  <a:lnTo>
                    <a:pt x="0" y="146415"/>
                  </a:lnTo>
                  <a:lnTo>
                    <a:pt x="16587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797334" y="5269756"/>
              <a:ext cx="334323" cy="334328"/>
            </a:xfrm>
            <a:custGeom>
              <a:avLst/>
              <a:pathLst>
                <a:path w="334323" h="334328">
                  <a:moveTo>
                    <a:pt x="1292" y="146415"/>
                  </a:moveTo>
                  <a:lnTo>
                    <a:pt x="716" y="151703"/>
                  </a:lnTo>
                  <a:lnTo>
                    <a:pt x="308" y="157006"/>
                  </a:lnTo>
                  <a:lnTo>
                    <a:pt x="69" y="162320"/>
                  </a:lnTo>
                  <a:lnTo>
                    <a:pt x="0" y="167639"/>
                  </a:lnTo>
                  <a:lnTo>
                    <a:pt x="99" y="172957"/>
                  </a:lnTo>
                  <a:lnTo>
                    <a:pt x="368" y="178270"/>
                  </a:lnTo>
                  <a:lnTo>
                    <a:pt x="806" y="183571"/>
                  </a:lnTo>
                  <a:lnTo>
                    <a:pt x="1412" y="188856"/>
                  </a:lnTo>
                  <a:lnTo>
                    <a:pt x="2186" y="194118"/>
                  </a:lnTo>
                  <a:lnTo>
                    <a:pt x="3127" y="199354"/>
                  </a:lnTo>
                  <a:lnTo>
                    <a:pt x="4234" y="204556"/>
                  </a:lnTo>
                  <a:lnTo>
                    <a:pt x="5506" y="209721"/>
                  </a:lnTo>
                  <a:lnTo>
                    <a:pt x="6942" y="214843"/>
                  </a:lnTo>
                  <a:lnTo>
                    <a:pt x="8540" y="219917"/>
                  </a:lnTo>
                  <a:lnTo>
                    <a:pt x="10298" y="224937"/>
                  </a:lnTo>
                  <a:lnTo>
                    <a:pt x="12216" y="229899"/>
                  </a:lnTo>
                  <a:lnTo>
                    <a:pt x="14290" y="234797"/>
                  </a:lnTo>
                  <a:lnTo>
                    <a:pt x="16519" y="239626"/>
                  </a:lnTo>
                  <a:lnTo>
                    <a:pt x="18901" y="244383"/>
                  </a:lnTo>
                  <a:lnTo>
                    <a:pt x="21433" y="249061"/>
                  </a:lnTo>
                  <a:lnTo>
                    <a:pt x="24112" y="253656"/>
                  </a:lnTo>
                  <a:lnTo>
                    <a:pt x="26936" y="258164"/>
                  </a:lnTo>
                  <a:lnTo>
                    <a:pt x="29902" y="262579"/>
                  </a:lnTo>
                  <a:lnTo>
                    <a:pt x="33007" y="266898"/>
                  </a:lnTo>
                  <a:lnTo>
                    <a:pt x="36248" y="271116"/>
                  </a:lnTo>
                  <a:lnTo>
                    <a:pt x="39622" y="275229"/>
                  </a:lnTo>
                  <a:lnTo>
                    <a:pt x="43124" y="279232"/>
                  </a:lnTo>
                  <a:lnTo>
                    <a:pt x="46753" y="283122"/>
                  </a:lnTo>
                  <a:lnTo>
                    <a:pt x="50503" y="286894"/>
                  </a:lnTo>
                  <a:lnTo>
                    <a:pt x="54371" y="290545"/>
                  </a:lnTo>
                  <a:lnTo>
                    <a:pt x="58354" y="294072"/>
                  </a:lnTo>
                  <a:lnTo>
                    <a:pt x="62446" y="297469"/>
                  </a:lnTo>
                  <a:lnTo>
                    <a:pt x="66645" y="300735"/>
                  </a:lnTo>
                  <a:lnTo>
                    <a:pt x="70946" y="303866"/>
                  </a:lnTo>
                  <a:lnTo>
                    <a:pt x="75344" y="306858"/>
                  </a:lnTo>
                  <a:lnTo>
                    <a:pt x="79834" y="309709"/>
                  </a:lnTo>
                  <a:lnTo>
                    <a:pt x="84414" y="312415"/>
                  </a:lnTo>
                  <a:lnTo>
                    <a:pt x="89077" y="314974"/>
                  </a:lnTo>
                  <a:lnTo>
                    <a:pt x="93819" y="317384"/>
                  </a:lnTo>
                  <a:lnTo>
                    <a:pt x="98635" y="319641"/>
                  </a:lnTo>
                  <a:lnTo>
                    <a:pt x="103521" y="321745"/>
                  </a:lnTo>
                  <a:lnTo>
                    <a:pt x="108472" y="323691"/>
                  </a:lnTo>
                  <a:lnTo>
                    <a:pt x="113481" y="325480"/>
                  </a:lnTo>
                  <a:lnTo>
                    <a:pt x="118545" y="327107"/>
                  </a:lnTo>
                  <a:lnTo>
                    <a:pt x="123659" y="328573"/>
                  </a:lnTo>
                  <a:lnTo>
                    <a:pt x="128816" y="329876"/>
                  </a:lnTo>
                  <a:lnTo>
                    <a:pt x="134012" y="331014"/>
                  </a:lnTo>
                  <a:lnTo>
                    <a:pt x="139242" y="331986"/>
                  </a:lnTo>
                  <a:lnTo>
                    <a:pt x="144500" y="332791"/>
                  </a:lnTo>
                  <a:lnTo>
                    <a:pt x="149781" y="333428"/>
                  </a:lnTo>
                  <a:lnTo>
                    <a:pt x="155079" y="333897"/>
                  </a:lnTo>
                  <a:lnTo>
                    <a:pt x="160390" y="334197"/>
                  </a:lnTo>
                  <a:lnTo>
                    <a:pt x="165708" y="334328"/>
                  </a:lnTo>
                  <a:lnTo>
                    <a:pt x="171027" y="334290"/>
                  </a:lnTo>
                  <a:lnTo>
                    <a:pt x="176342" y="334082"/>
                  </a:lnTo>
                  <a:lnTo>
                    <a:pt x="181648" y="333706"/>
                  </a:lnTo>
                  <a:lnTo>
                    <a:pt x="186939" y="333161"/>
                  </a:lnTo>
                  <a:lnTo>
                    <a:pt x="192211" y="332448"/>
                  </a:lnTo>
                  <a:lnTo>
                    <a:pt x="197457" y="331567"/>
                  </a:lnTo>
                  <a:lnTo>
                    <a:pt x="202672" y="330520"/>
                  </a:lnTo>
                  <a:lnTo>
                    <a:pt x="207851" y="329308"/>
                  </a:lnTo>
                  <a:lnTo>
                    <a:pt x="212989" y="327931"/>
                  </a:lnTo>
                  <a:lnTo>
                    <a:pt x="218081" y="326392"/>
                  </a:lnTo>
                  <a:lnTo>
                    <a:pt x="223121" y="324692"/>
                  </a:lnTo>
                  <a:lnTo>
                    <a:pt x="228104" y="322832"/>
                  </a:lnTo>
                  <a:lnTo>
                    <a:pt x="233026" y="320814"/>
                  </a:lnTo>
                  <a:lnTo>
                    <a:pt x="237881" y="318641"/>
                  </a:lnTo>
                  <a:lnTo>
                    <a:pt x="242665" y="316314"/>
                  </a:lnTo>
                  <a:lnTo>
                    <a:pt x="247372" y="313837"/>
                  </a:lnTo>
                  <a:lnTo>
                    <a:pt x="251998" y="311211"/>
                  </a:lnTo>
                  <a:lnTo>
                    <a:pt x="256538" y="308439"/>
                  </a:lnTo>
                  <a:lnTo>
                    <a:pt x="260987" y="305524"/>
                  </a:lnTo>
                  <a:lnTo>
                    <a:pt x="265342" y="302469"/>
                  </a:lnTo>
                  <a:lnTo>
                    <a:pt x="269597" y="299277"/>
                  </a:lnTo>
                  <a:lnTo>
                    <a:pt x="273748" y="295951"/>
                  </a:lnTo>
                  <a:lnTo>
                    <a:pt x="277791" y="292495"/>
                  </a:lnTo>
                  <a:lnTo>
                    <a:pt x="281723" y="288912"/>
                  </a:lnTo>
                  <a:lnTo>
                    <a:pt x="285538" y="285205"/>
                  </a:lnTo>
                  <a:lnTo>
                    <a:pt x="289234" y="281379"/>
                  </a:lnTo>
                  <a:lnTo>
                    <a:pt x="292806" y="277438"/>
                  </a:lnTo>
                  <a:lnTo>
                    <a:pt x="296251" y="273385"/>
                  </a:lnTo>
                  <a:lnTo>
                    <a:pt x="299565" y="269224"/>
                  </a:lnTo>
                  <a:lnTo>
                    <a:pt x="302745" y="264960"/>
                  </a:lnTo>
                  <a:lnTo>
                    <a:pt x="305787" y="260597"/>
                  </a:lnTo>
                  <a:lnTo>
                    <a:pt x="308690" y="256139"/>
                  </a:lnTo>
                  <a:lnTo>
                    <a:pt x="311449" y="251591"/>
                  </a:lnTo>
                  <a:lnTo>
                    <a:pt x="314062" y="246958"/>
                  </a:lnTo>
                  <a:lnTo>
                    <a:pt x="316526" y="242244"/>
                  </a:lnTo>
                  <a:lnTo>
                    <a:pt x="318839" y="237454"/>
                  </a:lnTo>
                  <a:lnTo>
                    <a:pt x="320999" y="232593"/>
                  </a:lnTo>
                  <a:lnTo>
                    <a:pt x="323002" y="227665"/>
                  </a:lnTo>
                  <a:lnTo>
                    <a:pt x="324848" y="222677"/>
                  </a:lnTo>
                  <a:lnTo>
                    <a:pt x="326535" y="217632"/>
                  </a:lnTo>
                  <a:lnTo>
                    <a:pt x="328060" y="212536"/>
                  </a:lnTo>
                  <a:lnTo>
                    <a:pt x="329422" y="207394"/>
                  </a:lnTo>
                  <a:lnTo>
                    <a:pt x="330619" y="202211"/>
                  </a:lnTo>
                  <a:lnTo>
                    <a:pt x="331651" y="196993"/>
                  </a:lnTo>
                  <a:lnTo>
                    <a:pt x="332517" y="191745"/>
                  </a:lnTo>
                  <a:lnTo>
                    <a:pt x="333215" y="186471"/>
                  </a:lnTo>
                  <a:lnTo>
                    <a:pt x="333745" y="181178"/>
                  </a:lnTo>
                  <a:lnTo>
                    <a:pt x="334107" y="175872"/>
                  </a:lnTo>
                  <a:lnTo>
                    <a:pt x="334299" y="170556"/>
                  </a:lnTo>
                  <a:lnTo>
                    <a:pt x="334323" y="165236"/>
                  </a:lnTo>
                  <a:lnTo>
                    <a:pt x="334177" y="159919"/>
                  </a:lnTo>
                  <a:lnTo>
                    <a:pt x="333861" y="154609"/>
                  </a:lnTo>
                  <a:lnTo>
                    <a:pt x="333377" y="149312"/>
                  </a:lnTo>
                  <a:lnTo>
                    <a:pt x="332725" y="144033"/>
                  </a:lnTo>
                  <a:lnTo>
                    <a:pt x="331905" y="138777"/>
                  </a:lnTo>
                  <a:lnTo>
                    <a:pt x="330919" y="133550"/>
                  </a:lnTo>
                  <a:lnTo>
                    <a:pt x="329766" y="128357"/>
                  </a:lnTo>
                  <a:lnTo>
                    <a:pt x="328449" y="123204"/>
                  </a:lnTo>
                  <a:lnTo>
                    <a:pt x="326969" y="118095"/>
                  </a:lnTo>
                  <a:lnTo>
                    <a:pt x="325327" y="113035"/>
                  </a:lnTo>
                  <a:lnTo>
                    <a:pt x="323524" y="108030"/>
                  </a:lnTo>
                  <a:lnTo>
                    <a:pt x="321564" y="103086"/>
                  </a:lnTo>
                  <a:lnTo>
                    <a:pt x="319447" y="98206"/>
                  </a:lnTo>
                  <a:lnTo>
                    <a:pt x="317176" y="93396"/>
                  </a:lnTo>
                  <a:lnTo>
                    <a:pt x="314752" y="88660"/>
                  </a:lnTo>
                  <a:lnTo>
                    <a:pt x="312180" y="84005"/>
                  </a:lnTo>
                  <a:lnTo>
                    <a:pt x="309461" y="79433"/>
                  </a:lnTo>
                  <a:lnTo>
                    <a:pt x="306597" y="74950"/>
                  </a:lnTo>
                  <a:lnTo>
                    <a:pt x="303593" y="70561"/>
                  </a:lnTo>
                  <a:lnTo>
                    <a:pt x="300450" y="66269"/>
                  </a:lnTo>
                  <a:lnTo>
                    <a:pt x="297172" y="62080"/>
                  </a:lnTo>
                  <a:lnTo>
                    <a:pt x="293763" y="57996"/>
                  </a:lnTo>
                  <a:lnTo>
                    <a:pt x="290226" y="54024"/>
                  </a:lnTo>
                  <a:lnTo>
                    <a:pt x="286564" y="50166"/>
                  </a:lnTo>
                  <a:lnTo>
                    <a:pt x="282781" y="46426"/>
                  </a:lnTo>
                  <a:lnTo>
                    <a:pt x="278881" y="42809"/>
                  </a:lnTo>
                  <a:lnTo>
                    <a:pt x="274868" y="39318"/>
                  </a:lnTo>
                  <a:lnTo>
                    <a:pt x="270745" y="35956"/>
                  </a:lnTo>
                  <a:lnTo>
                    <a:pt x="266518" y="32727"/>
                  </a:lnTo>
                  <a:lnTo>
                    <a:pt x="262191" y="29634"/>
                  </a:lnTo>
                  <a:lnTo>
                    <a:pt x="257767" y="26680"/>
                  </a:lnTo>
                  <a:lnTo>
                    <a:pt x="253251" y="23869"/>
                  </a:lnTo>
                  <a:lnTo>
                    <a:pt x="248648" y="21203"/>
                  </a:lnTo>
                  <a:lnTo>
                    <a:pt x="243963" y="18684"/>
                  </a:lnTo>
                  <a:lnTo>
                    <a:pt x="239200" y="16316"/>
                  </a:lnTo>
                  <a:lnTo>
                    <a:pt x="234364" y="14100"/>
                  </a:lnTo>
                  <a:lnTo>
                    <a:pt x="229460" y="12040"/>
                  </a:lnTo>
                  <a:lnTo>
                    <a:pt x="224493" y="10136"/>
                  </a:lnTo>
                  <a:lnTo>
                    <a:pt x="219468" y="8392"/>
                  </a:lnTo>
                  <a:lnTo>
                    <a:pt x="214390" y="6808"/>
                  </a:lnTo>
                  <a:lnTo>
                    <a:pt x="209264" y="5387"/>
                  </a:lnTo>
                  <a:lnTo>
                    <a:pt x="204096" y="4130"/>
                  </a:lnTo>
                  <a:lnTo>
                    <a:pt x="198890" y="3037"/>
                  </a:lnTo>
                  <a:lnTo>
                    <a:pt x="193652" y="2111"/>
                  </a:lnTo>
                  <a:lnTo>
                    <a:pt x="188387" y="1352"/>
                  </a:lnTo>
                  <a:lnTo>
                    <a:pt x="183101" y="761"/>
                  </a:lnTo>
                  <a:lnTo>
                    <a:pt x="177798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58365" y="5399291"/>
              <a:ext cx="27850" cy="167167"/>
            </a:xfrm>
            <a:custGeom>
              <a:avLst/>
              <a:pathLst>
                <a:path w="27850" h="167167">
                  <a:moveTo>
                    <a:pt x="27850" y="0"/>
                  </a:moveTo>
                  <a:lnTo>
                    <a:pt x="20856" y="146"/>
                  </a:lnTo>
                  <a:lnTo>
                    <a:pt x="13876" y="585"/>
                  </a:lnTo>
                  <a:lnTo>
                    <a:pt x="6919" y="1315"/>
                  </a:lnTo>
                  <a:lnTo>
                    <a:pt x="0" y="2336"/>
                  </a:lnTo>
                  <a:lnTo>
                    <a:pt x="2785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58365" y="5401628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58365" y="5401628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58365" y="5401628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58365" y="5401628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58365" y="5401628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58365" y="5401628"/>
              <a:ext cx="27850" cy="164831"/>
            </a:xfrm>
            <a:custGeom>
              <a:avLst/>
              <a:pathLst>
                <a:path w="27850" h="164831">
                  <a:moveTo>
                    <a:pt x="0" y="0"/>
                  </a:moveTo>
                  <a:lnTo>
                    <a:pt x="27850" y="1648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319054" y="5401283"/>
              <a:ext cx="334319" cy="332340"/>
            </a:xfrm>
            <a:custGeom>
              <a:avLst/>
              <a:pathLst>
                <a:path w="334319" h="332340">
                  <a:moveTo>
                    <a:pt x="139311" y="344"/>
                  </a:moveTo>
                  <a:lnTo>
                    <a:pt x="134100" y="1310"/>
                  </a:lnTo>
                  <a:lnTo>
                    <a:pt x="128921" y="2441"/>
                  </a:lnTo>
                  <a:lnTo>
                    <a:pt x="123781" y="3735"/>
                  </a:lnTo>
                  <a:lnTo>
                    <a:pt x="118684" y="5191"/>
                  </a:lnTo>
                  <a:lnTo>
                    <a:pt x="113637" y="6809"/>
                  </a:lnTo>
                  <a:lnTo>
                    <a:pt x="108643" y="8585"/>
                  </a:lnTo>
                  <a:lnTo>
                    <a:pt x="103708" y="10519"/>
                  </a:lnTo>
                  <a:lnTo>
                    <a:pt x="98836" y="12609"/>
                  </a:lnTo>
                  <a:lnTo>
                    <a:pt x="94034" y="14852"/>
                  </a:lnTo>
                  <a:lnTo>
                    <a:pt x="89305" y="17246"/>
                  </a:lnTo>
                  <a:lnTo>
                    <a:pt x="84654" y="19788"/>
                  </a:lnTo>
                  <a:lnTo>
                    <a:pt x="80086" y="22477"/>
                  </a:lnTo>
                  <a:lnTo>
                    <a:pt x="75606" y="25309"/>
                  </a:lnTo>
                  <a:lnTo>
                    <a:pt x="71218" y="28282"/>
                  </a:lnTo>
                  <a:lnTo>
                    <a:pt x="66926" y="31393"/>
                  </a:lnTo>
                  <a:lnTo>
                    <a:pt x="62735" y="34638"/>
                  </a:lnTo>
                  <a:lnTo>
                    <a:pt x="58649" y="38014"/>
                  </a:lnTo>
                  <a:lnTo>
                    <a:pt x="54672" y="41519"/>
                  </a:lnTo>
                  <a:lnTo>
                    <a:pt x="50808" y="45147"/>
                  </a:lnTo>
                  <a:lnTo>
                    <a:pt x="47061" y="48896"/>
                  </a:lnTo>
                  <a:lnTo>
                    <a:pt x="43435" y="52762"/>
                  </a:lnTo>
                  <a:lnTo>
                    <a:pt x="39933" y="56741"/>
                  </a:lnTo>
                  <a:lnTo>
                    <a:pt x="36559" y="60830"/>
                  </a:lnTo>
                  <a:lnTo>
                    <a:pt x="33317" y="65023"/>
                  </a:lnTo>
                  <a:lnTo>
                    <a:pt x="30209" y="69316"/>
                  </a:lnTo>
                  <a:lnTo>
                    <a:pt x="27239" y="73706"/>
                  </a:lnTo>
                  <a:lnTo>
                    <a:pt x="24409" y="78188"/>
                  </a:lnTo>
                  <a:lnTo>
                    <a:pt x="21723" y="82758"/>
                  </a:lnTo>
                  <a:lnTo>
                    <a:pt x="19183" y="87410"/>
                  </a:lnTo>
                  <a:lnTo>
                    <a:pt x="16792" y="92141"/>
                  </a:lnTo>
                  <a:lnTo>
                    <a:pt x="14552" y="96945"/>
                  </a:lnTo>
                  <a:lnTo>
                    <a:pt x="12466" y="101817"/>
                  </a:lnTo>
                  <a:lnTo>
                    <a:pt x="10535" y="106754"/>
                  </a:lnTo>
                  <a:lnTo>
                    <a:pt x="8761" y="111749"/>
                  </a:lnTo>
                  <a:lnTo>
                    <a:pt x="7147" y="116797"/>
                  </a:lnTo>
                  <a:lnTo>
                    <a:pt x="5694" y="121895"/>
                  </a:lnTo>
                  <a:lnTo>
                    <a:pt x="4403" y="127036"/>
                  </a:lnTo>
                  <a:lnTo>
                    <a:pt x="3276" y="132215"/>
                  </a:lnTo>
                  <a:lnTo>
                    <a:pt x="2313" y="137427"/>
                  </a:lnTo>
                  <a:lnTo>
                    <a:pt x="1516" y="142667"/>
                  </a:lnTo>
                  <a:lnTo>
                    <a:pt x="886" y="147930"/>
                  </a:lnTo>
                  <a:lnTo>
                    <a:pt x="423" y="153211"/>
                  </a:lnTo>
                  <a:lnTo>
                    <a:pt x="127" y="158503"/>
                  </a:lnTo>
                  <a:lnTo>
                    <a:pt x="0" y="163802"/>
                  </a:lnTo>
                  <a:lnTo>
                    <a:pt x="40" y="169102"/>
                  </a:lnTo>
                  <a:lnTo>
                    <a:pt x="248" y="174399"/>
                  </a:lnTo>
                  <a:lnTo>
                    <a:pt x="625" y="179686"/>
                  </a:lnTo>
                  <a:lnTo>
                    <a:pt x="1169" y="184958"/>
                  </a:lnTo>
                  <a:lnTo>
                    <a:pt x="1879" y="190211"/>
                  </a:lnTo>
                  <a:lnTo>
                    <a:pt x="2756" y="195438"/>
                  </a:lnTo>
                  <a:lnTo>
                    <a:pt x="3798" y="200635"/>
                  </a:lnTo>
                  <a:lnTo>
                    <a:pt x="5004" y="205797"/>
                  </a:lnTo>
                  <a:lnTo>
                    <a:pt x="6374" y="210917"/>
                  </a:lnTo>
                  <a:lnTo>
                    <a:pt x="7905" y="215992"/>
                  </a:lnTo>
                  <a:lnTo>
                    <a:pt x="9596" y="221015"/>
                  </a:lnTo>
                  <a:lnTo>
                    <a:pt x="11445" y="225983"/>
                  </a:lnTo>
                  <a:lnTo>
                    <a:pt x="13451" y="230889"/>
                  </a:lnTo>
                  <a:lnTo>
                    <a:pt x="15612" y="235729"/>
                  </a:lnTo>
                  <a:lnTo>
                    <a:pt x="17925" y="240498"/>
                  </a:lnTo>
                  <a:lnTo>
                    <a:pt x="20388" y="245192"/>
                  </a:lnTo>
                  <a:lnTo>
                    <a:pt x="22999" y="249805"/>
                  </a:lnTo>
                  <a:lnTo>
                    <a:pt x="25754" y="254333"/>
                  </a:lnTo>
                  <a:lnTo>
                    <a:pt x="28652" y="258771"/>
                  </a:lnTo>
                  <a:lnTo>
                    <a:pt x="31689" y="263115"/>
                  </a:lnTo>
                  <a:lnTo>
                    <a:pt x="34862" y="267361"/>
                  </a:lnTo>
                  <a:lnTo>
                    <a:pt x="38168" y="271504"/>
                  </a:lnTo>
                  <a:lnTo>
                    <a:pt x="41604" y="275540"/>
                  </a:lnTo>
                  <a:lnTo>
                    <a:pt x="45166" y="279465"/>
                  </a:lnTo>
                  <a:lnTo>
                    <a:pt x="48851" y="283276"/>
                  </a:lnTo>
                  <a:lnTo>
                    <a:pt x="52655" y="286967"/>
                  </a:lnTo>
                  <a:lnTo>
                    <a:pt x="56573" y="290536"/>
                  </a:lnTo>
                  <a:lnTo>
                    <a:pt x="60603" y="293979"/>
                  </a:lnTo>
                  <a:lnTo>
                    <a:pt x="64740" y="297293"/>
                  </a:lnTo>
                  <a:lnTo>
                    <a:pt x="68981" y="300473"/>
                  </a:lnTo>
                  <a:lnTo>
                    <a:pt x="73319" y="303518"/>
                  </a:lnTo>
                  <a:lnTo>
                    <a:pt x="77753" y="306424"/>
                  </a:lnTo>
                  <a:lnTo>
                    <a:pt x="82276" y="309187"/>
                  </a:lnTo>
                  <a:lnTo>
                    <a:pt x="86884" y="311806"/>
                  </a:lnTo>
                  <a:lnTo>
                    <a:pt x="91573" y="314277"/>
                  </a:lnTo>
                  <a:lnTo>
                    <a:pt x="96338" y="316599"/>
                  </a:lnTo>
                  <a:lnTo>
                    <a:pt x="101174" y="318768"/>
                  </a:lnTo>
                  <a:lnTo>
                    <a:pt x="106077" y="320783"/>
                  </a:lnTo>
                  <a:lnTo>
                    <a:pt x="111041" y="322641"/>
                  </a:lnTo>
                  <a:lnTo>
                    <a:pt x="116062" y="324341"/>
                  </a:lnTo>
                  <a:lnTo>
                    <a:pt x="121133" y="325882"/>
                  </a:lnTo>
                  <a:lnTo>
                    <a:pt x="126251" y="327260"/>
                  </a:lnTo>
                  <a:lnTo>
                    <a:pt x="131411" y="328476"/>
                  </a:lnTo>
                  <a:lnTo>
                    <a:pt x="136606" y="329527"/>
                  </a:lnTo>
                  <a:lnTo>
                    <a:pt x="141832" y="330413"/>
                  </a:lnTo>
                  <a:lnTo>
                    <a:pt x="147083" y="331133"/>
                  </a:lnTo>
                  <a:lnTo>
                    <a:pt x="152355" y="331686"/>
                  </a:lnTo>
                  <a:lnTo>
                    <a:pt x="157641" y="332072"/>
                  </a:lnTo>
                  <a:lnTo>
                    <a:pt x="162937" y="332290"/>
                  </a:lnTo>
                  <a:lnTo>
                    <a:pt x="168237" y="332340"/>
                  </a:lnTo>
                  <a:lnTo>
                    <a:pt x="173537" y="332221"/>
                  </a:lnTo>
                  <a:lnTo>
                    <a:pt x="178829" y="331935"/>
                  </a:lnTo>
                  <a:lnTo>
                    <a:pt x="184110" y="331482"/>
                  </a:lnTo>
                  <a:lnTo>
                    <a:pt x="189374" y="330861"/>
                  </a:lnTo>
                  <a:lnTo>
                    <a:pt x="194616" y="330073"/>
                  </a:lnTo>
                  <a:lnTo>
                    <a:pt x="199830" y="329120"/>
                  </a:lnTo>
                  <a:lnTo>
                    <a:pt x="205011" y="328002"/>
                  </a:lnTo>
                  <a:lnTo>
                    <a:pt x="210155" y="326720"/>
                  </a:lnTo>
                  <a:lnTo>
                    <a:pt x="215255" y="325276"/>
                  </a:lnTo>
                  <a:lnTo>
                    <a:pt x="220306" y="323670"/>
                  </a:lnTo>
                  <a:lnTo>
                    <a:pt x="225304" y="321906"/>
                  </a:lnTo>
                  <a:lnTo>
                    <a:pt x="230244" y="319984"/>
                  </a:lnTo>
                  <a:lnTo>
                    <a:pt x="235120" y="317906"/>
                  </a:lnTo>
                  <a:lnTo>
                    <a:pt x="239928" y="315675"/>
                  </a:lnTo>
                  <a:lnTo>
                    <a:pt x="244663" y="313292"/>
                  </a:lnTo>
                  <a:lnTo>
                    <a:pt x="249320" y="310760"/>
                  </a:lnTo>
                  <a:lnTo>
                    <a:pt x="253894" y="308082"/>
                  </a:lnTo>
                  <a:lnTo>
                    <a:pt x="258381" y="305261"/>
                  </a:lnTo>
                  <a:lnTo>
                    <a:pt x="262777" y="302298"/>
                  </a:lnTo>
                  <a:lnTo>
                    <a:pt x="267076" y="299198"/>
                  </a:lnTo>
                  <a:lnTo>
                    <a:pt x="271275" y="295963"/>
                  </a:lnTo>
                  <a:lnTo>
                    <a:pt x="275369" y="292597"/>
                  </a:lnTo>
                  <a:lnTo>
                    <a:pt x="279354" y="289102"/>
                  </a:lnTo>
                  <a:lnTo>
                    <a:pt x="283227" y="285483"/>
                  </a:lnTo>
                  <a:lnTo>
                    <a:pt x="286982" y="281743"/>
                  </a:lnTo>
                  <a:lnTo>
                    <a:pt x="290618" y="277885"/>
                  </a:lnTo>
                  <a:lnTo>
                    <a:pt x="294129" y="273914"/>
                  </a:lnTo>
                  <a:lnTo>
                    <a:pt x="297513" y="269834"/>
                  </a:lnTo>
                  <a:lnTo>
                    <a:pt x="300765" y="265649"/>
                  </a:lnTo>
                  <a:lnTo>
                    <a:pt x="303883" y="261363"/>
                  </a:lnTo>
                  <a:lnTo>
                    <a:pt x="306864" y="256980"/>
                  </a:lnTo>
                  <a:lnTo>
                    <a:pt x="309705" y="252505"/>
                  </a:lnTo>
                  <a:lnTo>
                    <a:pt x="312402" y="247942"/>
                  </a:lnTo>
                  <a:lnTo>
                    <a:pt x="314953" y="243295"/>
                  </a:lnTo>
                  <a:lnTo>
                    <a:pt x="317355" y="238571"/>
                  </a:lnTo>
                  <a:lnTo>
                    <a:pt x="319606" y="233772"/>
                  </a:lnTo>
                  <a:lnTo>
                    <a:pt x="321704" y="228904"/>
                  </a:lnTo>
                  <a:lnTo>
                    <a:pt x="323647" y="223973"/>
                  </a:lnTo>
                  <a:lnTo>
                    <a:pt x="325433" y="218982"/>
                  </a:lnTo>
                  <a:lnTo>
                    <a:pt x="327059" y="213937"/>
                  </a:lnTo>
                  <a:lnTo>
                    <a:pt x="328524" y="208843"/>
                  </a:lnTo>
                  <a:lnTo>
                    <a:pt x="329828" y="203706"/>
                  </a:lnTo>
                  <a:lnTo>
                    <a:pt x="330968" y="198529"/>
                  </a:lnTo>
                  <a:lnTo>
                    <a:pt x="331943" y="193319"/>
                  </a:lnTo>
                  <a:lnTo>
                    <a:pt x="332752" y="188081"/>
                  </a:lnTo>
                  <a:lnTo>
                    <a:pt x="333395" y="182819"/>
                  </a:lnTo>
                  <a:lnTo>
                    <a:pt x="333871" y="177540"/>
                  </a:lnTo>
                  <a:lnTo>
                    <a:pt x="334179" y="172249"/>
                  </a:lnTo>
                  <a:lnTo>
                    <a:pt x="334319" y="166950"/>
                  </a:lnTo>
                  <a:lnTo>
                    <a:pt x="334292" y="161650"/>
                  </a:lnTo>
                  <a:lnTo>
                    <a:pt x="334096" y="156353"/>
                  </a:lnTo>
                  <a:lnTo>
                    <a:pt x="333732" y="151065"/>
                  </a:lnTo>
                  <a:lnTo>
                    <a:pt x="333201" y="145791"/>
                  </a:lnTo>
                  <a:lnTo>
                    <a:pt x="332503" y="140537"/>
                  </a:lnTo>
                  <a:lnTo>
                    <a:pt x="331639" y="135307"/>
                  </a:lnTo>
                  <a:lnTo>
                    <a:pt x="330609" y="130108"/>
                  </a:lnTo>
                  <a:lnTo>
                    <a:pt x="329415" y="124943"/>
                  </a:lnTo>
                  <a:lnTo>
                    <a:pt x="328058" y="119819"/>
                  </a:lnTo>
                  <a:lnTo>
                    <a:pt x="326539" y="114741"/>
                  </a:lnTo>
                  <a:lnTo>
                    <a:pt x="324860" y="109714"/>
                  </a:lnTo>
                  <a:lnTo>
                    <a:pt x="323023" y="104742"/>
                  </a:lnTo>
                  <a:lnTo>
                    <a:pt x="321028" y="99831"/>
                  </a:lnTo>
                  <a:lnTo>
                    <a:pt x="318879" y="94986"/>
                  </a:lnTo>
                  <a:lnTo>
                    <a:pt x="316578" y="90211"/>
                  </a:lnTo>
                  <a:lnTo>
                    <a:pt x="314126" y="85512"/>
                  </a:lnTo>
                  <a:lnTo>
                    <a:pt x="311526" y="80892"/>
                  </a:lnTo>
                  <a:lnTo>
                    <a:pt x="308782" y="76358"/>
                  </a:lnTo>
                  <a:lnTo>
                    <a:pt x="305895" y="71912"/>
                  </a:lnTo>
                  <a:lnTo>
                    <a:pt x="302868" y="67561"/>
                  </a:lnTo>
                  <a:lnTo>
                    <a:pt x="299705" y="63308"/>
                  </a:lnTo>
                  <a:lnTo>
                    <a:pt x="296409" y="59157"/>
                  </a:lnTo>
                  <a:lnTo>
                    <a:pt x="292983" y="55112"/>
                  </a:lnTo>
                  <a:lnTo>
                    <a:pt x="289430" y="51179"/>
                  </a:lnTo>
                  <a:lnTo>
                    <a:pt x="285754" y="47360"/>
                  </a:lnTo>
                  <a:lnTo>
                    <a:pt x="281960" y="43659"/>
                  </a:lnTo>
                  <a:lnTo>
                    <a:pt x="278049" y="40081"/>
                  </a:lnTo>
                  <a:lnTo>
                    <a:pt x="274028" y="36628"/>
                  </a:lnTo>
                  <a:lnTo>
                    <a:pt x="269899" y="33304"/>
                  </a:lnTo>
                  <a:lnTo>
                    <a:pt x="265666" y="30114"/>
                  </a:lnTo>
                  <a:lnTo>
                    <a:pt x="261335" y="27058"/>
                  </a:lnTo>
                  <a:lnTo>
                    <a:pt x="256908" y="24142"/>
                  </a:lnTo>
                  <a:lnTo>
                    <a:pt x="252392" y="21368"/>
                  </a:lnTo>
                  <a:lnTo>
                    <a:pt x="247790" y="18738"/>
                  </a:lnTo>
                  <a:lnTo>
                    <a:pt x="243107" y="16255"/>
                  </a:lnTo>
                  <a:lnTo>
                    <a:pt x="238347" y="13922"/>
                  </a:lnTo>
                  <a:lnTo>
                    <a:pt x="233516" y="11742"/>
                  </a:lnTo>
                  <a:lnTo>
                    <a:pt x="228618" y="9715"/>
                  </a:lnTo>
                  <a:lnTo>
                    <a:pt x="223659" y="7845"/>
                  </a:lnTo>
                  <a:lnTo>
                    <a:pt x="218642" y="6133"/>
                  </a:lnTo>
                  <a:lnTo>
                    <a:pt x="213574" y="4581"/>
                  </a:lnTo>
                  <a:lnTo>
                    <a:pt x="208460" y="3190"/>
                  </a:lnTo>
                  <a:lnTo>
                    <a:pt x="203303" y="1962"/>
                  </a:lnTo>
                  <a:lnTo>
                    <a:pt x="198111" y="898"/>
                  </a:lnTo>
                  <a:lnTo>
                    <a:pt x="192887" y="0"/>
                  </a:lnTo>
                  <a:lnTo>
                    <a:pt x="167161" y="165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25725" cy="167167"/>
            </a:xfrm>
            <a:custGeom>
              <a:avLst/>
              <a:pathLst>
                <a:path w="25725" h="167167">
                  <a:moveTo>
                    <a:pt x="25725" y="1991"/>
                  </a:moveTo>
                  <a:lnTo>
                    <a:pt x="17188" y="886"/>
                  </a:lnTo>
                  <a:lnTo>
                    <a:pt x="8605" y="2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856385" y="5399291"/>
              <a:ext cx="167159" cy="314042"/>
            </a:xfrm>
            <a:custGeom>
              <a:avLst/>
              <a:pathLst>
                <a:path w="167159" h="314042">
                  <a:moveTo>
                    <a:pt x="167159" y="0"/>
                  </a:moveTo>
                  <a:lnTo>
                    <a:pt x="161835" y="84"/>
                  </a:lnTo>
                  <a:lnTo>
                    <a:pt x="156516" y="339"/>
                  </a:lnTo>
                  <a:lnTo>
                    <a:pt x="151209" y="762"/>
                  </a:lnTo>
                  <a:lnTo>
                    <a:pt x="145917" y="1354"/>
                  </a:lnTo>
                  <a:lnTo>
                    <a:pt x="140648" y="2115"/>
                  </a:lnTo>
                  <a:lnTo>
                    <a:pt x="135405" y="3043"/>
                  </a:lnTo>
                  <a:lnTo>
                    <a:pt x="130194" y="4138"/>
                  </a:lnTo>
                  <a:lnTo>
                    <a:pt x="125021" y="5398"/>
                  </a:lnTo>
                  <a:lnTo>
                    <a:pt x="119890" y="6822"/>
                  </a:lnTo>
                  <a:lnTo>
                    <a:pt x="114808" y="8408"/>
                  </a:lnTo>
                  <a:lnTo>
                    <a:pt x="109778" y="10156"/>
                  </a:lnTo>
                  <a:lnTo>
                    <a:pt x="104807" y="12063"/>
                  </a:lnTo>
                  <a:lnTo>
                    <a:pt x="99899" y="14127"/>
                  </a:lnTo>
                  <a:lnTo>
                    <a:pt x="95059" y="16347"/>
                  </a:lnTo>
                  <a:lnTo>
                    <a:pt x="90293" y="18720"/>
                  </a:lnTo>
                  <a:lnTo>
                    <a:pt x="85604" y="21243"/>
                  </a:lnTo>
                  <a:lnTo>
                    <a:pt x="80998" y="23914"/>
                  </a:lnTo>
                  <a:lnTo>
                    <a:pt x="76480" y="26731"/>
                  </a:lnTo>
                  <a:lnTo>
                    <a:pt x="72053" y="29690"/>
                  </a:lnTo>
                  <a:lnTo>
                    <a:pt x="67723" y="32788"/>
                  </a:lnTo>
                  <a:lnTo>
                    <a:pt x="63494" y="36023"/>
                  </a:lnTo>
                  <a:lnTo>
                    <a:pt x="59370" y="39391"/>
                  </a:lnTo>
                  <a:lnTo>
                    <a:pt x="55356" y="42889"/>
                  </a:lnTo>
                  <a:lnTo>
                    <a:pt x="51454" y="46512"/>
                  </a:lnTo>
                  <a:lnTo>
                    <a:pt x="47671" y="50258"/>
                  </a:lnTo>
                  <a:lnTo>
                    <a:pt x="44008" y="54123"/>
                  </a:lnTo>
                  <a:lnTo>
                    <a:pt x="40470" y="58102"/>
                  </a:lnTo>
                  <a:lnTo>
                    <a:pt x="37061" y="62192"/>
                  </a:lnTo>
                  <a:lnTo>
                    <a:pt x="33784" y="66389"/>
                  </a:lnTo>
                  <a:lnTo>
                    <a:pt x="30642" y="70687"/>
                  </a:lnTo>
                  <a:lnTo>
                    <a:pt x="27639" y="75084"/>
                  </a:lnTo>
                  <a:lnTo>
                    <a:pt x="24777" y="79574"/>
                  </a:lnTo>
                  <a:lnTo>
                    <a:pt x="22060" y="84153"/>
                  </a:lnTo>
                  <a:lnTo>
                    <a:pt x="19490" y="88816"/>
                  </a:lnTo>
                  <a:lnTo>
                    <a:pt x="17069" y="93558"/>
                  </a:lnTo>
                  <a:lnTo>
                    <a:pt x="14801" y="98376"/>
                  </a:lnTo>
                  <a:lnTo>
                    <a:pt x="12688" y="103263"/>
                  </a:lnTo>
                  <a:lnTo>
                    <a:pt x="10731" y="108214"/>
                  </a:lnTo>
                  <a:lnTo>
                    <a:pt x="8933" y="113226"/>
                  </a:lnTo>
                  <a:lnTo>
                    <a:pt x="7295" y="118292"/>
                  </a:lnTo>
                  <a:lnTo>
                    <a:pt x="5820" y="123408"/>
                  </a:lnTo>
                  <a:lnTo>
                    <a:pt x="4508" y="128569"/>
                  </a:lnTo>
                  <a:lnTo>
                    <a:pt x="3361" y="133768"/>
                  </a:lnTo>
                  <a:lnTo>
                    <a:pt x="2381" y="139002"/>
                  </a:lnTo>
                  <a:lnTo>
                    <a:pt x="1567" y="144264"/>
                  </a:lnTo>
                  <a:lnTo>
                    <a:pt x="922" y="149549"/>
                  </a:lnTo>
                  <a:lnTo>
                    <a:pt x="445" y="154852"/>
                  </a:lnTo>
                  <a:lnTo>
                    <a:pt x="138" y="160167"/>
                  </a:lnTo>
                  <a:lnTo>
                    <a:pt x="0" y="165490"/>
                  </a:lnTo>
                  <a:lnTo>
                    <a:pt x="31" y="170814"/>
                  </a:lnTo>
                  <a:lnTo>
                    <a:pt x="232" y="176135"/>
                  </a:lnTo>
                  <a:lnTo>
                    <a:pt x="602" y="181447"/>
                  </a:lnTo>
                  <a:lnTo>
                    <a:pt x="1141" y="186744"/>
                  </a:lnTo>
                  <a:lnTo>
                    <a:pt x="1849" y="192021"/>
                  </a:lnTo>
                  <a:lnTo>
                    <a:pt x="2724" y="197273"/>
                  </a:lnTo>
                  <a:lnTo>
                    <a:pt x="3767" y="202494"/>
                  </a:lnTo>
                  <a:lnTo>
                    <a:pt x="4975" y="207680"/>
                  </a:lnTo>
                  <a:lnTo>
                    <a:pt x="6347" y="212824"/>
                  </a:lnTo>
                  <a:lnTo>
                    <a:pt x="7883" y="217923"/>
                  </a:lnTo>
                  <a:lnTo>
                    <a:pt x="9580" y="222969"/>
                  </a:lnTo>
                  <a:lnTo>
                    <a:pt x="11437" y="227959"/>
                  </a:lnTo>
                  <a:lnTo>
                    <a:pt x="13452" y="232888"/>
                  </a:lnTo>
                  <a:lnTo>
                    <a:pt x="15623" y="237750"/>
                  </a:lnTo>
                  <a:lnTo>
                    <a:pt x="17948" y="242540"/>
                  </a:lnTo>
                  <a:lnTo>
                    <a:pt x="20424" y="247253"/>
                  </a:lnTo>
                  <a:lnTo>
                    <a:pt x="23049" y="251886"/>
                  </a:lnTo>
                  <a:lnTo>
                    <a:pt x="25820" y="256432"/>
                  </a:lnTo>
                  <a:lnTo>
                    <a:pt x="28734" y="260888"/>
                  </a:lnTo>
                  <a:lnTo>
                    <a:pt x="31789" y="265249"/>
                  </a:lnTo>
                  <a:lnTo>
                    <a:pt x="34982" y="269511"/>
                  </a:lnTo>
                  <a:lnTo>
                    <a:pt x="38308" y="273668"/>
                  </a:lnTo>
                  <a:lnTo>
                    <a:pt x="41765" y="277718"/>
                  </a:lnTo>
                  <a:lnTo>
                    <a:pt x="45349" y="281655"/>
                  </a:lnTo>
                  <a:lnTo>
                    <a:pt x="49057" y="285476"/>
                  </a:lnTo>
                  <a:lnTo>
                    <a:pt x="52885" y="289177"/>
                  </a:lnTo>
                  <a:lnTo>
                    <a:pt x="56829" y="292755"/>
                  </a:lnTo>
                  <a:lnTo>
                    <a:pt x="60884" y="296205"/>
                  </a:lnTo>
                  <a:lnTo>
                    <a:pt x="65047" y="299524"/>
                  </a:lnTo>
                  <a:lnTo>
                    <a:pt x="69314" y="302708"/>
                  </a:lnTo>
                  <a:lnTo>
                    <a:pt x="73681" y="305756"/>
                  </a:lnTo>
                  <a:lnTo>
                    <a:pt x="78142" y="308662"/>
                  </a:lnTo>
                  <a:lnTo>
                    <a:pt x="82693" y="311426"/>
                  </a:lnTo>
                  <a:lnTo>
                    <a:pt x="87330" y="314042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943715" y="5566459"/>
              <a:ext cx="79828" cy="146875"/>
            </a:xfrm>
            <a:custGeom>
              <a:avLst/>
              <a:pathLst>
                <a:path w="79828" h="146875">
                  <a:moveTo>
                    <a:pt x="0" y="146875"/>
                  </a:moveTo>
                  <a:lnTo>
                    <a:pt x="798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943715" y="5566459"/>
              <a:ext cx="79828" cy="146875"/>
            </a:xfrm>
            <a:custGeom>
              <a:avLst/>
              <a:pathLst>
                <a:path w="79828" h="146875">
                  <a:moveTo>
                    <a:pt x="0" y="146875"/>
                  </a:moveTo>
                  <a:lnTo>
                    <a:pt x="798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943715" y="5566459"/>
              <a:ext cx="79828" cy="146875"/>
            </a:xfrm>
            <a:custGeom>
              <a:avLst/>
              <a:pathLst>
                <a:path w="79828" h="146875">
                  <a:moveTo>
                    <a:pt x="0" y="146875"/>
                  </a:moveTo>
                  <a:lnTo>
                    <a:pt x="798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943715" y="5566459"/>
              <a:ext cx="79828" cy="146875"/>
            </a:xfrm>
            <a:custGeom>
              <a:avLst/>
              <a:pathLst>
                <a:path w="79828" h="146875">
                  <a:moveTo>
                    <a:pt x="0" y="146875"/>
                  </a:moveTo>
                  <a:lnTo>
                    <a:pt x="7982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943715" y="5566459"/>
              <a:ext cx="79828" cy="146875"/>
            </a:xfrm>
            <a:custGeom>
              <a:avLst/>
              <a:pathLst>
                <a:path w="79828" h="146875">
                  <a:moveTo>
                    <a:pt x="0" y="146875"/>
                  </a:moveTo>
                  <a:lnTo>
                    <a:pt x="7982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943715" y="5566459"/>
              <a:ext cx="87000" cy="167160"/>
            </a:xfrm>
            <a:custGeom>
              <a:avLst/>
              <a:pathLst>
                <a:path w="87000" h="167160">
                  <a:moveTo>
                    <a:pt x="0" y="146875"/>
                  </a:moveTo>
                  <a:lnTo>
                    <a:pt x="5008" y="149488"/>
                  </a:lnTo>
                  <a:lnTo>
                    <a:pt x="10102" y="151931"/>
                  </a:lnTo>
                  <a:lnTo>
                    <a:pt x="15276" y="154201"/>
                  </a:lnTo>
                  <a:lnTo>
                    <a:pt x="20524" y="156294"/>
                  </a:lnTo>
                  <a:lnTo>
                    <a:pt x="25839" y="158209"/>
                  </a:lnTo>
                  <a:lnTo>
                    <a:pt x="31216" y="159943"/>
                  </a:lnTo>
                  <a:lnTo>
                    <a:pt x="36648" y="161494"/>
                  </a:lnTo>
                  <a:lnTo>
                    <a:pt x="42130" y="162861"/>
                  </a:lnTo>
                  <a:lnTo>
                    <a:pt x="47655" y="164042"/>
                  </a:lnTo>
                  <a:lnTo>
                    <a:pt x="53217" y="165035"/>
                  </a:lnTo>
                  <a:lnTo>
                    <a:pt x="58809" y="165840"/>
                  </a:lnTo>
                  <a:lnTo>
                    <a:pt x="64425" y="166456"/>
                  </a:lnTo>
                  <a:lnTo>
                    <a:pt x="70058" y="166881"/>
                  </a:lnTo>
                  <a:lnTo>
                    <a:pt x="75703" y="167116"/>
                  </a:lnTo>
                  <a:lnTo>
                    <a:pt x="81353" y="167160"/>
                  </a:lnTo>
                  <a:lnTo>
                    <a:pt x="87000" y="167013"/>
                  </a:lnTo>
                  <a:lnTo>
                    <a:pt x="798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167164" cy="334180"/>
            </a:xfrm>
            <a:custGeom>
              <a:avLst/>
              <a:pathLst>
                <a:path w="167164" h="334180">
                  <a:moveTo>
                    <a:pt x="7172" y="334180"/>
                  </a:moveTo>
                  <a:lnTo>
                    <a:pt x="12502" y="333866"/>
                  </a:lnTo>
                  <a:lnTo>
                    <a:pt x="17820" y="333382"/>
                  </a:lnTo>
                  <a:lnTo>
                    <a:pt x="23120" y="332728"/>
                  </a:lnTo>
                  <a:lnTo>
                    <a:pt x="28396" y="331905"/>
                  </a:lnTo>
                  <a:lnTo>
                    <a:pt x="33644" y="330914"/>
                  </a:lnTo>
                  <a:lnTo>
                    <a:pt x="38856" y="329756"/>
                  </a:lnTo>
                  <a:lnTo>
                    <a:pt x="44030" y="328432"/>
                  </a:lnTo>
                  <a:lnTo>
                    <a:pt x="49158" y="326943"/>
                  </a:lnTo>
                  <a:lnTo>
                    <a:pt x="54236" y="325291"/>
                  </a:lnTo>
                  <a:lnTo>
                    <a:pt x="59259" y="323478"/>
                  </a:lnTo>
                  <a:lnTo>
                    <a:pt x="64221" y="321506"/>
                  </a:lnTo>
                  <a:lnTo>
                    <a:pt x="69118" y="319376"/>
                  </a:lnTo>
                  <a:lnTo>
                    <a:pt x="73944" y="317091"/>
                  </a:lnTo>
                  <a:lnTo>
                    <a:pt x="78695" y="314653"/>
                  </a:lnTo>
                  <a:lnTo>
                    <a:pt x="83365" y="312064"/>
                  </a:lnTo>
                  <a:lnTo>
                    <a:pt x="87951" y="309327"/>
                  </a:lnTo>
                  <a:lnTo>
                    <a:pt x="92446" y="306445"/>
                  </a:lnTo>
                  <a:lnTo>
                    <a:pt x="96848" y="303422"/>
                  </a:lnTo>
                  <a:lnTo>
                    <a:pt x="101150" y="300259"/>
                  </a:lnTo>
                  <a:lnTo>
                    <a:pt x="105350" y="296960"/>
                  </a:lnTo>
                  <a:lnTo>
                    <a:pt x="109441" y="293529"/>
                  </a:lnTo>
                  <a:lnTo>
                    <a:pt x="113422" y="289969"/>
                  </a:lnTo>
                  <a:lnTo>
                    <a:pt x="117286" y="286284"/>
                  </a:lnTo>
                  <a:lnTo>
                    <a:pt x="121031" y="282477"/>
                  </a:lnTo>
                  <a:lnTo>
                    <a:pt x="124652" y="278552"/>
                  </a:lnTo>
                  <a:lnTo>
                    <a:pt x="128146" y="274514"/>
                  </a:lnTo>
                  <a:lnTo>
                    <a:pt x="131509" y="270367"/>
                  </a:lnTo>
                  <a:lnTo>
                    <a:pt x="134738" y="266114"/>
                  </a:lnTo>
                  <a:lnTo>
                    <a:pt x="137830" y="261760"/>
                  </a:lnTo>
                  <a:lnTo>
                    <a:pt x="140781" y="257309"/>
                  </a:lnTo>
                  <a:lnTo>
                    <a:pt x="143588" y="252767"/>
                  </a:lnTo>
                  <a:lnTo>
                    <a:pt x="146249" y="248137"/>
                  </a:lnTo>
                  <a:lnTo>
                    <a:pt x="148760" y="243424"/>
                  </a:lnTo>
                  <a:lnTo>
                    <a:pt x="151120" y="238634"/>
                  </a:lnTo>
                  <a:lnTo>
                    <a:pt x="153326" y="233771"/>
                  </a:lnTo>
                  <a:lnTo>
                    <a:pt x="155375" y="228840"/>
                  </a:lnTo>
                  <a:lnTo>
                    <a:pt x="157265" y="223846"/>
                  </a:lnTo>
                  <a:lnTo>
                    <a:pt x="158995" y="218794"/>
                  </a:lnTo>
                  <a:lnTo>
                    <a:pt x="160563" y="213689"/>
                  </a:lnTo>
                  <a:lnTo>
                    <a:pt x="161967" y="208537"/>
                  </a:lnTo>
                  <a:lnTo>
                    <a:pt x="163206" y="203343"/>
                  </a:lnTo>
                  <a:lnTo>
                    <a:pt x="164278" y="198111"/>
                  </a:lnTo>
                  <a:lnTo>
                    <a:pt x="165182" y="192849"/>
                  </a:lnTo>
                  <a:lnTo>
                    <a:pt x="165918" y="187560"/>
                  </a:lnTo>
                  <a:lnTo>
                    <a:pt x="166485" y="182250"/>
                  </a:lnTo>
                  <a:lnTo>
                    <a:pt x="166882" y="176925"/>
                  </a:lnTo>
                  <a:lnTo>
                    <a:pt x="167108" y="171589"/>
                  </a:lnTo>
                  <a:lnTo>
                    <a:pt x="167164" y="166250"/>
                  </a:lnTo>
                  <a:lnTo>
                    <a:pt x="167050" y="160911"/>
                  </a:lnTo>
                  <a:lnTo>
                    <a:pt x="166765" y="155579"/>
                  </a:lnTo>
                  <a:lnTo>
                    <a:pt x="166310" y="150258"/>
                  </a:lnTo>
                  <a:lnTo>
                    <a:pt x="165685" y="144955"/>
                  </a:lnTo>
                  <a:lnTo>
                    <a:pt x="164891" y="139674"/>
                  </a:lnTo>
                  <a:lnTo>
                    <a:pt x="163928" y="134422"/>
                  </a:lnTo>
                  <a:lnTo>
                    <a:pt x="162799" y="129203"/>
                  </a:lnTo>
                  <a:lnTo>
                    <a:pt x="161503" y="124022"/>
                  </a:lnTo>
                  <a:lnTo>
                    <a:pt x="160043" y="118886"/>
                  </a:lnTo>
                  <a:lnTo>
                    <a:pt x="158419" y="113799"/>
                  </a:lnTo>
                  <a:lnTo>
                    <a:pt x="156634" y="108766"/>
                  </a:lnTo>
                  <a:lnTo>
                    <a:pt x="154689" y="103793"/>
                  </a:lnTo>
                  <a:lnTo>
                    <a:pt x="152586" y="98885"/>
                  </a:lnTo>
                  <a:lnTo>
                    <a:pt x="150327" y="94046"/>
                  </a:lnTo>
                  <a:lnTo>
                    <a:pt x="147915" y="89282"/>
                  </a:lnTo>
                  <a:lnTo>
                    <a:pt x="145352" y="84597"/>
                  </a:lnTo>
                  <a:lnTo>
                    <a:pt x="142640" y="79997"/>
                  </a:lnTo>
                  <a:lnTo>
                    <a:pt x="139783" y="75486"/>
                  </a:lnTo>
                  <a:lnTo>
                    <a:pt x="136784" y="71068"/>
                  </a:lnTo>
                  <a:lnTo>
                    <a:pt x="133644" y="66748"/>
                  </a:lnTo>
                  <a:lnTo>
                    <a:pt x="130369" y="62531"/>
                  </a:lnTo>
                  <a:lnTo>
                    <a:pt x="126960" y="58420"/>
                  </a:lnTo>
                  <a:lnTo>
                    <a:pt x="123422" y="54420"/>
                  </a:lnTo>
                  <a:lnTo>
                    <a:pt x="119758" y="50536"/>
                  </a:lnTo>
                  <a:lnTo>
                    <a:pt x="115972" y="46770"/>
                  </a:lnTo>
                  <a:lnTo>
                    <a:pt x="112067" y="43128"/>
                  </a:lnTo>
                  <a:lnTo>
                    <a:pt x="108048" y="39611"/>
                  </a:lnTo>
                  <a:lnTo>
                    <a:pt x="103919" y="36225"/>
                  </a:lnTo>
                  <a:lnTo>
                    <a:pt x="99684" y="32973"/>
                  </a:lnTo>
                  <a:lnTo>
                    <a:pt x="95347" y="29858"/>
                  </a:lnTo>
                  <a:lnTo>
                    <a:pt x="90913" y="26882"/>
                  </a:lnTo>
                  <a:lnTo>
                    <a:pt x="86386" y="24050"/>
                  </a:lnTo>
                  <a:lnTo>
                    <a:pt x="81770" y="21364"/>
                  </a:lnTo>
                  <a:lnTo>
                    <a:pt x="77072" y="18827"/>
                  </a:lnTo>
                  <a:lnTo>
                    <a:pt x="72295" y="16441"/>
                  </a:lnTo>
                  <a:lnTo>
                    <a:pt x="67444" y="14209"/>
                  </a:lnTo>
                  <a:lnTo>
                    <a:pt x="62524" y="12132"/>
                  </a:lnTo>
                  <a:lnTo>
                    <a:pt x="57540" y="10215"/>
                  </a:lnTo>
                  <a:lnTo>
                    <a:pt x="52498" y="8457"/>
                  </a:lnTo>
                  <a:lnTo>
                    <a:pt x="47402" y="6861"/>
                  </a:lnTo>
                  <a:lnTo>
                    <a:pt x="42257" y="5429"/>
                  </a:lnTo>
                  <a:lnTo>
                    <a:pt x="37070" y="4162"/>
                  </a:lnTo>
                  <a:lnTo>
                    <a:pt x="31845" y="3061"/>
                  </a:lnTo>
                  <a:lnTo>
                    <a:pt x="26587" y="2127"/>
                  </a:lnTo>
                  <a:lnTo>
                    <a:pt x="21302" y="1362"/>
                  </a:lnTo>
                  <a:lnTo>
                    <a:pt x="15996" y="767"/>
                  </a:lnTo>
                  <a:lnTo>
                    <a:pt x="10673" y="341"/>
                  </a:lnTo>
                  <a:lnTo>
                    <a:pt x="533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424544" y="5269756"/>
              <a:ext cx="120714" cy="167167"/>
            </a:xfrm>
            <a:custGeom>
              <a:avLst/>
              <a:pathLst>
                <a:path w="120714" h="167167">
                  <a:moveTo>
                    <a:pt x="120714" y="0"/>
                  </a:moveTo>
                  <a:lnTo>
                    <a:pt x="115095" y="94"/>
                  </a:lnTo>
                  <a:lnTo>
                    <a:pt x="109482" y="377"/>
                  </a:lnTo>
                  <a:lnTo>
                    <a:pt x="103882" y="849"/>
                  </a:lnTo>
                  <a:lnTo>
                    <a:pt x="98302" y="1509"/>
                  </a:lnTo>
                  <a:lnTo>
                    <a:pt x="92746" y="2356"/>
                  </a:lnTo>
                  <a:lnTo>
                    <a:pt x="87222" y="3389"/>
                  </a:lnTo>
                  <a:lnTo>
                    <a:pt x="81736" y="4607"/>
                  </a:lnTo>
                  <a:lnTo>
                    <a:pt x="76294" y="6009"/>
                  </a:lnTo>
                  <a:lnTo>
                    <a:pt x="70902" y="7593"/>
                  </a:lnTo>
                  <a:lnTo>
                    <a:pt x="65566" y="9358"/>
                  </a:lnTo>
                  <a:lnTo>
                    <a:pt x="60293" y="11301"/>
                  </a:lnTo>
                  <a:lnTo>
                    <a:pt x="55088" y="13420"/>
                  </a:lnTo>
                  <a:lnTo>
                    <a:pt x="49958" y="15712"/>
                  </a:lnTo>
                  <a:lnTo>
                    <a:pt x="44907" y="18176"/>
                  </a:lnTo>
                  <a:lnTo>
                    <a:pt x="39942" y="20809"/>
                  </a:lnTo>
                  <a:lnTo>
                    <a:pt x="35068" y="23606"/>
                  </a:lnTo>
                  <a:lnTo>
                    <a:pt x="30291" y="26566"/>
                  </a:lnTo>
                  <a:lnTo>
                    <a:pt x="25616" y="29685"/>
                  </a:lnTo>
                  <a:lnTo>
                    <a:pt x="21048" y="32959"/>
                  </a:lnTo>
                  <a:lnTo>
                    <a:pt x="16594" y="36385"/>
                  </a:lnTo>
                  <a:lnTo>
                    <a:pt x="12256" y="39959"/>
                  </a:lnTo>
                  <a:lnTo>
                    <a:pt x="8042" y="43676"/>
                  </a:lnTo>
                  <a:lnTo>
                    <a:pt x="3955" y="47533"/>
                  </a:lnTo>
                  <a:lnTo>
                    <a:pt x="0" y="51525"/>
                  </a:lnTo>
                  <a:lnTo>
                    <a:pt x="12071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424544" y="5321282"/>
              <a:ext cx="120714" cy="115641"/>
            </a:xfrm>
            <a:custGeom>
              <a:avLst/>
              <a:pathLst>
                <a:path w="120714" h="115641">
                  <a:moveTo>
                    <a:pt x="0" y="0"/>
                  </a:moveTo>
                  <a:lnTo>
                    <a:pt x="120714" y="1156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424544" y="5321282"/>
              <a:ext cx="120714" cy="115641"/>
            </a:xfrm>
            <a:custGeom>
              <a:avLst/>
              <a:pathLst>
                <a:path w="120714" h="115641">
                  <a:moveTo>
                    <a:pt x="0" y="0"/>
                  </a:moveTo>
                  <a:lnTo>
                    <a:pt x="120714" y="1156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424544" y="5321282"/>
              <a:ext cx="120714" cy="115641"/>
            </a:xfrm>
            <a:custGeom>
              <a:avLst/>
              <a:pathLst>
                <a:path w="120714" h="115641">
                  <a:moveTo>
                    <a:pt x="0" y="0"/>
                  </a:moveTo>
                  <a:lnTo>
                    <a:pt x="120714" y="1156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424544" y="5321282"/>
              <a:ext cx="120714" cy="115641"/>
            </a:xfrm>
            <a:custGeom>
              <a:avLst/>
              <a:pathLst>
                <a:path w="120714" h="115641">
                  <a:moveTo>
                    <a:pt x="0" y="0"/>
                  </a:moveTo>
                  <a:lnTo>
                    <a:pt x="120714" y="1156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397034" y="5321282"/>
              <a:ext cx="148224" cy="115641"/>
            </a:xfrm>
            <a:custGeom>
              <a:avLst/>
              <a:pathLst>
                <a:path w="148224" h="115641">
                  <a:moveTo>
                    <a:pt x="27509" y="0"/>
                  </a:moveTo>
                  <a:lnTo>
                    <a:pt x="23491" y="4345"/>
                  </a:lnTo>
                  <a:lnTo>
                    <a:pt x="19629" y="8831"/>
                  </a:lnTo>
                  <a:lnTo>
                    <a:pt x="15929" y="13450"/>
                  </a:lnTo>
                  <a:lnTo>
                    <a:pt x="12394" y="18197"/>
                  </a:lnTo>
                  <a:lnTo>
                    <a:pt x="9030" y="23066"/>
                  </a:lnTo>
                  <a:lnTo>
                    <a:pt x="5840" y="28052"/>
                  </a:lnTo>
                  <a:lnTo>
                    <a:pt x="2829" y="33147"/>
                  </a:lnTo>
                  <a:lnTo>
                    <a:pt x="0" y="38346"/>
                  </a:lnTo>
                  <a:lnTo>
                    <a:pt x="148224" y="1156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378093" y="5269756"/>
              <a:ext cx="334319" cy="334331"/>
            </a:xfrm>
            <a:custGeom>
              <a:avLst/>
              <a:pathLst>
                <a:path w="334319" h="334331">
                  <a:moveTo>
                    <a:pt x="18940" y="89872"/>
                  </a:moveTo>
                  <a:lnTo>
                    <a:pt x="16567" y="94603"/>
                  </a:lnTo>
                  <a:lnTo>
                    <a:pt x="14345" y="99407"/>
                  </a:lnTo>
                  <a:lnTo>
                    <a:pt x="12277" y="104279"/>
                  </a:lnTo>
                  <a:lnTo>
                    <a:pt x="10363" y="109215"/>
                  </a:lnTo>
                  <a:lnTo>
                    <a:pt x="8607" y="114208"/>
                  </a:lnTo>
                  <a:lnTo>
                    <a:pt x="7010" y="119254"/>
                  </a:lnTo>
                  <a:lnTo>
                    <a:pt x="5573" y="124349"/>
                  </a:lnTo>
                  <a:lnTo>
                    <a:pt x="4299" y="129486"/>
                  </a:lnTo>
                  <a:lnTo>
                    <a:pt x="3188" y="134661"/>
                  </a:lnTo>
                  <a:lnTo>
                    <a:pt x="2241" y="139869"/>
                  </a:lnTo>
                  <a:lnTo>
                    <a:pt x="1459" y="145104"/>
                  </a:lnTo>
                  <a:lnTo>
                    <a:pt x="844" y="150362"/>
                  </a:lnTo>
                  <a:lnTo>
                    <a:pt x="395" y="155636"/>
                  </a:lnTo>
                  <a:lnTo>
                    <a:pt x="113" y="160921"/>
                  </a:lnTo>
                  <a:lnTo>
                    <a:pt x="0" y="166213"/>
                  </a:lnTo>
                  <a:lnTo>
                    <a:pt x="53" y="171506"/>
                  </a:lnTo>
                  <a:lnTo>
                    <a:pt x="274" y="176795"/>
                  </a:lnTo>
                  <a:lnTo>
                    <a:pt x="663" y="182074"/>
                  </a:lnTo>
                  <a:lnTo>
                    <a:pt x="1218" y="187337"/>
                  </a:lnTo>
                  <a:lnTo>
                    <a:pt x="1940" y="192581"/>
                  </a:lnTo>
                  <a:lnTo>
                    <a:pt x="2827" y="197799"/>
                  </a:lnTo>
                  <a:lnTo>
                    <a:pt x="3880" y="202987"/>
                  </a:lnTo>
                  <a:lnTo>
                    <a:pt x="5095" y="208138"/>
                  </a:lnTo>
                  <a:lnTo>
                    <a:pt x="6474" y="213249"/>
                  </a:lnTo>
                  <a:lnTo>
                    <a:pt x="8013" y="218313"/>
                  </a:lnTo>
                  <a:lnTo>
                    <a:pt x="9712" y="223326"/>
                  </a:lnTo>
                  <a:lnTo>
                    <a:pt x="11569" y="228283"/>
                  </a:lnTo>
                  <a:lnTo>
                    <a:pt x="13582" y="233179"/>
                  </a:lnTo>
                  <a:lnTo>
                    <a:pt x="15749" y="238008"/>
                  </a:lnTo>
                  <a:lnTo>
                    <a:pt x="18068" y="242766"/>
                  </a:lnTo>
                  <a:lnTo>
                    <a:pt x="20536" y="247449"/>
                  </a:lnTo>
                  <a:lnTo>
                    <a:pt x="23151" y="252051"/>
                  </a:lnTo>
                  <a:lnTo>
                    <a:pt x="25911" y="256567"/>
                  </a:lnTo>
                  <a:lnTo>
                    <a:pt x="28812" y="260995"/>
                  </a:lnTo>
                  <a:lnTo>
                    <a:pt x="31852" y="265328"/>
                  </a:lnTo>
                  <a:lnTo>
                    <a:pt x="35028" y="269563"/>
                  </a:lnTo>
                  <a:lnTo>
                    <a:pt x="38336" y="273695"/>
                  </a:lnTo>
                  <a:lnTo>
                    <a:pt x="41773" y="277720"/>
                  </a:lnTo>
                  <a:lnTo>
                    <a:pt x="45336" y="281634"/>
                  </a:lnTo>
                  <a:lnTo>
                    <a:pt x="49021" y="285434"/>
                  </a:lnTo>
                  <a:lnTo>
                    <a:pt x="52824" y="289115"/>
                  </a:lnTo>
                  <a:lnTo>
                    <a:pt x="56743" y="292674"/>
                  </a:lnTo>
                  <a:lnTo>
                    <a:pt x="60771" y="296107"/>
                  </a:lnTo>
                  <a:lnTo>
                    <a:pt x="64907" y="299411"/>
                  </a:lnTo>
                  <a:lnTo>
                    <a:pt x="69145" y="302582"/>
                  </a:lnTo>
                  <a:lnTo>
                    <a:pt x="73481" y="305617"/>
                  </a:lnTo>
                  <a:lnTo>
                    <a:pt x="77912" y="308514"/>
                  </a:lnTo>
                  <a:lnTo>
                    <a:pt x="82431" y="311269"/>
                  </a:lnTo>
                  <a:lnTo>
                    <a:pt x="87036" y="313879"/>
                  </a:lnTo>
                  <a:lnTo>
                    <a:pt x="91721" y="316342"/>
                  </a:lnTo>
                  <a:lnTo>
                    <a:pt x="96482" y="318656"/>
                  </a:lnTo>
                  <a:lnTo>
                    <a:pt x="101313" y="320818"/>
                  </a:lnTo>
                  <a:lnTo>
                    <a:pt x="106211" y="322826"/>
                  </a:lnTo>
                  <a:lnTo>
                    <a:pt x="111170" y="324677"/>
                  </a:lnTo>
                  <a:lnTo>
                    <a:pt x="116184" y="326371"/>
                  </a:lnTo>
                  <a:lnTo>
                    <a:pt x="121250" y="327905"/>
                  </a:lnTo>
                  <a:lnTo>
                    <a:pt x="126362" y="329279"/>
                  </a:lnTo>
                  <a:lnTo>
                    <a:pt x="131515" y="330489"/>
                  </a:lnTo>
                  <a:lnTo>
                    <a:pt x="136704" y="331536"/>
                  </a:lnTo>
                  <a:lnTo>
                    <a:pt x="141923" y="332418"/>
                  </a:lnTo>
                  <a:lnTo>
                    <a:pt x="147167" y="333134"/>
                  </a:lnTo>
                  <a:lnTo>
                    <a:pt x="152432" y="333684"/>
                  </a:lnTo>
                  <a:lnTo>
                    <a:pt x="157711" y="334067"/>
                  </a:lnTo>
                  <a:lnTo>
                    <a:pt x="163000" y="334283"/>
                  </a:lnTo>
                  <a:lnTo>
                    <a:pt x="168293" y="334331"/>
                  </a:lnTo>
                  <a:lnTo>
                    <a:pt x="173585" y="334211"/>
                  </a:lnTo>
                  <a:lnTo>
                    <a:pt x="178870" y="333924"/>
                  </a:lnTo>
                  <a:lnTo>
                    <a:pt x="184144" y="333470"/>
                  </a:lnTo>
                  <a:lnTo>
                    <a:pt x="189400" y="332849"/>
                  </a:lnTo>
                  <a:lnTo>
                    <a:pt x="194635" y="332062"/>
                  </a:lnTo>
                  <a:lnTo>
                    <a:pt x="199841" y="331109"/>
                  </a:lnTo>
                  <a:lnTo>
                    <a:pt x="205015" y="329993"/>
                  </a:lnTo>
                  <a:lnTo>
                    <a:pt x="210151" y="328713"/>
                  </a:lnTo>
                  <a:lnTo>
                    <a:pt x="215244" y="327271"/>
                  </a:lnTo>
                  <a:lnTo>
                    <a:pt x="220289" y="325668"/>
                  </a:lnTo>
                  <a:lnTo>
                    <a:pt x="225281" y="323907"/>
                  </a:lnTo>
                  <a:lnTo>
                    <a:pt x="230214" y="321988"/>
                  </a:lnTo>
                  <a:lnTo>
                    <a:pt x="235084" y="319915"/>
                  </a:lnTo>
                  <a:lnTo>
                    <a:pt x="239886" y="317688"/>
                  </a:lnTo>
                  <a:lnTo>
                    <a:pt x="244615" y="315310"/>
                  </a:lnTo>
                  <a:lnTo>
                    <a:pt x="249266" y="312784"/>
                  </a:lnTo>
                  <a:lnTo>
                    <a:pt x="253835" y="310111"/>
                  </a:lnTo>
                  <a:lnTo>
                    <a:pt x="258317" y="307296"/>
                  </a:lnTo>
                  <a:lnTo>
                    <a:pt x="262708" y="304340"/>
                  </a:lnTo>
                  <a:lnTo>
                    <a:pt x="267003" y="301246"/>
                  </a:lnTo>
                  <a:lnTo>
                    <a:pt x="271198" y="298018"/>
                  </a:lnTo>
                  <a:lnTo>
                    <a:pt x="275288" y="294659"/>
                  </a:lnTo>
                  <a:lnTo>
                    <a:pt x="279271" y="291171"/>
                  </a:lnTo>
                  <a:lnTo>
                    <a:pt x="283140" y="287560"/>
                  </a:lnTo>
                  <a:lnTo>
                    <a:pt x="286894" y="283828"/>
                  </a:lnTo>
                  <a:lnTo>
                    <a:pt x="290527" y="279979"/>
                  </a:lnTo>
                  <a:lnTo>
                    <a:pt x="294037" y="276017"/>
                  </a:lnTo>
                  <a:lnTo>
                    <a:pt x="297420" y="271945"/>
                  </a:lnTo>
                  <a:lnTo>
                    <a:pt x="300671" y="267769"/>
                  </a:lnTo>
                  <a:lnTo>
                    <a:pt x="303790" y="263492"/>
                  </a:lnTo>
                  <a:lnTo>
                    <a:pt x="306771" y="259118"/>
                  </a:lnTo>
                  <a:lnTo>
                    <a:pt x="309612" y="254652"/>
                  </a:lnTo>
                  <a:lnTo>
                    <a:pt x="312310" y="250098"/>
                  </a:lnTo>
                  <a:lnTo>
                    <a:pt x="314863" y="245461"/>
                  </a:lnTo>
                  <a:lnTo>
                    <a:pt x="317268" y="240746"/>
                  </a:lnTo>
                  <a:lnTo>
                    <a:pt x="319522" y="235957"/>
                  </a:lnTo>
                  <a:lnTo>
                    <a:pt x="321624" y="231099"/>
                  </a:lnTo>
                  <a:lnTo>
                    <a:pt x="323570" y="226177"/>
                  </a:lnTo>
                  <a:lnTo>
                    <a:pt x="325360" y="221195"/>
                  </a:lnTo>
                  <a:lnTo>
                    <a:pt x="326991" y="216160"/>
                  </a:lnTo>
                  <a:lnTo>
                    <a:pt x="328462" y="211075"/>
                  </a:lnTo>
                  <a:lnTo>
                    <a:pt x="329771" y="205946"/>
                  </a:lnTo>
                  <a:lnTo>
                    <a:pt x="330918" y="200779"/>
                  </a:lnTo>
                  <a:lnTo>
                    <a:pt x="331900" y="195578"/>
                  </a:lnTo>
                  <a:lnTo>
                    <a:pt x="332717" y="190348"/>
                  </a:lnTo>
                  <a:lnTo>
                    <a:pt x="333368" y="185095"/>
                  </a:lnTo>
                  <a:lnTo>
                    <a:pt x="333852" y="179824"/>
                  </a:lnTo>
                  <a:lnTo>
                    <a:pt x="334169" y="174540"/>
                  </a:lnTo>
                  <a:lnTo>
                    <a:pt x="334319" y="169249"/>
                  </a:lnTo>
                  <a:lnTo>
                    <a:pt x="334301" y="163956"/>
                  </a:lnTo>
                  <a:lnTo>
                    <a:pt x="334115" y="158666"/>
                  </a:lnTo>
                  <a:lnTo>
                    <a:pt x="333763" y="153385"/>
                  </a:lnTo>
                  <a:lnTo>
                    <a:pt x="333243" y="148117"/>
                  </a:lnTo>
                  <a:lnTo>
                    <a:pt x="332556" y="142869"/>
                  </a:lnTo>
                  <a:lnTo>
                    <a:pt x="331704" y="137645"/>
                  </a:lnTo>
                  <a:lnTo>
                    <a:pt x="330687" y="132450"/>
                  </a:lnTo>
                  <a:lnTo>
                    <a:pt x="329506" y="127291"/>
                  </a:lnTo>
                  <a:lnTo>
                    <a:pt x="328162" y="122171"/>
                  </a:lnTo>
                  <a:lnTo>
                    <a:pt x="326657" y="117096"/>
                  </a:lnTo>
                  <a:lnTo>
                    <a:pt x="324992" y="112072"/>
                  </a:lnTo>
                  <a:lnTo>
                    <a:pt x="323168" y="107103"/>
                  </a:lnTo>
                  <a:lnTo>
                    <a:pt x="321188" y="102194"/>
                  </a:lnTo>
                  <a:lnTo>
                    <a:pt x="319054" y="97350"/>
                  </a:lnTo>
                  <a:lnTo>
                    <a:pt x="316768" y="92576"/>
                  </a:lnTo>
                  <a:lnTo>
                    <a:pt x="314331" y="87877"/>
                  </a:lnTo>
                  <a:lnTo>
                    <a:pt x="311747" y="83258"/>
                  </a:lnTo>
                  <a:lnTo>
                    <a:pt x="309018" y="78722"/>
                  </a:lnTo>
                  <a:lnTo>
                    <a:pt x="306147" y="74276"/>
                  </a:lnTo>
                  <a:lnTo>
                    <a:pt x="303136" y="69922"/>
                  </a:lnTo>
                  <a:lnTo>
                    <a:pt x="299989" y="65666"/>
                  </a:lnTo>
                  <a:lnTo>
                    <a:pt x="296709" y="61511"/>
                  </a:lnTo>
                  <a:lnTo>
                    <a:pt x="293299" y="57463"/>
                  </a:lnTo>
                  <a:lnTo>
                    <a:pt x="289763" y="53525"/>
                  </a:lnTo>
                  <a:lnTo>
                    <a:pt x="286103" y="49700"/>
                  </a:lnTo>
                  <a:lnTo>
                    <a:pt x="282325" y="45994"/>
                  </a:lnTo>
                  <a:lnTo>
                    <a:pt x="278431" y="42408"/>
                  </a:lnTo>
                  <a:lnTo>
                    <a:pt x="274425" y="38948"/>
                  </a:lnTo>
                  <a:lnTo>
                    <a:pt x="270312" y="35617"/>
                  </a:lnTo>
                  <a:lnTo>
                    <a:pt x="266095" y="32417"/>
                  </a:lnTo>
                  <a:lnTo>
                    <a:pt x="261780" y="29352"/>
                  </a:lnTo>
                  <a:lnTo>
                    <a:pt x="257369" y="26426"/>
                  </a:lnTo>
                  <a:lnTo>
                    <a:pt x="252868" y="23641"/>
                  </a:lnTo>
                  <a:lnTo>
                    <a:pt x="248281" y="20999"/>
                  </a:lnTo>
                  <a:lnTo>
                    <a:pt x="243613" y="18504"/>
                  </a:lnTo>
                  <a:lnTo>
                    <a:pt x="238868" y="16158"/>
                  </a:lnTo>
                  <a:lnTo>
                    <a:pt x="234051" y="13964"/>
                  </a:lnTo>
                  <a:lnTo>
                    <a:pt x="229167" y="11923"/>
                  </a:lnTo>
                  <a:lnTo>
                    <a:pt x="224221" y="10038"/>
                  </a:lnTo>
                  <a:lnTo>
                    <a:pt x="219218" y="8310"/>
                  </a:lnTo>
                  <a:lnTo>
                    <a:pt x="214162" y="6742"/>
                  </a:lnTo>
                  <a:lnTo>
                    <a:pt x="209060" y="5335"/>
                  </a:lnTo>
                  <a:lnTo>
                    <a:pt x="203915" y="4089"/>
                  </a:lnTo>
                  <a:lnTo>
                    <a:pt x="198734" y="3008"/>
                  </a:lnTo>
                  <a:lnTo>
                    <a:pt x="193521" y="2090"/>
                  </a:lnTo>
                  <a:lnTo>
                    <a:pt x="188281" y="1339"/>
                  </a:lnTo>
                  <a:lnTo>
                    <a:pt x="183020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858676" y="5018213"/>
              <a:ext cx="162362" cy="167167"/>
            </a:xfrm>
            <a:custGeom>
              <a:avLst/>
              <a:pathLst>
                <a:path w="162362" h="167167">
                  <a:moveTo>
                    <a:pt x="162362" y="0"/>
                  </a:moveTo>
                  <a:lnTo>
                    <a:pt x="156938" y="88"/>
                  </a:lnTo>
                  <a:lnTo>
                    <a:pt x="151520" y="351"/>
                  </a:lnTo>
                  <a:lnTo>
                    <a:pt x="146114" y="791"/>
                  </a:lnTo>
                  <a:lnTo>
                    <a:pt x="140724" y="1406"/>
                  </a:lnTo>
                  <a:lnTo>
                    <a:pt x="135358" y="2195"/>
                  </a:lnTo>
                  <a:lnTo>
                    <a:pt x="130020" y="3158"/>
                  </a:lnTo>
                  <a:lnTo>
                    <a:pt x="124715" y="4294"/>
                  </a:lnTo>
                  <a:lnTo>
                    <a:pt x="119451" y="5601"/>
                  </a:lnTo>
                  <a:lnTo>
                    <a:pt x="114232" y="7078"/>
                  </a:lnTo>
                  <a:lnTo>
                    <a:pt x="109063" y="8724"/>
                  </a:lnTo>
                  <a:lnTo>
                    <a:pt x="103950" y="10537"/>
                  </a:lnTo>
                  <a:lnTo>
                    <a:pt x="98899" y="12514"/>
                  </a:lnTo>
                  <a:lnTo>
                    <a:pt x="93915" y="14655"/>
                  </a:lnTo>
                  <a:lnTo>
                    <a:pt x="89003" y="16956"/>
                  </a:lnTo>
                  <a:lnTo>
                    <a:pt x="84168" y="19415"/>
                  </a:lnTo>
                  <a:lnTo>
                    <a:pt x="79416" y="22030"/>
                  </a:lnTo>
                  <a:lnTo>
                    <a:pt x="74750" y="24797"/>
                  </a:lnTo>
                  <a:lnTo>
                    <a:pt x="70177" y="27715"/>
                  </a:lnTo>
                  <a:lnTo>
                    <a:pt x="65701" y="30779"/>
                  </a:lnTo>
                  <a:lnTo>
                    <a:pt x="61327" y="33987"/>
                  </a:lnTo>
                  <a:lnTo>
                    <a:pt x="57060" y="37335"/>
                  </a:lnTo>
                  <a:lnTo>
                    <a:pt x="52903" y="40820"/>
                  </a:lnTo>
                  <a:lnTo>
                    <a:pt x="48861" y="44438"/>
                  </a:lnTo>
                  <a:lnTo>
                    <a:pt x="44939" y="48185"/>
                  </a:lnTo>
                  <a:lnTo>
                    <a:pt x="41140" y="52057"/>
                  </a:lnTo>
                  <a:lnTo>
                    <a:pt x="37470" y="56051"/>
                  </a:lnTo>
                  <a:lnTo>
                    <a:pt x="33930" y="60161"/>
                  </a:lnTo>
                  <a:lnTo>
                    <a:pt x="30526" y="64384"/>
                  </a:lnTo>
                  <a:lnTo>
                    <a:pt x="27261" y="68716"/>
                  </a:lnTo>
                  <a:lnTo>
                    <a:pt x="24138" y="73151"/>
                  </a:lnTo>
                  <a:lnTo>
                    <a:pt x="21160" y="77685"/>
                  </a:lnTo>
                  <a:lnTo>
                    <a:pt x="18331" y="82314"/>
                  </a:lnTo>
                  <a:lnTo>
                    <a:pt x="15654" y="87031"/>
                  </a:lnTo>
                  <a:lnTo>
                    <a:pt x="13131" y="91833"/>
                  </a:lnTo>
                  <a:lnTo>
                    <a:pt x="10766" y="96715"/>
                  </a:lnTo>
                  <a:lnTo>
                    <a:pt x="8560" y="101670"/>
                  </a:lnTo>
                  <a:lnTo>
                    <a:pt x="6516" y="106695"/>
                  </a:lnTo>
                  <a:lnTo>
                    <a:pt x="4636" y="111783"/>
                  </a:lnTo>
                  <a:lnTo>
                    <a:pt x="2922" y="116929"/>
                  </a:lnTo>
                  <a:lnTo>
                    <a:pt x="1376" y="122129"/>
                  </a:lnTo>
                  <a:lnTo>
                    <a:pt x="0" y="127376"/>
                  </a:lnTo>
                  <a:lnTo>
                    <a:pt x="1623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858676" y="5145589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858676" y="5145589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858676" y="5145589"/>
              <a:ext cx="162362" cy="39791"/>
            </a:xfrm>
            <a:custGeom>
              <a:avLst/>
              <a:pathLst>
                <a:path w="162362" h="39791">
                  <a:moveTo>
                    <a:pt x="0" y="0"/>
                  </a:moveTo>
                  <a:lnTo>
                    <a:pt x="162362" y="397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854173" y="5145589"/>
              <a:ext cx="166865" cy="39791"/>
            </a:xfrm>
            <a:custGeom>
              <a:avLst/>
              <a:pathLst>
                <a:path w="166865" h="39791">
                  <a:moveTo>
                    <a:pt x="4503" y="0"/>
                  </a:moveTo>
                  <a:lnTo>
                    <a:pt x="2875" y="7354"/>
                  </a:lnTo>
                  <a:lnTo>
                    <a:pt x="1580" y="14775"/>
                  </a:lnTo>
                  <a:lnTo>
                    <a:pt x="621" y="22246"/>
                  </a:lnTo>
                  <a:lnTo>
                    <a:pt x="0" y="29753"/>
                  </a:lnTo>
                  <a:lnTo>
                    <a:pt x="166865" y="39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853872" y="5018213"/>
              <a:ext cx="334322" cy="334329"/>
            </a:xfrm>
            <a:custGeom>
              <a:avLst/>
              <a:pathLst>
                <a:path w="334322" h="334329">
                  <a:moveTo>
                    <a:pt x="300" y="157129"/>
                  </a:moveTo>
                  <a:lnTo>
                    <a:pt x="65" y="162442"/>
                  </a:lnTo>
                  <a:lnTo>
                    <a:pt x="0" y="167760"/>
                  </a:lnTo>
                  <a:lnTo>
                    <a:pt x="103" y="173077"/>
                  </a:lnTo>
                  <a:lnTo>
                    <a:pt x="376" y="178389"/>
                  </a:lnTo>
                  <a:lnTo>
                    <a:pt x="817" y="183689"/>
                  </a:lnTo>
                  <a:lnTo>
                    <a:pt x="1427" y="188972"/>
                  </a:lnTo>
                  <a:lnTo>
                    <a:pt x="2204" y="194234"/>
                  </a:lnTo>
                  <a:lnTo>
                    <a:pt x="3149" y="199468"/>
                  </a:lnTo>
                  <a:lnTo>
                    <a:pt x="4259" y="204669"/>
                  </a:lnTo>
                  <a:lnTo>
                    <a:pt x="5535" y="209832"/>
                  </a:lnTo>
                  <a:lnTo>
                    <a:pt x="6974" y="214952"/>
                  </a:lnTo>
                  <a:lnTo>
                    <a:pt x="8575" y="220024"/>
                  </a:lnTo>
                  <a:lnTo>
                    <a:pt x="10337" y="225042"/>
                  </a:lnTo>
                  <a:lnTo>
                    <a:pt x="12257" y="230002"/>
                  </a:lnTo>
                  <a:lnTo>
                    <a:pt x="14334" y="234898"/>
                  </a:lnTo>
                  <a:lnTo>
                    <a:pt x="16566" y="239725"/>
                  </a:lnTo>
                  <a:lnTo>
                    <a:pt x="18951" y="244479"/>
                  </a:lnTo>
                  <a:lnTo>
                    <a:pt x="21485" y="249155"/>
                  </a:lnTo>
                  <a:lnTo>
                    <a:pt x="24167" y="253748"/>
                  </a:lnTo>
                  <a:lnTo>
                    <a:pt x="26994" y="258253"/>
                  </a:lnTo>
                  <a:lnTo>
                    <a:pt x="29962" y="262666"/>
                  </a:lnTo>
                  <a:lnTo>
                    <a:pt x="33069" y="266982"/>
                  </a:lnTo>
                  <a:lnTo>
                    <a:pt x="36312" y="271197"/>
                  </a:lnTo>
                  <a:lnTo>
                    <a:pt x="39688" y="275307"/>
                  </a:lnTo>
                  <a:lnTo>
                    <a:pt x="43193" y="279308"/>
                  </a:lnTo>
                  <a:lnTo>
                    <a:pt x="46823" y="283195"/>
                  </a:lnTo>
                  <a:lnTo>
                    <a:pt x="50575" y="286964"/>
                  </a:lnTo>
                  <a:lnTo>
                    <a:pt x="54444" y="290613"/>
                  </a:lnTo>
                  <a:lnTo>
                    <a:pt x="58428" y="294136"/>
                  </a:lnTo>
                  <a:lnTo>
                    <a:pt x="62523" y="297531"/>
                  </a:lnTo>
                  <a:lnTo>
                    <a:pt x="66723" y="300794"/>
                  </a:lnTo>
                  <a:lnTo>
                    <a:pt x="71024" y="303921"/>
                  </a:lnTo>
                  <a:lnTo>
                    <a:pt x="75423" y="306910"/>
                  </a:lnTo>
                  <a:lnTo>
                    <a:pt x="79915" y="309758"/>
                  </a:lnTo>
                  <a:lnTo>
                    <a:pt x="84495" y="312461"/>
                  </a:lnTo>
                  <a:lnTo>
                    <a:pt x="89159" y="315018"/>
                  </a:lnTo>
                  <a:lnTo>
                    <a:pt x="93902" y="317424"/>
                  </a:lnTo>
                  <a:lnTo>
                    <a:pt x="98719" y="319679"/>
                  </a:lnTo>
                  <a:lnTo>
                    <a:pt x="103605" y="321779"/>
                  </a:lnTo>
                  <a:lnTo>
                    <a:pt x="108555" y="323723"/>
                  </a:lnTo>
                  <a:lnTo>
                    <a:pt x="113565" y="325508"/>
                  </a:lnTo>
                  <a:lnTo>
                    <a:pt x="118629" y="327133"/>
                  </a:lnTo>
                  <a:lnTo>
                    <a:pt x="123743" y="328596"/>
                  </a:lnTo>
                  <a:lnTo>
                    <a:pt x="128900" y="329896"/>
                  </a:lnTo>
                  <a:lnTo>
                    <a:pt x="134096" y="331031"/>
                  </a:lnTo>
                  <a:lnTo>
                    <a:pt x="139325" y="332000"/>
                  </a:lnTo>
                  <a:lnTo>
                    <a:pt x="144583" y="332802"/>
                  </a:lnTo>
                  <a:lnTo>
                    <a:pt x="149863" y="333437"/>
                  </a:lnTo>
                  <a:lnTo>
                    <a:pt x="155161" y="333903"/>
                  </a:lnTo>
                  <a:lnTo>
                    <a:pt x="160471" y="334200"/>
                  </a:lnTo>
                  <a:lnTo>
                    <a:pt x="165788" y="334329"/>
                  </a:lnTo>
                  <a:lnTo>
                    <a:pt x="171107" y="334288"/>
                  </a:lnTo>
                  <a:lnTo>
                    <a:pt x="176421" y="334078"/>
                  </a:lnTo>
                  <a:lnTo>
                    <a:pt x="181726" y="333699"/>
                  </a:lnTo>
                  <a:lnTo>
                    <a:pt x="187016" y="333152"/>
                  </a:lnTo>
                  <a:lnTo>
                    <a:pt x="192286" y="332436"/>
                  </a:lnTo>
                  <a:lnTo>
                    <a:pt x="197531" y="331553"/>
                  </a:lnTo>
                  <a:lnTo>
                    <a:pt x="202745" y="330504"/>
                  </a:lnTo>
                  <a:lnTo>
                    <a:pt x="207923" y="329290"/>
                  </a:lnTo>
                  <a:lnTo>
                    <a:pt x="213060" y="327911"/>
                  </a:lnTo>
                  <a:lnTo>
                    <a:pt x="218150" y="326370"/>
                  </a:lnTo>
                  <a:lnTo>
                    <a:pt x="223188" y="324668"/>
                  </a:lnTo>
                  <a:lnTo>
                    <a:pt x="228170" y="322806"/>
                  </a:lnTo>
                  <a:lnTo>
                    <a:pt x="233090" y="320786"/>
                  </a:lnTo>
                  <a:lnTo>
                    <a:pt x="237944" y="318611"/>
                  </a:lnTo>
                  <a:lnTo>
                    <a:pt x="242726" y="316283"/>
                  </a:lnTo>
                  <a:lnTo>
                    <a:pt x="247431" y="313804"/>
                  </a:lnTo>
                  <a:lnTo>
                    <a:pt x="252055" y="311177"/>
                  </a:lnTo>
                  <a:lnTo>
                    <a:pt x="256593" y="308403"/>
                  </a:lnTo>
                  <a:lnTo>
                    <a:pt x="261041" y="305487"/>
                  </a:lnTo>
                  <a:lnTo>
                    <a:pt x="265393" y="302431"/>
                  </a:lnTo>
                  <a:lnTo>
                    <a:pt x="269647" y="299238"/>
                  </a:lnTo>
                  <a:lnTo>
                    <a:pt x="273796" y="295911"/>
                  </a:lnTo>
                  <a:lnTo>
                    <a:pt x="277838" y="292453"/>
                  </a:lnTo>
                  <a:lnTo>
                    <a:pt x="281767" y="288869"/>
                  </a:lnTo>
                  <a:lnTo>
                    <a:pt x="285581" y="285162"/>
                  </a:lnTo>
                  <a:lnTo>
                    <a:pt x="289274" y="281336"/>
                  </a:lnTo>
                  <a:lnTo>
                    <a:pt x="292844" y="277393"/>
                  </a:lnTo>
                  <a:lnTo>
                    <a:pt x="296287" y="273340"/>
                  </a:lnTo>
                  <a:lnTo>
                    <a:pt x="299599" y="269179"/>
                  </a:lnTo>
                  <a:lnTo>
                    <a:pt x="302777" y="264914"/>
                  </a:lnTo>
                  <a:lnTo>
                    <a:pt x="305818" y="260551"/>
                  </a:lnTo>
                  <a:lnTo>
                    <a:pt x="308719" y="256093"/>
                  </a:lnTo>
                  <a:lnTo>
                    <a:pt x="311476" y="251545"/>
                  </a:lnTo>
                  <a:lnTo>
                    <a:pt x="314087" y="246911"/>
                  </a:lnTo>
                  <a:lnTo>
                    <a:pt x="316549" y="242197"/>
                  </a:lnTo>
                  <a:lnTo>
                    <a:pt x="318861" y="237407"/>
                  </a:lnTo>
                  <a:lnTo>
                    <a:pt x="321018" y="232546"/>
                  </a:lnTo>
                  <a:lnTo>
                    <a:pt x="323020" y="227619"/>
                  </a:lnTo>
                  <a:lnTo>
                    <a:pt x="324864" y="222630"/>
                  </a:lnTo>
                  <a:lnTo>
                    <a:pt x="326549" y="217586"/>
                  </a:lnTo>
                  <a:lnTo>
                    <a:pt x="328072" y="212490"/>
                  </a:lnTo>
                  <a:lnTo>
                    <a:pt x="329432" y="207348"/>
                  </a:lnTo>
                  <a:lnTo>
                    <a:pt x="330628" y="202166"/>
                  </a:lnTo>
                  <a:lnTo>
                    <a:pt x="331659" y="196949"/>
                  </a:lnTo>
                  <a:lnTo>
                    <a:pt x="332523" y="191701"/>
                  </a:lnTo>
                  <a:lnTo>
                    <a:pt x="333220" y="186428"/>
                  </a:lnTo>
                  <a:lnTo>
                    <a:pt x="333749" y="181136"/>
                  </a:lnTo>
                  <a:lnTo>
                    <a:pt x="334109" y="175830"/>
                  </a:lnTo>
                  <a:lnTo>
                    <a:pt x="334300" y="170515"/>
                  </a:lnTo>
                  <a:lnTo>
                    <a:pt x="334322" y="165196"/>
                  </a:lnTo>
                  <a:lnTo>
                    <a:pt x="334174" y="159880"/>
                  </a:lnTo>
                  <a:lnTo>
                    <a:pt x="333858" y="154571"/>
                  </a:lnTo>
                  <a:lnTo>
                    <a:pt x="333373" y="149275"/>
                  </a:lnTo>
                  <a:lnTo>
                    <a:pt x="332720" y="143996"/>
                  </a:lnTo>
                  <a:lnTo>
                    <a:pt x="331899" y="138742"/>
                  </a:lnTo>
                  <a:lnTo>
                    <a:pt x="330911" y="133516"/>
                  </a:lnTo>
                  <a:lnTo>
                    <a:pt x="329758" y="128324"/>
                  </a:lnTo>
                  <a:lnTo>
                    <a:pt x="328440" y="123171"/>
                  </a:lnTo>
                  <a:lnTo>
                    <a:pt x="326959" y="118063"/>
                  </a:lnTo>
                  <a:lnTo>
                    <a:pt x="325316" y="113005"/>
                  </a:lnTo>
                  <a:lnTo>
                    <a:pt x="323513" y="108001"/>
                  </a:lnTo>
                  <a:lnTo>
                    <a:pt x="321552" y="103058"/>
                  </a:lnTo>
                  <a:lnTo>
                    <a:pt x="319434" y="98179"/>
                  </a:lnTo>
                  <a:lnTo>
                    <a:pt x="317162" y="93370"/>
                  </a:lnTo>
                  <a:lnTo>
                    <a:pt x="314739" y="88636"/>
                  </a:lnTo>
                  <a:lnTo>
                    <a:pt x="312166" y="83981"/>
                  </a:lnTo>
                  <a:lnTo>
                    <a:pt x="309447" y="79411"/>
                  </a:lnTo>
                  <a:lnTo>
                    <a:pt x="306583" y="74929"/>
                  </a:lnTo>
                  <a:lnTo>
                    <a:pt x="303578" y="70541"/>
                  </a:lnTo>
                  <a:lnTo>
                    <a:pt x="300435" y="66250"/>
                  </a:lnTo>
                  <a:lnTo>
                    <a:pt x="297158" y="62062"/>
                  </a:lnTo>
                  <a:lnTo>
                    <a:pt x="293748" y="57980"/>
                  </a:lnTo>
                  <a:lnTo>
                    <a:pt x="290211" y="54008"/>
                  </a:lnTo>
                  <a:lnTo>
                    <a:pt x="286549" y="50151"/>
                  </a:lnTo>
                  <a:lnTo>
                    <a:pt x="282766" y="46413"/>
                  </a:lnTo>
                  <a:lnTo>
                    <a:pt x="278866" y="42797"/>
                  </a:lnTo>
                  <a:lnTo>
                    <a:pt x="274853" y="39306"/>
                  </a:lnTo>
                  <a:lnTo>
                    <a:pt x="270731" y="35945"/>
                  </a:lnTo>
                  <a:lnTo>
                    <a:pt x="266505" y="32717"/>
                  </a:lnTo>
                  <a:lnTo>
                    <a:pt x="262177" y="29625"/>
                  </a:lnTo>
                  <a:lnTo>
                    <a:pt x="257754" y="26672"/>
                  </a:lnTo>
                  <a:lnTo>
                    <a:pt x="253239" y="23862"/>
                  </a:lnTo>
                  <a:lnTo>
                    <a:pt x="248637" y="21196"/>
                  </a:lnTo>
                  <a:lnTo>
                    <a:pt x="243952" y="18678"/>
                  </a:lnTo>
                  <a:lnTo>
                    <a:pt x="239189" y="16311"/>
                  </a:lnTo>
                  <a:lnTo>
                    <a:pt x="234354" y="14096"/>
                  </a:lnTo>
                  <a:lnTo>
                    <a:pt x="229451" y="12036"/>
                  </a:lnTo>
                  <a:lnTo>
                    <a:pt x="224484" y="10133"/>
                  </a:lnTo>
                  <a:lnTo>
                    <a:pt x="219460" y="8389"/>
                  </a:lnTo>
                  <a:lnTo>
                    <a:pt x="214383" y="6806"/>
                  </a:lnTo>
                  <a:lnTo>
                    <a:pt x="209257" y="5385"/>
                  </a:lnTo>
                  <a:lnTo>
                    <a:pt x="204090" y="4128"/>
                  </a:lnTo>
                  <a:lnTo>
                    <a:pt x="198885" y="3036"/>
                  </a:lnTo>
                  <a:lnTo>
                    <a:pt x="193647" y="2110"/>
                  </a:lnTo>
                  <a:lnTo>
                    <a:pt x="188383" y="1351"/>
                  </a:lnTo>
                  <a:lnTo>
                    <a:pt x="183098" y="760"/>
                  </a:lnTo>
                  <a:lnTo>
                    <a:pt x="177796" y="338"/>
                  </a:lnTo>
                  <a:lnTo>
                    <a:pt x="172484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256082" y="4659281"/>
              <a:ext cx="334313" cy="334332"/>
            </a:xfrm>
            <a:custGeom>
              <a:avLst/>
              <a:pathLst>
                <a:path w="334313" h="334332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7" y="759"/>
                  </a:lnTo>
                  <a:lnTo>
                    <a:pt x="145957" y="1348"/>
                  </a:lnTo>
                  <a:lnTo>
                    <a:pt x="140699" y="2106"/>
                  </a:lnTo>
                  <a:lnTo>
                    <a:pt x="135467" y="3030"/>
                  </a:lnTo>
                  <a:lnTo>
                    <a:pt x="130268" y="4119"/>
                  </a:lnTo>
                  <a:lnTo>
                    <a:pt x="125105" y="5374"/>
                  </a:lnTo>
                  <a:lnTo>
                    <a:pt x="119985" y="6792"/>
                  </a:lnTo>
                  <a:lnTo>
                    <a:pt x="114913" y="8371"/>
                  </a:lnTo>
                  <a:lnTo>
                    <a:pt x="109893" y="10111"/>
                  </a:lnTo>
                  <a:lnTo>
                    <a:pt x="104932" y="12010"/>
                  </a:lnTo>
                  <a:lnTo>
                    <a:pt x="100033" y="14066"/>
                  </a:lnTo>
                  <a:lnTo>
                    <a:pt x="95202" y="16276"/>
                  </a:lnTo>
                  <a:lnTo>
                    <a:pt x="90443" y="18638"/>
                  </a:lnTo>
                  <a:lnTo>
                    <a:pt x="85762" y="21151"/>
                  </a:lnTo>
                  <a:lnTo>
                    <a:pt x="81163" y="23811"/>
                  </a:lnTo>
                  <a:lnTo>
                    <a:pt x="76652" y="26616"/>
                  </a:lnTo>
                  <a:lnTo>
                    <a:pt x="72231" y="29562"/>
                  </a:lnTo>
                  <a:lnTo>
                    <a:pt x="67906" y="32648"/>
                  </a:lnTo>
                  <a:lnTo>
                    <a:pt x="63682" y="35870"/>
                  </a:lnTo>
                  <a:lnTo>
                    <a:pt x="59562" y="39224"/>
                  </a:lnTo>
                  <a:lnTo>
                    <a:pt x="55551" y="42707"/>
                  </a:lnTo>
                  <a:lnTo>
                    <a:pt x="51652" y="46316"/>
                  </a:lnTo>
                  <a:lnTo>
                    <a:pt x="47871" y="50048"/>
                  </a:lnTo>
                  <a:lnTo>
                    <a:pt x="44209" y="53897"/>
                  </a:lnTo>
                  <a:lnTo>
                    <a:pt x="40672" y="57861"/>
                  </a:lnTo>
                  <a:lnTo>
                    <a:pt x="37262" y="61935"/>
                  </a:lnTo>
                  <a:lnTo>
                    <a:pt x="33984" y="66116"/>
                  </a:lnTo>
                  <a:lnTo>
                    <a:pt x="30840" y="70398"/>
                  </a:lnTo>
                  <a:lnTo>
                    <a:pt x="27834" y="74779"/>
                  </a:lnTo>
                  <a:lnTo>
                    <a:pt x="24969" y="79252"/>
                  </a:lnTo>
                  <a:lnTo>
                    <a:pt x="22247" y="83815"/>
                  </a:lnTo>
                  <a:lnTo>
                    <a:pt x="19672" y="88461"/>
                  </a:lnTo>
                  <a:lnTo>
                    <a:pt x="17245" y="93188"/>
                  </a:lnTo>
                  <a:lnTo>
                    <a:pt x="14970" y="97988"/>
                  </a:lnTo>
                  <a:lnTo>
                    <a:pt x="12849" y="102859"/>
                  </a:lnTo>
                  <a:lnTo>
                    <a:pt x="10883" y="107795"/>
                  </a:lnTo>
                  <a:lnTo>
                    <a:pt x="9075" y="112790"/>
                  </a:lnTo>
                  <a:lnTo>
                    <a:pt x="7427" y="117841"/>
                  </a:lnTo>
                  <a:lnTo>
                    <a:pt x="5941" y="122941"/>
                  </a:lnTo>
                  <a:lnTo>
                    <a:pt x="4617" y="128086"/>
                  </a:lnTo>
                  <a:lnTo>
                    <a:pt x="3457" y="133271"/>
                  </a:lnTo>
                  <a:lnTo>
                    <a:pt x="2462" y="138490"/>
                  </a:lnTo>
                  <a:lnTo>
                    <a:pt x="1634" y="143737"/>
                  </a:lnTo>
                  <a:lnTo>
                    <a:pt x="973" y="149009"/>
                  </a:lnTo>
                  <a:lnTo>
                    <a:pt x="480" y="154298"/>
                  </a:lnTo>
                  <a:lnTo>
                    <a:pt x="156" y="159601"/>
                  </a:lnTo>
                  <a:lnTo>
                    <a:pt x="0" y="164912"/>
                  </a:lnTo>
                  <a:lnTo>
                    <a:pt x="12" y="170224"/>
                  </a:lnTo>
                  <a:lnTo>
                    <a:pt x="194" y="175534"/>
                  </a:lnTo>
                  <a:lnTo>
                    <a:pt x="544" y="180835"/>
                  </a:lnTo>
                  <a:lnTo>
                    <a:pt x="1062" y="186122"/>
                  </a:lnTo>
                  <a:lnTo>
                    <a:pt x="1749" y="191390"/>
                  </a:lnTo>
                  <a:lnTo>
                    <a:pt x="2602" y="196634"/>
                  </a:lnTo>
                  <a:lnTo>
                    <a:pt x="3621" y="201848"/>
                  </a:lnTo>
                  <a:lnTo>
                    <a:pt x="4806" y="207027"/>
                  </a:lnTo>
                  <a:lnTo>
                    <a:pt x="6155" y="212165"/>
                  </a:lnTo>
                  <a:lnTo>
                    <a:pt x="7666" y="217258"/>
                  </a:lnTo>
                  <a:lnTo>
                    <a:pt x="9338" y="222301"/>
                  </a:lnTo>
                  <a:lnTo>
                    <a:pt x="11170" y="227288"/>
                  </a:lnTo>
                  <a:lnTo>
                    <a:pt x="13159" y="232214"/>
                  </a:lnTo>
                  <a:lnTo>
                    <a:pt x="15304" y="237075"/>
                  </a:lnTo>
                  <a:lnTo>
                    <a:pt x="17602" y="241865"/>
                  </a:lnTo>
                  <a:lnTo>
                    <a:pt x="20051" y="246579"/>
                  </a:lnTo>
                  <a:lnTo>
                    <a:pt x="22648" y="251213"/>
                  </a:lnTo>
                  <a:lnTo>
                    <a:pt x="25392" y="255763"/>
                  </a:lnTo>
                  <a:lnTo>
                    <a:pt x="28279" y="260222"/>
                  </a:lnTo>
                  <a:lnTo>
                    <a:pt x="31306" y="264588"/>
                  </a:lnTo>
                  <a:lnTo>
                    <a:pt x="34470" y="268856"/>
                  </a:lnTo>
                  <a:lnTo>
                    <a:pt x="37769" y="273021"/>
                  </a:lnTo>
                  <a:lnTo>
                    <a:pt x="41198" y="277078"/>
                  </a:lnTo>
                  <a:lnTo>
                    <a:pt x="44754" y="281025"/>
                  </a:lnTo>
                  <a:lnTo>
                    <a:pt x="48434" y="284857"/>
                  </a:lnTo>
                  <a:lnTo>
                    <a:pt x="52233" y="288570"/>
                  </a:lnTo>
                  <a:lnTo>
                    <a:pt x="56149" y="292160"/>
                  </a:lnTo>
                  <a:lnTo>
                    <a:pt x="60177" y="295625"/>
                  </a:lnTo>
                  <a:lnTo>
                    <a:pt x="64313" y="298959"/>
                  </a:lnTo>
                  <a:lnTo>
                    <a:pt x="68553" y="302160"/>
                  </a:lnTo>
                  <a:lnTo>
                    <a:pt x="72892" y="305225"/>
                  </a:lnTo>
                  <a:lnTo>
                    <a:pt x="77327" y="308151"/>
                  </a:lnTo>
                  <a:lnTo>
                    <a:pt x="81852" y="310934"/>
                  </a:lnTo>
                  <a:lnTo>
                    <a:pt x="86464" y="313572"/>
                  </a:lnTo>
                  <a:lnTo>
                    <a:pt x="91157" y="316062"/>
                  </a:lnTo>
                  <a:lnTo>
                    <a:pt x="95926" y="318401"/>
                  </a:lnTo>
                  <a:lnTo>
                    <a:pt x="100768" y="320588"/>
                  </a:lnTo>
                  <a:lnTo>
                    <a:pt x="105677" y="322620"/>
                  </a:lnTo>
                  <a:lnTo>
                    <a:pt x="110647" y="324495"/>
                  </a:lnTo>
                  <a:lnTo>
                    <a:pt x="115675" y="326211"/>
                  </a:lnTo>
                  <a:lnTo>
                    <a:pt x="120755" y="327767"/>
                  </a:lnTo>
                  <a:lnTo>
                    <a:pt x="125882" y="329160"/>
                  </a:lnTo>
                  <a:lnTo>
                    <a:pt x="131050" y="330390"/>
                  </a:lnTo>
                  <a:lnTo>
                    <a:pt x="136255" y="331454"/>
                  </a:lnTo>
                  <a:lnTo>
                    <a:pt x="141491" y="332353"/>
                  </a:lnTo>
                  <a:lnTo>
                    <a:pt x="146753" y="333085"/>
                  </a:lnTo>
                  <a:lnTo>
                    <a:pt x="152036" y="333650"/>
                  </a:lnTo>
                  <a:lnTo>
                    <a:pt x="157333" y="334046"/>
                  </a:lnTo>
                  <a:lnTo>
                    <a:pt x="162641" y="334274"/>
                  </a:lnTo>
                  <a:lnTo>
                    <a:pt x="167954" y="334332"/>
                  </a:lnTo>
                  <a:lnTo>
                    <a:pt x="173265" y="334223"/>
                  </a:lnTo>
                  <a:lnTo>
                    <a:pt x="178570" y="333944"/>
                  </a:lnTo>
                  <a:lnTo>
                    <a:pt x="183864" y="333497"/>
                  </a:lnTo>
                  <a:lnTo>
                    <a:pt x="189141" y="332882"/>
                  </a:lnTo>
                  <a:lnTo>
                    <a:pt x="194396" y="332099"/>
                  </a:lnTo>
                  <a:lnTo>
                    <a:pt x="199623" y="331150"/>
                  </a:lnTo>
                  <a:lnTo>
                    <a:pt x="204817" y="330036"/>
                  </a:lnTo>
                  <a:lnTo>
                    <a:pt x="209974" y="328757"/>
                  </a:lnTo>
                  <a:lnTo>
                    <a:pt x="215087" y="327314"/>
                  </a:lnTo>
                  <a:lnTo>
                    <a:pt x="220152" y="325710"/>
                  </a:lnTo>
                  <a:lnTo>
                    <a:pt x="225163" y="323946"/>
                  </a:lnTo>
                  <a:lnTo>
                    <a:pt x="230115" y="322023"/>
                  </a:lnTo>
                  <a:lnTo>
                    <a:pt x="235004" y="319944"/>
                  </a:lnTo>
                  <a:lnTo>
                    <a:pt x="239825" y="317711"/>
                  </a:lnTo>
                  <a:lnTo>
                    <a:pt x="244572" y="315326"/>
                  </a:lnTo>
                  <a:lnTo>
                    <a:pt x="249241" y="312791"/>
                  </a:lnTo>
                  <a:lnTo>
                    <a:pt x="253827" y="310109"/>
                  </a:lnTo>
                  <a:lnTo>
                    <a:pt x="258325" y="307283"/>
                  </a:lnTo>
                  <a:lnTo>
                    <a:pt x="262731" y="304315"/>
                  </a:lnTo>
                  <a:lnTo>
                    <a:pt x="267041" y="301208"/>
                  </a:lnTo>
                  <a:lnTo>
                    <a:pt x="271250" y="297966"/>
                  </a:lnTo>
                  <a:lnTo>
                    <a:pt x="275354" y="294592"/>
                  </a:lnTo>
                  <a:lnTo>
                    <a:pt x="279348" y="291090"/>
                  </a:lnTo>
                  <a:lnTo>
                    <a:pt x="283229" y="287462"/>
                  </a:lnTo>
                  <a:lnTo>
                    <a:pt x="286993" y="283713"/>
                  </a:lnTo>
                  <a:lnTo>
                    <a:pt x="290636" y="279846"/>
                  </a:lnTo>
                  <a:lnTo>
                    <a:pt x="294154" y="275865"/>
                  </a:lnTo>
                  <a:lnTo>
                    <a:pt x="297544" y="271774"/>
                  </a:lnTo>
                  <a:lnTo>
                    <a:pt x="300802" y="267578"/>
                  </a:lnTo>
                  <a:lnTo>
                    <a:pt x="303926" y="263281"/>
                  </a:lnTo>
                  <a:lnTo>
                    <a:pt x="306911" y="258886"/>
                  </a:lnTo>
                  <a:lnTo>
                    <a:pt x="309755" y="254399"/>
                  </a:lnTo>
                  <a:lnTo>
                    <a:pt x="312455" y="249823"/>
                  </a:lnTo>
                  <a:lnTo>
                    <a:pt x="315008" y="245164"/>
                  </a:lnTo>
                  <a:lnTo>
                    <a:pt x="317412" y="240426"/>
                  </a:lnTo>
                  <a:lnTo>
                    <a:pt x="319664" y="235615"/>
                  </a:lnTo>
                  <a:lnTo>
                    <a:pt x="321762" y="230734"/>
                  </a:lnTo>
                  <a:lnTo>
                    <a:pt x="323703" y="225789"/>
                  </a:lnTo>
                  <a:lnTo>
                    <a:pt x="325487" y="220785"/>
                  </a:lnTo>
                  <a:lnTo>
                    <a:pt x="327111" y="215726"/>
                  </a:lnTo>
                  <a:lnTo>
                    <a:pt x="328573" y="210619"/>
                  </a:lnTo>
                  <a:lnTo>
                    <a:pt x="329872" y="205467"/>
                  </a:lnTo>
                  <a:lnTo>
                    <a:pt x="331007" y="200277"/>
                  </a:lnTo>
                  <a:lnTo>
                    <a:pt x="331977" y="195054"/>
                  </a:lnTo>
                  <a:lnTo>
                    <a:pt x="332780" y="189802"/>
                  </a:lnTo>
                  <a:lnTo>
                    <a:pt x="333415" y="184528"/>
                  </a:lnTo>
                  <a:lnTo>
                    <a:pt x="333883" y="179236"/>
                  </a:lnTo>
                  <a:lnTo>
                    <a:pt x="334182" y="173932"/>
                  </a:lnTo>
                  <a:lnTo>
                    <a:pt x="334313" y="168621"/>
                  </a:lnTo>
                  <a:lnTo>
                    <a:pt x="334275" y="163308"/>
                  </a:lnTo>
                  <a:lnTo>
                    <a:pt x="334068" y="157999"/>
                  </a:lnTo>
                  <a:lnTo>
                    <a:pt x="333692" y="152700"/>
                  </a:lnTo>
                  <a:lnTo>
                    <a:pt x="333148" y="147415"/>
                  </a:lnTo>
                  <a:lnTo>
                    <a:pt x="332437" y="142151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801432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801432"/>
              <a:ext cx="165285" cy="25016"/>
            </a:xfrm>
            <a:custGeom>
              <a:avLst/>
              <a:pathLst>
                <a:path w="165285" h="25016">
                  <a:moveTo>
                    <a:pt x="165285" y="0"/>
                  </a:moveTo>
                  <a:lnTo>
                    <a:pt x="0" y="250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723832"/>
              <a:ext cx="165285" cy="102616"/>
            </a:xfrm>
            <a:custGeom>
              <a:avLst/>
              <a:pathLst>
                <a:path w="165285" h="102616">
                  <a:moveTo>
                    <a:pt x="165285" y="77600"/>
                  </a:moveTo>
                  <a:lnTo>
                    <a:pt x="164337" y="71988"/>
                  </a:lnTo>
                  <a:lnTo>
                    <a:pt x="163199" y="66411"/>
                  </a:lnTo>
                  <a:lnTo>
                    <a:pt x="161872" y="60877"/>
                  </a:lnTo>
                  <a:lnTo>
                    <a:pt x="160357" y="55390"/>
                  </a:lnTo>
                  <a:lnTo>
                    <a:pt x="158657" y="49959"/>
                  </a:lnTo>
                  <a:lnTo>
                    <a:pt x="156772" y="44589"/>
                  </a:lnTo>
                  <a:lnTo>
                    <a:pt x="154706" y="39285"/>
                  </a:lnTo>
                  <a:lnTo>
                    <a:pt x="152461" y="34056"/>
                  </a:lnTo>
                  <a:lnTo>
                    <a:pt x="150038" y="28905"/>
                  </a:lnTo>
                  <a:lnTo>
                    <a:pt x="147442" y="23840"/>
                  </a:lnTo>
                  <a:lnTo>
                    <a:pt x="144675" y="18867"/>
                  </a:lnTo>
                  <a:lnTo>
                    <a:pt x="141740" y="13990"/>
                  </a:lnTo>
                  <a:lnTo>
                    <a:pt x="138641" y="9217"/>
                  </a:lnTo>
                  <a:lnTo>
                    <a:pt x="135381" y="4551"/>
                  </a:lnTo>
                  <a:lnTo>
                    <a:pt x="131964" y="0"/>
                  </a:lnTo>
                  <a:lnTo>
                    <a:pt x="0" y="1026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131964" cy="167167"/>
            </a:xfrm>
            <a:custGeom>
              <a:avLst/>
              <a:pathLst>
                <a:path w="131964" h="167167">
                  <a:moveTo>
                    <a:pt x="131964" y="64550"/>
                  </a:moveTo>
                  <a:lnTo>
                    <a:pt x="128432" y="60162"/>
                  </a:lnTo>
                  <a:lnTo>
                    <a:pt x="124754" y="55896"/>
                  </a:lnTo>
                  <a:lnTo>
                    <a:pt x="120934" y="51756"/>
                  </a:lnTo>
                  <a:lnTo>
                    <a:pt x="116977" y="47747"/>
                  </a:lnTo>
                  <a:lnTo>
                    <a:pt x="112887" y="43873"/>
                  </a:lnTo>
                  <a:lnTo>
                    <a:pt x="108669" y="40140"/>
                  </a:lnTo>
                  <a:lnTo>
                    <a:pt x="104328" y="36551"/>
                  </a:lnTo>
                  <a:lnTo>
                    <a:pt x="99868" y="33110"/>
                  </a:lnTo>
                  <a:lnTo>
                    <a:pt x="95294" y="29821"/>
                  </a:lnTo>
                  <a:lnTo>
                    <a:pt x="90613" y="26688"/>
                  </a:lnTo>
                  <a:lnTo>
                    <a:pt x="85828" y="23715"/>
                  </a:lnTo>
                  <a:lnTo>
                    <a:pt x="80946" y="20905"/>
                  </a:lnTo>
                  <a:lnTo>
                    <a:pt x="75972" y="18261"/>
                  </a:lnTo>
                  <a:lnTo>
                    <a:pt x="70912" y="15786"/>
                  </a:lnTo>
                  <a:lnTo>
                    <a:pt x="65772" y="13482"/>
                  </a:lnTo>
                  <a:lnTo>
                    <a:pt x="60556" y="11354"/>
                  </a:lnTo>
                  <a:lnTo>
                    <a:pt x="55272" y="9402"/>
                  </a:lnTo>
                  <a:lnTo>
                    <a:pt x="49925" y="7629"/>
                  </a:lnTo>
                  <a:lnTo>
                    <a:pt x="44522" y="6037"/>
                  </a:lnTo>
                  <a:lnTo>
                    <a:pt x="39068" y="4629"/>
                  </a:lnTo>
                  <a:lnTo>
                    <a:pt x="33569" y="3405"/>
                  </a:lnTo>
                  <a:lnTo>
                    <a:pt x="28033" y="2367"/>
                  </a:lnTo>
                  <a:lnTo>
                    <a:pt x="22465" y="1516"/>
                  </a:lnTo>
                  <a:lnTo>
                    <a:pt x="16871" y="853"/>
                  </a:lnTo>
                  <a:lnTo>
                    <a:pt x="11258" y="379"/>
                  </a:lnTo>
                  <a:lnTo>
                    <a:pt x="563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561323" y="4213821"/>
              <a:ext cx="334302" cy="334334"/>
            </a:xfrm>
            <a:custGeom>
              <a:avLst/>
              <a:pathLst>
                <a:path w="334302" h="334334">
                  <a:moveTo>
                    <a:pt x="167148" y="0"/>
                  </a:moveTo>
                  <a:lnTo>
                    <a:pt x="161841" y="84"/>
                  </a:lnTo>
                  <a:lnTo>
                    <a:pt x="156539" y="336"/>
                  </a:lnTo>
                  <a:lnTo>
                    <a:pt x="151248" y="757"/>
                  </a:lnTo>
                  <a:lnTo>
                    <a:pt x="145973" y="1346"/>
                  </a:lnTo>
                  <a:lnTo>
                    <a:pt x="140719" y="2102"/>
                  </a:lnTo>
                  <a:lnTo>
                    <a:pt x="135492" y="3024"/>
                  </a:lnTo>
                  <a:lnTo>
                    <a:pt x="130297" y="4112"/>
                  </a:lnTo>
                  <a:lnTo>
                    <a:pt x="125139" y="5364"/>
                  </a:lnTo>
                  <a:lnTo>
                    <a:pt x="120023" y="6780"/>
                  </a:lnTo>
                  <a:lnTo>
                    <a:pt x="114955" y="8357"/>
                  </a:lnTo>
                  <a:lnTo>
                    <a:pt x="109939" y="10094"/>
                  </a:lnTo>
                  <a:lnTo>
                    <a:pt x="104981" y="11989"/>
                  </a:lnTo>
                  <a:lnTo>
                    <a:pt x="100086" y="14041"/>
                  </a:lnTo>
                  <a:lnTo>
                    <a:pt x="95258" y="16247"/>
                  </a:lnTo>
                  <a:lnTo>
                    <a:pt x="90503" y="18606"/>
                  </a:lnTo>
                  <a:lnTo>
                    <a:pt x="85825" y="21114"/>
                  </a:lnTo>
                  <a:lnTo>
                    <a:pt x="81229" y="23770"/>
                  </a:lnTo>
                  <a:lnTo>
                    <a:pt x="76720" y="26570"/>
                  </a:lnTo>
                  <a:lnTo>
                    <a:pt x="72302" y="29511"/>
                  </a:lnTo>
                  <a:lnTo>
                    <a:pt x="67979" y="32592"/>
                  </a:lnTo>
                  <a:lnTo>
                    <a:pt x="63757" y="35808"/>
                  </a:lnTo>
                  <a:lnTo>
                    <a:pt x="59638" y="39157"/>
                  </a:lnTo>
                  <a:lnTo>
                    <a:pt x="55628" y="42635"/>
                  </a:lnTo>
                  <a:lnTo>
                    <a:pt x="51731" y="46238"/>
                  </a:lnTo>
                  <a:lnTo>
                    <a:pt x="47950" y="49963"/>
                  </a:lnTo>
                  <a:lnTo>
                    <a:pt x="44289" y="53807"/>
                  </a:lnTo>
                  <a:lnTo>
                    <a:pt x="40752" y="57765"/>
                  </a:lnTo>
                  <a:lnTo>
                    <a:pt x="37342" y="61833"/>
                  </a:lnTo>
                  <a:lnTo>
                    <a:pt x="34064" y="66007"/>
                  </a:lnTo>
                  <a:lnTo>
                    <a:pt x="30919" y="70283"/>
                  </a:lnTo>
                  <a:lnTo>
                    <a:pt x="27912" y="74657"/>
                  </a:lnTo>
                  <a:lnTo>
                    <a:pt x="25045" y="79124"/>
                  </a:lnTo>
                  <a:lnTo>
                    <a:pt x="22321" y="83680"/>
                  </a:lnTo>
                  <a:lnTo>
                    <a:pt x="19744" y="88320"/>
                  </a:lnTo>
                  <a:lnTo>
                    <a:pt x="17315" y="93039"/>
                  </a:lnTo>
                  <a:lnTo>
                    <a:pt x="15037" y="97834"/>
                  </a:lnTo>
                  <a:lnTo>
                    <a:pt x="12913" y="102698"/>
                  </a:lnTo>
                  <a:lnTo>
                    <a:pt x="10944" y="107627"/>
                  </a:lnTo>
                  <a:lnTo>
                    <a:pt x="9132" y="112616"/>
                  </a:lnTo>
                  <a:lnTo>
                    <a:pt x="7480" y="117661"/>
                  </a:lnTo>
                  <a:lnTo>
                    <a:pt x="5989" y="122755"/>
                  </a:lnTo>
                  <a:lnTo>
                    <a:pt x="4660" y="127894"/>
                  </a:lnTo>
                  <a:lnTo>
                    <a:pt x="3495" y="133072"/>
                  </a:lnTo>
                  <a:lnTo>
                    <a:pt x="2495" y="138285"/>
                  </a:lnTo>
                  <a:lnTo>
                    <a:pt x="1661" y="143527"/>
                  </a:lnTo>
                  <a:lnTo>
                    <a:pt x="994" y="148793"/>
                  </a:lnTo>
                  <a:lnTo>
                    <a:pt x="494" y="154077"/>
                  </a:lnTo>
                  <a:lnTo>
                    <a:pt x="163" y="159375"/>
                  </a:lnTo>
                  <a:lnTo>
                    <a:pt x="0" y="164680"/>
                  </a:lnTo>
                  <a:lnTo>
                    <a:pt x="5" y="169988"/>
                  </a:lnTo>
                  <a:lnTo>
                    <a:pt x="179" y="175293"/>
                  </a:lnTo>
                  <a:lnTo>
                    <a:pt x="521" y="180590"/>
                  </a:lnTo>
                  <a:lnTo>
                    <a:pt x="1031" y="185873"/>
                  </a:lnTo>
                  <a:lnTo>
                    <a:pt x="1709" y="191138"/>
                  </a:lnTo>
                  <a:lnTo>
                    <a:pt x="2553" y="196378"/>
                  </a:lnTo>
                  <a:lnTo>
                    <a:pt x="3563" y="201589"/>
                  </a:lnTo>
                  <a:lnTo>
                    <a:pt x="4739" y="206765"/>
                  </a:lnTo>
                  <a:lnTo>
                    <a:pt x="6078" y="211902"/>
                  </a:lnTo>
                  <a:lnTo>
                    <a:pt x="7579" y="216993"/>
                  </a:lnTo>
                  <a:lnTo>
                    <a:pt x="9241" y="222034"/>
                  </a:lnTo>
                  <a:lnTo>
                    <a:pt x="11063" y="227019"/>
                  </a:lnTo>
                  <a:lnTo>
                    <a:pt x="13042" y="231944"/>
                  </a:lnTo>
                  <a:lnTo>
                    <a:pt x="15176" y="236804"/>
                  </a:lnTo>
                  <a:lnTo>
                    <a:pt x="17464" y="241594"/>
                  </a:lnTo>
                  <a:lnTo>
                    <a:pt x="19902" y="246309"/>
                  </a:lnTo>
                  <a:lnTo>
                    <a:pt x="22489" y="250944"/>
                  </a:lnTo>
                  <a:lnTo>
                    <a:pt x="25221" y="255494"/>
                  </a:lnTo>
                  <a:lnTo>
                    <a:pt x="28097" y="259956"/>
                  </a:lnTo>
                  <a:lnTo>
                    <a:pt x="31113" y="264323"/>
                  </a:lnTo>
                  <a:lnTo>
                    <a:pt x="34266" y="268593"/>
                  </a:lnTo>
                  <a:lnTo>
                    <a:pt x="37553" y="272761"/>
                  </a:lnTo>
                  <a:lnTo>
                    <a:pt x="40971" y="276822"/>
                  </a:lnTo>
                  <a:lnTo>
                    <a:pt x="44516" y="280773"/>
                  </a:lnTo>
                  <a:lnTo>
                    <a:pt x="48185" y="284609"/>
                  </a:lnTo>
                  <a:lnTo>
                    <a:pt x="51973" y="288326"/>
                  </a:lnTo>
                  <a:lnTo>
                    <a:pt x="55878" y="291922"/>
                  </a:lnTo>
                  <a:lnTo>
                    <a:pt x="59895" y="295392"/>
                  </a:lnTo>
                  <a:lnTo>
                    <a:pt x="64020" y="298732"/>
                  </a:lnTo>
                  <a:lnTo>
                    <a:pt x="68249" y="301940"/>
                  </a:lnTo>
                  <a:lnTo>
                    <a:pt x="72577" y="305012"/>
                  </a:lnTo>
                  <a:lnTo>
                    <a:pt x="77001" y="307945"/>
                  </a:lnTo>
                  <a:lnTo>
                    <a:pt x="81516" y="310736"/>
                  </a:lnTo>
                  <a:lnTo>
                    <a:pt x="86117" y="313382"/>
                  </a:lnTo>
                  <a:lnTo>
                    <a:pt x="90800" y="315881"/>
                  </a:lnTo>
                  <a:lnTo>
                    <a:pt x="95560" y="318230"/>
                  </a:lnTo>
                  <a:lnTo>
                    <a:pt x="100392" y="320427"/>
                  </a:lnTo>
                  <a:lnTo>
                    <a:pt x="105292" y="322469"/>
                  </a:lnTo>
                  <a:lnTo>
                    <a:pt x="110253" y="324354"/>
                  </a:lnTo>
                  <a:lnTo>
                    <a:pt x="115272" y="326081"/>
                  </a:lnTo>
                  <a:lnTo>
                    <a:pt x="120344" y="327648"/>
                  </a:lnTo>
                  <a:lnTo>
                    <a:pt x="125462" y="329053"/>
                  </a:lnTo>
                  <a:lnTo>
                    <a:pt x="130623" y="330295"/>
                  </a:lnTo>
                  <a:lnTo>
                    <a:pt x="135820" y="331373"/>
                  </a:lnTo>
                  <a:lnTo>
                    <a:pt x="141049" y="332284"/>
                  </a:lnTo>
                  <a:lnTo>
                    <a:pt x="146305" y="333030"/>
                  </a:lnTo>
                  <a:lnTo>
                    <a:pt x="151581" y="333608"/>
                  </a:lnTo>
                  <a:lnTo>
                    <a:pt x="156873" y="334018"/>
                  </a:lnTo>
                  <a:lnTo>
                    <a:pt x="162176" y="334260"/>
                  </a:lnTo>
                  <a:lnTo>
                    <a:pt x="167483" y="334334"/>
                  </a:lnTo>
                  <a:lnTo>
                    <a:pt x="172790" y="334239"/>
                  </a:lnTo>
                  <a:lnTo>
                    <a:pt x="178091" y="333976"/>
                  </a:lnTo>
                  <a:lnTo>
                    <a:pt x="183382" y="333544"/>
                  </a:lnTo>
                  <a:lnTo>
                    <a:pt x="188656" y="332945"/>
                  </a:lnTo>
                  <a:lnTo>
                    <a:pt x="193908" y="332179"/>
                  </a:lnTo>
                  <a:lnTo>
                    <a:pt x="199133" y="331246"/>
                  </a:lnTo>
                  <a:lnTo>
                    <a:pt x="204326" y="330148"/>
                  </a:lnTo>
                  <a:lnTo>
                    <a:pt x="209482" y="328885"/>
                  </a:lnTo>
                  <a:lnTo>
                    <a:pt x="214595" y="327460"/>
                  </a:lnTo>
                  <a:lnTo>
                    <a:pt x="219660" y="325873"/>
                  </a:lnTo>
                  <a:lnTo>
                    <a:pt x="224672" y="324125"/>
                  </a:lnTo>
                  <a:lnTo>
                    <a:pt x="229626" y="322220"/>
                  </a:lnTo>
                  <a:lnTo>
                    <a:pt x="234517" y="320158"/>
                  </a:lnTo>
                  <a:lnTo>
                    <a:pt x="239341" y="317942"/>
                  </a:lnTo>
                  <a:lnTo>
                    <a:pt x="244091" y="315574"/>
                  </a:lnTo>
                  <a:lnTo>
                    <a:pt x="248764" y="313057"/>
                  </a:lnTo>
                  <a:lnTo>
                    <a:pt x="253355" y="310392"/>
                  </a:lnTo>
                  <a:lnTo>
                    <a:pt x="257858" y="307583"/>
                  </a:lnTo>
                  <a:lnTo>
                    <a:pt x="262271" y="304632"/>
                  </a:lnTo>
                  <a:lnTo>
                    <a:pt x="266587" y="301543"/>
                  </a:lnTo>
                  <a:lnTo>
                    <a:pt x="270803" y="298318"/>
                  </a:lnTo>
                  <a:lnTo>
                    <a:pt x="274914" y="294961"/>
                  </a:lnTo>
                  <a:lnTo>
                    <a:pt x="278917" y="291476"/>
                  </a:lnTo>
                  <a:lnTo>
                    <a:pt x="282808" y="287865"/>
                  </a:lnTo>
                  <a:lnTo>
                    <a:pt x="286581" y="284132"/>
                  </a:lnTo>
                  <a:lnTo>
                    <a:pt x="290234" y="280281"/>
                  </a:lnTo>
                  <a:lnTo>
                    <a:pt x="293764" y="276316"/>
                  </a:lnTo>
                  <a:lnTo>
                    <a:pt x="297165" y="272241"/>
                  </a:lnTo>
                  <a:lnTo>
                    <a:pt x="300435" y="268061"/>
                  </a:lnTo>
                  <a:lnTo>
                    <a:pt x="303571" y="263778"/>
                  </a:lnTo>
                  <a:lnTo>
                    <a:pt x="306570" y="259398"/>
                  </a:lnTo>
                  <a:lnTo>
                    <a:pt x="309428" y="254925"/>
                  </a:lnTo>
                  <a:lnTo>
                    <a:pt x="312142" y="250364"/>
                  </a:lnTo>
                  <a:lnTo>
                    <a:pt x="314710" y="245719"/>
                  </a:lnTo>
                  <a:lnTo>
                    <a:pt x="317130" y="240994"/>
                  </a:lnTo>
                  <a:lnTo>
                    <a:pt x="319398" y="236196"/>
                  </a:lnTo>
                  <a:lnTo>
                    <a:pt x="321513" y="231327"/>
                  </a:lnTo>
                  <a:lnTo>
                    <a:pt x="323472" y="226394"/>
                  </a:lnTo>
                  <a:lnTo>
                    <a:pt x="325274" y="221401"/>
                  </a:lnTo>
                  <a:lnTo>
                    <a:pt x="326916" y="216354"/>
                  </a:lnTo>
                  <a:lnTo>
                    <a:pt x="328397" y="211257"/>
                  </a:lnTo>
                  <a:lnTo>
                    <a:pt x="329715" y="206115"/>
                  </a:lnTo>
                  <a:lnTo>
                    <a:pt x="330870" y="200934"/>
                  </a:lnTo>
                  <a:lnTo>
                    <a:pt x="331859" y="195719"/>
                  </a:lnTo>
                  <a:lnTo>
                    <a:pt x="332683" y="190476"/>
                  </a:lnTo>
                  <a:lnTo>
                    <a:pt x="333339" y="185209"/>
                  </a:lnTo>
                  <a:lnTo>
                    <a:pt x="333828" y="179923"/>
                  </a:lnTo>
                  <a:lnTo>
                    <a:pt x="334149" y="174625"/>
                  </a:lnTo>
                  <a:lnTo>
                    <a:pt x="334302" y="169319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380988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99276"/>
              <a:ext cx="167153" cy="83865"/>
            </a:xfrm>
            <a:custGeom>
              <a:avLst/>
              <a:pathLst>
                <a:path w="167153" h="83865">
                  <a:moveTo>
                    <a:pt x="167153" y="83865"/>
                  </a:moveTo>
                  <a:lnTo>
                    <a:pt x="167126" y="78030"/>
                  </a:lnTo>
                  <a:lnTo>
                    <a:pt x="166896" y="72199"/>
                  </a:lnTo>
                  <a:lnTo>
                    <a:pt x="166462" y="66381"/>
                  </a:lnTo>
                  <a:lnTo>
                    <a:pt x="165826" y="60580"/>
                  </a:lnTo>
                  <a:lnTo>
                    <a:pt x="164987" y="54806"/>
                  </a:lnTo>
                  <a:lnTo>
                    <a:pt x="163948" y="49064"/>
                  </a:lnTo>
                  <a:lnTo>
                    <a:pt x="162709" y="43363"/>
                  </a:lnTo>
                  <a:lnTo>
                    <a:pt x="161271" y="37707"/>
                  </a:lnTo>
                  <a:lnTo>
                    <a:pt x="159637" y="32106"/>
                  </a:lnTo>
                  <a:lnTo>
                    <a:pt x="157809" y="26565"/>
                  </a:lnTo>
                  <a:lnTo>
                    <a:pt x="155788" y="21091"/>
                  </a:lnTo>
                  <a:lnTo>
                    <a:pt x="153577" y="15691"/>
                  </a:lnTo>
                  <a:lnTo>
                    <a:pt x="151180" y="10372"/>
                  </a:lnTo>
                  <a:lnTo>
                    <a:pt x="148598" y="5139"/>
                  </a:lnTo>
                  <a:lnTo>
                    <a:pt x="145835" y="0"/>
                  </a:lnTo>
                  <a:lnTo>
                    <a:pt x="0" y="817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145835" cy="167167"/>
            </a:xfrm>
            <a:custGeom>
              <a:avLst/>
              <a:pathLst>
                <a:path w="145835" h="167167">
                  <a:moveTo>
                    <a:pt x="145835" y="85454"/>
                  </a:moveTo>
                  <a:lnTo>
                    <a:pt x="143048" y="80669"/>
                  </a:lnTo>
                  <a:lnTo>
                    <a:pt x="140105" y="75978"/>
                  </a:lnTo>
                  <a:lnTo>
                    <a:pt x="137008" y="71388"/>
                  </a:lnTo>
                  <a:lnTo>
                    <a:pt x="133760" y="66902"/>
                  </a:lnTo>
                  <a:lnTo>
                    <a:pt x="130366" y="62527"/>
                  </a:lnTo>
                  <a:lnTo>
                    <a:pt x="126829" y="58267"/>
                  </a:lnTo>
                  <a:lnTo>
                    <a:pt x="123152" y="54126"/>
                  </a:lnTo>
                  <a:lnTo>
                    <a:pt x="119341" y="50109"/>
                  </a:lnTo>
                  <a:lnTo>
                    <a:pt x="115398" y="46220"/>
                  </a:lnTo>
                  <a:lnTo>
                    <a:pt x="111329" y="42464"/>
                  </a:lnTo>
                  <a:lnTo>
                    <a:pt x="107137" y="38845"/>
                  </a:lnTo>
                  <a:lnTo>
                    <a:pt x="102829" y="35367"/>
                  </a:lnTo>
                  <a:lnTo>
                    <a:pt x="98407" y="32034"/>
                  </a:lnTo>
                  <a:lnTo>
                    <a:pt x="93877" y="28849"/>
                  </a:lnTo>
                  <a:lnTo>
                    <a:pt x="89244" y="25815"/>
                  </a:lnTo>
                  <a:lnTo>
                    <a:pt x="84513" y="22937"/>
                  </a:lnTo>
                  <a:lnTo>
                    <a:pt x="79690" y="20217"/>
                  </a:lnTo>
                  <a:lnTo>
                    <a:pt x="74779" y="17658"/>
                  </a:lnTo>
                  <a:lnTo>
                    <a:pt x="69786" y="15263"/>
                  </a:lnTo>
                  <a:lnTo>
                    <a:pt x="64717" y="13035"/>
                  </a:lnTo>
                  <a:lnTo>
                    <a:pt x="59576" y="10976"/>
                  </a:lnTo>
                  <a:lnTo>
                    <a:pt x="54370" y="9089"/>
                  </a:lnTo>
                  <a:lnTo>
                    <a:pt x="49105" y="7374"/>
                  </a:lnTo>
                  <a:lnTo>
                    <a:pt x="43785" y="5836"/>
                  </a:lnTo>
                  <a:lnTo>
                    <a:pt x="38418" y="4474"/>
                  </a:lnTo>
                  <a:lnTo>
                    <a:pt x="33008" y="3291"/>
                  </a:lnTo>
                  <a:lnTo>
                    <a:pt x="27562" y="2287"/>
                  </a:lnTo>
                  <a:lnTo>
                    <a:pt x="22086" y="1465"/>
                  </a:lnTo>
                  <a:lnTo>
                    <a:pt x="16586" y="824"/>
                  </a:lnTo>
                  <a:lnTo>
                    <a:pt x="11067" y="366"/>
                  </a:lnTo>
                  <a:lnTo>
                    <a:pt x="553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751845" y="3707720"/>
              <a:ext cx="213197" cy="334328"/>
            </a:xfrm>
            <a:custGeom>
              <a:avLst/>
              <a:pathLst>
                <a:path w="213197" h="334328">
                  <a:moveTo>
                    <a:pt x="167165" y="0"/>
                  </a:moveTo>
                  <a:lnTo>
                    <a:pt x="161822" y="85"/>
                  </a:lnTo>
                  <a:lnTo>
                    <a:pt x="156485" y="341"/>
                  </a:lnTo>
                  <a:lnTo>
                    <a:pt x="151158" y="768"/>
                  </a:lnTo>
                  <a:lnTo>
                    <a:pt x="145848" y="1364"/>
                  </a:lnTo>
                  <a:lnTo>
                    <a:pt x="140559" y="2130"/>
                  </a:lnTo>
                  <a:lnTo>
                    <a:pt x="135298" y="3065"/>
                  </a:lnTo>
                  <a:lnTo>
                    <a:pt x="130069" y="4168"/>
                  </a:lnTo>
                  <a:lnTo>
                    <a:pt x="124878" y="5437"/>
                  </a:lnTo>
                  <a:lnTo>
                    <a:pt x="119730" y="6871"/>
                  </a:lnTo>
                  <a:lnTo>
                    <a:pt x="114631" y="8469"/>
                  </a:lnTo>
                  <a:lnTo>
                    <a:pt x="109586" y="10229"/>
                  </a:lnTo>
                  <a:lnTo>
                    <a:pt x="104599" y="12150"/>
                  </a:lnTo>
                  <a:lnTo>
                    <a:pt x="99676" y="14229"/>
                  </a:lnTo>
                  <a:lnTo>
                    <a:pt x="94822" y="16464"/>
                  </a:lnTo>
                  <a:lnTo>
                    <a:pt x="90042" y="18853"/>
                  </a:lnTo>
                  <a:lnTo>
                    <a:pt x="85341" y="21394"/>
                  </a:lnTo>
                  <a:lnTo>
                    <a:pt x="80724" y="24084"/>
                  </a:lnTo>
                  <a:lnTo>
                    <a:pt x="76195" y="26920"/>
                  </a:lnTo>
                  <a:lnTo>
                    <a:pt x="71759" y="29899"/>
                  </a:lnTo>
                  <a:lnTo>
                    <a:pt x="67420" y="33018"/>
                  </a:lnTo>
                  <a:lnTo>
                    <a:pt x="63183" y="36275"/>
                  </a:lnTo>
                  <a:lnTo>
                    <a:pt x="59053" y="39666"/>
                  </a:lnTo>
                  <a:lnTo>
                    <a:pt x="55033" y="43186"/>
                  </a:lnTo>
                  <a:lnTo>
                    <a:pt x="51127" y="46834"/>
                  </a:lnTo>
                  <a:lnTo>
                    <a:pt x="47340" y="50604"/>
                  </a:lnTo>
                  <a:lnTo>
                    <a:pt x="43676" y="54493"/>
                  </a:lnTo>
                  <a:lnTo>
                    <a:pt x="40138" y="58498"/>
                  </a:lnTo>
                  <a:lnTo>
                    <a:pt x="36729" y="62614"/>
                  </a:lnTo>
                  <a:lnTo>
                    <a:pt x="33454" y="66836"/>
                  </a:lnTo>
                  <a:lnTo>
                    <a:pt x="30316" y="71161"/>
                  </a:lnTo>
                  <a:lnTo>
                    <a:pt x="27317" y="75584"/>
                  </a:lnTo>
                  <a:lnTo>
                    <a:pt x="24461" y="80101"/>
                  </a:lnTo>
                  <a:lnTo>
                    <a:pt x="21751" y="84706"/>
                  </a:lnTo>
                  <a:lnTo>
                    <a:pt x="19190" y="89396"/>
                  </a:lnTo>
                  <a:lnTo>
                    <a:pt x="16780" y="94166"/>
                  </a:lnTo>
                  <a:lnTo>
                    <a:pt x="14523" y="99010"/>
                  </a:lnTo>
                  <a:lnTo>
                    <a:pt x="12423" y="103923"/>
                  </a:lnTo>
                  <a:lnTo>
                    <a:pt x="10481" y="108902"/>
                  </a:lnTo>
                  <a:lnTo>
                    <a:pt x="8698" y="113939"/>
                  </a:lnTo>
                  <a:lnTo>
                    <a:pt x="7078" y="119032"/>
                  </a:lnTo>
                  <a:lnTo>
                    <a:pt x="5621" y="124173"/>
                  </a:lnTo>
                  <a:lnTo>
                    <a:pt x="4330" y="129358"/>
                  </a:lnTo>
                  <a:lnTo>
                    <a:pt x="3204" y="134582"/>
                  </a:lnTo>
                  <a:lnTo>
                    <a:pt x="2247" y="139839"/>
                  </a:lnTo>
                  <a:lnTo>
                    <a:pt x="1458" y="145125"/>
                  </a:lnTo>
                  <a:lnTo>
                    <a:pt x="838" y="150432"/>
                  </a:lnTo>
                  <a:lnTo>
                    <a:pt x="388" y="155757"/>
                  </a:lnTo>
                  <a:lnTo>
                    <a:pt x="108" y="161093"/>
                  </a:lnTo>
                  <a:lnTo>
                    <a:pt x="0" y="166436"/>
                  </a:lnTo>
                  <a:lnTo>
                    <a:pt x="62" y="171779"/>
                  </a:lnTo>
                  <a:lnTo>
                    <a:pt x="294" y="177118"/>
                  </a:lnTo>
                  <a:lnTo>
                    <a:pt x="698" y="182447"/>
                  </a:lnTo>
                  <a:lnTo>
                    <a:pt x="1271" y="187760"/>
                  </a:lnTo>
                  <a:lnTo>
                    <a:pt x="2014" y="193051"/>
                  </a:lnTo>
                  <a:lnTo>
                    <a:pt x="2926" y="198317"/>
                  </a:lnTo>
                  <a:lnTo>
                    <a:pt x="4005" y="203550"/>
                  </a:lnTo>
                  <a:lnTo>
                    <a:pt x="5252" y="208747"/>
                  </a:lnTo>
                  <a:lnTo>
                    <a:pt x="6663" y="213901"/>
                  </a:lnTo>
                  <a:lnTo>
                    <a:pt x="8239" y="219007"/>
                  </a:lnTo>
                  <a:lnTo>
                    <a:pt x="9977" y="224060"/>
                  </a:lnTo>
                  <a:lnTo>
                    <a:pt x="11876" y="229055"/>
                  </a:lnTo>
                  <a:lnTo>
                    <a:pt x="13933" y="233987"/>
                  </a:lnTo>
                  <a:lnTo>
                    <a:pt x="16147" y="238850"/>
                  </a:lnTo>
                  <a:lnTo>
                    <a:pt x="18516" y="243641"/>
                  </a:lnTo>
                  <a:lnTo>
                    <a:pt x="21036" y="248353"/>
                  </a:lnTo>
                  <a:lnTo>
                    <a:pt x="23705" y="252982"/>
                  </a:lnTo>
                  <a:lnTo>
                    <a:pt x="26522" y="257523"/>
                  </a:lnTo>
                  <a:lnTo>
                    <a:pt x="29482" y="261973"/>
                  </a:lnTo>
                  <a:lnTo>
                    <a:pt x="32582" y="266325"/>
                  </a:lnTo>
                  <a:lnTo>
                    <a:pt x="35820" y="270576"/>
                  </a:lnTo>
                  <a:lnTo>
                    <a:pt x="39192" y="274721"/>
                  </a:lnTo>
                  <a:lnTo>
                    <a:pt x="42696" y="278756"/>
                  </a:lnTo>
                  <a:lnTo>
                    <a:pt x="46326" y="282678"/>
                  </a:lnTo>
                  <a:lnTo>
                    <a:pt x="50080" y="286481"/>
                  </a:lnTo>
                  <a:lnTo>
                    <a:pt x="53953" y="290162"/>
                  </a:lnTo>
                  <a:lnTo>
                    <a:pt x="57942" y="293718"/>
                  </a:lnTo>
                  <a:lnTo>
                    <a:pt x="62043" y="297145"/>
                  </a:lnTo>
                  <a:lnTo>
                    <a:pt x="66251" y="300438"/>
                  </a:lnTo>
                  <a:lnTo>
                    <a:pt x="70562" y="303596"/>
                  </a:lnTo>
                  <a:lnTo>
                    <a:pt x="74972" y="306613"/>
                  </a:lnTo>
                  <a:lnTo>
                    <a:pt x="79476" y="309489"/>
                  </a:lnTo>
                  <a:lnTo>
                    <a:pt x="84070" y="312219"/>
                  </a:lnTo>
                  <a:lnTo>
                    <a:pt x="88749" y="314801"/>
                  </a:lnTo>
                  <a:lnTo>
                    <a:pt x="93507" y="317232"/>
                  </a:lnTo>
                  <a:lnTo>
                    <a:pt x="98341" y="319509"/>
                  </a:lnTo>
                  <a:lnTo>
                    <a:pt x="103246" y="321631"/>
                  </a:lnTo>
                  <a:lnTo>
                    <a:pt x="108216" y="323595"/>
                  </a:lnTo>
                  <a:lnTo>
                    <a:pt x="113245" y="325400"/>
                  </a:lnTo>
                  <a:lnTo>
                    <a:pt x="118330" y="327042"/>
                  </a:lnTo>
                  <a:lnTo>
                    <a:pt x="123465" y="328521"/>
                  </a:lnTo>
                  <a:lnTo>
                    <a:pt x="128645" y="329836"/>
                  </a:lnTo>
                  <a:lnTo>
                    <a:pt x="133864" y="330984"/>
                  </a:lnTo>
                  <a:lnTo>
                    <a:pt x="139117" y="331965"/>
                  </a:lnTo>
                  <a:lnTo>
                    <a:pt x="144399" y="332777"/>
                  </a:lnTo>
                  <a:lnTo>
                    <a:pt x="149704" y="333420"/>
                  </a:lnTo>
                  <a:lnTo>
                    <a:pt x="155026" y="333893"/>
                  </a:lnTo>
                  <a:lnTo>
                    <a:pt x="160362" y="334196"/>
                  </a:lnTo>
                  <a:lnTo>
                    <a:pt x="165704" y="334328"/>
                  </a:lnTo>
                  <a:lnTo>
                    <a:pt x="171047" y="334289"/>
                  </a:lnTo>
                  <a:lnTo>
                    <a:pt x="176387" y="334080"/>
                  </a:lnTo>
                  <a:lnTo>
                    <a:pt x="181717" y="333700"/>
                  </a:lnTo>
                  <a:lnTo>
                    <a:pt x="187032" y="333150"/>
                  </a:lnTo>
                  <a:lnTo>
                    <a:pt x="192328" y="332430"/>
                  </a:lnTo>
                  <a:lnTo>
                    <a:pt x="197597" y="331541"/>
                  </a:lnTo>
                  <a:lnTo>
                    <a:pt x="202835" y="330484"/>
                  </a:lnTo>
                  <a:lnTo>
                    <a:pt x="208037" y="329261"/>
                  </a:lnTo>
                  <a:lnTo>
                    <a:pt x="213197" y="32787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845"/>
              <a:ext cx="167161" cy="327747"/>
            </a:xfrm>
            <a:custGeom>
              <a:avLst/>
              <a:pathLst>
                <a:path w="167161" h="327747">
                  <a:moveTo>
                    <a:pt x="46031" y="327747"/>
                  </a:moveTo>
                  <a:lnTo>
                    <a:pt x="51164" y="326187"/>
                  </a:lnTo>
                  <a:lnTo>
                    <a:pt x="56244" y="324464"/>
                  </a:lnTo>
                  <a:lnTo>
                    <a:pt x="61266" y="322578"/>
                  </a:lnTo>
                  <a:lnTo>
                    <a:pt x="66224" y="320532"/>
                  </a:lnTo>
                  <a:lnTo>
                    <a:pt x="71115" y="318328"/>
                  </a:lnTo>
                  <a:lnTo>
                    <a:pt x="75933" y="315969"/>
                  </a:lnTo>
                  <a:lnTo>
                    <a:pt x="80672" y="313456"/>
                  </a:lnTo>
                  <a:lnTo>
                    <a:pt x="85328" y="310792"/>
                  </a:lnTo>
                  <a:lnTo>
                    <a:pt x="89896" y="307980"/>
                  </a:lnTo>
                  <a:lnTo>
                    <a:pt x="94372" y="305023"/>
                  </a:lnTo>
                  <a:lnTo>
                    <a:pt x="98751" y="301924"/>
                  </a:lnTo>
                  <a:lnTo>
                    <a:pt x="103028" y="298686"/>
                  </a:lnTo>
                  <a:lnTo>
                    <a:pt x="107198" y="295313"/>
                  </a:lnTo>
                  <a:lnTo>
                    <a:pt x="111259" y="291807"/>
                  </a:lnTo>
                  <a:lnTo>
                    <a:pt x="115205" y="288173"/>
                  </a:lnTo>
                  <a:lnTo>
                    <a:pt x="119032" y="284414"/>
                  </a:lnTo>
                  <a:lnTo>
                    <a:pt x="122737" y="280535"/>
                  </a:lnTo>
                  <a:lnTo>
                    <a:pt x="126315" y="276538"/>
                  </a:lnTo>
                  <a:lnTo>
                    <a:pt x="129763" y="272429"/>
                  </a:lnTo>
                  <a:lnTo>
                    <a:pt x="133078" y="268211"/>
                  </a:lnTo>
                  <a:lnTo>
                    <a:pt x="136255" y="263889"/>
                  </a:lnTo>
                  <a:lnTo>
                    <a:pt x="139292" y="259468"/>
                  </a:lnTo>
                  <a:lnTo>
                    <a:pt x="142186" y="254951"/>
                  </a:lnTo>
                  <a:lnTo>
                    <a:pt x="144934" y="250343"/>
                  </a:lnTo>
                  <a:lnTo>
                    <a:pt x="147532" y="245650"/>
                  </a:lnTo>
                  <a:lnTo>
                    <a:pt x="149978" y="240876"/>
                  </a:lnTo>
                  <a:lnTo>
                    <a:pt x="152270" y="236026"/>
                  </a:lnTo>
                  <a:lnTo>
                    <a:pt x="154405" y="231105"/>
                  </a:lnTo>
                  <a:lnTo>
                    <a:pt x="156381" y="226118"/>
                  </a:lnTo>
                  <a:lnTo>
                    <a:pt x="158196" y="221070"/>
                  </a:lnTo>
                  <a:lnTo>
                    <a:pt x="159848" y="215966"/>
                  </a:lnTo>
                  <a:lnTo>
                    <a:pt x="161335" y="210812"/>
                  </a:lnTo>
                  <a:lnTo>
                    <a:pt x="162656" y="205613"/>
                  </a:lnTo>
                  <a:lnTo>
                    <a:pt x="163810" y="200374"/>
                  </a:lnTo>
                  <a:lnTo>
                    <a:pt x="164795" y="195101"/>
                  </a:lnTo>
                  <a:lnTo>
                    <a:pt x="165611" y="189799"/>
                  </a:lnTo>
                  <a:lnTo>
                    <a:pt x="166256" y="184474"/>
                  </a:lnTo>
                  <a:lnTo>
                    <a:pt x="166729" y="179130"/>
                  </a:lnTo>
                  <a:lnTo>
                    <a:pt x="167031" y="173775"/>
                  </a:lnTo>
                  <a:lnTo>
                    <a:pt x="167161" y="168412"/>
                  </a:lnTo>
                  <a:lnTo>
                    <a:pt x="167119" y="163048"/>
                  </a:lnTo>
                  <a:lnTo>
                    <a:pt x="166905" y="157688"/>
                  </a:lnTo>
                  <a:lnTo>
                    <a:pt x="166519" y="152337"/>
                  </a:lnTo>
                  <a:lnTo>
                    <a:pt x="165961" y="147002"/>
                  </a:lnTo>
                  <a:lnTo>
                    <a:pt x="165233" y="141687"/>
                  </a:lnTo>
                  <a:lnTo>
                    <a:pt x="164334" y="136399"/>
                  </a:lnTo>
                  <a:lnTo>
                    <a:pt x="163267" y="131142"/>
                  </a:lnTo>
                  <a:lnTo>
                    <a:pt x="162031" y="125922"/>
                  </a:lnTo>
                  <a:lnTo>
                    <a:pt x="160628" y="120744"/>
                  </a:lnTo>
                  <a:lnTo>
                    <a:pt x="159060" y="115614"/>
                  </a:lnTo>
                  <a:lnTo>
                    <a:pt x="157328" y="110537"/>
                  </a:lnTo>
                  <a:lnTo>
                    <a:pt x="155434" y="105518"/>
                  </a:lnTo>
                  <a:lnTo>
                    <a:pt x="153380" y="100563"/>
                  </a:lnTo>
                  <a:lnTo>
                    <a:pt x="151168" y="95676"/>
                  </a:lnTo>
                  <a:lnTo>
                    <a:pt x="148800" y="90862"/>
                  </a:lnTo>
                  <a:lnTo>
                    <a:pt x="146279" y="86127"/>
                  </a:lnTo>
                  <a:lnTo>
                    <a:pt x="143608" y="81475"/>
                  </a:lnTo>
                  <a:lnTo>
                    <a:pt x="140788" y="76912"/>
                  </a:lnTo>
                  <a:lnTo>
                    <a:pt x="137824" y="72441"/>
                  </a:lnTo>
                  <a:lnTo>
                    <a:pt x="134718" y="68067"/>
                  </a:lnTo>
                  <a:lnTo>
                    <a:pt x="131473" y="63796"/>
                  </a:lnTo>
                  <a:lnTo>
                    <a:pt x="128092" y="59631"/>
                  </a:lnTo>
                  <a:lnTo>
                    <a:pt x="124580" y="55576"/>
                  </a:lnTo>
                  <a:lnTo>
                    <a:pt x="120939" y="51636"/>
                  </a:lnTo>
                  <a:lnTo>
                    <a:pt x="117174" y="47815"/>
                  </a:lnTo>
                  <a:lnTo>
                    <a:pt x="113288" y="44117"/>
                  </a:lnTo>
                  <a:lnTo>
                    <a:pt x="109286" y="40545"/>
                  </a:lnTo>
                  <a:lnTo>
                    <a:pt x="105171" y="37104"/>
                  </a:lnTo>
                  <a:lnTo>
                    <a:pt x="100948" y="33797"/>
                  </a:lnTo>
                  <a:lnTo>
                    <a:pt x="96620" y="30626"/>
                  </a:lnTo>
                  <a:lnTo>
                    <a:pt x="92194" y="27596"/>
                  </a:lnTo>
                  <a:lnTo>
                    <a:pt x="87672" y="24710"/>
                  </a:lnTo>
                  <a:lnTo>
                    <a:pt x="83060" y="21970"/>
                  </a:lnTo>
                  <a:lnTo>
                    <a:pt x="78363" y="19380"/>
                  </a:lnTo>
                  <a:lnTo>
                    <a:pt x="73585" y="16942"/>
                  </a:lnTo>
                  <a:lnTo>
                    <a:pt x="68731" y="14658"/>
                  </a:lnTo>
                  <a:lnTo>
                    <a:pt x="63806" y="12531"/>
                  </a:lnTo>
                  <a:lnTo>
                    <a:pt x="58816" y="10563"/>
                  </a:lnTo>
                  <a:lnTo>
                    <a:pt x="53765" y="8757"/>
                  </a:lnTo>
                  <a:lnTo>
                    <a:pt x="48658" y="7113"/>
                  </a:lnTo>
                  <a:lnTo>
                    <a:pt x="43502" y="5634"/>
                  </a:lnTo>
                  <a:lnTo>
                    <a:pt x="38301" y="4322"/>
                  </a:lnTo>
                  <a:lnTo>
                    <a:pt x="33060" y="3177"/>
                  </a:lnTo>
                  <a:lnTo>
                    <a:pt x="27785" y="2200"/>
                  </a:lnTo>
                  <a:lnTo>
                    <a:pt x="22482" y="1394"/>
                  </a:lnTo>
                  <a:lnTo>
                    <a:pt x="17155" y="757"/>
                  </a:lnTo>
                  <a:lnTo>
                    <a:pt x="11811" y="293"/>
                  </a:lnTo>
                  <a:lnTo>
                    <a:pt x="6455" y="0"/>
                  </a:lnTo>
                  <a:lnTo>
                    <a:pt x="0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6455" cy="167167"/>
            </a:xfrm>
            <a:custGeom>
              <a:avLst/>
              <a:pathLst>
                <a:path w="6455" h="167167">
                  <a:moveTo>
                    <a:pt x="6455" y="1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tx79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98" name="tx79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99" name="tx79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2025-06-06T01:02:08Z</dcterms:modified>
  <cp:category/>
</cp:coreProperties>
</file>