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6200438" cy="12601575"/>
  <p:notesSz cx="6858000" cy="9144000"/>
  <p:custDataLst>
    <p:tags r:id="rId4"/>
  </p:custDataLst>
  <p:defaultTextStyle>
    <a:defPPr>
      <a:defRPr lang="en-US"/>
    </a:defPPr>
    <a:lvl1pPr marL="0" algn="l" defTabSz="1511405" rtl="0" eaLnBrk="1" latinLnBrk="0" hangingPunct="1">
      <a:defRPr sz="2975" kern="1200">
        <a:solidFill>
          <a:schemeClr val="tx1"/>
        </a:solidFill>
        <a:latin typeface="+mn-lt"/>
        <a:ea typeface="+mn-ea"/>
        <a:cs typeface="+mn-cs"/>
      </a:defRPr>
    </a:lvl1pPr>
    <a:lvl2pPr marL="755702" algn="l" defTabSz="1511405" rtl="0" eaLnBrk="1" latinLnBrk="0" hangingPunct="1">
      <a:defRPr sz="2975" kern="1200">
        <a:solidFill>
          <a:schemeClr val="tx1"/>
        </a:solidFill>
        <a:latin typeface="+mn-lt"/>
        <a:ea typeface="+mn-ea"/>
        <a:cs typeface="+mn-cs"/>
      </a:defRPr>
    </a:lvl2pPr>
    <a:lvl3pPr marL="1511405" algn="l" defTabSz="1511405" rtl="0" eaLnBrk="1" latinLnBrk="0" hangingPunct="1">
      <a:defRPr sz="2975" kern="1200">
        <a:solidFill>
          <a:schemeClr val="tx1"/>
        </a:solidFill>
        <a:latin typeface="+mn-lt"/>
        <a:ea typeface="+mn-ea"/>
        <a:cs typeface="+mn-cs"/>
      </a:defRPr>
    </a:lvl3pPr>
    <a:lvl4pPr marL="2267107" algn="l" defTabSz="1511405" rtl="0" eaLnBrk="1" latinLnBrk="0" hangingPunct="1">
      <a:defRPr sz="2975" kern="1200">
        <a:solidFill>
          <a:schemeClr val="tx1"/>
        </a:solidFill>
        <a:latin typeface="+mn-lt"/>
        <a:ea typeface="+mn-ea"/>
        <a:cs typeface="+mn-cs"/>
      </a:defRPr>
    </a:lvl4pPr>
    <a:lvl5pPr marL="3022808" algn="l" defTabSz="1511405" rtl="0" eaLnBrk="1" latinLnBrk="0" hangingPunct="1">
      <a:defRPr sz="2975" kern="1200">
        <a:solidFill>
          <a:schemeClr val="tx1"/>
        </a:solidFill>
        <a:latin typeface="+mn-lt"/>
        <a:ea typeface="+mn-ea"/>
        <a:cs typeface="+mn-cs"/>
      </a:defRPr>
    </a:lvl5pPr>
    <a:lvl6pPr marL="3778511" algn="l" defTabSz="1511405" rtl="0" eaLnBrk="1" latinLnBrk="0" hangingPunct="1">
      <a:defRPr sz="2975" kern="1200">
        <a:solidFill>
          <a:schemeClr val="tx1"/>
        </a:solidFill>
        <a:latin typeface="+mn-lt"/>
        <a:ea typeface="+mn-ea"/>
        <a:cs typeface="+mn-cs"/>
      </a:defRPr>
    </a:lvl6pPr>
    <a:lvl7pPr marL="4534213" algn="l" defTabSz="1511405" rtl="0" eaLnBrk="1" latinLnBrk="0" hangingPunct="1">
      <a:defRPr sz="2975" kern="1200">
        <a:solidFill>
          <a:schemeClr val="tx1"/>
        </a:solidFill>
        <a:latin typeface="+mn-lt"/>
        <a:ea typeface="+mn-ea"/>
        <a:cs typeface="+mn-cs"/>
      </a:defRPr>
    </a:lvl7pPr>
    <a:lvl8pPr marL="5289916" algn="l" defTabSz="1511405" rtl="0" eaLnBrk="1" latinLnBrk="0" hangingPunct="1">
      <a:defRPr sz="2975" kern="1200">
        <a:solidFill>
          <a:schemeClr val="tx1"/>
        </a:solidFill>
        <a:latin typeface="+mn-lt"/>
        <a:ea typeface="+mn-ea"/>
        <a:cs typeface="+mn-cs"/>
      </a:defRPr>
    </a:lvl8pPr>
    <a:lvl9pPr marL="6045618" algn="l" defTabSz="1511405" rtl="0" eaLnBrk="1" latinLnBrk="0" hangingPunct="1">
      <a:defRPr sz="297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69" userDrawn="1">
          <p15:clr>
            <a:srgbClr val="A4A3A4"/>
          </p15:clr>
        </p15:guide>
        <p15:guide id="2" pos="51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818" y="78"/>
      </p:cViewPr>
      <p:guideLst>
        <p:guide orient="horz" pos="3969"/>
        <p:guide pos="51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5033" y="3914658"/>
            <a:ext cx="13770373" cy="27011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0066" y="7140894"/>
            <a:ext cx="11340307" cy="322040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878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5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636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51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9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2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150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70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9722" y="8097682"/>
            <a:ext cx="13770373" cy="2502812"/>
          </a:xfrm>
        </p:spPr>
        <p:txBody>
          <a:bodyPr anchor="t"/>
          <a:lstStyle>
            <a:lvl1pPr algn="l">
              <a:defRPr sz="5143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9722" y="5341086"/>
            <a:ext cx="13770373" cy="2756594"/>
          </a:xfrm>
        </p:spPr>
        <p:txBody>
          <a:bodyPr anchor="b"/>
          <a:lstStyle>
            <a:lvl1pPr marL="0" indent="0">
              <a:buNone/>
              <a:defRPr sz="2572">
                <a:solidFill>
                  <a:schemeClr val="tx1">
                    <a:tint val="75000"/>
                  </a:schemeClr>
                </a:solidFill>
              </a:defRPr>
            </a:lvl1pPr>
            <a:lvl2pPr marL="587868" indent="0">
              <a:buNone/>
              <a:defRPr sz="2314">
                <a:solidFill>
                  <a:schemeClr val="tx1">
                    <a:tint val="75000"/>
                  </a:schemeClr>
                </a:solidFill>
              </a:defRPr>
            </a:lvl2pPr>
            <a:lvl3pPr marL="1175736" indent="0">
              <a:buNone/>
              <a:defRPr sz="2057">
                <a:solidFill>
                  <a:schemeClr val="tx1">
                    <a:tint val="75000"/>
                  </a:schemeClr>
                </a:solidFill>
              </a:defRPr>
            </a:lvl3pPr>
            <a:lvl4pPr marL="176360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35147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93933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52720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1150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70294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0022" y="2940370"/>
            <a:ext cx="7155194" cy="8316456"/>
          </a:xfrm>
        </p:spPr>
        <p:txBody>
          <a:bodyPr/>
          <a:lstStyle>
            <a:lvl1pPr>
              <a:defRPr sz="3600"/>
            </a:lvl1pPr>
            <a:lvl2pPr>
              <a:defRPr sz="3086"/>
            </a:lvl2pPr>
            <a:lvl3pPr>
              <a:defRPr sz="2572"/>
            </a:lvl3pPr>
            <a:lvl4pPr>
              <a:defRPr sz="2314"/>
            </a:lvl4pPr>
            <a:lvl5pPr>
              <a:defRPr sz="2314"/>
            </a:lvl5pPr>
            <a:lvl6pPr>
              <a:defRPr sz="2314"/>
            </a:lvl6pPr>
            <a:lvl7pPr>
              <a:defRPr sz="2314"/>
            </a:lvl7pPr>
            <a:lvl8pPr>
              <a:defRPr sz="2314"/>
            </a:lvl8pPr>
            <a:lvl9pPr>
              <a:defRPr sz="23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35223" y="2940370"/>
            <a:ext cx="7155194" cy="8316456"/>
          </a:xfrm>
        </p:spPr>
        <p:txBody>
          <a:bodyPr/>
          <a:lstStyle>
            <a:lvl1pPr>
              <a:defRPr sz="3600"/>
            </a:lvl1pPr>
            <a:lvl2pPr>
              <a:defRPr sz="3086"/>
            </a:lvl2pPr>
            <a:lvl3pPr>
              <a:defRPr sz="2572"/>
            </a:lvl3pPr>
            <a:lvl4pPr>
              <a:defRPr sz="2314"/>
            </a:lvl4pPr>
            <a:lvl5pPr>
              <a:defRPr sz="2314"/>
            </a:lvl5pPr>
            <a:lvl6pPr>
              <a:defRPr sz="2314"/>
            </a:lvl6pPr>
            <a:lvl7pPr>
              <a:defRPr sz="2314"/>
            </a:lvl7pPr>
            <a:lvl8pPr>
              <a:defRPr sz="2314"/>
            </a:lvl8pPr>
            <a:lvl9pPr>
              <a:defRPr sz="23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22" y="2820772"/>
            <a:ext cx="7158007" cy="1175562"/>
          </a:xfrm>
        </p:spPr>
        <p:txBody>
          <a:bodyPr anchor="b"/>
          <a:lstStyle>
            <a:lvl1pPr marL="0" indent="0">
              <a:buNone/>
              <a:defRPr sz="3086" b="1"/>
            </a:lvl1pPr>
            <a:lvl2pPr marL="587868" indent="0">
              <a:buNone/>
              <a:defRPr sz="2572" b="1"/>
            </a:lvl2pPr>
            <a:lvl3pPr marL="1175736" indent="0">
              <a:buNone/>
              <a:defRPr sz="2314" b="1"/>
            </a:lvl3pPr>
            <a:lvl4pPr marL="1763603" indent="0">
              <a:buNone/>
              <a:defRPr sz="2057" b="1"/>
            </a:lvl4pPr>
            <a:lvl5pPr marL="2351471" indent="0">
              <a:buNone/>
              <a:defRPr sz="2057" b="1"/>
            </a:lvl5pPr>
            <a:lvl6pPr marL="2939339" indent="0">
              <a:buNone/>
              <a:defRPr sz="2057" b="1"/>
            </a:lvl6pPr>
            <a:lvl7pPr marL="3527207" indent="0">
              <a:buNone/>
              <a:defRPr sz="2057" b="1"/>
            </a:lvl7pPr>
            <a:lvl8pPr marL="4115074" indent="0">
              <a:buNone/>
              <a:defRPr sz="2057" b="1"/>
            </a:lvl8pPr>
            <a:lvl9pPr marL="4702942" indent="0">
              <a:buNone/>
              <a:defRPr sz="20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022" y="3996333"/>
            <a:ext cx="7158007" cy="7260491"/>
          </a:xfrm>
        </p:spPr>
        <p:txBody>
          <a:bodyPr/>
          <a:lstStyle>
            <a:lvl1pPr>
              <a:defRPr sz="3086"/>
            </a:lvl1pPr>
            <a:lvl2pPr>
              <a:defRPr sz="2572"/>
            </a:lvl2pPr>
            <a:lvl3pPr>
              <a:defRPr sz="2314"/>
            </a:lvl3pPr>
            <a:lvl4pPr>
              <a:defRPr sz="2057"/>
            </a:lvl4pPr>
            <a:lvl5pPr>
              <a:defRPr sz="2057"/>
            </a:lvl5pPr>
            <a:lvl6pPr>
              <a:defRPr sz="2057"/>
            </a:lvl6pPr>
            <a:lvl7pPr>
              <a:defRPr sz="2057"/>
            </a:lvl7pPr>
            <a:lvl8pPr>
              <a:defRPr sz="2057"/>
            </a:lvl8pPr>
            <a:lvl9pPr>
              <a:defRPr sz="20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820772"/>
            <a:ext cx="7160819" cy="1175562"/>
          </a:xfrm>
        </p:spPr>
        <p:txBody>
          <a:bodyPr anchor="b"/>
          <a:lstStyle>
            <a:lvl1pPr marL="0" indent="0">
              <a:buNone/>
              <a:defRPr sz="3086" b="1"/>
            </a:lvl1pPr>
            <a:lvl2pPr marL="587868" indent="0">
              <a:buNone/>
              <a:defRPr sz="2572" b="1"/>
            </a:lvl2pPr>
            <a:lvl3pPr marL="1175736" indent="0">
              <a:buNone/>
              <a:defRPr sz="2314" b="1"/>
            </a:lvl3pPr>
            <a:lvl4pPr marL="1763603" indent="0">
              <a:buNone/>
              <a:defRPr sz="2057" b="1"/>
            </a:lvl4pPr>
            <a:lvl5pPr marL="2351471" indent="0">
              <a:buNone/>
              <a:defRPr sz="2057" b="1"/>
            </a:lvl5pPr>
            <a:lvl6pPr marL="2939339" indent="0">
              <a:buNone/>
              <a:defRPr sz="2057" b="1"/>
            </a:lvl6pPr>
            <a:lvl7pPr marL="3527207" indent="0">
              <a:buNone/>
              <a:defRPr sz="2057" b="1"/>
            </a:lvl7pPr>
            <a:lvl8pPr marL="4115074" indent="0">
              <a:buNone/>
              <a:defRPr sz="2057" b="1"/>
            </a:lvl8pPr>
            <a:lvl9pPr marL="4702942" indent="0">
              <a:buNone/>
              <a:defRPr sz="20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996333"/>
            <a:ext cx="7160819" cy="7260491"/>
          </a:xfrm>
        </p:spPr>
        <p:txBody>
          <a:bodyPr/>
          <a:lstStyle>
            <a:lvl1pPr>
              <a:defRPr sz="3086"/>
            </a:lvl1pPr>
            <a:lvl2pPr>
              <a:defRPr sz="2572"/>
            </a:lvl2pPr>
            <a:lvl3pPr>
              <a:defRPr sz="2314"/>
            </a:lvl3pPr>
            <a:lvl4pPr>
              <a:defRPr sz="2057"/>
            </a:lvl4pPr>
            <a:lvl5pPr>
              <a:defRPr sz="2057"/>
            </a:lvl5pPr>
            <a:lvl6pPr>
              <a:defRPr sz="2057"/>
            </a:lvl6pPr>
            <a:lvl7pPr>
              <a:defRPr sz="2057"/>
            </a:lvl7pPr>
            <a:lvl8pPr>
              <a:defRPr sz="2057"/>
            </a:lvl8pPr>
            <a:lvl9pPr>
              <a:defRPr sz="20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23" y="504648"/>
            <a:ext cx="14580394" cy="2100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23" y="2940370"/>
            <a:ext cx="14580394" cy="8316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0023" y="11679795"/>
            <a:ext cx="3780102" cy="670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35150" y="11679795"/>
            <a:ext cx="5130138" cy="670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315" y="11679795"/>
            <a:ext cx="3780102" cy="670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1175736" rtl="0" eaLnBrk="1" latinLnBrk="0" hangingPunct="1">
        <a:spcBef>
          <a:spcPct val="0"/>
        </a:spcBef>
        <a:buNone/>
        <a:defRPr sz="56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0901" indent="-440901" algn="l" defTabSz="1175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4115" kern="1200">
          <a:solidFill>
            <a:schemeClr val="tx1"/>
          </a:solidFill>
          <a:latin typeface="+mn-lt"/>
          <a:ea typeface="+mn-ea"/>
          <a:cs typeface="+mn-cs"/>
        </a:defRPr>
      </a:lvl1pPr>
      <a:lvl2pPr marL="955285" indent="-367417" algn="l" defTabSz="1175736" rtl="0" eaLnBrk="1" latinLnBrk="0" hangingPunct="1">
        <a:spcBef>
          <a:spcPct val="20000"/>
        </a:spcBef>
        <a:buFont typeface="Arial" panose="020B0604020202020204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469669" indent="-293934" algn="l" defTabSz="1175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3pPr>
      <a:lvl4pPr marL="2057537" indent="-293934" algn="l" defTabSz="1175736" rtl="0" eaLnBrk="1" latinLnBrk="0" hangingPunct="1">
        <a:spcBef>
          <a:spcPct val="20000"/>
        </a:spcBef>
        <a:buFont typeface="Arial" panose="020B0604020202020204" pitchFamily="34" charset="0"/>
        <a:buChar char="–"/>
        <a:defRPr sz="2572" kern="1200">
          <a:solidFill>
            <a:schemeClr val="tx1"/>
          </a:solidFill>
          <a:latin typeface="+mn-lt"/>
          <a:ea typeface="+mn-ea"/>
          <a:cs typeface="+mn-cs"/>
        </a:defRPr>
      </a:lvl4pPr>
      <a:lvl5pPr marL="2645405" indent="-293934" algn="l" defTabSz="1175736" rtl="0" eaLnBrk="1" latinLnBrk="0" hangingPunct="1">
        <a:spcBef>
          <a:spcPct val="20000"/>
        </a:spcBef>
        <a:buFont typeface="Arial" panose="020B0604020202020204" pitchFamily="34" charset="0"/>
        <a:buChar char="»"/>
        <a:defRPr sz="2572" kern="1200">
          <a:solidFill>
            <a:schemeClr val="tx1"/>
          </a:solidFill>
          <a:latin typeface="+mn-lt"/>
          <a:ea typeface="+mn-ea"/>
          <a:cs typeface="+mn-cs"/>
        </a:defRPr>
      </a:lvl5pPr>
      <a:lvl6pPr marL="3233273" indent="-293934" algn="l" defTabSz="1175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2572" kern="1200">
          <a:solidFill>
            <a:schemeClr val="tx1"/>
          </a:solidFill>
          <a:latin typeface="+mn-lt"/>
          <a:ea typeface="+mn-ea"/>
          <a:cs typeface="+mn-cs"/>
        </a:defRPr>
      </a:lvl6pPr>
      <a:lvl7pPr marL="3821140" indent="-293934" algn="l" defTabSz="1175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2572" kern="1200">
          <a:solidFill>
            <a:schemeClr val="tx1"/>
          </a:solidFill>
          <a:latin typeface="+mn-lt"/>
          <a:ea typeface="+mn-ea"/>
          <a:cs typeface="+mn-cs"/>
        </a:defRPr>
      </a:lvl7pPr>
      <a:lvl8pPr marL="4409008" indent="-293934" algn="l" defTabSz="1175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2572" kern="1200">
          <a:solidFill>
            <a:schemeClr val="tx1"/>
          </a:solidFill>
          <a:latin typeface="+mn-lt"/>
          <a:ea typeface="+mn-ea"/>
          <a:cs typeface="+mn-cs"/>
        </a:defRPr>
      </a:lvl8pPr>
      <a:lvl9pPr marL="4996876" indent="-293934" algn="l" defTabSz="1175736" rtl="0" eaLnBrk="1" latinLnBrk="0" hangingPunct="1">
        <a:spcBef>
          <a:spcPct val="20000"/>
        </a:spcBef>
        <a:buFont typeface="Arial" panose="020B0604020202020204" pitchFamily="34" charset="0"/>
        <a:buChar char="•"/>
        <a:defRPr sz="25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75736" rtl="0" eaLnBrk="1" latinLnBrk="0" hangingPunct="1">
        <a:defRPr sz="2314" kern="1200">
          <a:solidFill>
            <a:schemeClr val="tx1"/>
          </a:solidFill>
          <a:latin typeface="+mn-lt"/>
          <a:ea typeface="+mn-ea"/>
          <a:cs typeface="+mn-cs"/>
        </a:defRPr>
      </a:lvl1pPr>
      <a:lvl2pPr marL="587868" algn="l" defTabSz="1175736" rtl="0" eaLnBrk="1" latinLnBrk="0" hangingPunct="1">
        <a:defRPr sz="2314" kern="1200">
          <a:solidFill>
            <a:schemeClr val="tx1"/>
          </a:solidFill>
          <a:latin typeface="+mn-lt"/>
          <a:ea typeface="+mn-ea"/>
          <a:cs typeface="+mn-cs"/>
        </a:defRPr>
      </a:lvl2pPr>
      <a:lvl3pPr marL="1175736" algn="l" defTabSz="1175736" rtl="0" eaLnBrk="1" latinLnBrk="0" hangingPunct="1">
        <a:defRPr sz="2314" kern="1200">
          <a:solidFill>
            <a:schemeClr val="tx1"/>
          </a:solidFill>
          <a:latin typeface="+mn-lt"/>
          <a:ea typeface="+mn-ea"/>
          <a:cs typeface="+mn-cs"/>
        </a:defRPr>
      </a:lvl3pPr>
      <a:lvl4pPr marL="1763603" algn="l" defTabSz="1175736" rtl="0" eaLnBrk="1" latinLnBrk="0" hangingPunct="1">
        <a:defRPr sz="2314" kern="1200">
          <a:solidFill>
            <a:schemeClr val="tx1"/>
          </a:solidFill>
          <a:latin typeface="+mn-lt"/>
          <a:ea typeface="+mn-ea"/>
          <a:cs typeface="+mn-cs"/>
        </a:defRPr>
      </a:lvl4pPr>
      <a:lvl5pPr marL="2351471" algn="l" defTabSz="1175736" rtl="0" eaLnBrk="1" latinLnBrk="0" hangingPunct="1">
        <a:defRPr sz="2314" kern="1200">
          <a:solidFill>
            <a:schemeClr val="tx1"/>
          </a:solidFill>
          <a:latin typeface="+mn-lt"/>
          <a:ea typeface="+mn-ea"/>
          <a:cs typeface="+mn-cs"/>
        </a:defRPr>
      </a:lvl5pPr>
      <a:lvl6pPr marL="2939339" algn="l" defTabSz="1175736" rtl="0" eaLnBrk="1" latinLnBrk="0" hangingPunct="1">
        <a:defRPr sz="2314" kern="1200">
          <a:solidFill>
            <a:schemeClr val="tx1"/>
          </a:solidFill>
          <a:latin typeface="+mn-lt"/>
          <a:ea typeface="+mn-ea"/>
          <a:cs typeface="+mn-cs"/>
        </a:defRPr>
      </a:lvl6pPr>
      <a:lvl7pPr marL="3527207" algn="l" defTabSz="1175736" rtl="0" eaLnBrk="1" latinLnBrk="0" hangingPunct="1">
        <a:defRPr sz="2314" kern="1200">
          <a:solidFill>
            <a:schemeClr val="tx1"/>
          </a:solidFill>
          <a:latin typeface="+mn-lt"/>
          <a:ea typeface="+mn-ea"/>
          <a:cs typeface="+mn-cs"/>
        </a:defRPr>
      </a:lvl7pPr>
      <a:lvl8pPr marL="4115074" algn="l" defTabSz="1175736" rtl="0" eaLnBrk="1" latinLnBrk="0" hangingPunct="1">
        <a:defRPr sz="2314" kern="1200">
          <a:solidFill>
            <a:schemeClr val="tx1"/>
          </a:solidFill>
          <a:latin typeface="+mn-lt"/>
          <a:ea typeface="+mn-ea"/>
          <a:cs typeface="+mn-cs"/>
        </a:defRPr>
      </a:lvl8pPr>
      <a:lvl9pPr marL="4702942" algn="l" defTabSz="1175736" rtl="0" eaLnBrk="1" latinLnBrk="0" hangingPunct="1">
        <a:defRPr sz="23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c3"/>
          <p:cNvSpPr/>
          <p:nvPr/>
        </p:nvSpPr>
        <p:spPr>
          <a:xfrm>
            <a:off x="2221769" y="1891950"/>
            <a:ext cx="11756901" cy="88176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 dirty="0"/>
          </a:p>
        </p:txBody>
      </p:sp>
      <p:sp>
        <p:nvSpPr>
          <p:cNvPr id="4" name="pl4"/>
          <p:cNvSpPr/>
          <p:nvPr/>
        </p:nvSpPr>
        <p:spPr>
          <a:xfrm>
            <a:off x="3009225" y="4594956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5" name="pl5"/>
          <p:cNvSpPr/>
          <p:nvPr/>
        </p:nvSpPr>
        <p:spPr>
          <a:xfrm>
            <a:off x="3009225" y="4296193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6" name="pl6"/>
          <p:cNvSpPr/>
          <p:nvPr/>
        </p:nvSpPr>
        <p:spPr>
          <a:xfrm>
            <a:off x="3009225" y="3997430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7" name="pl7"/>
          <p:cNvSpPr/>
          <p:nvPr/>
        </p:nvSpPr>
        <p:spPr>
          <a:xfrm>
            <a:off x="3009225" y="3698666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8" name="pl8"/>
          <p:cNvSpPr/>
          <p:nvPr/>
        </p:nvSpPr>
        <p:spPr>
          <a:xfrm>
            <a:off x="3009225" y="3399903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9" name="pl9"/>
          <p:cNvSpPr/>
          <p:nvPr/>
        </p:nvSpPr>
        <p:spPr>
          <a:xfrm>
            <a:off x="3009225" y="3101140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0" name="pl10"/>
          <p:cNvSpPr/>
          <p:nvPr/>
        </p:nvSpPr>
        <p:spPr>
          <a:xfrm>
            <a:off x="3009225" y="2802376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1" name="pl11"/>
          <p:cNvSpPr/>
          <p:nvPr/>
        </p:nvSpPr>
        <p:spPr>
          <a:xfrm>
            <a:off x="3009225" y="2503613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2" name="pl12"/>
          <p:cNvSpPr/>
          <p:nvPr/>
        </p:nvSpPr>
        <p:spPr>
          <a:xfrm>
            <a:off x="3009225" y="2204849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3" name="pl13"/>
          <p:cNvSpPr/>
          <p:nvPr/>
        </p:nvSpPr>
        <p:spPr>
          <a:xfrm>
            <a:off x="3009225" y="1906086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4" name="pl14"/>
          <p:cNvSpPr/>
          <p:nvPr/>
        </p:nvSpPr>
        <p:spPr>
          <a:xfrm>
            <a:off x="3009225" y="4744337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5" name="pl15"/>
          <p:cNvSpPr/>
          <p:nvPr/>
        </p:nvSpPr>
        <p:spPr>
          <a:xfrm>
            <a:off x="3009225" y="4445574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6" name="pl16"/>
          <p:cNvSpPr/>
          <p:nvPr/>
        </p:nvSpPr>
        <p:spPr>
          <a:xfrm>
            <a:off x="3009225" y="4146811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7" name="pl17"/>
          <p:cNvSpPr/>
          <p:nvPr/>
        </p:nvSpPr>
        <p:spPr>
          <a:xfrm>
            <a:off x="3009225" y="3848049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8" name="pl18"/>
          <p:cNvSpPr/>
          <p:nvPr/>
        </p:nvSpPr>
        <p:spPr>
          <a:xfrm>
            <a:off x="3009225" y="3549285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9" name="pl19"/>
          <p:cNvSpPr/>
          <p:nvPr/>
        </p:nvSpPr>
        <p:spPr>
          <a:xfrm>
            <a:off x="3009225" y="3250522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0" name="pl20"/>
          <p:cNvSpPr/>
          <p:nvPr/>
        </p:nvSpPr>
        <p:spPr>
          <a:xfrm>
            <a:off x="3009225" y="2951759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1" name="pl21"/>
          <p:cNvSpPr/>
          <p:nvPr/>
        </p:nvSpPr>
        <p:spPr>
          <a:xfrm>
            <a:off x="3009225" y="2652995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2" name="pl22"/>
          <p:cNvSpPr/>
          <p:nvPr/>
        </p:nvSpPr>
        <p:spPr>
          <a:xfrm>
            <a:off x="3009225" y="2354232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3" name="pl23"/>
          <p:cNvSpPr/>
          <p:nvPr/>
        </p:nvSpPr>
        <p:spPr>
          <a:xfrm>
            <a:off x="3009225" y="2055468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4" name="pl24"/>
          <p:cNvSpPr/>
          <p:nvPr/>
        </p:nvSpPr>
        <p:spPr>
          <a:xfrm>
            <a:off x="3009225" y="1756705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5" name="rc25"/>
          <p:cNvSpPr/>
          <p:nvPr/>
        </p:nvSpPr>
        <p:spPr>
          <a:xfrm>
            <a:off x="3009227" y="4616344"/>
            <a:ext cx="363259" cy="127995"/>
          </a:xfrm>
          <a:prstGeom prst="rect">
            <a:avLst/>
          </a:prstGeom>
          <a:solidFill>
            <a:srgbClr val="23C997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6" name="rc26"/>
          <p:cNvSpPr/>
          <p:nvPr/>
        </p:nvSpPr>
        <p:spPr>
          <a:xfrm>
            <a:off x="3412850" y="4011056"/>
            <a:ext cx="363259" cy="733281"/>
          </a:xfrm>
          <a:prstGeom prst="rect">
            <a:avLst/>
          </a:prstGeom>
          <a:solidFill>
            <a:srgbClr val="23C997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7" name="rc27"/>
          <p:cNvSpPr/>
          <p:nvPr/>
        </p:nvSpPr>
        <p:spPr>
          <a:xfrm>
            <a:off x="3816473" y="4342720"/>
            <a:ext cx="363259" cy="401617"/>
          </a:xfrm>
          <a:prstGeom prst="rect">
            <a:avLst/>
          </a:prstGeom>
          <a:solidFill>
            <a:srgbClr val="23C997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8" name="rc28"/>
          <p:cNvSpPr/>
          <p:nvPr/>
        </p:nvSpPr>
        <p:spPr>
          <a:xfrm>
            <a:off x="4220094" y="4599305"/>
            <a:ext cx="363259" cy="145034"/>
          </a:xfrm>
          <a:prstGeom prst="rect">
            <a:avLst/>
          </a:prstGeom>
          <a:solidFill>
            <a:srgbClr val="DCB702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9" name="rc29"/>
          <p:cNvSpPr/>
          <p:nvPr/>
        </p:nvSpPr>
        <p:spPr>
          <a:xfrm>
            <a:off x="4623717" y="1756904"/>
            <a:ext cx="363259" cy="2987433"/>
          </a:xfrm>
          <a:prstGeom prst="rect">
            <a:avLst/>
          </a:prstGeom>
          <a:solidFill>
            <a:srgbClr val="73C5FF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30" name="rc30"/>
          <p:cNvSpPr/>
          <p:nvPr/>
        </p:nvSpPr>
        <p:spPr>
          <a:xfrm>
            <a:off x="5027340" y="1756866"/>
            <a:ext cx="363259" cy="2987472"/>
          </a:xfrm>
          <a:prstGeom prst="rect">
            <a:avLst/>
          </a:prstGeom>
          <a:solidFill>
            <a:srgbClr val="73C5FF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31" name="rc31"/>
          <p:cNvSpPr/>
          <p:nvPr/>
        </p:nvSpPr>
        <p:spPr>
          <a:xfrm>
            <a:off x="5430961" y="1769484"/>
            <a:ext cx="363259" cy="2974853"/>
          </a:xfrm>
          <a:prstGeom prst="rect">
            <a:avLst/>
          </a:prstGeom>
          <a:solidFill>
            <a:srgbClr val="73C5FF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32" name="rc32"/>
          <p:cNvSpPr/>
          <p:nvPr/>
        </p:nvSpPr>
        <p:spPr>
          <a:xfrm>
            <a:off x="5834584" y="4422011"/>
            <a:ext cx="363259" cy="322329"/>
          </a:xfrm>
          <a:prstGeom prst="rect">
            <a:avLst/>
          </a:prstGeom>
          <a:solidFill>
            <a:srgbClr val="73C5FF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33" name="rc33"/>
          <p:cNvSpPr/>
          <p:nvPr/>
        </p:nvSpPr>
        <p:spPr>
          <a:xfrm>
            <a:off x="6238205" y="3029417"/>
            <a:ext cx="363259" cy="1714922"/>
          </a:xfrm>
          <a:prstGeom prst="rect">
            <a:avLst/>
          </a:prstGeom>
          <a:solidFill>
            <a:srgbClr val="73C5FF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 dirty="0"/>
          </a:p>
        </p:txBody>
      </p:sp>
      <p:sp>
        <p:nvSpPr>
          <p:cNvPr id="34" name="rc34"/>
          <p:cNvSpPr/>
          <p:nvPr/>
        </p:nvSpPr>
        <p:spPr>
          <a:xfrm>
            <a:off x="6641828" y="3333223"/>
            <a:ext cx="363259" cy="1411115"/>
          </a:xfrm>
          <a:prstGeom prst="rect">
            <a:avLst/>
          </a:prstGeom>
          <a:solidFill>
            <a:srgbClr val="3694E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35" name="rc35"/>
          <p:cNvSpPr/>
          <p:nvPr/>
        </p:nvSpPr>
        <p:spPr>
          <a:xfrm>
            <a:off x="7045451" y="4350859"/>
            <a:ext cx="363259" cy="393478"/>
          </a:xfrm>
          <a:prstGeom prst="rect">
            <a:avLst/>
          </a:prstGeom>
          <a:solidFill>
            <a:srgbClr val="3694E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36" name="rc36"/>
          <p:cNvSpPr/>
          <p:nvPr/>
        </p:nvSpPr>
        <p:spPr>
          <a:xfrm>
            <a:off x="7449072" y="1756707"/>
            <a:ext cx="363259" cy="2987632"/>
          </a:xfrm>
          <a:prstGeom prst="rect">
            <a:avLst/>
          </a:prstGeom>
          <a:solidFill>
            <a:srgbClr val="F2B6EB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37" name="rc37"/>
          <p:cNvSpPr/>
          <p:nvPr/>
        </p:nvSpPr>
        <p:spPr>
          <a:xfrm>
            <a:off x="7852695" y="4413552"/>
            <a:ext cx="363259" cy="330785"/>
          </a:xfrm>
          <a:prstGeom prst="rect">
            <a:avLst/>
          </a:prstGeom>
          <a:solidFill>
            <a:srgbClr val="F2B6EB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38" name="rc38"/>
          <p:cNvSpPr/>
          <p:nvPr/>
        </p:nvSpPr>
        <p:spPr>
          <a:xfrm>
            <a:off x="8256318" y="2319459"/>
            <a:ext cx="363259" cy="2424879"/>
          </a:xfrm>
          <a:prstGeom prst="rect">
            <a:avLst/>
          </a:prstGeom>
          <a:solidFill>
            <a:srgbClr val="CB85C3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39" name="rc39"/>
          <p:cNvSpPr/>
          <p:nvPr/>
        </p:nvSpPr>
        <p:spPr>
          <a:xfrm>
            <a:off x="8659939" y="1811464"/>
            <a:ext cx="363259" cy="2932874"/>
          </a:xfrm>
          <a:prstGeom prst="rect">
            <a:avLst/>
          </a:prstGeom>
          <a:solidFill>
            <a:srgbClr val="CB85C3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40" name="rc40"/>
          <p:cNvSpPr/>
          <p:nvPr/>
        </p:nvSpPr>
        <p:spPr>
          <a:xfrm>
            <a:off x="9063562" y="1768073"/>
            <a:ext cx="363259" cy="2976266"/>
          </a:xfrm>
          <a:prstGeom prst="rect">
            <a:avLst/>
          </a:prstGeom>
          <a:solidFill>
            <a:srgbClr val="CB85C3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41" name="rc41"/>
          <p:cNvSpPr/>
          <p:nvPr/>
        </p:nvSpPr>
        <p:spPr>
          <a:xfrm>
            <a:off x="9467184" y="1768073"/>
            <a:ext cx="363259" cy="2976266"/>
          </a:xfrm>
          <a:prstGeom prst="rect">
            <a:avLst/>
          </a:prstGeom>
          <a:solidFill>
            <a:srgbClr val="CB85C3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42" name="rc42"/>
          <p:cNvSpPr/>
          <p:nvPr/>
        </p:nvSpPr>
        <p:spPr>
          <a:xfrm>
            <a:off x="9870806" y="1985791"/>
            <a:ext cx="363259" cy="2758546"/>
          </a:xfrm>
          <a:prstGeom prst="rect">
            <a:avLst/>
          </a:prstGeom>
          <a:solidFill>
            <a:srgbClr val="B155A7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43" name="rc43"/>
          <p:cNvSpPr/>
          <p:nvPr/>
        </p:nvSpPr>
        <p:spPr>
          <a:xfrm>
            <a:off x="10274429" y="4736793"/>
            <a:ext cx="363259" cy="7545"/>
          </a:xfrm>
          <a:prstGeom prst="rect">
            <a:avLst/>
          </a:prstGeom>
          <a:solidFill>
            <a:srgbClr val="62C96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44" name="rc44"/>
          <p:cNvSpPr/>
          <p:nvPr/>
        </p:nvSpPr>
        <p:spPr>
          <a:xfrm>
            <a:off x="10678050" y="4744337"/>
            <a:ext cx="363259" cy="0"/>
          </a:xfrm>
          <a:prstGeom prst="rect">
            <a:avLst/>
          </a:prstGeom>
          <a:solidFill>
            <a:srgbClr val="62C96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45" name="rc45"/>
          <p:cNvSpPr/>
          <p:nvPr/>
        </p:nvSpPr>
        <p:spPr>
          <a:xfrm>
            <a:off x="11081673" y="4687397"/>
            <a:ext cx="363259" cy="56941"/>
          </a:xfrm>
          <a:prstGeom prst="rect">
            <a:avLst/>
          </a:prstGeom>
          <a:solidFill>
            <a:srgbClr val="EE637F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46" name="rc46"/>
          <p:cNvSpPr/>
          <p:nvPr/>
        </p:nvSpPr>
        <p:spPr>
          <a:xfrm>
            <a:off x="11485296" y="2518097"/>
            <a:ext cx="363259" cy="2226242"/>
          </a:xfrm>
          <a:prstGeom prst="rect">
            <a:avLst/>
          </a:prstGeom>
          <a:solidFill>
            <a:srgbClr val="FDAC7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47" name="rc47"/>
          <p:cNvSpPr/>
          <p:nvPr/>
        </p:nvSpPr>
        <p:spPr>
          <a:xfrm>
            <a:off x="11888917" y="2615151"/>
            <a:ext cx="363259" cy="2129188"/>
          </a:xfrm>
          <a:prstGeom prst="rect">
            <a:avLst/>
          </a:prstGeom>
          <a:solidFill>
            <a:srgbClr val="FDAC7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48" name="rc48"/>
          <p:cNvSpPr/>
          <p:nvPr/>
        </p:nvSpPr>
        <p:spPr>
          <a:xfrm>
            <a:off x="12292540" y="2353627"/>
            <a:ext cx="363259" cy="2390713"/>
          </a:xfrm>
          <a:prstGeom prst="rect">
            <a:avLst/>
          </a:prstGeom>
          <a:solidFill>
            <a:srgbClr val="FDAC7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49" name="rc49"/>
          <p:cNvSpPr/>
          <p:nvPr/>
        </p:nvSpPr>
        <p:spPr>
          <a:xfrm>
            <a:off x="12696162" y="2232840"/>
            <a:ext cx="363259" cy="2511497"/>
          </a:xfrm>
          <a:prstGeom prst="rect">
            <a:avLst/>
          </a:prstGeom>
          <a:solidFill>
            <a:srgbClr val="FDAC7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50" name="rc50"/>
          <p:cNvSpPr/>
          <p:nvPr/>
        </p:nvSpPr>
        <p:spPr>
          <a:xfrm>
            <a:off x="13099784" y="2241021"/>
            <a:ext cx="363259" cy="2503319"/>
          </a:xfrm>
          <a:prstGeom prst="rect">
            <a:avLst/>
          </a:prstGeom>
          <a:solidFill>
            <a:srgbClr val="FF7F40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51" name="rc51"/>
          <p:cNvSpPr/>
          <p:nvPr/>
        </p:nvSpPr>
        <p:spPr>
          <a:xfrm>
            <a:off x="13503407" y="3196511"/>
            <a:ext cx="363259" cy="1547829"/>
          </a:xfrm>
          <a:prstGeom prst="rect">
            <a:avLst/>
          </a:prstGeom>
          <a:solidFill>
            <a:srgbClr val="BCED54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52" name="pl52"/>
          <p:cNvSpPr/>
          <p:nvPr/>
        </p:nvSpPr>
        <p:spPr>
          <a:xfrm>
            <a:off x="3150495" y="4611904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53" name="pl53"/>
          <p:cNvSpPr/>
          <p:nvPr/>
        </p:nvSpPr>
        <p:spPr>
          <a:xfrm>
            <a:off x="3190855" y="4611904"/>
            <a:ext cx="0" cy="8877"/>
          </a:xfrm>
          <a:custGeom>
            <a:avLst/>
            <a:gdLst/>
            <a:ahLst/>
            <a:cxnLst/>
            <a:rect l="0" t="0" r="0" b="0"/>
            <a:pathLst>
              <a:path h="6904">
                <a:moveTo>
                  <a:pt x="0" y="0"/>
                </a:moveTo>
                <a:lnTo>
                  <a:pt x="0" y="6904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54" name="pl54"/>
          <p:cNvSpPr/>
          <p:nvPr/>
        </p:nvSpPr>
        <p:spPr>
          <a:xfrm>
            <a:off x="3150495" y="4620781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55" name="pl55"/>
          <p:cNvSpPr/>
          <p:nvPr/>
        </p:nvSpPr>
        <p:spPr>
          <a:xfrm>
            <a:off x="3554118" y="4001378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56" name="pl56"/>
          <p:cNvSpPr/>
          <p:nvPr/>
        </p:nvSpPr>
        <p:spPr>
          <a:xfrm>
            <a:off x="3594478" y="4001380"/>
            <a:ext cx="0" cy="19354"/>
          </a:xfrm>
          <a:custGeom>
            <a:avLst/>
            <a:gdLst/>
            <a:ahLst/>
            <a:cxnLst/>
            <a:rect l="0" t="0" r="0" b="0"/>
            <a:pathLst>
              <a:path h="15053">
                <a:moveTo>
                  <a:pt x="0" y="0"/>
                </a:moveTo>
                <a:lnTo>
                  <a:pt x="0" y="15053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57" name="pl57"/>
          <p:cNvSpPr/>
          <p:nvPr/>
        </p:nvSpPr>
        <p:spPr>
          <a:xfrm>
            <a:off x="3554118" y="4020734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58" name="pl58"/>
          <p:cNvSpPr/>
          <p:nvPr/>
        </p:nvSpPr>
        <p:spPr>
          <a:xfrm>
            <a:off x="3957741" y="4331361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59" name="pl59"/>
          <p:cNvSpPr/>
          <p:nvPr/>
        </p:nvSpPr>
        <p:spPr>
          <a:xfrm>
            <a:off x="3998101" y="4331363"/>
            <a:ext cx="0" cy="22718"/>
          </a:xfrm>
          <a:custGeom>
            <a:avLst/>
            <a:gdLst/>
            <a:ahLst/>
            <a:cxnLst/>
            <a:rect l="0" t="0" r="0" b="0"/>
            <a:pathLst>
              <a:path h="17669">
                <a:moveTo>
                  <a:pt x="0" y="0"/>
                </a:moveTo>
                <a:lnTo>
                  <a:pt x="0" y="17669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60" name="pl60"/>
          <p:cNvSpPr/>
          <p:nvPr/>
        </p:nvSpPr>
        <p:spPr>
          <a:xfrm>
            <a:off x="3957741" y="4354080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61" name="pl61"/>
          <p:cNvSpPr/>
          <p:nvPr/>
        </p:nvSpPr>
        <p:spPr>
          <a:xfrm>
            <a:off x="4361362" y="459440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62" name="pl62"/>
          <p:cNvSpPr/>
          <p:nvPr/>
        </p:nvSpPr>
        <p:spPr>
          <a:xfrm>
            <a:off x="4401722" y="4594407"/>
            <a:ext cx="0" cy="9796"/>
          </a:xfrm>
          <a:custGeom>
            <a:avLst/>
            <a:gdLst/>
            <a:ahLst/>
            <a:cxnLst/>
            <a:rect l="0" t="0" r="0" b="0"/>
            <a:pathLst>
              <a:path h="7619">
                <a:moveTo>
                  <a:pt x="0" y="0"/>
                </a:moveTo>
                <a:lnTo>
                  <a:pt x="0" y="7619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63" name="pl63"/>
          <p:cNvSpPr/>
          <p:nvPr/>
        </p:nvSpPr>
        <p:spPr>
          <a:xfrm>
            <a:off x="4361362" y="460420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64" name="pl64"/>
          <p:cNvSpPr/>
          <p:nvPr/>
        </p:nvSpPr>
        <p:spPr>
          <a:xfrm>
            <a:off x="4764985" y="175670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65" name="pl65"/>
          <p:cNvSpPr/>
          <p:nvPr/>
        </p:nvSpPr>
        <p:spPr>
          <a:xfrm>
            <a:off x="4805345" y="1756707"/>
            <a:ext cx="0" cy="397"/>
          </a:xfrm>
          <a:custGeom>
            <a:avLst/>
            <a:gdLst/>
            <a:ahLst/>
            <a:cxnLst/>
            <a:rect l="0" t="0" r="0" b="0"/>
            <a:pathLst>
              <a:path h="309">
                <a:moveTo>
                  <a:pt x="0" y="0"/>
                </a:moveTo>
                <a:lnTo>
                  <a:pt x="0" y="309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66" name="pl66"/>
          <p:cNvSpPr/>
          <p:nvPr/>
        </p:nvSpPr>
        <p:spPr>
          <a:xfrm>
            <a:off x="4764985" y="175710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67" name="pl67"/>
          <p:cNvSpPr/>
          <p:nvPr/>
        </p:nvSpPr>
        <p:spPr>
          <a:xfrm>
            <a:off x="5168606" y="175670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68" name="pl68"/>
          <p:cNvSpPr/>
          <p:nvPr/>
        </p:nvSpPr>
        <p:spPr>
          <a:xfrm>
            <a:off x="5208966" y="1756705"/>
            <a:ext cx="0" cy="321"/>
          </a:xfrm>
          <a:custGeom>
            <a:avLst/>
            <a:gdLst/>
            <a:ahLst/>
            <a:cxnLst/>
            <a:rect l="0" t="0" r="0" b="0"/>
            <a:pathLst>
              <a:path h="250">
                <a:moveTo>
                  <a:pt x="0" y="0"/>
                </a:moveTo>
                <a:lnTo>
                  <a:pt x="0" y="25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69" name="pl69"/>
          <p:cNvSpPr/>
          <p:nvPr/>
        </p:nvSpPr>
        <p:spPr>
          <a:xfrm>
            <a:off x="5168606" y="1757028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70" name="pl70"/>
          <p:cNvSpPr/>
          <p:nvPr/>
        </p:nvSpPr>
        <p:spPr>
          <a:xfrm>
            <a:off x="5572229" y="1767961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71" name="pl71"/>
          <p:cNvSpPr/>
          <p:nvPr/>
        </p:nvSpPr>
        <p:spPr>
          <a:xfrm>
            <a:off x="5612589" y="1767961"/>
            <a:ext cx="0" cy="3047"/>
          </a:xfrm>
          <a:custGeom>
            <a:avLst/>
            <a:gdLst/>
            <a:ahLst/>
            <a:cxnLst/>
            <a:rect l="0" t="0" r="0" b="0"/>
            <a:pathLst>
              <a:path h="2370">
                <a:moveTo>
                  <a:pt x="0" y="0"/>
                </a:moveTo>
                <a:lnTo>
                  <a:pt x="0" y="237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72" name="pl72"/>
          <p:cNvSpPr/>
          <p:nvPr/>
        </p:nvSpPr>
        <p:spPr>
          <a:xfrm>
            <a:off x="5572229" y="1771009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73" name="pl73"/>
          <p:cNvSpPr/>
          <p:nvPr/>
        </p:nvSpPr>
        <p:spPr>
          <a:xfrm>
            <a:off x="5975852" y="4414833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74" name="pl74"/>
          <p:cNvSpPr/>
          <p:nvPr/>
        </p:nvSpPr>
        <p:spPr>
          <a:xfrm>
            <a:off x="6016212" y="4414833"/>
            <a:ext cx="0" cy="14352"/>
          </a:xfrm>
          <a:custGeom>
            <a:avLst/>
            <a:gdLst/>
            <a:ahLst/>
            <a:cxnLst/>
            <a:rect l="0" t="0" r="0" b="0"/>
            <a:pathLst>
              <a:path h="11162">
                <a:moveTo>
                  <a:pt x="0" y="0"/>
                </a:moveTo>
                <a:lnTo>
                  <a:pt x="0" y="11162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75" name="pl75"/>
          <p:cNvSpPr/>
          <p:nvPr/>
        </p:nvSpPr>
        <p:spPr>
          <a:xfrm>
            <a:off x="5975852" y="442918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76" name="pl76"/>
          <p:cNvSpPr/>
          <p:nvPr/>
        </p:nvSpPr>
        <p:spPr>
          <a:xfrm>
            <a:off x="6379473" y="3013723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77" name="pl77"/>
          <p:cNvSpPr/>
          <p:nvPr/>
        </p:nvSpPr>
        <p:spPr>
          <a:xfrm>
            <a:off x="6419833" y="3013722"/>
            <a:ext cx="0" cy="31383"/>
          </a:xfrm>
          <a:custGeom>
            <a:avLst/>
            <a:gdLst/>
            <a:ahLst/>
            <a:cxnLst/>
            <a:rect l="0" t="0" r="0" b="0"/>
            <a:pathLst>
              <a:path h="24408">
                <a:moveTo>
                  <a:pt x="0" y="0"/>
                </a:moveTo>
                <a:lnTo>
                  <a:pt x="0" y="24408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78" name="pl78"/>
          <p:cNvSpPr/>
          <p:nvPr/>
        </p:nvSpPr>
        <p:spPr>
          <a:xfrm>
            <a:off x="6379473" y="3045107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79" name="pl79"/>
          <p:cNvSpPr/>
          <p:nvPr/>
        </p:nvSpPr>
        <p:spPr>
          <a:xfrm>
            <a:off x="6783096" y="3322211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80" name="pl80"/>
          <p:cNvSpPr/>
          <p:nvPr/>
        </p:nvSpPr>
        <p:spPr>
          <a:xfrm>
            <a:off x="6823456" y="3322211"/>
            <a:ext cx="0" cy="22020"/>
          </a:xfrm>
          <a:custGeom>
            <a:avLst/>
            <a:gdLst/>
            <a:ahLst/>
            <a:cxnLst/>
            <a:rect l="0" t="0" r="0" b="0"/>
            <a:pathLst>
              <a:path h="17126">
                <a:moveTo>
                  <a:pt x="0" y="0"/>
                </a:moveTo>
                <a:lnTo>
                  <a:pt x="0" y="17126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81" name="pl81"/>
          <p:cNvSpPr/>
          <p:nvPr/>
        </p:nvSpPr>
        <p:spPr>
          <a:xfrm>
            <a:off x="6783096" y="3344231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82" name="pl82"/>
          <p:cNvSpPr/>
          <p:nvPr/>
        </p:nvSpPr>
        <p:spPr>
          <a:xfrm>
            <a:off x="7186719" y="434306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83" name="pl83"/>
          <p:cNvSpPr/>
          <p:nvPr/>
        </p:nvSpPr>
        <p:spPr>
          <a:xfrm>
            <a:off x="7227079" y="4343067"/>
            <a:ext cx="0" cy="15587"/>
          </a:xfrm>
          <a:custGeom>
            <a:avLst/>
            <a:gdLst/>
            <a:ahLst/>
            <a:cxnLst/>
            <a:rect l="0" t="0" r="0" b="0"/>
            <a:pathLst>
              <a:path h="12123">
                <a:moveTo>
                  <a:pt x="0" y="0"/>
                </a:moveTo>
                <a:lnTo>
                  <a:pt x="0" y="12123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84" name="pl84"/>
          <p:cNvSpPr/>
          <p:nvPr/>
        </p:nvSpPr>
        <p:spPr>
          <a:xfrm>
            <a:off x="7186719" y="435865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85" name="pl85"/>
          <p:cNvSpPr/>
          <p:nvPr/>
        </p:nvSpPr>
        <p:spPr>
          <a:xfrm>
            <a:off x="7590340" y="175670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86" name="pl86"/>
          <p:cNvSpPr/>
          <p:nvPr/>
        </p:nvSpPr>
        <p:spPr>
          <a:xfrm>
            <a:off x="7630700" y="1756705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87" name="pl87"/>
          <p:cNvSpPr/>
          <p:nvPr/>
        </p:nvSpPr>
        <p:spPr>
          <a:xfrm>
            <a:off x="7590340" y="175670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88" name="pl88"/>
          <p:cNvSpPr/>
          <p:nvPr/>
        </p:nvSpPr>
        <p:spPr>
          <a:xfrm>
            <a:off x="7993963" y="4406638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89" name="pl89"/>
          <p:cNvSpPr/>
          <p:nvPr/>
        </p:nvSpPr>
        <p:spPr>
          <a:xfrm>
            <a:off x="8034323" y="4406637"/>
            <a:ext cx="0" cy="13830"/>
          </a:xfrm>
          <a:custGeom>
            <a:avLst/>
            <a:gdLst/>
            <a:ahLst/>
            <a:cxnLst/>
            <a:rect l="0" t="0" r="0" b="0"/>
            <a:pathLst>
              <a:path h="10756">
                <a:moveTo>
                  <a:pt x="0" y="0"/>
                </a:moveTo>
                <a:lnTo>
                  <a:pt x="0" y="10756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90" name="pl90"/>
          <p:cNvSpPr/>
          <p:nvPr/>
        </p:nvSpPr>
        <p:spPr>
          <a:xfrm>
            <a:off x="7993963" y="4420467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91" name="pl91"/>
          <p:cNvSpPr/>
          <p:nvPr/>
        </p:nvSpPr>
        <p:spPr>
          <a:xfrm>
            <a:off x="8397584" y="2310717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92" name="pl92"/>
          <p:cNvSpPr/>
          <p:nvPr/>
        </p:nvSpPr>
        <p:spPr>
          <a:xfrm>
            <a:off x="8437944" y="2310719"/>
            <a:ext cx="0" cy="17485"/>
          </a:xfrm>
          <a:custGeom>
            <a:avLst/>
            <a:gdLst/>
            <a:ahLst/>
            <a:cxnLst/>
            <a:rect l="0" t="0" r="0" b="0"/>
            <a:pathLst>
              <a:path h="13599">
                <a:moveTo>
                  <a:pt x="0" y="0"/>
                </a:moveTo>
                <a:lnTo>
                  <a:pt x="0" y="13599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93" name="pl93"/>
          <p:cNvSpPr/>
          <p:nvPr/>
        </p:nvSpPr>
        <p:spPr>
          <a:xfrm>
            <a:off x="8397584" y="232820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94" name="pl94"/>
          <p:cNvSpPr/>
          <p:nvPr/>
        </p:nvSpPr>
        <p:spPr>
          <a:xfrm>
            <a:off x="8801207" y="1808464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95" name="pl95"/>
          <p:cNvSpPr/>
          <p:nvPr/>
        </p:nvSpPr>
        <p:spPr>
          <a:xfrm>
            <a:off x="8841567" y="1808466"/>
            <a:ext cx="0" cy="6001"/>
          </a:xfrm>
          <a:custGeom>
            <a:avLst/>
            <a:gdLst/>
            <a:ahLst/>
            <a:cxnLst/>
            <a:rect l="0" t="0" r="0" b="0"/>
            <a:pathLst>
              <a:path h="4667">
                <a:moveTo>
                  <a:pt x="0" y="0"/>
                </a:moveTo>
                <a:lnTo>
                  <a:pt x="0" y="4667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96" name="pl96"/>
          <p:cNvSpPr/>
          <p:nvPr/>
        </p:nvSpPr>
        <p:spPr>
          <a:xfrm>
            <a:off x="8801207" y="181446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97" name="pl97"/>
          <p:cNvSpPr/>
          <p:nvPr/>
        </p:nvSpPr>
        <p:spPr>
          <a:xfrm>
            <a:off x="9204830" y="176672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98" name="pl98"/>
          <p:cNvSpPr/>
          <p:nvPr/>
        </p:nvSpPr>
        <p:spPr>
          <a:xfrm>
            <a:off x="9245190" y="1766725"/>
            <a:ext cx="0" cy="2692"/>
          </a:xfrm>
          <a:custGeom>
            <a:avLst/>
            <a:gdLst/>
            <a:ahLst/>
            <a:cxnLst/>
            <a:rect l="0" t="0" r="0" b="0"/>
            <a:pathLst>
              <a:path h="2094">
                <a:moveTo>
                  <a:pt x="0" y="0"/>
                </a:moveTo>
                <a:lnTo>
                  <a:pt x="0" y="2094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99" name="pl99"/>
          <p:cNvSpPr/>
          <p:nvPr/>
        </p:nvSpPr>
        <p:spPr>
          <a:xfrm>
            <a:off x="9204830" y="1769417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00" name="pl100"/>
          <p:cNvSpPr/>
          <p:nvPr/>
        </p:nvSpPr>
        <p:spPr>
          <a:xfrm>
            <a:off x="9608451" y="176672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01" name="pl101"/>
          <p:cNvSpPr/>
          <p:nvPr/>
        </p:nvSpPr>
        <p:spPr>
          <a:xfrm>
            <a:off x="9648811" y="1766725"/>
            <a:ext cx="0" cy="2692"/>
          </a:xfrm>
          <a:custGeom>
            <a:avLst/>
            <a:gdLst/>
            <a:ahLst/>
            <a:cxnLst/>
            <a:rect l="0" t="0" r="0" b="0"/>
            <a:pathLst>
              <a:path h="2094">
                <a:moveTo>
                  <a:pt x="0" y="0"/>
                </a:moveTo>
                <a:lnTo>
                  <a:pt x="0" y="2094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02" name="pl102"/>
          <p:cNvSpPr/>
          <p:nvPr/>
        </p:nvSpPr>
        <p:spPr>
          <a:xfrm>
            <a:off x="9608451" y="1769417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03" name="pl103"/>
          <p:cNvSpPr/>
          <p:nvPr/>
        </p:nvSpPr>
        <p:spPr>
          <a:xfrm>
            <a:off x="10012074" y="197457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04" name="pl104"/>
          <p:cNvSpPr/>
          <p:nvPr/>
        </p:nvSpPr>
        <p:spPr>
          <a:xfrm>
            <a:off x="10052434" y="1974572"/>
            <a:ext cx="0" cy="22436"/>
          </a:xfrm>
          <a:custGeom>
            <a:avLst/>
            <a:gdLst/>
            <a:ahLst/>
            <a:cxnLst/>
            <a:rect l="0" t="0" r="0" b="0"/>
            <a:pathLst>
              <a:path h="17450">
                <a:moveTo>
                  <a:pt x="0" y="0"/>
                </a:moveTo>
                <a:lnTo>
                  <a:pt x="0" y="1745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05" name="pl105"/>
          <p:cNvSpPr/>
          <p:nvPr/>
        </p:nvSpPr>
        <p:spPr>
          <a:xfrm>
            <a:off x="10012074" y="1997009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06" name="pl106"/>
          <p:cNvSpPr/>
          <p:nvPr/>
        </p:nvSpPr>
        <p:spPr>
          <a:xfrm>
            <a:off x="10415697" y="4735693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07" name="pl107"/>
          <p:cNvSpPr/>
          <p:nvPr/>
        </p:nvSpPr>
        <p:spPr>
          <a:xfrm>
            <a:off x="10456057" y="4735695"/>
            <a:ext cx="0" cy="2197"/>
          </a:xfrm>
          <a:custGeom>
            <a:avLst/>
            <a:gdLst/>
            <a:ahLst/>
            <a:cxnLst/>
            <a:rect l="0" t="0" r="0" b="0"/>
            <a:pathLst>
              <a:path h="1709">
                <a:moveTo>
                  <a:pt x="0" y="0"/>
                </a:moveTo>
                <a:lnTo>
                  <a:pt x="0" y="1709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08" name="pl108"/>
          <p:cNvSpPr/>
          <p:nvPr/>
        </p:nvSpPr>
        <p:spPr>
          <a:xfrm>
            <a:off x="10415697" y="473789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09" name="pl109"/>
          <p:cNvSpPr/>
          <p:nvPr/>
        </p:nvSpPr>
        <p:spPr>
          <a:xfrm>
            <a:off x="10819318" y="4744337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10" name="pl110"/>
          <p:cNvSpPr/>
          <p:nvPr/>
        </p:nvSpPr>
        <p:spPr>
          <a:xfrm>
            <a:off x="10859678" y="4744337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11" name="pl111"/>
          <p:cNvSpPr/>
          <p:nvPr/>
        </p:nvSpPr>
        <p:spPr>
          <a:xfrm>
            <a:off x="10819318" y="4744337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12" name="pl112"/>
          <p:cNvSpPr/>
          <p:nvPr/>
        </p:nvSpPr>
        <p:spPr>
          <a:xfrm>
            <a:off x="11222941" y="4684373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13" name="pl113"/>
          <p:cNvSpPr/>
          <p:nvPr/>
        </p:nvSpPr>
        <p:spPr>
          <a:xfrm>
            <a:off x="11263301" y="4684372"/>
            <a:ext cx="0" cy="6046"/>
          </a:xfrm>
          <a:custGeom>
            <a:avLst/>
            <a:gdLst/>
            <a:ahLst/>
            <a:cxnLst/>
            <a:rect l="0" t="0" r="0" b="0"/>
            <a:pathLst>
              <a:path h="4702">
                <a:moveTo>
                  <a:pt x="0" y="0"/>
                </a:moveTo>
                <a:lnTo>
                  <a:pt x="0" y="4702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14" name="pl114"/>
          <p:cNvSpPr/>
          <p:nvPr/>
        </p:nvSpPr>
        <p:spPr>
          <a:xfrm>
            <a:off x="11222941" y="4690419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15" name="pl115"/>
          <p:cNvSpPr/>
          <p:nvPr/>
        </p:nvSpPr>
        <p:spPr>
          <a:xfrm>
            <a:off x="11626564" y="250309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16" name="pl116"/>
          <p:cNvSpPr/>
          <p:nvPr/>
        </p:nvSpPr>
        <p:spPr>
          <a:xfrm>
            <a:off x="11666922" y="2503092"/>
            <a:ext cx="0" cy="30007"/>
          </a:xfrm>
          <a:custGeom>
            <a:avLst/>
            <a:gdLst/>
            <a:ahLst/>
            <a:cxnLst/>
            <a:rect l="0" t="0" r="0" b="0"/>
            <a:pathLst>
              <a:path h="23338">
                <a:moveTo>
                  <a:pt x="0" y="0"/>
                </a:moveTo>
                <a:lnTo>
                  <a:pt x="0" y="23338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17" name="pl117"/>
          <p:cNvSpPr/>
          <p:nvPr/>
        </p:nvSpPr>
        <p:spPr>
          <a:xfrm>
            <a:off x="11626564" y="2533099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18" name="pl118"/>
          <p:cNvSpPr/>
          <p:nvPr/>
        </p:nvSpPr>
        <p:spPr>
          <a:xfrm>
            <a:off x="12030185" y="2595746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19" name="pl119"/>
          <p:cNvSpPr/>
          <p:nvPr/>
        </p:nvSpPr>
        <p:spPr>
          <a:xfrm>
            <a:off x="12070545" y="2595748"/>
            <a:ext cx="0" cy="38805"/>
          </a:xfrm>
          <a:custGeom>
            <a:avLst/>
            <a:gdLst/>
            <a:ahLst/>
            <a:cxnLst/>
            <a:rect l="0" t="0" r="0" b="0"/>
            <a:pathLst>
              <a:path h="30181">
                <a:moveTo>
                  <a:pt x="0" y="0"/>
                </a:moveTo>
                <a:lnTo>
                  <a:pt x="0" y="30181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20" name="pl120"/>
          <p:cNvSpPr/>
          <p:nvPr/>
        </p:nvSpPr>
        <p:spPr>
          <a:xfrm>
            <a:off x="12030185" y="263455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21" name="pl121"/>
          <p:cNvSpPr/>
          <p:nvPr/>
        </p:nvSpPr>
        <p:spPr>
          <a:xfrm>
            <a:off x="12433808" y="2331641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22" name="pl122"/>
          <p:cNvSpPr/>
          <p:nvPr/>
        </p:nvSpPr>
        <p:spPr>
          <a:xfrm>
            <a:off x="12474168" y="2331643"/>
            <a:ext cx="0" cy="43966"/>
          </a:xfrm>
          <a:custGeom>
            <a:avLst/>
            <a:gdLst/>
            <a:ahLst/>
            <a:cxnLst/>
            <a:rect l="0" t="0" r="0" b="0"/>
            <a:pathLst>
              <a:path h="34195">
                <a:moveTo>
                  <a:pt x="0" y="0"/>
                </a:moveTo>
                <a:lnTo>
                  <a:pt x="0" y="34195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23" name="pl123"/>
          <p:cNvSpPr/>
          <p:nvPr/>
        </p:nvSpPr>
        <p:spPr>
          <a:xfrm>
            <a:off x="12433808" y="2375607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24" name="pl124"/>
          <p:cNvSpPr/>
          <p:nvPr/>
        </p:nvSpPr>
        <p:spPr>
          <a:xfrm>
            <a:off x="12837429" y="2224046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25" name="pl125"/>
          <p:cNvSpPr/>
          <p:nvPr/>
        </p:nvSpPr>
        <p:spPr>
          <a:xfrm>
            <a:off x="12877789" y="2224046"/>
            <a:ext cx="0" cy="17589"/>
          </a:xfrm>
          <a:custGeom>
            <a:avLst/>
            <a:gdLst/>
            <a:ahLst/>
            <a:cxnLst/>
            <a:rect l="0" t="0" r="0" b="0"/>
            <a:pathLst>
              <a:path h="13680">
                <a:moveTo>
                  <a:pt x="0" y="0"/>
                </a:moveTo>
                <a:lnTo>
                  <a:pt x="0" y="1368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26" name="pl126"/>
          <p:cNvSpPr/>
          <p:nvPr/>
        </p:nvSpPr>
        <p:spPr>
          <a:xfrm>
            <a:off x="12837429" y="224163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27" name="pl127"/>
          <p:cNvSpPr/>
          <p:nvPr/>
        </p:nvSpPr>
        <p:spPr>
          <a:xfrm>
            <a:off x="13241052" y="2228848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28" name="pl128"/>
          <p:cNvSpPr/>
          <p:nvPr/>
        </p:nvSpPr>
        <p:spPr>
          <a:xfrm>
            <a:off x="13281412" y="2228848"/>
            <a:ext cx="0" cy="24339"/>
          </a:xfrm>
          <a:custGeom>
            <a:avLst/>
            <a:gdLst/>
            <a:ahLst/>
            <a:cxnLst/>
            <a:rect l="0" t="0" r="0" b="0"/>
            <a:pathLst>
              <a:path h="18930">
                <a:moveTo>
                  <a:pt x="0" y="0"/>
                </a:moveTo>
                <a:lnTo>
                  <a:pt x="0" y="1893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29" name="pl129"/>
          <p:cNvSpPr/>
          <p:nvPr/>
        </p:nvSpPr>
        <p:spPr>
          <a:xfrm>
            <a:off x="13241052" y="2253189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30" name="pl130"/>
          <p:cNvSpPr/>
          <p:nvPr/>
        </p:nvSpPr>
        <p:spPr>
          <a:xfrm>
            <a:off x="13644675" y="3185567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31" name="pl131"/>
          <p:cNvSpPr/>
          <p:nvPr/>
        </p:nvSpPr>
        <p:spPr>
          <a:xfrm>
            <a:off x="13685035" y="3185567"/>
            <a:ext cx="0" cy="21883"/>
          </a:xfrm>
          <a:custGeom>
            <a:avLst/>
            <a:gdLst/>
            <a:ahLst/>
            <a:cxnLst/>
            <a:rect l="0" t="0" r="0" b="0"/>
            <a:pathLst>
              <a:path h="17020">
                <a:moveTo>
                  <a:pt x="0" y="0"/>
                </a:moveTo>
                <a:lnTo>
                  <a:pt x="0" y="1702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32" name="pl132"/>
          <p:cNvSpPr/>
          <p:nvPr/>
        </p:nvSpPr>
        <p:spPr>
          <a:xfrm>
            <a:off x="13644675" y="3207451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33" name="pl133"/>
          <p:cNvSpPr/>
          <p:nvPr/>
        </p:nvSpPr>
        <p:spPr>
          <a:xfrm>
            <a:off x="3009225" y="1756707"/>
            <a:ext cx="0" cy="2987632"/>
          </a:xfrm>
          <a:custGeom>
            <a:avLst/>
            <a:gdLst/>
            <a:ahLst/>
            <a:cxnLst/>
            <a:rect l="0" t="0" r="0" b="0"/>
            <a:pathLst>
              <a:path h="2323649">
                <a:moveTo>
                  <a:pt x="0" y="232364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34" name="tx134"/>
          <p:cNvSpPr/>
          <p:nvPr/>
        </p:nvSpPr>
        <p:spPr>
          <a:xfrm>
            <a:off x="2801560" y="4659058"/>
            <a:ext cx="12713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35" name="tx135"/>
          <p:cNvSpPr/>
          <p:nvPr/>
        </p:nvSpPr>
        <p:spPr>
          <a:xfrm>
            <a:off x="2674422" y="4360294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36" name="tx136"/>
          <p:cNvSpPr/>
          <p:nvPr/>
        </p:nvSpPr>
        <p:spPr>
          <a:xfrm>
            <a:off x="2674422" y="4061531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137" name="tx137"/>
          <p:cNvSpPr/>
          <p:nvPr/>
        </p:nvSpPr>
        <p:spPr>
          <a:xfrm>
            <a:off x="2674422" y="3762655"/>
            <a:ext cx="254279" cy="16721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138" name="tx138"/>
          <p:cNvSpPr/>
          <p:nvPr/>
        </p:nvSpPr>
        <p:spPr>
          <a:xfrm>
            <a:off x="2674422" y="3464004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139" name="tx139"/>
          <p:cNvSpPr/>
          <p:nvPr/>
        </p:nvSpPr>
        <p:spPr>
          <a:xfrm>
            <a:off x="2674422" y="3165241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140" name="tx140"/>
          <p:cNvSpPr/>
          <p:nvPr/>
        </p:nvSpPr>
        <p:spPr>
          <a:xfrm>
            <a:off x="2674422" y="2866477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60</a:t>
            </a:r>
          </a:p>
        </p:txBody>
      </p:sp>
      <p:sp>
        <p:nvSpPr>
          <p:cNvPr id="141" name="tx141"/>
          <p:cNvSpPr/>
          <p:nvPr/>
        </p:nvSpPr>
        <p:spPr>
          <a:xfrm>
            <a:off x="2674422" y="2567714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70</a:t>
            </a:r>
          </a:p>
        </p:txBody>
      </p:sp>
      <p:sp>
        <p:nvSpPr>
          <p:cNvPr id="142" name="tx142"/>
          <p:cNvSpPr/>
          <p:nvPr/>
        </p:nvSpPr>
        <p:spPr>
          <a:xfrm>
            <a:off x="2674422" y="2268951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80</a:t>
            </a:r>
          </a:p>
        </p:txBody>
      </p:sp>
      <p:sp>
        <p:nvSpPr>
          <p:cNvPr id="143" name="tx143"/>
          <p:cNvSpPr/>
          <p:nvPr/>
        </p:nvSpPr>
        <p:spPr>
          <a:xfrm>
            <a:off x="2674422" y="1970187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90</a:t>
            </a:r>
          </a:p>
        </p:txBody>
      </p:sp>
      <p:sp>
        <p:nvSpPr>
          <p:cNvPr id="144" name="tx144"/>
          <p:cNvSpPr/>
          <p:nvPr/>
        </p:nvSpPr>
        <p:spPr>
          <a:xfrm>
            <a:off x="2547282" y="1671424"/>
            <a:ext cx="38141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100</a:t>
            </a:r>
          </a:p>
        </p:txBody>
      </p:sp>
      <p:sp>
        <p:nvSpPr>
          <p:cNvPr id="145" name="pl145"/>
          <p:cNvSpPr/>
          <p:nvPr/>
        </p:nvSpPr>
        <p:spPr>
          <a:xfrm>
            <a:off x="2964489" y="4744337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46" name="pl146"/>
          <p:cNvSpPr/>
          <p:nvPr/>
        </p:nvSpPr>
        <p:spPr>
          <a:xfrm>
            <a:off x="2964489" y="4445574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47" name="pl147"/>
          <p:cNvSpPr/>
          <p:nvPr/>
        </p:nvSpPr>
        <p:spPr>
          <a:xfrm>
            <a:off x="2964489" y="4146811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48" name="pl148"/>
          <p:cNvSpPr/>
          <p:nvPr/>
        </p:nvSpPr>
        <p:spPr>
          <a:xfrm>
            <a:off x="2964489" y="3848049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49" name="pl149"/>
          <p:cNvSpPr/>
          <p:nvPr/>
        </p:nvSpPr>
        <p:spPr>
          <a:xfrm>
            <a:off x="2964489" y="3549285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50" name="pl150"/>
          <p:cNvSpPr/>
          <p:nvPr/>
        </p:nvSpPr>
        <p:spPr>
          <a:xfrm>
            <a:off x="2964489" y="3250522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51" name="pl151"/>
          <p:cNvSpPr/>
          <p:nvPr/>
        </p:nvSpPr>
        <p:spPr>
          <a:xfrm>
            <a:off x="2964489" y="2951759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52" name="pl152"/>
          <p:cNvSpPr/>
          <p:nvPr/>
        </p:nvSpPr>
        <p:spPr>
          <a:xfrm>
            <a:off x="2964489" y="2652995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53" name="pl153"/>
          <p:cNvSpPr/>
          <p:nvPr/>
        </p:nvSpPr>
        <p:spPr>
          <a:xfrm>
            <a:off x="2964489" y="2354232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54" name="pl154"/>
          <p:cNvSpPr/>
          <p:nvPr/>
        </p:nvSpPr>
        <p:spPr>
          <a:xfrm>
            <a:off x="2964489" y="2055468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55" name="pl155"/>
          <p:cNvSpPr/>
          <p:nvPr/>
        </p:nvSpPr>
        <p:spPr>
          <a:xfrm>
            <a:off x="2964489" y="1756705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56" name="pl156"/>
          <p:cNvSpPr/>
          <p:nvPr/>
        </p:nvSpPr>
        <p:spPr>
          <a:xfrm>
            <a:off x="3009225" y="4744337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57" name="pl157"/>
          <p:cNvSpPr/>
          <p:nvPr/>
        </p:nvSpPr>
        <p:spPr>
          <a:xfrm>
            <a:off x="3190855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58" name="pl158"/>
          <p:cNvSpPr/>
          <p:nvPr/>
        </p:nvSpPr>
        <p:spPr>
          <a:xfrm>
            <a:off x="3594478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59" name="pl159"/>
          <p:cNvSpPr/>
          <p:nvPr/>
        </p:nvSpPr>
        <p:spPr>
          <a:xfrm>
            <a:off x="3998101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60" name="pl160"/>
          <p:cNvSpPr/>
          <p:nvPr/>
        </p:nvSpPr>
        <p:spPr>
          <a:xfrm>
            <a:off x="4401722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61" name="pl161"/>
          <p:cNvSpPr/>
          <p:nvPr/>
        </p:nvSpPr>
        <p:spPr>
          <a:xfrm>
            <a:off x="4805345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62" name="pl162"/>
          <p:cNvSpPr/>
          <p:nvPr/>
        </p:nvSpPr>
        <p:spPr>
          <a:xfrm>
            <a:off x="5208966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63" name="pl163"/>
          <p:cNvSpPr/>
          <p:nvPr/>
        </p:nvSpPr>
        <p:spPr>
          <a:xfrm>
            <a:off x="5612589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64" name="pl164"/>
          <p:cNvSpPr/>
          <p:nvPr/>
        </p:nvSpPr>
        <p:spPr>
          <a:xfrm>
            <a:off x="6016212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65" name="pl165"/>
          <p:cNvSpPr/>
          <p:nvPr/>
        </p:nvSpPr>
        <p:spPr>
          <a:xfrm>
            <a:off x="6419833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66" name="pl166"/>
          <p:cNvSpPr/>
          <p:nvPr/>
        </p:nvSpPr>
        <p:spPr>
          <a:xfrm>
            <a:off x="6823456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67" name="pl167"/>
          <p:cNvSpPr/>
          <p:nvPr/>
        </p:nvSpPr>
        <p:spPr>
          <a:xfrm>
            <a:off x="7227079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68" name="pl168"/>
          <p:cNvSpPr/>
          <p:nvPr/>
        </p:nvSpPr>
        <p:spPr>
          <a:xfrm>
            <a:off x="7630700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69" name="pl169"/>
          <p:cNvSpPr/>
          <p:nvPr/>
        </p:nvSpPr>
        <p:spPr>
          <a:xfrm>
            <a:off x="8034323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70" name="pl170"/>
          <p:cNvSpPr/>
          <p:nvPr/>
        </p:nvSpPr>
        <p:spPr>
          <a:xfrm>
            <a:off x="8437944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71" name="pl171"/>
          <p:cNvSpPr/>
          <p:nvPr/>
        </p:nvSpPr>
        <p:spPr>
          <a:xfrm>
            <a:off x="8841567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72" name="pl172"/>
          <p:cNvSpPr/>
          <p:nvPr/>
        </p:nvSpPr>
        <p:spPr>
          <a:xfrm>
            <a:off x="9245190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73" name="pl173"/>
          <p:cNvSpPr/>
          <p:nvPr/>
        </p:nvSpPr>
        <p:spPr>
          <a:xfrm>
            <a:off x="9648811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74" name="pl174"/>
          <p:cNvSpPr/>
          <p:nvPr/>
        </p:nvSpPr>
        <p:spPr>
          <a:xfrm>
            <a:off x="10052434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75" name="pl175"/>
          <p:cNvSpPr/>
          <p:nvPr/>
        </p:nvSpPr>
        <p:spPr>
          <a:xfrm>
            <a:off x="10456057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76" name="pl176"/>
          <p:cNvSpPr/>
          <p:nvPr/>
        </p:nvSpPr>
        <p:spPr>
          <a:xfrm>
            <a:off x="10859678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77" name="pl177"/>
          <p:cNvSpPr/>
          <p:nvPr/>
        </p:nvSpPr>
        <p:spPr>
          <a:xfrm>
            <a:off x="11263301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78" name="pl178"/>
          <p:cNvSpPr/>
          <p:nvPr/>
        </p:nvSpPr>
        <p:spPr>
          <a:xfrm>
            <a:off x="11666922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79" name="pl179"/>
          <p:cNvSpPr/>
          <p:nvPr/>
        </p:nvSpPr>
        <p:spPr>
          <a:xfrm>
            <a:off x="12070545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80" name="pl180"/>
          <p:cNvSpPr/>
          <p:nvPr/>
        </p:nvSpPr>
        <p:spPr>
          <a:xfrm>
            <a:off x="12474168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81" name="pl181"/>
          <p:cNvSpPr/>
          <p:nvPr/>
        </p:nvSpPr>
        <p:spPr>
          <a:xfrm>
            <a:off x="12877789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82" name="pl182"/>
          <p:cNvSpPr/>
          <p:nvPr/>
        </p:nvSpPr>
        <p:spPr>
          <a:xfrm>
            <a:off x="13281412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83" name="pl183"/>
          <p:cNvSpPr/>
          <p:nvPr/>
        </p:nvSpPr>
        <p:spPr>
          <a:xfrm>
            <a:off x="13685035" y="474433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184" name="tx184"/>
          <p:cNvSpPr/>
          <p:nvPr/>
        </p:nvSpPr>
        <p:spPr>
          <a:xfrm rot="16200000">
            <a:off x="2906740" y="4978069"/>
            <a:ext cx="470048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AKN</a:t>
            </a:r>
          </a:p>
        </p:txBody>
      </p:sp>
      <p:sp>
        <p:nvSpPr>
          <p:cNvPr id="185" name="tx185"/>
          <p:cNvSpPr/>
          <p:nvPr/>
        </p:nvSpPr>
        <p:spPr>
          <a:xfrm rot="16200000">
            <a:off x="3294903" y="4987949"/>
            <a:ext cx="495388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GEN</a:t>
            </a:r>
          </a:p>
        </p:txBody>
      </p:sp>
      <p:sp>
        <p:nvSpPr>
          <p:cNvPr id="186" name="tx186"/>
          <p:cNvSpPr/>
          <p:nvPr/>
        </p:nvSpPr>
        <p:spPr>
          <a:xfrm rot="16200000">
            <a:off x="3711194" y="4975167"/>
            <a:ext cx="469938" cy="1693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TOB</a:t>
            </a:r>
          </a:p>
        </p:txBody>
      </p:sp>
      <p:sp>
        <p:nvSpPr>
          <p:cNvPr id="187" name="tx187"/>
          <p:cNvSpPr/>
          <p:nvPr/>
        </p:nvSpPr>
        <p:spPr>
          <a:xfrm rot="16200000">
            <a:off x="4114817" y="4975167"/>
            <a:ext cx="469938" cy="1693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FOS</a:t>
            </a:r>
          </a:p>
        </p:txBody>
      </p:sp>
      <p:sp>
        <p:nvSpPr>
          <p:cNvPr id="188" name="tx188"/>
          <p:cNvSpPr/>
          <p:nvPr/>
        </p:nvSpPr>
        <p:spPr>
          <a:xfrm rot="16200000">
            <a:off x="4508560" y="4990739"/>
            <a:ext cx="495388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AMP</a:t>
            </a:r>
          </a:p>
        </p:txBody>
      </p:sp>
      <p:sp>
        <p:nvSpPr>
          <p:cNvPr id="189" name="tx189"/>
          <p:cNvSpPr/>
          <p:nvPr/>
        </p:nvSpPr>
        <p:spPr>
          <a:xfrm rot="16200000">
            <a:off x="4912183" y="4990739"/>
            <a:ext cx="495388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AMX</a:t>
            </a:r>
          </a:p>
        </p:txBody>
      </p:sp>
      <p:sp>
        <p:nvSpPr>
          <p:cNvPr id="190" name="tx190"/>
          <p:cNvSpPr/>
          <p:nvPr/>
        </p:nvSpPr>
        <p:spPr>
          <a:xfrm rot="16200000">
            <a:off x="5376584" y="4924379"/>
            <a:ext cx="368248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TIC</a:t>
            </a:r>
          </a:p>
        </p:txBody>
      </p:sp>
      <p:sp>
        <p:nvSpPr>
          <p:cNvPr id="191" name="tx191"/>
          <p:cNvSpPr/>
          <p:nvPr/>
        </p:nvSpPr>
        <p:spPr>
          <a:xfrm rot="16200000">
            <a:off x="5710330" y="4994256"/>
            <a:ext cx="508001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MEC</a:t>
            </a:r>
          </a:p>
        </p:txBody>
      </p:sp>
      <p:sp>
        <p:nvSpPr>
          <p:cNvPr id="192" name="tx192"/>
          <p:cNvSpPr/>
          <p:nvPr/>
        </p:nvSpPr>
        <p:spPr>
          <a:xfrm rot="16200000">
            <a:off x="6129468" y="4984320"/>
            <a:ext cx="482551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TEM</a:t>
            </a:r>
          </a:p>
        </p:txBody>
      </p:sp>
      <p:sp>
        <p:nvSpPr>
          <p:cNvPr id="193" name="tx193"/>
          <p:cNvSpPr/>
          <p:nvPr/>
        </p:nvSpPr>
        <p:spPr>
          <a:xfrm rot="16200000">
            <a:off x="6517574" y="4994256"/>
            <a:ext cx="508001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AMC</a:t>
            </a:r>
          </a:p>
        </p:txBody>
      </p:sp>
      <p:sp>
        <p:nvSpPr>
          <p:cNvPr id="194" name="tx194"/>
          <p:cNvSpPr/>
          <p:nvPr/>
        </p:nvSpPr>
        <p:spPr>
          <a:xfrm rot="16200000">
            <a:off x="6962107" y="4958925"/>
            <a:ext cx="431761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TZP</a:t>
            </a:r>
          </a:p>
        </p:txBody>
      </p:sp>
      <p:sp>
        <p:nvSpPr>
          <p:cNvPr id="195" name="tx195"/>
          <p:cNvSpPr/>
          <p:nvPr/>
        </p:nvSpPr>
        <p:spPr>
          <a:xfrm rot="16200000">
            <a:off x="7324818" y="4994256"/>
            <a:ext cx="508001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CXM</a:t>
            </a:r>
          </a:p>
        </p:txBody>
      </p:sp>
      <p:sp>
        <p:nvSpPr>
          <p:cNvPr id="196" name="tx196"/>
          <p:cNvSpPr/>
          <p:nvPr/>
        </p:nvSpPr>
        <p:spPr>
          <a:xfrm rot="16200000">
            <a:off x="7747417" y="4975167"/>
            <a:ext cx="469938" cy="1693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FOX</a:t>
            </a:r>
          </a:p>
        </p:txBody>
      </p:sp>
      <p:sp>
        <p:nvSpPr>
          <p:cNvPr id="197" name="tx197"/>
          <p:cNvSpPr/>
          <p:nvPr/>
        </p:nvSpPr>
        <p:spPr>
          <a:xfrm rot="16200000">
            <a:off x="8157455" y="4968862"/>
            <a:ext cx="457213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CAZ</a:t>
            </a:r>
          </a:p>
        </p:txBody>
      </p:sp>
      <p:sp>
        <p:nvSpPr>
          <p:cNvPr id="198" name="tx198"/>
          <p:cNvSpPr/>
          <p:nvPr/>
        </p:nvSpPr>
        <p:spPr>
          <a:xfrm rot="16200000">
            <a:off x="8542104" y="4987838"/>
            <a:ext cx="495164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CFM</a:t>
            </a:r>
          </a:p>
        </p:txBody>
      </p:sp>
      <p:sp>
        <p:nvSpPr>
          <p:cNvPr id="199" name="tx199"/>
          <p:cNvSpPr/>
          <p:nvPr/>
        </p:nvSpPr>
        <p:spPr>
          <a:xfrm rot="16200000">
            <a:off x="8939252" y="4994199"/>
            <a:ext cx="508001" cy="1693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CRO</a:t>
            </a:r>
          </a:p>
        </p:txBody>
      </p:sp>
      <p:sp>
        <p:nvSpPr>
          <p:cNvPr id="200" name="tx200"/>
          <p:cNvSpPr/>
          <p:nvPr/>
        </p:nvSpPr>
        <p:spPr>
          <a:xfrm rot="16200000">
            <a:off x="9368322" y="4968862"/>
            <a:ext cx="457213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CTX</a:t>
            </a:r>
          </a:p>
        </p:txBody>
      </p:sp>
      <p:sp>
        <p:nvSpPr>
          <p:cNvPr id="201" name="tx201"/>
          <p:cNvSpPr/>
          <p:nvPr/>
        </p:nvSpPr>
        <p:spPr>
          <a:xfrm rot="16200000">
            <a:off x="9781044" y="4965344"/>
            <a:ext cx="444598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FEP</a:t>
            </a:r>
          </a:p>
        </p:txBody>
      </p:sp>
      <p:sp>
        <p:nvSpPr>
          <p:cNvPr id="202" name="tx202"/>
          <p:cNvSpPr/>
          <p:nvPr/>
        </p:nvSpPr>
        <p:spPr>
          <a:xfrm rot="16200000">
            <a:off x="10178358" y="4971650"/>
            <a:ext cx="457213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ERT</a:t>
            </a:r>
          </a:p>
        </p:txBody>
      </p:sp>
      <p:sp>
        <p:nvSpPr>
          <p:cNvPr id="203" name="tx203"/>
          <p:cNvSpPr/>
          <p:nvPr/>
        </p:nvSpPr>
        <p:spPr>
          <a:xfrm rot="16200000">
            <a:off x="10607374" y="4946256"/>
            <a:ext cx="406423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IMP</a:t>
            </a:r>
          </a:p>
        </p:txBody>
      </p:sp>
      <p:sp>
        <p:nvSpPr>
          <p:cNvPr id="204" name="tx204"/>
          <p:cNvSpPr/>
          <p:nvPr/>
        </p:nvSpPr>
        <p:spPr>
          <a:xfrm rot="16200000">
            <a:off x="10977900" y="4976564"/>
            <a:ext cx="469826" cy="1664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FUR</a:t>
            </a:r>
          </a:p>
        </p:txBody>
      </p:sp>
      <p:sp>
        <p:nvSpPr>
          <p:cNvPr id="205" name="tx205"/>
          <p:cNvSpPr/>
          <p:nvPr/>
        </p:nvSpPr>
        <p:spPr>
          <a:xfrm rot="16200000">
            <a:off x="11424500" y="4930798"/>
            <a:ext cx="381085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CIP</a:t>
            </a:r>
          </a:p>
        </p:txBody>
      </p:sp>
      <p:sp>
        <p:nvSpPr>
          <p:cNvPr id="206" name="tx206"/>
          <p:cNvSpPr/>
          <p:nvPr/>
        </p:nvSpPr>
        <p:spPr>
          <a:xfrm rot="16200000">
            <a:off x="11805404" y="4959092"/>
            <a:ext cx="432097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LEV</a:t>
            </a:r>
          </a:p>
        </p:txBody>
      </p:sp>
      <p:sp>
        <p:nvSpPr>
          <p:cNvPr id="207" name="tx207"/>
          <p:cNvSpPr/>
          <p:nvPr/>
        </p:nvSpPr>
        <p:spPr>
          <a:xfrm rot="16200000">
            <a:off x="12168230" y="4994199"/>
            <a:ext cx="508001" cy="1693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NOR</a:t>
            </a:r>
          </a:p>
        </p:txBody>
      </p:sp>
      <p:sp>
        <p:nvSpPr>
          <p:cNvPr id="208" name="tx208"/>
          <p:cNvSpPr/>
          <p:nvPr/>
        </p:nvSpPr>
        <p:spPr>
          <a:xfrm rot="16200000">
            <a:off x="12603554" y="4962497"/>
            <a:ext cx="444598" cy="1693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OFL</a:t>
            </a:r>
          </a:p>
        </p:txBody>
      </p:sp>
      <p:sp>
        <p:nvSpPr>
          <p:cNvPr id="209" name="tx209"/>
          <p:cNvSpPr/>
          <p:nvPr/>
        </p:nvSpPr>
        <p:spPr>
          <a:xfrm rot="16200000">
            <a:off x="13009965" y="4965399"/>
            <a:ext cx="444710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NAL</a:t>
            </a:r>
          </a:p>
        </p:txBody>
      </p:sp>
      <p:sp>
        <p:nvSpPr>
          <p:cNvPr id="210" name="tx210"/>
          <p:cNvSpPr/>
          <p:nvPr/>
        </p:nvSpPr>
        <p:spPr>
          <a:xfrm rot="16200000">
            <a:off x="13404544" y="4968862"/>
            <a:ext cx="457213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TSU</a:t>
            </a:r>
          </a:p>
        </p:txBody>
      </p:sp>
      <p:sp>
        <p:nvSpPr>
          <p:cNvPr id="211" name="tx211"/>
          <p:cNvSpPr/>
          <p:nvPr/>
        </p:nvSpPr>
        <p:spPr>
          <a:xfrm rot="16200000">
            <a:off x="1296932" y="3143252"/>
            <a:ext cx="2096303" cy="2145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Resistance Rate (%)</a:t>
            </a:r>
          </a:p>
        </p:txBody>
      </p:sp>
      <p:sp>
        <p:nvSpPr>
          <p:cNvPr id="212" name="tx212"/>
          <p:cNvSpPr/>
          <p:nvPr/>
        </p:nvSpPr>
        <p:spPr>
          <a:xfrm>
            <a:off x="2281785" y="1353957"/>
            <a:ext cx="165092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213" name="pl213"/>
          <p:cNvSpPr/>
          <p:nvPr/>
        </p:nvSpPr>
        <p:spPr>
          <a:xfrm>
            <a:off x="3031755" y="9623607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14" name="pl214"/>
          <p:cNvSpPr/>
          <p:nvPr/>
        </p:nvSpPr>
        <p:spPr>
          <a:xfrm>
            <a:off x="3031755" y="9324843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15" name="pl215"/>
          <p:cNvSpPr/>
          <p:nvPr/>
        </p:nvSpPr>
        <p:spPr>
          <a:xfrm>
            <a:off x="3031755" y="9026080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16" name="pl216"/>
          <p:cNvSpPr/>
          <p:nvPr/>
        </p:nvSpPr>
        <p:spPr>
          <a:xfrm>
            <a:off x="3031755" y="8727317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17" name="pl217"/>
          <p:cNvSpPr/>
          <p:nvPr/>
        </p:nvSpPr>
        <p:spPr>
          <a:xfrm>
            <a:off x="3031755" y="8428553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18" name="pl218"/>
          <p:cNvSpPr/>
          <p:nvPr/>
        </p:nvSpPr>
        <p:spPr>
          <a:xfrm>
            <a:off x="3031755" y="8129790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19" name="pl219"/>
          <p:cNvSpPr/>
          <p:nvPr/>
        </p:nvSpPr>
        <p:spPr>
          <a:xfrm>
            <a:off x="3031755" y="7831027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20" name="pl220"/>
          <p:cNvSpPr/>
          <p:nvPr/>
        </p:nvSpPr>
        <p:spPr>
          <a:xfrm>
            <a:off x="3031755" y="7532263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21" name="pl221"/>
          <p:cNvSpPr/>
          <p:nvPr/>
        </p:nvSpPr>
        <p:spPr>
          <a:xfrm>
            <a:off x="3031755" y="7233500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22" name="pl222"/>
          <p:cNvSpPr/>
          <p:nvPr/>
        </p:nvSpPr>
        <p:spPr>
          <a:xfrm>
            <a:off x="3031755" y="6934736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6775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23" name="pl223"/>
          <p:cNvSpPr/>
          <p:nvPr/>
        </p:nvSpPr>
        <p:spPr>
          <a:xfrm>
            <a:off x="3031755" y="9772988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24" name="pl224"/>
          <p:cNvSpPr/>
          <p:nvPr/>
        </p:nvSpPr>
        <p:spPr>
          <a:xfrm>
            <a:off x="3031755" y="9474224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25" name="pl225"/>
          <p:cNvSpPr/>
          <p:nvPr/>
        </p:nvSpPr>
        <p:spPr>
          <a:xfrm>
            <a:off x="3031755" y="9175461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26" name="pl226"/>
          <p:cNvSpPr/>
          <p:nvPr/>
        </p:nvSpPr>
        <p:spPr>
          <a:xfrm>
            <a:off x="3031755" y="8876699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27" name="pl227"/>
          <p:cNvSpPr/>
          <p:nvPr/>
        </p:nvSpPr>
        <p:spPr>
          <a:xfrm>
            <a:off x="3031755" y="8577936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28" name="pl228"/>
          <p:cNvSpPr/>
          <p:nvPr/>
        </p:nvSpPr>
        <p:spPr>
          <a:xfrm>
            <a:off x="3031755" y="8279172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29" name="pl229"/>
          <p:cNvSpPr/>
          <p:nvPr/>
        </p:nvSpPr>
        <p:spPr>
          <a:xfrm>
            <a:off x="3031755" y="7980409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30" name="pl230"/>
          <p:cNvSpPr/>
          <p:nvPr/>
        </p:nvSpPr>
        <p:spPr>
          <a:xfrm>
            <a:off x="3031755" y="7681646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31" name="pl231"/>
          <p:cNvSpPr/>
          <p:nvPr/>
        </p:nvSpPr>
        <p:spPr>
          <a:xfrm>
            <a:off x="3031755" y="7382882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32" name="pl232"/>
          <p:cNvSpPr/>
          <p:nvPr/>
        </p:nvSpPr>
        <p:spPr>
          <a:xfrm>
            <a:off x="3031755" y="7084119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33" name="pl233"/>
          <p:cNvSpPr/>
          <p:nvPr/>
        </p:nvSpPr>
        <p:spPr>
          <a:xfrm>
            <a:off x="3031755" y="6785355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  <a:lnTo>
                  <a:pt x="8444438" y="0"/>
                </a:lnTo>
              </a:path>
            </a:pathLst>
          </a:custGeom>
          <a:ln w="13550" cap="flat">
            <a:solidFill>
              <a:srgbClr val="BEBEBE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34" name="rc234"/>
          <p:cNvSpPr/>
          <p:nvPr/>
        </p:nvSpPr>
        <p:spPr>
          <a:xfrm>
            <a:off x="3031757" y="9765327"/>
            <a:ext cx="363259" cy="7662"/>
          </a:xfrm>
          <a:prstGeom prst="rect">
            <a:avLst/>
          </a:prstGeom>
          <a:solidFill>
            <a:srgbClr val="23C997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35" name="rc235"/>
          <p:cNvSpPr/>
          <p:nvPr/>
        </p:nvSpPr>
        <p:spPr>
          <a:xfrm>
            <a:off x="3435380" y="9675091"/>
            <a:ext cx="363259" cy="97897"/>
          </a:xfrm>
          <a:prstGeom prst="rect">
            <a:avLst/>
          </a:prstGeom>
          <a:solidFill>
            <a:srgbClr val="23C997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36" name="rc236"/>
          <p:cNvSpPr/>
          <p:nvPr/>
        </p:nvSpPr>
        <p:spPr>
          <a:xfrm>
            <a:off x="3839003" y="9734290"/>
            <a:ext cx="363259" cy="38700"/>
          </a:xfrm>
          <a:prstGeom prst="rect">
            <a:avLst/>
          </a:prstGeom>
          <a:solidFill>
            <a:srgbClr val="23C997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37" name="rc237"/>
          <p:cNvSpPr/>
          <p:nvPr/>
        </p:nvSpPr>
        <p:spPr>
          <a:xfrm>
            <a:off x="4242624" y="9723030"/>
            <a:ext cx="363259" cy="49960"/>
          </a:xfrm>
          <a:prstGeom prst="rect">
            <a:avLst/>
          </a:prstGeom>
          <a:solidFill>
            <a:srgbClr val="DCB702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38" name="rc238"/>
          <p:cNvSpPr/>
          <p:nvPr/>
        </p:nvSpPr>
        <p:spPr>
          <a:xfrm>
            <a:off x="4646247" y="8523229"/>
            <a:ext cx="363259" cy="1249761"/>
          </a:xfrm>
          <a:prstGeom prst="rect">
            <a:avLst/>
          </a:prstGeom>
          <a:solidFill>
            <a:srgbClr val="73C5FF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39" name="rc239"/>
          <p:cNvSpPr/>
          <p:nvPr/>
        </p:nvSpPr>
        <p:spPr>
          <a:xfrm>
            <a:off x="5049870" y="8509453"/>
            <a:ext cx="363259" cy="1263535"/>
          </a:xfrm>
          <a:prstGeom prst="rect">
            <a:avLst/>
          </a:prstGeom>
          <a:solidFill>
            <a:srgbClr val="73C5FF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40" name="rc240"/>
          <p:cNvSpPr/>
          <p:nvPr/>
        </p:nvSpPr>
        <p:spPr>
          <a:xfrm>
            <a:off x="5453491" y="8551624"/>
            <a:ext cx="363259" cy="1221366"/>
          </a:xfrm>
          <a:prstGeom prst="rect">
            <a:avLst/>
          </a:prstGeom>
          <a:solidFill>
            <a:srgbClr val="73C5FF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41" name="rc241"/>
          <p:cNvSpPr/>
          <p:nvPr/>
        </p:nvSpPr>
        <p:spPr>
          <a:xfrm>
            <a:off x="5857114" y="9539383"/>
            <a:ext cx="363259" cy="233605"/>
          </a:xfrm>
          <a:prstGeom prst="rect">
            <a:avLst/>
          </a:prstGeom>
          <a:solidFill>
            <a:srgbClr val="73C5FF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42" name="rc242"/>
          <p:cNvSpPr/>
          <p:nvPr/>
        </p:nvSpPr>
        <p:spPr>
          <a:xfrm>
            <a:off x="6260735" y="8371944"/>
            <a:ext cx="363259" cy="1401044"/>
          </a:xfrm>
          <a:prstGeom prst="rect">
            <a:avLst/>
          </a:prstGeom>
          <a:solidFill>
            <a:srgbClr val="73C5FF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43" name="rc243"/>
          <p:cNvSpPr/>
          <p:nvPr/>
        </p:nvSpPr>
        <p:spPr>
          <a:xfrm>
            <a:off x="6664358" y="9066973"/>
            <a:ext cx="363259" cy="706017"/>
          </a:xfrm>
          <a:prstGeom prst="rect">
            <a:avLst/>
          </a:prstGeom>
          <a:solidFill>
            <a:srgbClr val="3694E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44" name="rc244"/>
          <p:cNvSpPr/>
          <p:nvPr/>
        </p:nvSpPr>
        <p:spPr>
          <a:xfrm>
            <a:off x="7067981" y="9655956"/>
            <a:ext cx="363259" cy="117032"/>
          </a:xfrm>
          <a:prstGeom prst="rect">
            <a:avLst/>
          </a:prstGeom>
          <a:solidFill>
            <a:srgbClr val="3694E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45" name="rc245"/>
          <p:cNvSpPr/>
          <p:nvPr/>
        </p:nvSpPr>
        <p:spPr>
          <a:xfrm>
            <a:off x="7471602" y="8748577"/>
            <a:ext cx="363259" cy="1024413"/>
          </a:xfrm>
          <a:prstGeom prst="rect">
            <a:avLst/>
          </a:prstGeom>
          <a:solidFill>
            <a:srgbClr val="F2B6EB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46" name="rc246"/>
          <p:cNvSpPr/>
          <p:nvPr/>
        </p:nvSpPr>
        <p:spPr>
          <a:xfrm>
            <a:off x="7875225" y="9715646"/>
            <a:ext cx="363259" cy="57342"/>
          </a:xfrm>
          <a:prstGeom prst="rect">
            <a:avLst/>
          </a:prstGeom>
          <a:solidFill>
            <a:srgbClr val="F2B6EB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47" name="rc247"/>
          <p:cNvSpPr/>
          <p:nvPr/>
        </p:nvSpPr>
        <p:spPr>
          <a:xfrm>
            <a:off x="8278848" y="9763684"/>
            <a:ext cx="363259" cy="9304"/>
          </a:xfrm>
          <a:prstGeom prst="rect">
            <a:avLst/>
          </a:prstGeom>
          <a:solidFill>
            <a:srgbClr val="CB85C3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48" name="rc248"/>
          <p:cNvSpPr/>
          <p:nvPr/>
        </p:nvSpPr>
        <p:spPr>
          <a:xfrm>
            <a:off x="8682469" y="9720759"/>
            <a:ext cx="363259" cy="52231"/>
          </a:xfrm>
          <a:prstGeom prst="rect">
            <a:avLst/>
          </a:prstGeom>
          <a:solidFill>
            <a:srgbClr val="CB85C3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49" name="rc249"/>
          <p:cNvSpPr/>
          <p:nvPr/>
        </p:nvSpPr>
        <p:spPr>
          <a:xfrm>
            <a:off x="9086092" y="9763565"/>
            <a:ext cx="363259" cy="9422"/>
          </a:xfrm>
          <a:prstGeom prst="rect">
            <a:avLst/>
          </a:prstGeom>
          <a:solidFill>
            <a:srgbClr val="CB85C3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50" name="rc250"/>
          <p:cNvSpPr/>
          <p:nvPr/>
        </p:nvSpPr>
        <p:spPr>
          <a:xfrm>
            <a:off x="9489715" y="9763565"/>
            <a:ext cx="363259" cy="9422"/>
          </a:xfrm>
          <a:prstGeom prst="rect">
            <a:avLst/>
          </a:prstGeom>
          <a:solidFill>
            <a:srgbClr val="CB85C3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51" name="rc251"/>
          <p:cNvSpPr/>
          <p:nvPr/>
        </p:nvSpPr>
        <p:spPr>
          <a:xfrm>
            <a:off x="9893336" y="9761342"/>
            <a:ext cx="363259" cy="11646"/>
          </a:xfrm>
          <a:prstGeom prst="rect">
            <a:avLst/>
          </a:prstGeom>
          <a:solidFill>
            <a:srgbClr val="B155A7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52" name="rc252"/>
          <p:cNvSpPr/>
          <p:nvPr/>
        </p:nvSpPr>
        <p:spPr>
          <a:xfrm>
            <a:off x="10296959" y="9772798"/>
            <a:ext cx="363259" cy="190"/>
          </a:xfrm>
          <a:prstGeom prst="rect">
            <a:avLst/>
          </a:prstGeom>
          <a:solidFill>
            <a:srgbClr val="62C96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53" name="rc253"/>
          <p:cNvSpPr/>
          <p:nvPr/>
        </p:nvSpPr>
        <p:spPr>
          <a:xfrm>
            <a:off x="10700580" y="9772963"/>
            <a:ext cx="363259" cy="27"/>
          </a:xfrm>
          <a:prstGeom prst="rect">
            <a:avLst/>
          </a:prstGeom>
          <a:solidFill>
            <a:srgbClr val="62C96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54" name="rc254"/>
          <p:cNvSpPr/>
          <p:nvPr/>
        </p:nvSpPr>
        <p:spPr>
          <a:xfrm>
            <a:off x="11104203" y="9760116"/>
            <a:ext cx="363259" cy="12874"/>
          </a:xfrm>
          <a:prstGeom prst="rect">
            <a:avLst/>
          </a:prstGeom>
          <a:solidFill>
            <a:srgbClr val="EE637F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55" name="rc255"/>
          <p:cNvSpPr/>
          <p:nvPr/>
        </p:nvSpPr>
        <p:spPr>
          <a:xfrm>
            <a:off x="11507826" y="9497274"/>
            <a:ext cx="363259" cy="275714"/>
          </a:xfrm>
          <a:prstGeom prst="rect">
            <a:avLst/>
          </a:prstGeom>
          <a:solidFill>
            <a:srgbClr val="FDAC7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56" name="rc256"/>
          <p:cNvSpPr/>
          <p:nvPr/>
        </p:nvSpPr>
        <p:spPr>
          <a:xfrm>
            <a:off x="11911447" y="9518358"/>
            <a:ext cx="363259" cy="254630"/>
          </a:xfrm>
          <a:prstGeom prst="rect">
            <a:avLst/>
          </a:prstGeom>
          <a:solidFill>
            <a:srgbClr val="FDAC7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57" name="rc257"/>
          <p:cNvSpPr/>
          <p:nvPr/>
        </p:nvSpPr>
        <p:spPr>
          <a:xfrm>
            <a:off x="12315070" y="9480079"/>
            <a:ext cx="363259" cy="292909"/>
          </a:xfrm>
          <a:prstGeom prst="rect">
            <a:avLst/>
          </a:prstGeom>
          <a:solidFill>
            <a:srgbClr val="FDAC7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58" name="rc258"/>
          <p:cNvSpPr/>
          <p:nvPr/>
        </p:nvSpPr>
        <p:spPr>
          <a:xfrm>
            <a:off x="12718693" y="9408630"/>
            <a:ext cx="363259" cy="364360"/>
          </a:xfrm>
          <a:prstGeom prst="rect">
            <a:avLst/>
          </a:prstGeom>
          <a:solidFill>
            <a:srgbClr val="FDAC76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59" name="rc259"/>
          <p:cNvSpPr/>
          <p:nvPr/>
        </p:nvSpPr>
        <p:spPr>
          <a:xfrm>
            <a:off x="13122314" y="9411404"/>
            <a:ext cx="363259" cy="361584"/>
          </a:xfrm>
          <a:prstGeom prst="rect">
            <a:avLst/>
          </a:prstGeom>
          <a:solidFill>
            <a:srgbClr val="FF7F40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60" name="rc260"/>
          <p:cNvSpPr/>
          <p:nvPr/>
        </p:nvSpPr>
        <p:spPr>
          <a:xfrm>
            <a:off x="13525937" y="9183372"/>
            <a:ext cx="363259" cy="589618"/>
          </a:xfrm>
          <a:prstGeom prst="rect">
            <a:avLst/>
          </a:prstGeom>
          <a:solidFill>
            <a:srgbClr val="BCED54">
              <a:alpha val="100000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3825"/>
          </a:p>
        </p:txBody>
      </p:sp>
      <p:sp>
        <p:nvSpPr>
          <p:cNvPr id="261" name="pl261"/>
          <p:cNvSpPr/>
          <p:nvPr/>
        </p:nvSpPr>
        <p:spPr>
          <a:xfrm>
            <a:off x="3173025" y="976513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62" name="pl262"/>
          <p:cNvSpPr/>
          <p:nvPr/>
        </p:nvSpPr>
        <p:spPr>
          <a:xfrm>
            <a:off x="3213386" y="9765134"/>
            <a:ext cx="0" cy="387"/>
          </a:xfrm>
          <a:custGeom>
            <a:avLst/>
            <a:gdLst/>
            <a:ahLst/>
            <a:cxnLst/>
            <a:rect l="0" t="0" r="0" b="0"/>
            <a:pathLst>
              <a:path h="301">
                <a:moveTo>
                  <a:pt x="0" y="0"/>
                </a:moveTo>
                <a:lnTo>
                  <a:pt x="0" y="301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63" name="pl263"/>
          <p:cNvSpPr/>
          <p:nvPr/>
        </p:nvSpPr>
        <p:spPr>
          <a:xfrm>
            <a:off x="3173025" y="9765519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64" name="pl264"/>
          <p:cNvSpPr/>
          <p:nvPr/>
        </p:nvSpPr>
        <p:spPr>
          <a:xfrm>
            <a:off x="3576648" y="9674398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65" name="pl265"/>
          <p:cNvSpPr/>
          <p:nvPr/>
        </p:nvSpPr>
        <p:spPr>
          <a:xfrm>
            <a:off x="3617008" y="9674400"/>
            <a:ext cx="0" cy="1385"/>
          </a:xfrm>
          <a:custGeom>
            <a:avLst/>
            <a:gdLst/>
            <a:ahLst/>
            <a:cxnLst/>
            <a:rect l="0" t="0" r="0" b="0"/>
            <a:pathLst>
              <a:path h="1077">
                <a:moveTo>
                  <a:pt x="0" y="0"/>
                </a:moveTo>
                <a:lnTo>
                  <a:pt x="0" y="1077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66" name="pl266"/>
          <p:cNvSpPr/>
          <p:nvPr/>
        </p:nvSpPr>
        <p:spPr>
          <a:xfrm>
            <a:off x="3576648" y="9675784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67" name="pl267"/>
          <p:cNvSpPr/>
          <p:nvPr/>
        </p:nvSpPr>
        <p:spPr>
          <a:xfrm>
            <a:off x="3980271" y="973367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68" name="pl268"/>
          <p:cNvSpPr/>
          <p:nvPr/>
        </p:nvSpPr>
        <p:spPr>
          <a:xfrm>
            <a:off x="4020631" y="9733674"/>
            <a:ext cx="0" cy="1233"/>
          </a:xfrm>
          <a:custGeom>
            <a:avLst/>
            <a:gdLst/>
            <a:ahLst/>
            <a:cxnLst/>
            <a:rect l="0" t="0" r="0" b="0"/>
            <a:pathLst>
              <a:path h="959">
                <a:moveTo>
                  <a:pt x="0" y="0"/>
                </a:moveTo>
                <a:lnTo>
                  <a:pt x="0" y="959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69" name="pl269"/>
          <p:cNvSpPr/>
          <p:nvPr/>
        </p:nvSpPr>
        <p:spPr>
          <a:xfrm>
            <a:off x="3980271" y="973490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70" name="pl270"/>
          <p:cNvSpPr/>
          <p:nvPr/>
        </p:nvSpPr>
        <p:spPr>
          <a:xfrm>
            <a:off x="4383892" y="972253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71" name="pl271"/>
          <p:cNvSpPr/>
          <p:nvPr/>
        </p:nvSpPr>
        <p:spPr>
          <a:xfrm>
            <a:off x="4424253" y="9722532"/>
            <a:ext cx="0" cy="990"/>
          </a:xfrm>
          <a:custGeom>
            <a:avLst/>
            <a:gdLst/>
            <a:ahLst/>
            <a:cxnLst/>
            <a:rect l="0" t="0" r="0" b="0"/>
            <a:pathLst>
              <a:path h="770">
                <a:moveTo>
                  <a:pt x="0" y="0"/>
                </a:moveTo>
                <a:lnTo>
                  <a:pt x="0" y="77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72" name="pl272"/>
          <p:cNvSpPr/>
          <p:nvPr/>
        </p:nvSpPr>
        <p:spPr>
          <a:xfrm>
            <a:off x="4383892" y="972352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73" name="pl273"/>
          <p:cNvSpPr/>
          <p:nvPr/>
        </p:nvSpPr>
        <p:spPr>
          <a:xfrm>
            <a:off x="4787515" y="8521114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74" name="pl274"/>
          <p:cNvSpPr/>
          <p:nvPr/>
        </p:nvSpPr>
        <p:spPr>
          <a:xfrm>
            <a:off x="4827875" y="8521114"/>
            <a:ext cx="0" cy="4225"/>
          </a:xfrm>
          <a:custGeom>
            <a:avLst/>
            <a:gdLst/>
            <a:ahLst/>
            <a:cxnLst/>
            <a:rect l="0" t="0" r="0" b="0"/>
            <a:pathLst>
              <a:path h="3286">
                <a:moveTo>
                  <a:pt x="0" y="0"/>
                </a:moveTo>
                <a:lnTo>
                  <a:pt x="0" y="3286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75" name="pl275"/>
          <p:cNvSpPr/>
          <p:nvPr/>
        </p:nvSpPr>
        <p:spPr>
          <a:xfrm>
            <a:off x="4787515" y="8525339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76" name="pl276"/>
          <p:cNvSpPr/>
          <p:nvPr/>
        </p:nvSpPr>
        <p:spPr>
          <a:xfrm>
            <a:off x="5191136" y="8507537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77" name="pl277"/>
          <p:cNvSpPr/>
          <p:nvPr/>
        </p:nvSpPr>
        <p:spPr>
          <a:xfrm>
            <a:off x="5231497" y="8507539"/>
            <a:ext cx="0" cy="3830"/>
          </a:xfrm>
          <a:custGeom>
            <a:avLst/>
            <a:gdLst/>
            <a:ahLst/>
            <a:cxnLst/>
            <a:rect l="0" t="0" r="0" b="0"/>
            <a:pathLst>
              <a:path h="2979">
                <a:moveTo>
                  <a:pt x="0" y="0"/>
                </a:moveTo>
                <a:lnTo>
                  <a:pt x="0" y="2979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78" name="pl278"/>
          <p:cNvSpPr/>
          <p:nvPr/>
        </p:nvSpPr>
        <p:spPr>
          <a:xfrm>
            <a:off x="5191136" y="8511368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79" name="pl279"/>
          <p:cNvSpPr/>
          <p:nvPr/>
        </p:nvSpPr>
        <p:spPr>
          <a:xfrm>
            <a:off x="5594759" y="8549634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80" name="pl280"/>
          <p:cNvSpPr/>
          <p:nvPr/>
        </p:nvSpPr>
        <p:spPr>
          <a:xfrm>
            <a:off x="5635119" y="8549634"/>
            <a:ext cx="0" cy="3973"/>
          </a:xfrm>
          <a:custGeom>
            <a:avLst/>
            <a:gdLst/>
            <a:ahLst/>
            <a:cxnLst/>
            <a:rect l="0" t="0" r="0" b="0"/>
            <a:pathLst>
              <a:path h="3090">
                <a:moveTo>
                  <a:pt x="0" y="0"/>
                </a:moveTo>
                <a:lnTo>
                  <a:pt x="0" y="309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81" name="pl281"/>
          <p:cNvSpPr/>
          <p:nvPr/>
        </p:nvSpPr>
        <p:spPr>
          <a:xfrm>
            <a:off x="5594759" y="8553608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82" name="pl282"/>
          <p:cNvSpPr/>
          <p:nvPr/>
        </p:nvSpPr>
        <p:spPr>
          <a:xfrm>
            <a:off x="5998382" y="9538331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83" name="pl283"/>
          <p:cNvSpPr/>
          <p:nvPr/>
        </p:nvSpPr>
        <p:spPr>
          <a:xfrm>
            <a:off x="6038742" y="9538332"/>
            <a:ext cx="0" cy="2105"/>
          </a:xfrm>
          <a:custGeom>
            <a:avLst/>
            <a:gdLst/>
            <a:ahLst/>
            <a:cxnLst/>
            <a:rect l="0" t="0" r="0" b="0"/>
            <a:pathLst>
              <a:path h="1637">
                <a:moveTo>
                  <a:pt x="0" y="0"/>
                </a:moveTo>
                <a:lnTo>
                  <a:pt x="0" y="1637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84" name="pl284"/>
          <p:cNvSpPr/>
          <p:nvPr/>
        </p:nvSpPr>
        <p:spPr>
          <a:xfrm>
            <a:off x="5998382" y="954043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85" name="pl285"/>
          <p:cNvSpPr/>
          <p:nvPr/>
        </p:nvSpPr>
        <p:spPr>
          <a:xfrm>
            <a:off x="6402003" y="8369263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86" name="pl286"/>
          <p:cNvSpPr/>
          <p:nvPr/>
        </p:nvSpPr>
        <p:spPr>
          <a:xfrm>
            <a:off x="6442364" y="8369266"/>
            <a:ext cx="0" cy="5360"/>
          </a:xfrm>
          <a:custGeom>
            <a:avLst/>
            <a:gdLst/>
            <a:ahLst/>
            <a:cxnLst/>
            <a:rect l="0" t="0" r="0" b="0"/>
            <a:pathLst>
              <a:path h="4169">
                <a:moveTo>
                  <a:pt x="0" y="0"/>
                </a:moveTo>
                <a:lnTo>
                  <a:pt x="0" y="4169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87" name="pl287"/>
          <p:cNvSpPr/>
          <p:nvPr/>
        </p:nvSpPr>
        <p:spPr>
          <a:xfrm>
            <a:off x="6402003" y="8374624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88" name="pl288"/>
          <p:cNvSpPr/>
          <p:nvPr/>
        </p:nvSpPr>
        <p:spPr>
          <a:xfrm>
            <a:off x="6805626" y="9065340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89" name="pl289"/>
          <p:cNvSpPr/>
          <p:nvPr/>
        </p:nvSpPr>
        <p:spPr>
          <a:xfrm>
            <a:off x="6845986" y="9065340"/>
            <a:ext cx="0" cy="3258"/>
          </a:xfrm>
          <a:custGeom>
            <a:avLst/>
            <a:gdLst/>
            <a:ahLst/>
            <a:cxnLst/>
            <a:rect l="0" t="0" r="0" b="0"/>
            <a:pathLst>
              <a:path h="2534">
                <a:moveTo>
                  <a:pt x="0" y="0"/>
                </a:moveTo>
                <a:lnTo>
                  <a:pt x="0" y="2534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90" name="pl290"/>
          <p:cNvSpPr/>
          <p:nvPr/>
        </p:nvSpPr>
        <p:spPr>
          <a:xfrm>
            <a:off x="6805626" y="9068600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91" name="pl291"/>
          <p:cNvSpPr/>
          <p:nvPr/>
        </p:nvSpPr>
        <p:spPr>
          <a:xfrm>
            <a:off x="7209249" y="9655196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92" name="pl292"/>
          <p:cNvSpPr/>
          <p:nvPr/>
        </p:nvSpPr>
        <p:spPr>
          <a:xfrm>
            <a:off x="7249609" y="9655199"/>
            <a:ext cx="0" cy="1518"/>
          </a:xfrm>
          <a:custGeom>
            <a:avLst/>
            <a:gdLst/>
            <a:ahLst/>
            <a:cxnLst/>
            <a:rect l="0" t="0" r="0" b="0"/>
            <a:pathLst>
              <a:path h="1181">
                <a:moveTo>
                  <a:pt x="0" y="0"/>
                </a:moveTo>
                <a:lnTo>
                  <a:pt x="0" y="1181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93" name="pl293"/>
          <p:cNvSpPr/>
          <p:nvPr/>
        </p:nvSpPr>
        <p:spPr>
          <a:xfrm>
            <a:off x="7209249" y="9656716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94" name="pl294"/>
          <p:cNvSpPr/>
          <p:nvPr/>
        </p:nvSpPr>
        <p:spPr>
          <a:xfrm>
            <a:off x="7612870" y="874264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95" name="pl295"/>
          <p:cNvSpPr/>
          <p:nvPr/>
        </p:nvSpPr>
        <p:spPr>
          <a:xfrm>
            <a:off x="7653230" y="8742648"/>
            <a:ext cx="0" cy="11858"/>
          </a:xfrm>
          <a:custGeom>
            <a:avLst/>
            <a:gdLst/>
            <a:ahLst/>
            <a:cxnLst/>
            <a:rect l="0" t="0" r="0" b="0"/>
            <a:pathLst>
              <a:path h="9223">
                <a:moveTo>
                  <a:pt x="0" y="0"/>
                </a:moveTo>
                <a:lnTo>
                  <a:pt x="0" y="9223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96" name="pl296"/>
          <p:cNvSpPr/>
          <p:nvPr/>
        </p:nvSpPr>
        <p:spPr>
          <a:xfrm>
            <a:off x="7612870" y="8754504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97" name="pl297"/>
          <p:cNvSpPr/>
          <p:nvPr/>
        </p:nvSpPr>
        <p:spPr>
          <a:xfrm>
            <a:off x="8016493" y="9715116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98" name="pl298"/>
          <p:cNvSpPr/>
          <p:nvPr/>
        </p:nvSpPr>
        <p:spPr>
          <a:xfrm>
            <a:off x="8056853" y="9715116"/>
            <a:ext cx="0" cy="1059"/>
          </a:xfrm>
          <a:custGeom>
            <a:avLst/>
            <a:gdLst/>
            <a:ahLst/>
            <a:cxnLst/>
            <a:rect l="0" t="0" r="0" b="0"/>
            <a:pathLst>
              <a:path h="824">
                <a:moveTo>
                  <a:pt x="0" y="0"/>
                </a:moveTo>
                <a:lnTo>
                  <a:pt x="0" y="824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299" name="pl299"/>
          <p:cNvSpPr/>
          <p:nvPr/>
        </p:nvSpPr>
        <p:spPr>
          <a:xfrm>
            <a:off x="8016493" y="9716176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00" name="pl300"/>
          <p:cNvSpPr/>
          <p:nvPr/>
        </p:nvSpPr>
        <p:spPr>
          <a:xfrm>
            <a:off x="8420114" y="9763466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01" name="pl301"/>
          <p:cNvSpPr/>
          <p:nvPr/>
        </p:nvSpPr>
        <p:spPr>
          <a:xfrm>
            <a:off x="8460475" y="9763467"/>
            <a:ext cx="0" cy="436"/>
          </a:xfrm>
          <a:custGeom>
            <a:avLst/>
            <a:gdLst/>
            <a:ahLst/>
            <a:cxnLst/>
            <a:rect l="0" t="0" r="0" b="0"/>
            <a:pathLst>
              <a:path h="339">
                <a:moveTo>
                  <a:pt x="0" y="0"/>
                </a:moveTo>
                <a:lnTo>
                  <a:pt x="0" y="339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02" name="pl302"/>
          <p:cNvSpPr/>
          <p:nvPr/>
        </p:nvSpPr>
        <p:spPr>
          <a:xfrm>
            <a:off x="8420114" y="9763903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03" name="pl303"/>
          <p:cNvSpPr/>
          <p:nvPr/>
        </p:nvSpPr>
        <p:spPr>
          <a:xfrm>
            <a:off x="8823737" y="9720241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04" name="pl304"/>
          <p:cNvSpPr/>
          <p:nvPr/>
        </p:nvSpPr>
        <p:spPr>
          <a:xfrm>
            <a:off x="8864097" y="9720241"/>
            <a:ext cx="0" cy="1031"/>
          </a:xfrm>
          <a:custGeom>
            <a:avLst/>
            <a:gdLst/>
            <a:ahLst/>
            <a:cxnLst/>
            <a:rect l="0" t="0" r="0" b="0"/>
            <a:pathLst>
              <a:path h="802">
                <a:moveTo>
                  <a:pt x="0" y="0"/>
                </a:moveTo>
                <a:lnTo>
                  <a:pt x="0" y="802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05" name="pl305"/>
          <p:cNvSpPr/>
          <p:nvPr/>
        </p:nvSpPr>
        <p:spPr>
          <a:xfrm>
            <a:off x="8823737" y="972127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06" name="pl306"/>
          <p:cNvSpPr/>
          <p:nvPr/>
        </p:nvSpPr>
        <p:spPr>
          <a:xfrm>
            <a:off x="9227360" y="9763351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07" name="pl307"/>
          <p:cNvSpPr/>
          <p:nvPr/>
        </p:nvSpPr>
        <p:spPr>
          <a:xfrm>
            <a:off x="9267720" y="9763353"/>
            <a:ext cx="0" cy="428"/>
          </a:xfrm>
          <a:custGeom>
            <a:avLst/>
            <a:gdLst/>
            <a:ahLst/>
            <a:cxnLst/>
            <a:rect l="0" t="0" r="0" b="0"/>
            <a:pathLst>
              <a:path h="333">
                <a:moveTo>
                  <a:pt x="0" y="0"/>
                </a:moveTo>
                <a:lnTo>
                  <a:pt x="0" y="333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08" name="pl308"/>
          <p:cNvSpPr/>
          <p:nvPr/>
        </p:nvSpPr>
        <p:spPr>
          <a:xfrm>
            <a:off x="9227360" y="9763779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09" name="pl309"/>
          <p:cNvSpPr/>
          <p:nvPr/>
        </p:nvSpPr>
        <p:spPr>
          <a:xfrm>
            <a:off x="9630981" y="9763351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10" name="pl310"/>
          <p:cNvSpPr/>
          <p:nvPr/>
        </p:nvSpPr>
        <p:spPr>
          <a:xfrm>
            <a:off x="9671342" y="9763353"/>
            <a:ext cx="0" cy="428"/>
          </a:xfrm>
          <a:custGeom>
            <a:avLst/>
            <a:gdLst/>
            <a:ahLst/>
            <a:cxnLst/>
            <a:rect l="0" t="0" r="0" b="0"/>
            <a:pathLst>
              <a:path h="333">
                <a:moveTo>
                  <a:pt x="0" y="0"/>
                </a:moveTo>
                <a:lnTo>
                  <a:pt x="0" y="333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11" name="pl311"/>
          <p:cNvSpPr/>
          <p:nvPr/>
        </p:nvSpPr>
        <p:spPr>
          <a:xfrm>
            <a:off x="9630981" y="9763779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12" name="pl312"/>
          <p:cNvSpPr/>
          <p:nvPr/>
        </p:nvSpPr>
        <p:spPr>
          <a:xfrm>
            <a:off x="10034604" y="9760759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13" name="pl313"/>
          <p:cNvSpPr/>
          <p:nvPr/>
        </p:nvSpPr>
        <p:spPr>
          <a:xfrm>
            <a:off x="10074964" y="9760761"/>
            <a:ext cx="0" cy="1166"/>
          </a:xfrm>
          <a:custGeom>
            <a:avLst/>
            <a:gdLst/>
            <a:ahLst/>
            <a:cxnLst/>
            <a:rect l="0" t="0" r="0" b="0"/>
            <a:pathLst>
              <a:path h="907">
                <a:moveTo>
                  <a:pt x="0" y="0"/>
                </a:moveTo>
                <a:lnTo>
                  <a:pt x="0" y="907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14" name="pl314"/>
          <p:cNvSpPr/>
          <p:nvPr/>
        </p:nvSpPr>
        <p:spPr>
          <a:xfrm>
            <a:off x="10034604" y="976192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15" name="pl315"/>
          <p:cNvSpPr/>
          <p:nvPr/>
        </p:nvSpPr>
        <p:spPr>
          <a:xfrm>
            <a:off x="10438227" y="9772767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16" name="pl316"/>
          <p:cNvSpPr/>
          <p:nvPr/>
        </p:nvSpPr>
        <p:spPr>
          <a:xfrm>
            <a:off x="10478587" y="9772769"/>
            <a:ext cx="0" cy="60"/>
          </a:xfrm>
          <a:custGeom>
            <a:avLst/>
            <a:gdLst/>
            <a:ahLst/>
            <a:cxnLst/>
            <a:rect l="0" t="0" r="0" b="0"/>
            <a:pathLst>
              <a:path h="47">
                <a:moveTo>
                  <a:pt x="0" y="0"/>
                </a:moveTo>
                <a:lnTo>
                  <a:pt x="0" y="47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17" name="pl317"/>
          <p:cNvSpPr/>
          <p:nvPr/>
        </p:nvSpPr>
        <p:spPr>
          <a:xfrm>
            <a:off x="10438227" y="9772828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18" name="pl318"/>
          <p:cNvSpPr/>
          <p:nvPr/>
        </p:nvSpPr>
        <p:spPr>
          <a:xfrm>
            <a:off x="10841848" y="977293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19" name="pl319"/>
          <p:cNvSpPr/>
          <p:nvPr/>
        </p:nvSpPr>
        <p:spPr>
          <a:xfrm>
            <a:off x="10882208" y="9772935"/>
            <a:ext cx="0" cy="55"/>
          </a:xfrm>
          <a:custGeom>
            <a:avLst/>
            <a:gdLst/>
            <a:ahLst/>
            <a:cxnLst/>
            <a:rect l="0" t="0" r="0" b="0"/>
            <a:pathLst>
              <a:path h="43">
                <a:moveTo>
                  <a:pt x="0" y="0"/>
                </a:moveTo>
                <a:lnTo>
                  <a:pt x="0" y="43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20" name="pl320"/>
          <p:cNvSpPr/>
          <p:nvPr/>
        </p:nvSpPr>
        <p:spPr>
          <a:xfrm>
            <a:off x="10841848" y="9772988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21" name="pl321"/>
          <p:cNvSpPr/>
          <p:nvPr/>
        </p:nvSpPr>
        <p:spPr>
          <a:xfrm>
            <a:off x="11245471" y="9759860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22" name="pl322"/>
          <p:cNvSpPr/>
          <p:nvPr/>
        </p:nvSpPr>
        <p:spPr>
          <a:xfrm>
            <a:off x="11285831" y="9759862"/>
            <a:ext cx="0" cy="508"/>
          </a:xfrm>
          <a:custGeom>
            <a:avLst/>
            <a:gdLst/>
            <a:ahLst/>
            <a:cxnLst/>
            <a:rect l="0" t="0" r="0" b="0"/>
            <a:pathLst>
              <a:path h="395">
                <a:moveTo>
                  <a:pt x="0" y="0"/>
                </a:moveTo>
                <a:lnTo>
                  <a:pt x="0" y="395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23" name="pl323"/>
          <p:cNvSpPr/>
          <p:nvPr/>
        </p:nvSpPr>
        <p:spPr>
          <a:xfrm>
            <a:off x="11245471" y="9760368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24" name="pl324"/>
          <p:cNvSpPr/>
          <p:nvPr/>
        </p:nvSpPr>
        <p:spPr>
          <a:xfrm>
            <a:off x="11649094" y="949540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25" name="pl325"/>
          <p:cNvSpPr/>
          <p:nvPr/>
        </p:nvSpPr>
        <p:spPr>
          <a:xfrm>
            <a:off x="11689453" y="9495402"/>
            <a:ext cx="0" cy="3742"/>
          </a:xfrm>
          <a:custGeom>
            <a:avLst/>
            <a:gdLst/>
            <a:ahLst/>
            <a:cxnLst/>
            <a:rect l="0" t="0" r="0" b="0"/>
            <a:pathLst>
              <a:path h="2910">
                <a:moveTo>
                  <a:pt x="0" y="0"/>
                </a:moveTo>
                <a:lnTo>
                  <a:pt x="0" y="291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26" name="pl326"/>
          <p:cNvSpPr/>
          <p:nvPr/>
        </p:nvSpPr>
        <p:spPr>
          <a:xfrm>
            <a:off x="11649094" y="949914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27" name="pl327"/>
          <p:cNvSpPr/>
          <p:nvPr/>
        </p:nvSpPr>
        <p:spPr>
          <a:xfrm>
            <a:off x="12052715" y="9515997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28" name="pl328"/>
          <p:cNvSpPr/>
          <p:nvPr/>
        </p:nvSpPr>
        <p:spPr>
          <a:xfrm>
            <a:off x="12093075" y="9515999"/>
            <a:ext cx="0" cy="4720"/>
          </a:xfrm>
          <a:custGeom>
            <a:avLst/>
            <a:gdLst/>
            <a:ahLst/>
            <a:cxnLst/>
            <a:rect l="0" t="0" r="0" b="0"/>
            <a:pathLst>
              <a:path h="3671">
                <a:moveTo>
                  <a:pt x="0" y="0"/>
                </a:moveTo>
                <a:lnTo>
                  <a:pt x="0" y="3671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29" name="pl329"/>
          <p:cNvSpPr/>
          <p:nvPr/>
        </p:nvSpPr>
        <p:spPr>
          <a:xfrm>
            <a:off x="12052715" y="9520717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30" name="pl330"/>
          <p:cNvSpPr/>
          <p:nvPr/>
        </p:nvSpPr>
        <p:spPr>
          <a:xfrm>
            <a:off x="12456338" y="9477094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31" name="pl331"/>
          <p:cNvSpPr/>
          <p:nvPr/>
        </p:nvSpPr>
        <p:spPr>
          <a:xfrm>
            <a:off x="12496698" y="9477094"/>
            <a:ext cx="0" cy="5968"/>
          </a:xfrm>
          <a:custGeom>
            <a:avLst/>
            <a:gdLst/>
            <a:ahLst/>
            <a:cxnLst/>
            <a:rect l="0" t="0" r="0" b="0"/>
            <a:pathLst>
              <a:path h="4642">
                <a:moveTo>
                  <a:pt x="0" y="0"/>
                </a:moveTo>
                <a:lnTo>
                  <a:pt x="0" y="4642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32" name="pl332"/>
          <p:cNvSpPr/>
          <p:nvPr/>
        </p:nvSpPr>
        <p:spPr>
          <a:xfrm>
            <a:off x="12456338" y="9483063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33" name="pl333"/>
          <p:cNvSpPr/>
          <p:nvPr/>
        </p:nvSpPr>
        <p:spPr>
          <a:xfrm>
            <a:off x="12859959" y="9407251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34" name="pl334"/>
          <p:cNvSpPr/>
          <p:nvPr/>
        </p:nvSpPr>
        <p:spPr>
          <a:xfrm>
            <a:off x="12900320" y="9407253"/>
            <a:ext cx="0" cy="2753"/>
          </a:xfrm>
          <a:custGeom>
            <a:avLst/>
            <a:gdLst/>
            <a:ahLst/>
            <a:cxnLst/>
            <a:rect l="0" t="0" r="0" b="0"/>
            <a:pathLst>
              <a:path h="2141">
                <a:moveTo>
                  <a:pt x="0" y="0"/>
                </a:moveTo>
                <a:lnTo>
                  <a:pt x="0" y="2141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35" name="pl335"/>
          <p:cNvSpPr/>
          <p:nvPr/>
        </p:nvSpPr>
        <p:spPr>
          <a:xfrm>
            <a:off x="12859959" y="941000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36" name="pl336"/>
          <p:cNvSpPr/>
          <p:nvPr/>
        </p:nvSpPr>
        <p:spPr>
          <a:xfrm>
            <a:off x="13263582" y="9409582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37" name="pl337"/>
          <p:cNvSpPr/>
          <p:nvPr/>
        </p:nvSpPr>
        <p:spPr>
          <a:xfrm>
            <a:off x="13303942" y="9409582"/>
            <a:ext cx="0" cy="3641"/>
          </a:xfrm>
          <a:custGeom>
            <a:avLst/>
            <a:gdLst/>
            <a:ahLst/>
            <a:cxnLst/>
            <a:rect l="0" t="0" r="0" b="0"/>
            <a:pathLst>
              <a:path h="2832">
                <a:moveTo>
                  <a:pt x="0" y="0"/>
                </a:moveTo>
                <a:lnTo>
                  <a:pt x="0" y="2832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38" name="pl338"/>
          <p:cNvSpPr/>
          <p:nvPr/>
        </p:nvSpPr>
        <p:spPr>
          <a:xfrm>
            <a:off x="13263582" y="9413225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39" name="pl339"/>
          <p:cNvSpPr/>
          <p:nvPr/>
        </p:nvSpPr>
        <p:spPr>
          <a:xfrm>
            <a:off x="13667205" y="9181846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40" name="pl340"/>
          <p:cNvSpPr/>
          <p:nvPr/>
        </p:nvSpPr>
        <p:spPr>
          <a:xfrm>
            <a:off x="13707565" y="9181848"/>
            <a:ext cx="0" cy="3046"/>
          </a:xfrm>
          <a:custGeom>
            <a:avLst/>
            <a:gdLst/>
            <a:ahLst/>
            <a:cxnLst/>
            <a:rect l="0" t="0" r="0" b="0"/>
            <a:pathLst>
              <a:path h="2369">
                <a:moveTo>
                  <a:pt x="0" y="0"/>
                </a:moveTo>
                <a:lnTo>
                  <a:pt x="0" y="2369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41" name="pl341"/>
          <p:cNvSpPr/>
          <p:nvPr/>
        </p:nvSpPr>
        <p:spPr>
          <a:xfrm>
            <a:off x="13667205" y="9184893"/>
            <a:ext cx="80723" cy="0"/>
          </a:xfrm>
          <a:custGeom>
            <a:avLst/>
            <a:gdLst/>
            <a:ahLst/>
            <a:cxnLst/>
            <a:rect l="0" t="0" r="0" b="0"/>
            <a:pathLst>
              <a:path w="62783">
                <a:moveTo>
                  <a:pt x="0" y="0"/>
                </a:moveTo>
                <a:lnTo>
                  <a:pt x="6278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42" name="pl342"/>
          <p:cNvSpPr/>
          <p:nvPr/>
        </p:nvSpPr>
        <p:spPr>
          <a:xfrm>
            <a:off x="3031755" y="6785358"/>
            <a:ext cx="0" cy="2987632"/>
          </a:xfrm>
          <a:custGeom>
            <a:avLst/>
            <a:gdLst/>
            <a:ahLst/>
            <a:cxnLst/>
            <a:rect l="0" t="0" r="0" b="0"/>
            <a:pathLst>
              <a:path h="2323649">
                <a:moveTo>
                  <a:pt x="0" y="232364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43" name="tx343"/>
          <p:cNvSpPr/>
          <p:nvPr/>
        </p:nvSpPr>
        <p:spPr>
          <a:xfrm>
            <a:off x="2824091" y="9687708"/>
            <a:ext cx="12713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44" name="tx344"/>
          <p:cNvSpPr/>
          <p:nvPr/>
        </p:nvSpPr>
        <p:spPr>
          <a:xfrm>
            <a:off x="2696952" y="9388945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345" name="tx345"/>
          <p:cNvSpPr/>
          <p:nvPr/>
        </p:nvSpPr>
        <p:spPr>
          <a:xfrm>
            <a:off x="2696952" y="9090181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346" name="tx346"/>
          <p:cNvSpPr/>
          <p:nvPr/>
        </p:nvSpPr>
        <p:spPr>
          <a:xfrm>
            <a:off x="2696952" y="8791306"/>
            <a:ext cx="254279" cy="16721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347" name="tx347"/>
          <p:cNvSpPr/>
          <p:nvPr/>
        </p:nvSpPr>
        <p:spPr>
          <a:xfrm>
            <a:off x="2696952" y="8492654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348" name="tx348"/>
          <p:cNvSpPr/>
          <p:nvPr/>
        </p:nvSpPr>
        <p:spPr>
          <a:xfrm>
            <a:off x="2696952" y="8193891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349" name="tx349"/>
          <p:cNvSpPr/>
          <p:nvPr/>
        </p:nvSpPr>
        <p:spPr>
          <a:xfrm>
            <a:off x="2696952" y="7895128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60</a:t>
            </a:r>
          </a:p>
        </p:txBody>
      </p:sp>
      <p:sp>
        <p:nvSpPr>
          <p:cNvPr id="350" name="tx350"/>
          <p:cNvSpPr/>
          <p:nvPr/>
        </p:nvSpPr>
        <p:spPr>
          <a:xfrm>
            <a:off x="2696952" y="7596364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70</a:t>
            </a:r>
          </a:p>
        </p:txBody>
      </p:sp>
      <p:sp>
        <p:nvSpPr>
          <p:cNvPr id="351" name="tx351"/>
          <p:cNvSpPr/>
          <p:nvPr/>
        </p:nvSpPr>
        <p:spPr>
          <a:xfrm>
            <a:off x="2696952" y="7297601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80</a:t>
            </a:r>
          </a:p>
        </p:txBody>
      </p:sp>
      <p:sp>
        <p:nvSpPr>
          <p:cNvPr id="352" name="tx352"/>
          <p:cNvSpPr/>
          <p:nvPr/>
        </p:nvSpPr>
        <p:spPr>
          <a:xfrm>
            <a:off x="2696952" y="6998838"/>
            <a:ext cx="25427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90</a:t>
            </a:r>
          </a:p>
        </p:txBody>
      </p:sp>
      <p:sp>
        <p:nvSpPr>
          <p:cNvPr id="353" name="tx353"/>
          <p:cNvSpPr/>
          <p:nvPr/>
        </p:nvSpPr>
        <p:spPr>
          <a:xfrm>
            <a:off x="2569812" y="6700074"/>
            <a:ext cx="381419" cy="1671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100</a:t>
            </a:r>
          </a:p>
        </p:txBody>
      </p:sp>
      <p:sp>
        <p:nvSpPr>
          <p:cNvPr id="354" name="pl354"/>
          <p:cNvSpPr/>
          <p:nvPr/>
        </p:nvSpPr>
        <p:spPr>
          <a:xfrm>
            <a:off x="2987019" y="9772988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55" name="pl355"/>
          <p:cNvSpPr/>
          <p:nvPr/>
        </p:nvSpPr>
        <p:spPr>
          <a:xfrm>
            <a:off x="2987019" y="9474224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56" name="pl356"/>
          <p:cNvSpPr/>
          <p:nvPr/>
        </p:nvSpPr>
        <p:spPr>
          <a:xfrm>
            <a:off x="2987019" y="9175461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57" name="pl357"/>
          <p:cNvSpPr/>
          <p:nvPr/>
        </p:nvSpPr>
        <p:spPr>
          <a:xfrm>
            <a:off x="2987019" y="8876699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58" name="pl358"/>
          <p:cNvSpPr/>
          <p:nvPr/>
        </p:nvSpPr>
        <p:spPr>
          <a:xfrm>
            <a:off x="2987019" y="8577936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59" name="pl359"/>
          <p:cNvSpPr/>
          <p:nvPr/>
        </p:nvSpPr>
        <p:spPr>
          <a:xfrm>
            <a:off x="2987019" y="8279172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60" name="pl360"/>
          <p:cNvSpPr/>
          <p:nvPr/>
        </p:nvSpPr>
        <p:spPr>
          <a:xfrm>
            <a:off x="2987019" y="7980409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61" name="pl361"/>
          <p:cNvSpPr/>
          <p:nvPr/>
        </p:nvSpPr>
        <p:spPr>
          <a:xfrm>
            <a:off x="2987019" y="7681646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62" name="pl362"/>
          <p:cNvSpPr/>
          <p:nvPr/>
        </p:nvSpPr>
        <p:spPr>
          <a:xfrm>
            <a:off x="2987019" y="7382882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63" name="pl363"/>
          <p:cNvSpPr/>
          <p:nvPr/>
        </p:nvSpPr>
        <p:spPr>
          <a:xfrm>
            <a:off x="2987019" y="7084119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64" name="pl364"/>
          <p:cNvSpPr/>
          <p:nvPr/>
        </p:nvSpPr>
        <p:spPr>
          <a:xfrm>
            <a:off x="2987019" y="6785355"/>
            <a:ext cx="44736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65" name="pl365"/>
          <p:cNvSpPr/>
          <p:nvPr/>
        </p:nvSpPr>
        <p:spPr>
          <a:xfrm>
            <a:off x="3031755" y="9772988"/>
            <a:ext cx="10857439" cy="0"/>
          </a:xfrm>
          <a:custGeom>
            <a:avLst/>
            <a:gdLst/>
            <a:ahLst/>
            <a:cxnLst/>
            <a:rect l="0" t="0" r="0" b="0"/>
            <a:pathLst>
              <a:path w="8444438">
                <a:moveTo>
                  <a:pt x="0" y="0"/>
                </a:moveTo>
                <a:lnTo>
                  <a:pt x="8444438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66" name="pl366"/>
          <p:cNvSpPr/>
          <p:nvPr/>
        </p:nvSpPr>
        <p:spPr>
          <a:xfrm>
            <a:off x="3213386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67" name="pl367"/>
          <p:cNvSpPr/>
          <p:nvPr/>
        </p:nvSpPr>
        <p:spPr>
          <a:xfrm>
            <a:off x="3617008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68" name="pl368"/>
          <p:cNvSpPr/>
          <p:nvPr/>
        </p:nvSpPr>
        <p:spPr>
          <a:xfrm>
            <a:off x="4020631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69" name="pl369"/>
          <p:cNvSpPr/>
          <p:nvPr/>
        </p:nvSpPr>
        <p:spPr>
          <a:xfrm>
            <a:off x="4424253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70" name="pl370"/>
          <p:cNvSpPr/>
          <p:nvPr/>
        </p:nvSpPr>
        <p:spPr>
          <a:xfrm>
            <a:off x="4827875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71" name="pl371"/>
          <p:cNvSpPr/>
          <p:nvPr/>
        </p:nvSpPr>
        <p:spPr>
          <a:xfrm>
            <a:off x="5231497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72" name="pl372"/>
          <p:cNvSpPr/>
          <p:nvPr/>
        </p:nvSpPr>
        <p:spPr>
          <a:xfrm>
            <a:off x="5635119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73" name="pl373"/>
          <p:cNvSpPr/>
          <p:nvPr/>
        </p:nvSpPr>
        <p:spPr>
          <a:xfrm>
            <a:off x="6038742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74" name="pl374"/>
          <p:cNvSpPr/>
          <p:nvPr/>
        </p:nvSpPr>
        <p:spPr>
          <a:xfrm>
            <a:off x="6442364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75" name="pl375"/>
          <p:cNvSpPr/>
          <p:nvPr/>
        </p:nvSpPr>
        <p:spPr>
          <a:xfrm>
            <a:off x="6845986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76" name="pl376"/>
          <p:cNvSpPr/>
          <p:nvPr/>
        </p:nvSpPr>
        <p:spPr>
          <a:xfrm>
            <a:off x="7249609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77" name="pl377"/>
          <p:cNvSpPr/>
          <p:nvPr/>
        </p:nvSpPr>
        <p:spPr>
          <a:xfrm>
            <a:off x="7653230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78" name="pl378"/>
          <p:cNvSpPr/>
          <p:nvPr/>
        </p:nvSpPr>
        <p:spPr>
          <a:xfrm>
            <a:off x="8056853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79" name="pl379"/>
          <p:cNvSpPr/>
          <p:nvPr/>
        </p:nvSpPr>
        <p:spPr>
          <a:xfrm>
            <a:off x="8460475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80" name="pl380"/>
          <p:cNvSpPr/>
          <p:nvPr/>
        </p:nvSpPr>
        <p:spPr>
          <a:xfrm>
            <a:off x="8864097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81" name="pl381"/>
          <p:cNvSpPr/>
          <p:nvPr/>
        </p:nvSpPr>
        <p:spPr>
          <a:xfrm>
            <a:off x="9267720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82" name="pl382"/>
          <p:cNvSpPr/>
          <p:nvPr/>
        </p:nvSpPr>
        <p:spPr>
          <a:xfrm>
            <a:off x="9671342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83" name="pl383"/>
          <p:cNvSpPr/>
          <p:nvPr/>
        </p:nvSpPr>
        <p:spPr>
          <a:xfrm>
            <a:off x="10074964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84" name="pl384"/>
          <p:cNvSpPr/>
          <p:nvPr/>
        </p:nvSpPr>
        <p:spPr>
          <a:xfrm>
            <a:off x="10478587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85" name="pl385"/>
          <p:cNvSpPr/>
          <p:nvPr/>
        </p:nvSpPr>
        <p:spPr>
          <a:xfrm>
            <a:off x="10882208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86" name="pl386"/>
          <p:cNvSpPr/>
          <p:nvPr/>
        </p:nvSpPr>
        <p:spPr>
          <a:xfrm>
            <a:off x="11285831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87" name="pl387"/>
          <p:cNvSpPr/>
          <p:nvPr/>
        </p:nvSpPr>
        <p:spPr>
          <a:xfrm>
            <a:off x="11689453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88" name="pl388"/>
          <p:cNvSpPr/>
          <p:nvPr/>
        </p:nvSpPr>
        <p:spPr>
          <a:xfrm>
            <a:off x="12093075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89" name="pl389"/>
          <p:cNvSpPr/>
          <p:nvPr/>
        </p:nvSpPr>
        <p:spPr>
          <a:xfrm>
            <a:off x="12496698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90" name="pl390"/>
          <p:cNvSpPr/>
          <p:nvPr/>
        </p:nvSpPr>
        <p:spPr>
          <a:xfrm>
            <a:off x="12900320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91" name="pl391"/>
          <p:cNvSpPr/>
          <p:nvPr/>
        </p:nvSpPr>
        <p:spPr>
          <a:xfrm>
            <a:off x="13303942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92" name="pl392"/>
          <p:cNvSpPr/>
          <p:nvPr/>
        </p:nvSpPr>
        <p:spPr>
          <a:xfrm>
            <a:off x="13707565" y="9772988"/>
            <a:ext cx="0" cy="44736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825"/>
          </a:p>
        </p:txBody>
      </p:sp>
      <p:sp>
        <p:nvSpPr>
          <p:cNvPr id="393" name="tx393"/>
          <p:cNvSpPr/>
          <p:nvPr/>
        </p:nvSpPr>
        <p:spPr>
          <a:xfrm rot="16200000">
            <a:off x="2929270" y="10006719"/>
            <a:ext cx="470048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AKN</a:t>
            </a:r>
          </a:p>
        </p:txBody>
      </p:sp>
      <p:sp>
        <p:nvSpPr>
          <p:cNvPr id="394" name="tx394"/>
          <p:cNvSpPr/>
          <p:nvPr/>
        </p:nvSpPr>
        <p:spPr>
          <a:xfrm rot="16200000">
            <a:off x="3317433" y="10016600"/>
            <a:ext cx="495388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GEN</a:t>
            </a:r>
          </a:p>
        </p:txBody>
      </p:sp>
      <p:sp>
        <p:nvSpPr>
          <p:cNvPr id="395" name="tx395"/>
          <p:cNvSpPr/>
          <p:nvPr/>
        </p:nvSpPr>
        <p:spPr>
          <a:xfrm rot="16200000">
            <a:off x="3733724" y="10003817"/>
            <a:ext cx="469938" cy="1693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TOB</a:t>
            </a:r>
          </a:p>
        </p:txBody>
      </p:sp>
      <p:sp>
        <p:nvSpPr>
          <p:cNvPr id="396" name="tx396"/>
          <p:cNvSpPr/>
          <p:nvPr/>
        </p:nvSpPr>
        <p:spPr>
          <a:xfrm rot="16200000">
            <a:off x="4137347" y="10003817"/>
            <a:ext cx="469938" cy="1693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FOS</a:t>
            </a:r>
          </a:p>
        </p:txBody>
      </p:sp>
      <p:sp>
        <p:nvSpPr>
          <p:cNvPr id="397" name="tx397"/>
          <p:cNvSpPr/>
          <p:nvPr/>
        </p:nvSpPr>
        <p:spPr>
          <a:xfrm rot="16200000">
            <a:off x="4531090" y="10019389"/>
            <a:ext cx="495388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AMP</a:t>
            </a:r>
          </a:p>
        </p:txBody>
      </p:sp>
      <p:sp>
        <p:nvSpPr>
          <p:cNvPr id="398" name="tx398"/>
          <p:cNvSpPr/>
          <p:nvPr/>
        </p:nvSpPr>
        <p:spPr>
          <a:xfrm rot="16200000">
            <a:off x="4934713" y="10019389"/>
            <a:ext cx="495388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AMX</a:t>
            </a:r>
          </a:p>
        </p:txBody>
      </p:sp>
      <p:sp>
        <p:nvSpPr>
          <p:cNvPr id="399" name="tx399"/>
          <p:cNvSpPr/>
          <p:nvPr/>
        </p:nvSpPr>
        <p:spPr>
          <a:xfrm rot="16200000">
            <a:off x="5399114" y="9953030"/>
            <a:ext cx="368248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TIC</a:t>
            </a:r>
          </a:p>
        </p:txBody>
      </p:sp>
      <p:sp>
        <p:nvSpPr>
          <p:cNvPr id="400" name="tx400"/>
          <p:cNvSpPr/>
          <p:nvPr/>
        </p:nvSpPr>
        <p:spPr>
          <a:xfrm rot="16200000">
            <a:off x="5732860" y="10022906"/>
            <a:ext cx="508001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MEC</a:t>
            </a:r>
          </a:p>
        </p:txBody>
      </p:sp>
      <p:sp>
        <p:nvSpPr>
          <p:cNvPr id="401" name="tx401"/>
          <p:cNvSpPr/>
          <p:nvPr/>
        </p:nvSpPr>
        <p:spPr>
          <a:xfrm rot="16200000">
            <a:off x="6151998" y="10012971"/>
            <a:ext cx="482551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TEM</a:t>
            </a:r>
          </a:p>
        </p:txBody>
      </p:sp>
      <p:sp>
        <p:nvSpPr>
          <p:cNvPr id="402" name="tx402"/>
          <p:cNvSpPr/>
          <p:nvPr/>
        </p:nvSpPr>
        <p:spPr>
          <a:xfrm rot="16200000">
            <a:off x="6540105" y="10022906"/>
            <a:ext cx="508001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AMC</a:t>
            </a:r>
          </a:p>
        </p:txBody>
      </p:sp>
      <p:sp>
        <p:nvSpPr>
          <p:cNvPr id="403" name="tx403"/>
          <p:cNvSpPr/>
          <p:nvPr/>
        </p:nvSpPr>
        <p:spPr>
          <a:xfrm rot="16200000">
            <a:off x="6984637" y="9987576"/>
            <a:ext cx="431761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TZP</a:t>
            </a:r>
          </a:p>
        </p:txBody>
      </p:sp>
      <p:sp>
        <p:nvSpPr>
          <p:cNvPr id="404" name="tx404"/>
          <p:cNvSpPr/>
          <p:nvPr/>
        </p:nvSpPr>
        <p:spPr>
          <a:xfrm rot="16200000">
            <a:off x="7347349" y="10022906"/>
            <a:ext cx="508001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CXM</a:t>
            </a:r>
          </a:p>
        </p:txBody>
      </p:sp>
      <p:sp>
        <p:nvSpPr>
          <p:cNvPr id="405" name="tx405"/>
          <p:cNvSpPr/>
          <p:nvPr/>
        </p:nvSpPr>
        <p:spPr>
          <a:xfrm rot="16200000">
            <a:off x="7769948" y="10003817"/>
            <a:ext cx="469938" cy="1693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FOX</a:t>
            </a:r>
          </a:p>
        </p:txBody>
      </p:sp>
      <p:sp>
        <p:nvSpPr>
          <p:cNvPr id="406" name="tx406"/>
          <p:cNvSpPr/>
          <p:nvPr/>
        </p:nvSpPr>
        <p:spPr>
          <a:xfrm rot="16200000">
            <a:off x="8179986" y="9997513"/>
            <a:ext cx="457213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CAZ</a:t>
            </a:r>
          </a:p>
        </p:txBody>
      </p:sp>
      <p:sp>
        <p:nvSpPr>
          <p:cNvPr id="407" name="tx407"/>
          <p:cNvSpPr/>
          <p:nvPr/>
        </p:nvSpPr>
        <p:spPr>
          <a:xfrm rot="16200000">
            <a:off x="8564634" y="10016488"/>
            <a:ext cx="495164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CFM</a:t>
            </a:r>
          </a:p>
        </p:txBody>
      </p:sp>
      <p:sp>
        <p:nvSpPr>
          <p:cNvPr id="408" name="tx408"/>
          <p:cNvSpPr/>
          <p:nvPr/>
        </p:nvSpPr>
        <p:spPr>
          <a:xfrm rot="16200000">
            <a:off x="8961782" y="10022849"/>
            <a:ext cx="508001" cy="1693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CRO</a:t>
            </a:r>
          </a:p>
        </p:txBody>
      </p:sp>
      <p:sp>
        <p:nvSpPr>
          <p:cNvPr id="409" name="tx409"/>
          <p:cNvSpPr/>
          <p:nvPr/>
        </p:nvSpPr>
        <p:spPr>
          <a:xfrm rot="16200000">
            <a:off x="9390852" y="9997513"/>
            <a:ext cx="457213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CTX</a:t>
            </a:r>
          </a:p>
        </p:txBody>
      </p:sp>
      <p:sp>
        <p:nvSpPr>
          <p:cNvPr id="410" name="tx410"/>
          <p:cNvSpPr/>
          <p:nvPr/>
        </p:nvSpPr>
        <p:spPr>
          <a:xfrm rot="16200000">
            <a:off x="9803574" y="9993994"/>
            <a:ext cx="444598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FEP</a:t>
            </a:r>
          </a:p>
        </p:txBody>
      </p:sp>
      <p:sp>
        <p:nvSpPr>
          <p:cNvPr id="411" name="tx411"/>
          <p:cNvSpPr/>
          <p:nvPr/>
        </p:nvSpPr>
        <p:spPr>
          <a:xfrm rot="16200000">
            <a:off x="10200888" y="10000301"/>
            <a:ext cx="457213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ERT</a:t>
            </a:r>
          </a:p>
        </p:txBody>
      </p:sp>
      <p:sp>
        <p:nvSpPr>
          <p:cNvPr id="412" name="tx412"/>
          <p:cNvSpPr/>
          <p:nvPr/>
        </p:nvSpPr>
        <p:spPr>
          <a:xfrm rot="16200000">
            <a:off x="10629904" y="9974906"/>
            <a:ext cx="406423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IMP</a:t>
            </a:r>
          </a:p>
        </p:txBody>
      </p:sp>
      <p:sp>
        <p:nvSpPr>
          <p:cNvPr id="413" name="tx413"/>
          <p:cNvSpPr/>
          <p:nvPr/>
        </p:nvSpPr>
        <p:spPr>
          <a:xfrm rot="16200000">
            <a:off x="11000431" y="10005214"/>
            <a:ext cx="469826" cy="1664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FUR</a:t>
            </a:r>
          </a:p>
        </p:txBody>
      </p:sp>
      <p:sp>
        <p:nvSpPr>
          <p:cNvPr id="414" name="tx414"/>
          <p:cNvSpPr/>
          <p:nvPr/>
        </p:nvSpPr>
        <p:spPr>
          <a:xfrm rot="16200000">
            <a:off x="11447030" y="9959448"/>
            <a:ext cx="381085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CIP</a:t>
            </a:r>
          </a:p>
        </p:txBody>
      </p:sp>
      <p:sp>
        <p:nvSpPr>
          <p:cNvPr id="415" name="tx415"/>
          <p:cNvSpPr/>
          <p:nvPr/>
        </p:nvSpPr>
        <p:spPr>
          <a:xfrm rot="16200000">
            <a:off x="11827934" y="9987743"/>
            <a:ext cx="432097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LEV</a:t>
            </a:r>
          </a:p>
        </p:txBody>
      </p:sp>
      <p:sp>
        <p:nvSpPr>
          <p:cNvPr id="416" name="tx416"/>
          <p:cNvSpPr/>
          <p:nvPr/>
        </p:nvSpPr>
        <p:spPr>
          <a:xfrm rot="16200000">
            <a:off x="12190760" y="10022849"/>
            <a:ext cx="508001" cy="1693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NOR</a:t>
            </a:r>
          </a:p>
        </p:txBody>
      </p:sp>
      <p:sp>
        <p:nvSpPr>
          <p:cNvPr id="417" name="tx417"/>
          <p:cNvSpPr/>
          <p:nvPr/>
        </p:nvSpPr>
        <p:spPr>
          <a:xfrm rot="16200000">
            <a:off x="12626084" y="9991148"/>
            <a:ext cx="444598" cy="1693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OFL</a:t>
            </a:r>
          </a:p>
        </p:txBody>
      </p:sp>
      <p:sp>
        <p:nvSpPr>
          <p:cNvPr id="418" name="tx418"/>
          <p:cNvSpPr/>
          <p:nvPr/>
        </p:nvSpPr>
        <p:spPr>
          <a:xfrm rot="16200000">
            <a:off x="13032495" y="9994049"/>
            <a:ext cx="444710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NAL</a:t>
            </a:r>
          </a:p>
        </p:txBody>
      </p:sp>
      <p:sp>
        <p:nvSpPr>
          <p:cNvPr id="419" name="tx419"/>
          <p:cNvSpPr/>
          <p:nvPr/>
        </p:nvSpPr>
        <p:spPr>
          <a:xfrm rot="16200000">
            <a:off x="13427075" y="9997513"/>
            <a:ext cx="457213" cy="169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TSU</a:t>
            </a:r>
          </a:p>
        </p:txBody>
      </p:sp>
      <p:sp>
        <p:nvSpPr>
          <p:cNvPr id="420" name="tx420"/>
          <p:cNvSpPr/>
          <p:nvPr/>
        </p:nvSpPr>
        <p:spPr>
          <a:xfrm rot="16200000">
            <a:off x="1319462" y="8171903"/>
            <a:ext cx="2096303" cy="2145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Resistance Rate (%)</a:t>
            </a:r>
          </a:p>
        </p:txBody>
      </p:sp>
      <p:sp>
        <p:nvSpPr>
          <p:cNvPr id="421" name="tx421"/>
          <p:cNvSpPr/>
          <p:nvPr/>
        </p:nvSpPr>
        <p:spPr>
          <a:xfrm>
            <a:off x="2304316" y="6382607"/>
            <a:ext cx="165092" cy="16364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B</a:t>
            </a:r>
          </a:p>
        </p:txBody>
      </p:sp>
      <p:graphicFrame>
        <p:nvGraphicFramePr>
          <p:cNvPr id="422" name="Tableau 421">
            <a:extLst>
              <a:ext uri="{FF2B5EF4-FFF2-40B4-BE49-F238E27FC236}">
                <a16:creationId xmlns:a16="http://schemas.microsoft.com/office/drawing/2014/main" id="{73DD2417-80B8-4ACB-B1B8-C2CC61F9B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472594"/>
              </p:ext>
            </p:extLst>
          </p:nvPr>
        </p:nvGraphicFramePr>
        <p:xfrm>
          <a:off x="1979540" y="5403204"/>
          <a:ext cx="11999127" cy="60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938">
                  <a:extLst>
                    <a:ext uri="{9D8B030D-6E8A-4147-A177-3AD203B41FA5}">
                      <a16:colId xmlns:a16="http://schemas.microsoft.com/office/drawing/2014/main" val="2312861670"/>
                    </a:ext>
                  </a:extLst>
                </a:gridCol>
                <a:gridCol w="460297">
                  <a:extLst>
                    <a:ext uri="{9D8B030D-6E8A-4147-A177-3AD203B41FA5}">
                      <a16:colId xmlns:a16="http://schemas.microsoft.com/office/drawing/2014/main" val="3247086283"/>
                    </a:ext>
                  </a:extLst>
                </a:gridCol>
                <a:gridCol w="414268">
                  <a:extLst>
                    <a:ext uri="{9D8B030D-6E8A-4147-A177-3AD203B41FA5}">
                      <a16:colId xmlns:a16="http://schemas.microsoft.com/office/drawing/2014/main" val="2145526735"/>
                    </a:ext>
                  </a:extLst>
                </a:gridCol>
                <a:gridCol w="387664">
                  <a:extLst>
                    <a:ext uri="{9D8B030D-6E8A-4147-A177-3AD203B41FA5}">
                      <a16:colId xmlns:a16="http://schemas.microsoft.com/office/drawing/2014/main" val="650445187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3166710685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1980562388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3876932063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3294198713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3498739518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102619236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977416539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1403947320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2344045020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840502069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3512830718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278411986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618936283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4040996441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3907085198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2094650223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2976198791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2112624647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156942471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2065566528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1212904072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9121732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2018095682"/>
                    </a:ext>
                  </a:extLst>
                </a:gridCol>
                <a:gridCol w="428540">
                  <a:extLst>
                    <a:ext uri="{9D8B030D-6E8A-4147-A177-3AD203B41FA5}">
                      <a16:colId xmlns:a16="http://schemas.microsoft.com/office/drawing/2014/main" val="531001754"/>
                    </a:ext>
                  </a:extLst>
                </a:gridCol>
              </a:tblGrid>
              <a:tr h="201567">
                <a:tc>
                  <a:txBody>
                    <a:bodyPr/>
                    <a:lstStyle/>
                    <a:p>
                      <a:pPr algn="ctr" fontAlgn="b"/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 dirty="0">
                          <a:effectLst/>
                        </a:rPr>
                        <a:t>AKN</a:t>
                      </a:r>
                      <a:endParaRPr lang="fr-F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GEN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TOB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FOS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AMP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AMX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TIC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MEC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TEM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AMC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TZP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CXM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FOX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CAZ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CFM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CRO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CTX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FEP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ERT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IMP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FUR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CIP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LEV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NOR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OFL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NAL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TSU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619" marR="5619" marT="561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461711"/>
                  </a:ext>
                </a:extLst>
              </a:tr>
              <a:tr h="401694"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% </a:t>
                      </a:r>
                      <a:r>
                        <a:rPr lang="fr-FR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tested</a:t>
                      </a:r>
                      <a:endParaRPr lang="fr-F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96%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96%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83%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536339"/>
                  </a:ext>
                </a:extLst>
              </a:tr>
            </a:tbl>
          </a:graphicData>
        </a:graphic>
      </p:graphicFrame>
      <p:graphicFrame>
        <p:nvGraphicFramePr>
          <p:cNvPr id="423" name="Tableau 422">
            <a:extLst>
              <a:ext uri="{FF2B5EF4-FFF2-40B4-BE49-F238E27FC236}">
                <a16:creationId xmlns:a16="http://schemas.microsoft.com/office/drawing/2014/main" id="{86468960-9796-4B03-86D1-01A65471E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953206"/>
              </p:ext>
            </p:extLst>
          </p:nvPr>
        </p:nvGraphicFramePr>
        <p:xfrm>
          <a:off x="1979541" y="10612880"/>
          <a:ext cx="11999147" cy="6347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2006">
                  <a:extLst>
                    <a:ext uri="{9D8B030D-6E8A-4147-A177-3AD203B41FA5}">
                      <a16:colId xmlns:a16="http://schemas.microsoft.com/office/drawing/2014/main" val="2479481190"/>
                    </a:ext>
                  </a:extLst>
                </a:gridCol>
                <a:gridCol w="405075">
                  <a:extLst>
                    <a:ext uri="{9D8B030D-6E8A-4147-A177-3AD203B41FA5}">
                      <a16:colId xmlns:a16="http://schemas.microsoft.com/office/drawing/2014/main" val="3553014230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2717617927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2187449866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1505143114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1297434741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1181468549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1006634872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623124084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268693376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3159686405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2513159586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2536264981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709281781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531824320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3787457749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2674240357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651103679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2014501785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1518270290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1136749130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1423274652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3533651714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432008856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3221888094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2883992938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2800559407"/>
                    </a:ext>
                  </a:extLst>
                </a:gridCol>
                <a:gridCol w="428541">
                  <a:extLst>
                    <a:ext uri="{9D8B030D-6E8A-4147-A177-3AD203B41FA5}">
                      <a16:colId xmlns:a16="http://schemas.microsoft.com/office/drawing/2014/main" val="1193871046"/>
                    </a:ext>
                  </a:extLst>
                </a:gridCol>
              </a:tblGrid>
              <a:tr h="227443">
                <a:tc>
                  <a:txBody>
                    <a:bodyPr/>
                    <a:lstStyle/>
                    <a:p>
                      <a:pPr algn="ctr" fontAlgn="b"/>
                      <a:endParaRPr lang="fr-F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 dirty="0">
                          <a:effectLst/>
                        </a:rPr>
                        <a:t>AKN</a:t>
                      </a:r>
                      <a:endParaRPr lang="fr-F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GEN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TOB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FOS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AMP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AMX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TIC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MEC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TEM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AMC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TZP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CXM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FOX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CAZ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CFM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 dirty="0">
                          <a:effectLst/>
                        </a:rPr>
                        <a:t>CRO</a:t>
                      </a:r>
                      <a:endParaRPr lang="fr-F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CTX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FEP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ERT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IMP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FUR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CIP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LEV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NOR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OFL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NAL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TSU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857681"/>
                  </a:ext>
                </a:extLst>
              </a:tr>
              <a:tr h="407291"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% </a:t>
                      </a:r>
                      <a:r>
                        <a:rPr lang="fr-FR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tested</a:t>
                      </a:r>
                      <a:endParaRPr lang="fr-F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100%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 dirty="0">
                          <a:effectLst/>
                        </a:rPr>
                        <a:t>97%</a:t>
                      </a:r>
                      <a:endParaRPr lang="fr-F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49%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98%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80%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97%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90%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 dirty="0">
                          <a:effectLst/>
                        </a:rPr>
                        <a:t>95%</a:t>
                      </a:r>
                      <a:endParaRPr lang="fr-F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51%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99%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95%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9%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98%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95%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94%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100%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100%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 dirty="0">
                          <a:effectLst/>
                        </a:rPr>
                        <a:t>17%</a:t>
                      </a:r>
                      <a:endParaRPr lang="fr-F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100%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18%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97%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35%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20%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 dirty="0">
                          <a:effectLst/>
                        </a:rPr>
                        <a:t>15%</a:t>
                      </a:r>
                      <a:endParaRPr lang="fr-F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83%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>
                          <a:effectLst/>
                        </a:rPr>
                        <a:t>47%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300" u="none" strike="noStrike" dirty="0">
                          <a:effectLst/>
                        </a:rPr>
                        <a:t>100%</a:t>
                      </a:r>
                      <a:endParaRPr lang="fr-F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797" marR="9797" marT="979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3304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250</Words>
  <Application>Microsoft Office PowerPoint</Application>
  <PresentationFormat>Personnalisé</PresentationFormat>
  <Paragraphs>190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elise, hodbert</dc:creator>
  <cp:keywords/>
  <dc:description/>
  <cp:lastModifiedBy>HODBERT Elise</cp:lastModifiedBy>
  <cp:revision>8</cp:revision>
  <dcterms:created xsi:type="dcterms:W3CDTF">2017-02-13T16:18:36Z</dcterms:created>
  <dcterms:modified xsi:type="dcterms:W3CDTF">2025-10-28T16:21:15Z</dcterms:modified>
  <cp:category/>
</cp:coreProperties>
</file>