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66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0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7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4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7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1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9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5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5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4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5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0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1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5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1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5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2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3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8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3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0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23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1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4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2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6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9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034" y="3170392"/>
              <a:ext cx="3745" cy="167167"/>
            </a:xfrm>
            <a:custGeom>
              <a:avLst/>
              <a:pathLst>
                <a:path w="3745" h="167167">
                  <a:moveTo>
                    <a:pt x="3745" y="0"/>
                  </a:moveTo>
                  <a:lnTo>
                    <a:pt x="0" y="41"/>
                  </a:lnTo>
                  <a:lnTo>
                    <a:pt x="374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034" y="3170434"/>
              <a:ext cx="3745" cy="167125"/>
            </a:xfrm>
            <a:custGeom>
              <a:avLst/>
              <a:pathLst>
                <a:path w="3745" h="167125">
                  <a:moveTo>
                    <a:pt x="0" y="0"/>
                  </a:moveTo>
                  <a:lnTo>
                    <a:pt x="3745" y="167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3" y="3170416"/>
              <a:ext cx="334333" cy="334295"/>
            </a:xfrm>
            <a:custGeom>
              <a:avLst/>
              <a:pathLst>
                <a:path w="334333" h="334295">
                  <a:moveTo>
                    <a:pt x="163420" y="17"/>
                  </a:moveTo>
                  <a:lnTo>
                    <a:pt x="158126" y="220"/>
                  </a:lnTo>
                  <a:lnTo>
                    <a:pt x="152841" y="590"/>
                  </a:lnTo>
                  <a:lnTo>
                    <a:pt x="147570" y="1127"/>
                  </a:lnTo>
                  <a:lnTo>
                    <a:pt x="142319" y="1832"/>
                  </a:lnTo>
                  <a:lnTo>
                    <a:pt x="137093" y="2702"/>
                  </a:lnTo>
                  <a:lnTo>
                    <a:pt x="131898" y="3738"/>
                  </a:lnTo>
                  <a:lnTo>
                    <a:pt x="126737" y="4937"/>
                  </a:lnTo>
                  <a:lnTo>
                    <a:pt x="121618" y="6300"/>
                  </a:lnTo>
                  <a:lnTo>
                    <a:pt x="116544" y="7824"/>
                  </a:lnTo>
                  <a:lnTo>
                    <a:pt x="111520" y="9508"/>
                  </a:lnTo>
                  <a:lnTo>
                    <a:pt x="106553" y="11351"/>
                  </a:lnTo>
                  <a:lnTo>
                    <a:pt x="101647" y="13349"/>
                  </a:lnTo>
                  <a:lnTo>
                    <a:pt x="96806" y="15503"/>
                  </a:lnTo>
                  <a:lnTo>
                    <a:pt x="92036" y="17809"/>
                  </a:lnTo>
                  <a:lnTo>
                    <a:pt x="87342" y="20264"/>
                  </a:lnTo>
                  <a:lnTo>
                    <a:pt x="82728" y="22868"/>
                  </a:lnTo>
                  <a:lnTo>
                    <a:pt x="78198" y="25616"/>
                  </a:lnTo>
                  <a:lnTo>
                    <a:pt x="73758" y="28506"/>
                  </a:lnTo>
                  <a:lnTo>
                    <a:pt x="69412" y="31536"/>
                  </a:lnTo>
                  <a:lnTo>
                    <a:pt x="65164" y="34701"/>
                  </a:lnTo>
                  <a:lnTo>
                    <a:pt x="61018" y="38000"/>
                  </a:lnTo>
                  <a:lnTo>
                    <a:pt x="56979" y="41429"/>
                  </a:lnTo>
                  <a:lnTo>
                    <a:pt x="53051" y="44983"/>
                  </a:lnTo>
                  <a:lnTo>
                    <a:pt x="49237" y="48661"/>
                  </a:lnTo>
                  <a:lnTo>
                    <a:pt x="45542" y="52457"/>
                  </a:lnTo>
                  <a:lnTo>
                    <a:pt x="41969" y="56369"/>
                  </a:lnTo>
                  <a:lnTo>
                    <a:pt x="38521" y="60392"/>
                  </a:lnTo>
                  <a:lnTo>
                    <a:pt x="35203" y="64522"/>
                  </a:lnTo>
                  <a:lnTo>
                    <a:pt x="32017" y="68755"/>
                  </a:lnTo>
                  <a:lnTo>
                    <a:pt x="28968" y="73087"/>
                  </a:lnTo>
                  <a:lnTo>
                    <a:pt x="26057" y="77514"/>
                  </a:lnTo>
                  <a:lnTo>
                    <a:pt x="23287" y="82030"/>
                  </a:lnTo>
                  <a:lnTo>
                    <a:pt x="20662" y="86632"/>
                  </a:lnTo>
                  <a:lnTo>
                    <a:pt x="18185" y="91315"/>
                  </a:lnTo>
                  <a:lnTo>
                    <a:pt x="15857" y="96074"/>
                  </a:lnTo>
                  <a:lnTo>
                    <a:pt x="13681" y="100905"/>
                  </a:lnTo>
                  <a:lnTo>
                    <a:pt x="11659" y="105802"/>
                  </a:lnTo>
                  <a:lnTo>
                    <a:pt x="9793" y="110760"/>
                  </a:lnTo>
                  <a:lnTo>
                    <a:pt x="8085" y="115775"/>
                  </a:lnTo>
                  <a:lnTo>
                    <a:pt x="6538" y="120842"/>
                  </a:lnTo>
                  <a:lnTo>
                    <a:pt x="5151" y="125956"/>
                  </a:lnTo>
                  <a:lnTo>
                    <a:pt x="3927" y="131110"/>
                  </a:lnTo>
                  <a:lnTo>
                    <a:pt x="2867" y="136301"/>
                  </a:lnTo>
                  <a:lnTo>
                    <a:pt x="1973" y="141523"/>
                  </a:lnTo>
                  <a:lnTo>
                    <a:pt x="1244" y="146771"/>
                  </a:lnTo>
                  <a:lnTo>
                    <a:pt x="681" y="152039"/>
                  </a:lnTo>
                  <a:lnTo>
                    <a:pt x="286" y="157322"/>
                  </a:lnTo>
                  <a:lnTo>
                    <a:pt x="59" y="162615"/>
                  </a:lnTo>
                  <a:lnTo>
                    <a:pt x="0" y="167912"/>
                  </a:lnTo>
                  <a:lnTo>
                    <a:pt x="108" y="173209"/>
                  </a:lnTo>
                  <a:lnTo>
                    <a:pt x="384" y="178500"/>
                  </a:lnTo>
                  <a:lnTo>
                    <a:pt x="828" y="183779"/>
                  </a:lnTo>
                  <a:lnTo>
                    <a:pt x="1438" y="189042"/>
                  </a:lnTo>
                  <a:lnTo>
                    <a:pt x="2216" y="194283"/>
                  </a:lnTo>
                  <a:lnTo>
                    <a:pt x="3158" y="199496"/>
                  </a:lnTo>
                  <a:lnTo>
                    <a:pt x="4266" y="204677"/>
                  </a:lnTo>
                  <a:lnTo>
                    <a:pt x="5537" y="209820"/>
                  </a:lnTo>
                  <a:lnTo>
                    <a:pt x="6971" y="214920"/>
                  </a:lnTo>
                  <a:lnTo>
                    <a:pt x="8565" y="219973"/>
                  </a:lnTo>
                  <a:lnTo>
                    <a:pt x="10319" y="224972"/>
                  </a:lnTo>
                  <a:lnTo>
                    <a:pt x="12230" y="229913"/>
                  </a:lnTo>
                  <a:lnTo>
                    <a:pt x="14297" y="234791"/>
                  </a:lnTo>
                  <a:lnTo>
                    <a:pt x="16518" y="239601"/>
                  </a:lnTo>
                  <a:lnTo>
                    <a:pt x="18890" y="244339"/>
                  </a:lnTo>
                  <a:lnTo>
                    <a:pt x="21410" y="248999"/>
                  </a:lnTo>
                  <a:lnTo>
                    <a:pt x="24077" y="253576"/>
                  </a:lnTo>
                  <a:lnTo>
                    <a:pt x="26888" y="258067"/>
                  </a:lnTo>
                  <a:lnTo>
                    <a:pt x="29840" y="262467"/>
                  </a:lnTo>
                  <a:lnTo>
                    <a:pt x="32930" y="266771"/>
                  </a:lnTo>
                  <a:lnTo>
                    <a:pt x="36154" y="270974"/>
                  </a:lnTo>
                  <a:lnTo>
                    <a:pt x="39510" y="275074"/>
                  </a:lnTo>
                  <a:lnTo>
                    <a:pt x="42994" y="279065"/>
                  </a:lnTo>
                  <a:lnTo>
                    <a:pt x="46603" y="282943"/>
                  </a:lnTo>
                  <a:lnTo>
                    <a:pt x="50333" y="286705"/>
                  </a:lnTo>
                  <a:lnTo>
                    <a:pt x="54181" y="290348"/>
                  </a:lnTo>
                  <a:lnTo>
                    <a:pt x="58142" y="293866"/>
                  </a:lnTo>
                  <a:lnTo>
                    <a:pt x="62212" y="297257"/>
                  </a:lnTo>
                  <a:lnTo>
                    <a:pt x="66388" y="300518"/>
                  </a:lnTo>
                  <a:lnTo>
                    <a:pt x="70665" y="303644"/>
                  </a:lnTo>
                  <a:lnTo>
                    <a:pt x="75039" y="306634"/>
                  </a:lnTo>
                  <a:lnTo>
                    <a:pt x="79506" y="309483"/>
                  </a:lnTo>
                  <a:lnTo>
                    <a:pt x="84060" y="312189"/>
                  </a:lnTo>
                  <a:lnTo>
                    <a:pt x="88698" y="314750"/>
                  </a:lnTo>
                  <a:lnTo>
                    <a:pt x="93415" y="317162"/>
                  </a:lnTo>
                  <a:lnTo>
                    <a:pt x="98206" y="319424"/>
                  </a:lnTo>
                  <a:lnTo>
                    <a:pt x="103066" y="321533"/>
                  </a:lnTo>
                  <a:lnTo>
                    <a:pt x="107991" y="323486"/>
                  </a:lnTo>
                  <a:lnTo>
                    <a:pt x="112975" y="325283"/>
                  </a:lnTo>
                  <a:lnTo>
                    <a:pt x="118013" y="326921"/>
                  </a:lnTo>
                  <a:lnTo>
                    <a:pt x="123101" y="328398"/>
                  </a:lnTo>
                  <a:lnTo>
                    <a:pt x="128233" y="329713"/>
                  </a:lnTo>
                  <a:lnTo>
                    <a:pt x="133404" y="330865"/>
                  </a:lnTo>
                  <a:lnTo>
                    <a:pt x="138609" y="331853"/>
                  </a:lnTo>
                  <a:lnTo>
                    <a:pt x="143843" y="332675"/>
                  </a:lnTo>
                  <a:lnTo>
                    <a:pt x="149100" y="333331"/>
                  </a:lnTo>
                  <a:lnTo>
                    <a:pt x="154376" y="333820"/>
                  </a:lnTo>
                  <a:lnTo>
                    <a:pt x="159664" y="334142"/>
                  </a:lnTo>
                  <a:lnTo>
                    <a:pt x="164960" y="334295"/>
                  </a:lnTo>
                  <a:lnTo>
                    <a:pt x="170258" y="334281"/>
                  </a:lnTo>
                  <a:lnTo>
                    <a:pt x="175552" y="334099"/>
                  </a:lnTo>
                  <a:lnTo>
                    <a:pt x="180839" y="333750"/>
                  </a:lnTo>
                  <a:lnTo>
                    <a:pt x="186112" y="333233"/>
                  </a:lnTo>
                  <a:lnTo>
                    <a:pt x="191365" y="332549"/>
                  </a:lnTo>
                  <a:lnTo>
                    <a:pt x="196594" y="331699"/>
                  </a:lnTo>
                  <a:lnTo>
                    <a:pt x="201794" y="330684"/>
                  </a:lnTo>
                  <a:lnTo>
                    <a:pt x="206959" y="329504"/>
                  </a:lnTo>
                  <a:lnTo>
                    <a:pt x="212084" y="328162"/>
                  </a:lnTo>
                  <a:lnTo>
                    <a:pt x="217164" y="326658"/>
                  </a:lnTo>
                  <a:lnTo>
                    <a:pt x="222194" y="324993"/>
                  </a:lnTo>
                  <a:lnTo>
                    <a:pt x="227168" y="323170"/>
                  </a:lnTo>
                  <a:lnTo>
                    <a:pt x="232082" y="321190"/>
                  </a:lnTo>
                  <a:lnTo>
                    <a:pt x="236931" y="319056"/>
                  </a:lnTo>
                  <a:lnTo>
                    <a:pt x="241710" y="316769"/>
                  </a:lnTo>
                  <a:lnTo>
                    <a:pt x="246414" y="314331"/>
                  </a:lnTo>
                  <a:lnTo>
                    <a:pt x="251039" y="311746"/>
                  </a:lnTo>
                  <a:lnTo>
                    <a:pt x="255579" y="309016"/>
                  </a:lnTo>
                  <a:lnTo>
                    <a:pt x="260030" y="306143"/>
                  </a:lnTo>
                  <a:lnTo>
                    <a:pt x="264388" y="303130"/>
                  </a:lnTo>
                  <a:lnTo>
                    <a:pt x="268649" y="299981"/>
                  </a:lnTo>
                  <a:lnTo>
                    <a:pt x="272807" y="296698"/>
                  </a:lnTo>
                  <a:lnTo>
                    <a:pt x="276859" y="293286"/>
                  </a:lnTo>
                  <a:lnTo>
                    <a:pt x="280802" y="289746"/>
                  </a:lnTo>
                  <a:lnTo>
                    <a:pt x="284630" y="286084"/>
                  </a:lnTo>
                  <a:lnTo>
                    <a:pt x="288340" y="282302"/>
                  </a:lnTo>
                  <a:lnTo>
                    <a:pt x="291928" y="278404"/>
                  </a:lnTo>
                  <a:lnTo>
                    <a:pt x="295391" y="274395"/>
                  </a:lnTo>
                  <a:lnTo>
                    <a:pt x="298726" y="270278"/>
                  </a:lnTo>
                  <a:lnTo>
                    <a:pt x="301928" y="266057"/>
                  </a:lnTo>
                  <a:lnTo>
                    <a:pt x="304994" y="261737"/>
                  </a:lnTo>
                  <a:lnTo>
                    <a:pt x="307923" y="257322"/>
                  </a:lnTo>
                  <a:lnTo>
                    <a:pt x="310710" y="252816"/>
                  </a:lnTo>
                  <a:lnTo>
                    <a:pt x="313352" y="248224"/>
                  </a:lnTo>
                  <a:lnTo>
                    <a:pt x="315848" y="243551"/>
                  </a:lnTo>
                  <a:lnTo>
                    <a:pt x="318195" y="238801"/>
                  </a:lnTo>
                  <a:lnTo>
                    <a:pt x="320390" y="233979"/>
                  </a:lnTo>
                  <a:lnTo>
                    <a:pt x="322431" y="229090"/>
                  </a:lnTo>
                  <a:lnTo>
                    <a:pt x="324316" y="224139"/>
                  </a:lnTo>
                  <a:lnTo>
                    <a:pt x="326043" y="219130"/>
                  </a:lnTo>
                  <a:lnTo>
                    <a:pt x="327611" y="214070"/>
                  </a:lnTo>
                  <a:lnTo>
                    <a:pt x="329017" y="208962"/>
                  </a:lnTo>
                  <a:lnTo>
                    <a:pt x="330261" y="203812"/>
                  </a:lnTo>
                  <a:lnTo>
                    <a:pt x="331341" y="198625"/>
                  </a:lnTo>
                  <a:lnTo>
                    <a:pt x="332256" y="193407"/>
                  </a:lnTo>
                  <a:lnTo>
                    <a:pt x="333006" y="188162"/>
                  </a:lnTo>
                  <a:lnTo>
                    <a:pt x="333589" y="182896"/>
                  </a:lnTo>
                  <a:lnTo>
                    <a:pt x="334004" y="177615"/>
                  </a:lnTo>
                  <a:lnTo>
                    <a:pt x="334252" y="172323"/>
                  </a:lnTo>
                  <a:lnTo>
                    <a:pt x="334333" y="167025"/>
                  </a:lnTo>
                  <a:lnTo>
                    <a:pt x="334245" y="161728"/>
                  </a:lnTo>
                  <a:lnTo>
                    <a:pt x="333989" y="156436"/>
                  </a:lnTo>
                  <a:lnTo>
                    <a:pt x="333566" y="151155"/>
                  </a:lnTo>
                  <a:lnTo>
                    <a:pt x="332976" y="145890"/>
                  </a:lnTo>
                  <a:lnTo>
                    <a:pt x="332219" y="140647"/>
                  </a:lnTo>
                  <a:lnTo>
                    <a:pt x="331297" y="135430"/>
                  </a:lnTo>
                  <a:lnTo>
                    <a:pt x="330210" y="130245"/>
                  </a:lnTo>
                  <a:lnTo>
                    <a:pt x="328959" y="125096"/>
                  </a:lnTo>
                  <a:lnTo>
                    <a:pt x="327545" y="119991"/>
                  </a:lnTo>
                  <a:lnTo>
                    <a:pt x="325970" y="114932"/>
                  </a:lnTo>
                  <a:lnTo>
                    <a:pt x="324236" y="109926"/>
                  </a:lnTo>
                  <a:lnTo>
                    <a:pt x="322344" y="104977"/>
                  </a:lnTo>
                  <a:lnTo>
                    <a:pt x="320296" y="100091"/>
                  </a:lnTo>
                  <a:lnTo>
                    <a:pt x="318094" y="95272"/>
                  </a:lnTo>
                  <a:lnTo>
                    <a:pt x="315741" y="90526"/>
                  </a:lnTo>
                  <a:lnTo>
                    <a:pt x="313239" y="85856"/>
                  </a:lnTo>
                  <a:lnTo>
                    <a:pt x="310589" y="81268"/>
                  </a:lnTo>
                  <a:lnTo>
                    <a:pt x="307796" y="76766"/>
                  </a:lnTo>
                  <a:lnTo>
                    <a:pt x="304862" y="72355"/>
                  </a:lnTo>
                  <a:lnTo>
                    <a:pt x="301789" y="68039"/>
                  </a:lnTo>
                  <a:lnTo>
                    <a:pt x="298581" y="63823"/>
                  </a:lnTo>
                  <a:lnTo>
                    <a:pt x="295241" y="59711"/>
                  </a:lnTo>
                  <a:lnTo>
                    <a:pt x="291772" y="55706"/>
                  </a:lnTo>
                  <a:lnTo>
                    <a:pt x="288178" y="51814"/>
                  </a:lnTo>
                  <a:lnTo>
                    <a:pt x="284463" y="48037"/>
                  </a:lnTo>
                  <a:lnTo>
                    <a:pt x="280630" y="44380"/>
                  </a:lnTo>
                  <a:lnTo>
                    <a:pt x="276683" y="40846"/>
                  </a:lnTo>
                  <a:lnTo>
                    <a:pt x="272625" y="37439"/>
                  </a:lnTo>
                  <a:lnTo>
                    <a:pt x="268462" y="34162"/>
                  </a:lnTo>
                  <a:lnTo>
                    <a:pt x="264198" y="31019"/>
                  </a:lnTo>
                  <a:lnTo>
                    <a:pt x="259835" y="28012"/>
                  </a:lnTo>
                  <a:lnTo>
                    <a:pt x="255380" y="25146"/>
                  </a:lnTo>
                  <a:lnTo>
                    <a:pt x="250836" y="22422"/>
                  </a:lnTo>
                  <a:lnTo>
                    <a:pt x="246208" y="19843"/>
                  </a:lnTo>
                  <a:lnTo>
                    <a:pt x="241500" y="17412"/>
                  </a:lnTo>
                  <a:lnTo>
                    <a:pt x="236718" y="15132"/>
                  </a:lnTo>
                  <a:lnTo>
                    <a:pt x="231866" y="13004"/>
                  </a:lnTo>
                  <a:lnTo>
                    <a:pt x="226950" y="11031"/>
                  </a:lnTo>
                  <a:lnTo>
                    <a:pt x="221973" y="9215"/>
                  </a:lnTo>
                  <a:lnTo>
                    <a:pt x="216941" y="7558"/>
                  </a:lnTo>
                  <a:lnTo>
                    <a:pt x="211859" y="6060"/>
                  </a:lnTo>
                  <a:lnTo>
                    <a:pt x="206732" y="4725"/>
                  </a:lnTo>
                  <a:lnTo>
                    <a:pt x="201565" y="3553"/>
                  </a:lnTo>
                  <a:lnTo>
                    <a:pt x="196364" y="2545"/>
                  </a:lnTo>
                  <a:lnTo>
                    <a:pt x="191133" y="1702"/>
                  </a:lnTo>
                  <a:lnTo>
                    <a:pt x="185879" y="1026"/>
                  </a:lnTo>
                  <a:lnTo>
                    <a:pt x="180605" y="516"/>
                  </a:lnTo>
                  <a:lnTo>
                    <a:pt x="175318" y="174"/>
                  </a:lnTo>
                  <a:lnTo>
                    <a:pt x="170023" y="0"/>
                  </a:lnTo>
                  <a:lnTo>
                    <a:pt x="167165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858" cy="167167"/>
            </a:xfrm>
            <a:custGeom>
              <a:avLst/>
              <a:pathLst>
                <a:path w="2858" h="167167">
                  <a:moveTo>
                    <a:pt x="2858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151" y="2633064"/>
              <a:ext cx="35859" cy="167167"/>
            </a:xfrm>
            <a:custGeom>
              <a:avLst/>
              <a:pathLst>
                <a:path w="35859" h="167167">
                  <a:moveTo>
                    <a:pt x="35859" y="0"/>
                  </a:moveTo>
                  <a:lnTo>
                    <a:pt x="28633" y="156"/>
                  </a:lnTo>
                  <a:lnTo>
                    <a:pt x="21421" y="624"/>
                  </a:lnTo>
                  <a:lnTo>
                    <a:pt x="14236" y="1404"/>
                  </a:lnTo>
                  <a:lnTo>
                    <a:pt x="7091" y="2494"/>
                  </a:lnTo>
                  <a:lnTo>
                    <a:pt x="0" y="3891"/>
                  </a:lnTo>
                  <a:lnTo>
                    <a:pt x="358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3" y="2636955"/>
              <a:ext cx="334311" cy="330442"/>
            </a:xfrm>
            <a:custGeom>
              <a:avLst/>
              <a:pathLst>
                <a:path w="334311" h="330442">
                  <a:moveTo>
                    <a:pt x="131297" y="0"/>
                  </a:moveTo>
                  <a:lnTo>
                    <a:pt x="126132" y="1220"/>
                  </a:lnTo>
                  <a:lnTo>
                    <a:pt x="121007" y="2605"/>
                  </a:lnTo>
                  <a:lnTo>
                    <a:pt x="115930" y="4151"/>
                  </a:lnTo>
                  <a:lnTo>
                    <a:pt x="110903" y="5857"/>
                  </a:lnTo>
                  <a:lnTo>
                    <a:pt x="105934" y="7723"/>
                  </a:lnTo>
                  <a:lnTo>
                    <a:pt x="101026" y="9745"/>
                  </a:lnTo>
                  <a:lnTo>
                    <a:pt x="96185" y="11922"/>
                  </a:lnTo>
                  <a:lnTo>
                    <a:pt x="91416" y="14251"/>
                  </a:lnTo>
                  <a:lnTo>
                    <a:pt x="86723" y="16731"/>
                  </a:lnTo>
                  <a:lnTo>
                    <a:pt x="82111" y="19359"/>
                  </a:lnTo>
                  <a:lnTo>
                    <a:pt x="77584" y="22131"/>
                  </a:lnTo>
                  <a:lnTo>
                    <a:pt x="73148" y="25046"/>
                  </a:lnTo>
                  <a:lnTo>
                    <a:pt x="68807" y="28101"/>
                  </a:lnTo>
                  <a:lnTo>
                    <a:pt x="64565" y="31291"/>
                  </a:lnTo>
                  <a:lnTo>
                    <a:pt x="60426" y="34615"/>
                  </a:lnTo>
                  <a:lnTo>
                    <a:pt x="56395" y="38068"/>
                  </a:lnTo>
                  <a:lnTo>
                    <a:pt x="52476" y="41648"/>
                  </a:lnTo>
                  <a:lnTo>
                    <a:pt x="48672" y="45350"/>
                  </a:lnTo>
                  <a:lnTo>
                    <a:pt x="44988" y="49172"/>
                  </a:lnTo>
                  <a:lnTo>
                    <a:pt x="41427" y="53108"/>
                  </a:lnTo>
                  <a:lnTo>
                    <a:pt x="37993" y="57155"/>
                  </a:lnTo>
                  <a:lnTo>
                    <a:pt x="34689" y="61309"/>
                  </a:lnTo>
                  <a:lnTo>
                    <a:pt x="31518" y="65566"/>
                  </a:lnTo>
                  <a:lnTo>
                    <a:pt x="28485" y="69922"/>
                  </a:lnTo>
                  <a:lnTo>
                    <a:pt x="25591" y="74372"/>
                  </a:lnTo>
                  <a:lnTo>
                    <a:pt x="22839" y="78911"/>
                  </a:lnTo>
                  <a:lnTo>
                    <a:pt x="20234" y="83536"/>
                  </a:lnTo>
                  <a:lnTo>
                    <a:pt x="17776" y="88240"/>
                  </a:lnTo>
                  <a:lnTo>
                    <a:pt x="15469" y="93021"/>
                  </a:lnTo>
                  <a:lnTo>
                    <a:pt x="13315" y="97872"/>
                  </a:lnTo>
                  <a:lnTo>
                    <a:pt x="11316" y="102789"/>
                  </a:lnTo>
                  <a:lnTo>
                    <a:pt x="9474" y="107768"/>
                  </a:lnTo>
                  <a:lnTo>
                    <a:pt x="7792" y="112802"/>
                  </a:lnTo>
                  <a:lnTo>
                    <a:pt x="6270" y="117887"/>
                  </a:lnTo>
                  <a:lnTo>
                    <a:pt x="4910" y="123018"/>
                  </a:lnTo>
                  <a:lnTo>
                    <a:pt x="3713" y="128189"/>
                  </a:lnTo>
                  <a:lnTo>
                    <a:pt x="2682" y="133396"/>
                  </a:lnTo>
                  <a:lnTo>
                    <a:pt x="1816" y="138633"/>
                  </a:lnTo>
                  <a:lnTo>
                    <a:pt x="1117" y="143895"/>
                  </a:lnTo>
                  <a:lnTo>
                    <a:pt x="585" y="149176"/>
                  </a:lnTo>
                  <a:lnTo>
                    <a:pt x="222" y="154472"/>
                  </a:lnTo>
                  <a:lnTo>
                    <a:pt x="26" y="159776"/>
                  </a:lnTo>
                  <a:lnTo>
                    <a:pt x="0" y="165084"/>
                  </a:lnTo>
                  <a:lnTo>
                    <a:pt x="141" y="170390"/>
                  </a:lnTo>
                  <a:lnTo>
                    <a:pt x="451" y="175689"/>
                  </a:lnTo>
                  <a:lnTo>
                    <a:pt x="929" y="180975"/>
                  </a:lnTo>
                  <a:lnTo>
                    <a:pt x="1575" y="186244"/>
                  </a:lnTo>
                  <a:lnTo>
                    <a:pt x="2388" y="191489"/>
                  </a:lnTo>
                  <a:lnTo>
                    <a:pt x="3367" y="196706"/>
                  </a:lnTo>
                  <a:lnTo>
                    <a:pt x="4511" y="201890"/>
                  </a:lnTo>
                  <a:lnTo>
                    <a:pt x="5819" y="207034"/>
                  </a:lnTo>
                  <a:lnTo>
                    <a:pt x="7289" y="212134"/>
                  </a:lnTo>
                  <a:lnTo>
                    <a:pt x="8921" y="217185"/>
                  </a:lnTo>
                  <a:lnTo>
                    <a:pt x="10712" y="222182"/>
                  </a:lnTo>
                  <a:lnTo>
                    <a:pt x="12661" y="227119"/>
                  </a:lnTo>
                  <a:lnTo>
                    <a:pt x="14766" y="231992"/>
                  </a:lnTo>
                  <a:lnTo>
                    <a:pt x="17025" y="236795"/>
                  </a:lnTo>
                  <a:lnTo>
                    <a:pt x="19434" y="241525"/>
                  </a:lnTo>
                  <a:lnTo>
                    <a:pt x="21993" y="246175"/>
                  </a:lnTo>
                  <a:lnTo>
                    <a:pt x="24698" y="250742"/>
                  </a:lnTo>
                  <a:lnTo>
                    <a:pt x="27547" y="255221"/>
                  </a:lnTo>
                  <a:lnTo>
                    <a:pt x="30537" y="259607"/>
                  </a:lnTo>
                  <a:lnTo>
                    <a:pt x="33664" y="263896"/>
                  </a:lnTo>
                  <a:lnTo>
                    <a:pt x="36926" y="268084"/>
                  </a:lnTo>
                  <a:lnTo>
                    <a:pt x="40319" y="272165"/>
                  </a:lnTo>
                  <a:lnTo>
                    <a:pt x="43840" y="276138"/>
                  </a:lnTo>
                  <a:lnTo>
                    <a:pt x="47485" y="279996"/>
                  </a:lnTo>
                  <a:lnTo>
                    <a:pt x="51251" y="283736"/>
                  </a:lnTo>
                  <a:lnTo>
                    <a:pt x="55134" y="287355"/>
                  </a:lnTo>
                  <a:lnTo>
                    <a:pt x="59130" y="290849"/>
                  </a:lnTo>
                  <a:lnTo>
                    <a:pt x="63235" y="294215"/>
                  </a:lnTo>
                  <a:lnTo>
                    <a:pt x="67445" y="297448"/>
                  </a:lnTo>
                  <a:lnTo>
                    <a:pt x="71755" y="300546"/>
                  </a:lnTo>
                  <a:lnTo>
                    <a:pt x="76161" y="303506"/>
                  </a:lnTo>
                  <a:lnTo>
                    <a:pt x="80659" y="306324"/>
                  </a:lnTo>
                  <a:lnTo>
                    <a:pt x="85244" y="308998"/>
                  </a:lnTo>
                  <a:lnTo>
                    <a:pt x="89912" y="311526"/>
                  </a:lnTo>
                  <a:lnTo>
                    <a:pt x="94658" y="313903"/>
                  </a:lnTo>
                  <a:lnTo>
                    <a:pt x="99476" y="316129"/>
                  </a:lnTo>
                  <a:lnTo>
                    <a:pt x="104363" y="318201"/>
                  </a:lnTo>
                  <a:lnTo>
                    <a:pt x="109314" y="320116"/>
                  </a:lnTo>
                  <a:lnTo>
                    <a:pt x="114322" y="321874"/>
                  </a:lnTo>
                  <a:lnTo>
                    <a:pt x="119384" y="323471"/>
                  </a:lnTo>
                  <a:lnTo>
                    <a:pt x="124494" y="324907"/>
                  </a:lnTo>
                  <a:lnTo>
                    <a:pt x="129647" y="326180"/>
                  </a:lnTo>
                  <a:lnTo>
                    <a:pt x="134838" y="327289"/>
                  </a:lnTo>
                  <a:lnTo>
                    <a:pt x="140062" y="328232"/>
                  </a:lnTo>
                  <a:lnTo>
                    <a:pt x="145313" y="329009"/>
                  </a:lnTo>
                  <a:lnTo>
                    <a:pt x="150585" y="329619"/>
                  </a:lnTo>
                  <a:lnTo>
                    <a:pt x="155875" y="330062"/>
                  </a:lnTo>
                  <a:lnTo>
                    <a:pt x="161176" y="330336"/>
                  </a:lnTo>
                  <a:lnTo>
                    <a:pt x="166483" y="330442"/>
                  </a:lnTo>
                  <a:lnTo>
                    <a:pt x="171791" y="330379"/>
                  </a:lnTo>
                  <a:lnTo>
                    <a:pt x="177093" y="330147"/>
                  </a:lnTo>
                  <a:lnTo>
                    <a:pt x="182386" y="329748"/>
                  </a:lnTo>
                  <a:lnTo>
                    <a:pt x="187664" y="329180"/>
                  </a:lnTo>
                  <a:lnTo>
                    <a:pt x="192921" y="328446"/>
                  </a:lnTo>
                  <a:lnTo>
                    <a:pt x="198152" y="327544"/>
                  </a:lnTo>
                  <a:lnTo>
                    <a:pt x="203352" y="326478"/>
                  </a:lnTo>
                  <a:lnTo>
                    <a:pt x="208515" y="325246"/>
                  </a:lnTo>
                  <a:lnTo>
                    <a:pt x="213636" y="323851"/>
                  </a:lnTo>
                  <a:lnTo>
                    <a:pt x="218711" y="322295"/>
                  </a:lnTo>
                  <a:lnTo>
                    <a:pt x="223734" y="320578"/>
                  </a:lnTo>
                  <a:lnTo>
                    <a:pt x="228699" y="318702"/>
                  </a:lnTo>
                  <a:lnTo>
                    <a:pt x="233603" y="316670"/>
                  </a:lnTo>
                  <a:lnTo>
                    <a:pt x="238439" y="314483"/>
                  </a:lnTo>
                  <a:lnTo>
                    <a:pt x="243204" y="312144"/>
                  </a:lnTo>
                  <a:lnTo>
                    <a:pt x="247892" y="309655"/>
                  </a:lnTo>
                  <a:lnTo>
                    <a:pt x="252499" y="307017"/>
                  </a:lnTo>
                  <a:lnTo>
                    <a:pt x="257019" y="304236"/>
                  </a:lnTo>
                  <a:lnTo>
                    <a:pt x="261449" y="301311"/>
                  </a:lnTo>
                  <a:lnTo>
                    <a:pt x="265784" y="298248"/>
                  </a:lnTo>
                  <a:lnTo>
                    <a:pt x="270020" y="295049"/>
                  </a:lnTo>
                  <a:lnTo>
                    <a:pt x="274151" y="291717"/>
                  </a:lnTo>
                  <a:lnTo>
                    <a:pt x="278175" y="288255"/>
                  </a:lnTo>
                  <a:lnTo>
                    <a:pt x="282087" y="284667"/>
                  </a:lnTo>
                  <a:lnTo>
                    <a:pt x="285883" y="280957"/>
                  </a:lnTo>
                  <a:lnTo>
                    <a:pt x="289560" y="277129"/>
                  </a:lnTo>
                  <a:lnTo>
                    <a:pt x="293113" y="273185"/>
                  </a:lnTo>
                  <a:lnTo>
                    <a:pt x="296539" y="269131"/>
                  </a:lnTo>
                  <a:lnTo>
                    <a:pt x="299834" y="264970"/>
                  </a:lnTo>
                  <a:lnTo>
                    <a:pt x="302996" y="260706"/>
                  </a:lnTo>
                  <a:lnTo>
                    <a:pt x="306021" y="256344"/>
                  </a:lnTo>
                  <a:lnTo>
                    <a:pt x="308906" y="251889"/>
                  </a:lnTo>
                  <a:lnTo>
                    <a:pt x="311648" y="247344"/>
                  </a:lnTo>
                  <a:lnTo>
                    <a:pt x="314244" y="242714"/>
                  </a:lnTo>
                  <a:lnTo>
                    <a:pt x="316692" y="238004"/>
                  </a:lnTo>
                  <a:lnTo>
                    <a:pt x="318989" y="233219"/>
                  </a:lnTo>
                  <a:lnTo>
                    <a:pt x="321133" y="228363"/>
                  </a:lnTo>
                  <a:lnTo>
                    <a:pt x="323122" y="223442"/>
                  </a:lnTo>
                  <a:lnTo>
                    <a:pt x="324953" y="218460"/>
                  </a:lnTo>
                  <a:lnTo>
                    <a:pt x="326626" y="213422"/>
                  </a:lnTo>
                  <a:lnTo>
                    <a:pt x="328138" y="208334"/>
                  </a:lnTo>
                  <a:lnTo>
                    <a:pt x="329487" y="203200"/>
                  </a:lnTo>
                  <a:lnTo>
                    <a:pt x="330673" y="198027"/>
                  </a:lnTo>
                  <a:lnTo>
                    <a:pt x="331694" y="192818"/>
                  </a:lnTo>
                  <a:lnTo>
                    <a:pt x="332548" y="187579"/>
                  </a:lnTo>
                  <a:lnTo>
                    <a:pt x="333237" y="182316"/>
                  </a:lnTo>
                  <a:lnTo>
                    <a:pt x="333758" y="177033"/>
                  </a:lnTo>
                  <a:lnTo>
                    <a:pt x="334110" y="171737"/>
                  </a:lnTo>
                  <a:lnTo>
                    <a:pt x="334295" y="166432"/>
                  </a:lnTo>
                  <a:lnTo>
                    <a:pt x="334311" y="161124"/>
                  </a:lnTo>
                  <a:lnTo>
                    <a:pt x="334158" y="155818"/>
                  </a:lnTo>
                  <a:lnTo>
                    <a:pt x="333837" y="150520"/>
                  </a:lnTo>
                  <a:lnTo>
                    <a:pt x="333348" y="145235"/>
                  </a:lnTo>
                  <a:lnTo>
                    <a:pt x="332692" y="139967"/>
                  </a:lnTo>
                  <a:lnTo>
                    <a:pt x="331868" y="134724"/>
                  </a:lnTo>
                  <a:lnTo>
                    <a:pt x="330879" y="129509"/>
                  </a:lnTo>
                  <a:lnTo>
                    <a:pt x="329724" y="124328"/>
                  </a:lnTo>
                  <a:lnTo>
                    <a:pt x="328406" y="119186"/>
                  </a:lnTo>
                  <a:lnTo>
                    <a:pt x="326925" y="114089"/>
                  </a:lnTo>
                  <a:lnTo>
                    <a:pt x="325283" y="109041"/>
                  </a:lnTo>
                  <a:lnTo>
                    <a:pt x="323481" y="104049"/>
                  </a:lnTo>
                  <a:lnTo>
                    <a:pt x="321522" y="99115"/>
                  </a:lnTo>
                  <a:lnTo>
                    <a:pt x="319407" y="94247"/>
                  </a:lnTo>
                  <a:lnTo>
                    <a:pt x="317139" y="89448"/>
                  </a:lnTo>
                  <a:lnTo>
                    <a:pt x="314719" y="84723"/>
                  </a:lnTo>
                  <a:lnTo>
                    <a:pt x="312151" y="80078"/>
                  </a:lnTo>
                  <a:lnTo>
                    <a:pt x="309436" y="75517"/>
                  </a:lnTo>
                  <a:lnTo>
                    <a:pt x="306578" y="71044"/>
                  </a:lnTo>
                  <a:lnTo>
                    <a:pt x="303580" y="66664"/>
                  </a:lnTo>
                  <a:lnTo>
                    <a:pt x="300444" y="62381"/>
                  </a:lnTo>
                  <a:lnTo>
                    <a:pt x="297173" y="58200"/>
                  </a:lnTo>
                  <a:lnTo>
                    <a:pt x="293772" y="54126"/>
                  </a:lnTo>
                  <a:lnTo>
                    <a:pt x="290243" y="50161"/>
                  </a:lnTo>
                  <a:lnTo>
                    <a:pt x="286589" y="46310"/>
                  </a:lnTo>
                  <a:lnTo>
                    <a:pt x="282816" y="42577"/>
                  </a:lnTo>
                  <a:lnTo>
                    <a:pt x="278925" y="38966"/>
                  </a:lnTo>
                  <a:lnTo>
                    <a:pt x="274922" y="35480"/>
                  </a:lnTo>
                  <a:lnTo>
                    <a:pt x="270811" y="32123"/>
                  </a:lnTo>
                  <a:lnTo>
                    <a:pt x="266594" y="28898"/>
                  </a:lnTo>
                  <a:lnTo>
                    <a:pt x="262278" y="25809"/>
                  </a:lnTo>
                  <a:lnTo>
                    <a:pt x="257866" y="22859"/>
                  </a:lnTo>
                  <a:lnTo>
                    <a:pt x="253362" y="20049"/>
                  </a:lnTo>
                  <a:lnTo>
                    <a:pt x="248771" y="17385"/>
                  </a:lnTo>
                  <a:lnTo>
                    <a:pt x="244098" y="14867"/>
                  </a:lnTo>
                  <a:lnTo>
                    <a:pt x="239348" y="12499"/>
                  </a:lnTo>
                  <a:lnTo>
                    <a:pt x="167157" y="163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72190" cy="167167"/>
            </a:xfrm>
            <a:custGeom>
              <a:avLst/>
              <a:pathLst>
                <a:path w="72190" h="167167">
                  <a:moveTo>
                    <a:pt x="72190" y="16391"/>
                  </a:moveTo>
                  <a:lnTo>
                    <a:pt x="66970" y="14000"/>
                  </a:lnTo>
                  <a:lnTo>
                    <a:pt x="61670" y="11791"/>
                  </a:lnTo>
                  <a:lnTo>
                    <a:pt x="56298" y="9765"/>
                  </a:lnTo>
                  <a:lnTo>
                    <a:pt x="50859" y="7924"/>
                  </a:lnTo>
                  <a:lnTo>
                    <a:pt x="45360" y="6271"/>
                  </a:lnTo>
                  <a:lnTo>
                    <a:pt x="39808" y="4809"/>
                  </a:lnTo>
                  <a:lnTo>
                    <a:pt x="34208" y="3537"/>
                  </a:lnTo>
                  <a:lnTo>
                    <a:pt x="28569" y="2459"/>
                  </a:lnTo>
                  <a:lnTo>
                    <a:pt x="22896" y="1575"/>
                  </a:lnTo>
                  <a:lnTo>
                    <a:pt x="17195" y="886"/>
                  </a:lnTo>
                  <a:lnTo>
                    <a:pt x="11475" y="394"/>
                  </a:lnTo>
                  <a:lnTo>
                    <a:pt x="5740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541" y="2126963"/>
              <a:ext cx="6930" cy="167167"/>
            </a:xfrm>
            <a:custGeom>
              <a:avLst/>
              <a:pathLst>
                <a:path w="6930" h="167167">
                  <a:moveTo>
                    <a:pt x="6930" y="0"/>
                  </a:moveTo>
                  <a:lnTo>
                    <a:pt x="0" y="143"/>
                  </a:lnTo>
                  <a:lnTo>
                    <a:pt x="69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541" y="2127107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3" y="2127107"/>
              <a:ext cx="330678" cy="334191"/>
            </a:xfrm>
            <a:custGeom>
              <a:avLst/>
              <a:pathLst>
                <a:path w="330678" h="334191">
                  <a:moveTo>
                    <a:pt x="160227" y="0"/>
                  </a:moveTo>
                  <a:lnTo>
                    <a:pt x="154947" y="302"/>
                  </a:lnTo>
                  <a:lnTo>
                    <a:pt x="149678" y="772"/>
                  </a:lnTo>
                  <a:lnTo>
                    <a:pt x="144427" y="1408"/>
                  </a:lnTo>
                  <a:lnTo>
                    <a:pt x="139199" y="2210"/>
                  </a:lnTo>
                  <a:lnTo>
                    <a:pt x="133998" y="3178"/>
                  </a:lnTo>
                  <a:lnTo>
                    <a:pt x="128831" y="4309"/>
                  </a:lnTo>
                  <a:lnTo>
                    <a:pt x="123703" y="5603"/>
                  </a:lnTo>
                  <a:lnTo>
                    <a:pt x="118617" y="7058"/>
                  </a:lnTo>
                  <a:lnTo>
                    <a:pt x="113581" y="8674"/>
                  </a:lnTo>
                  <a:lnTo>
                    <a:pt x="108598" y="10448"/>
                  </a:lnTo>
                  <a:lnTo>
                    <a:pt x="103673" y="12379"/>
                  </a:lnTo>
                  <a:lnTo>
                    <a:pt x="98813" y="14465"/>
                  </a:lnTo>
                  <a:lnTo>
                    <a:pt x="94020" y="16704"/>
                  </a:lnTo>
                  <a:lnTo>
                    <a:pt x="89301" y="19093"/>
                  </a:lnTo>
                  <a:lnTo>
                    <a:pt x="84660" y="21630"/>
                  </a:lnTo>
                  <a:lnTo>
                    <a:pt x="80101" y="24313"/>
                  </a:lnTo>
                  <a:lnTo>
                    <a:pt x="75630" y="27139"/>
                  </a:lnTo>
                  <a:lnTo>
                    <a:pt x="71250" y="30105"/>
                  </a:lnTo>
                  <a:lnTo>
                    <a:pt x="66966" y="33208"/>
                  </a:lnTo>
                  <a:lnTo>
                    <a:pt x="62783" y="36444"/>
                  </a:lnTo>
                  <a:lnTo>
                    <a:pt x="58704" y="39812"/>
                  </a:lnTo>
                  <a:lnTo>
                    <a:pt x="54734" y="43307"/>
                  </a:lnTo>
                  <a:lnTo>
                    <a:pt x="50876" y="46926"/>
                  </a:lnTo>
                  <a:lnTo>
                    <a:pt x="47134" y="50665"/>
                  </a:lnTo>
                  <a:lnTo>
                    <a:pt x="43513" y="54520"/>
                  </a:lnTo>
                  <a:lnTo>
                    <a:pt x="40016" y="58488"/>
                  </a:lnTo>
                  <a:lnTo>
                    <a:pt x="36646" y="62565"/>
                  </a:lnTo>
                  <a:lnTo>
                    <a:pt x="33406" y="66746"/>
                  </a:lnTo>
                  <a:lnTo>
                    <a:pt x="30301" y="71028"/>
                  </a:lnTo>
                  <a:lnTo>
                    <a:pt x="27332" y="75406"/>
                  </a:lnTo>
                  <a:lnTo>
                    <a:pt x="24503" y="79876"/>
                  </a:lnTo>
                  <a:lnTo>
                    <a:pt x="21818" y="84433"/>
                  </a:lnTo>
                  <a:lnTo>
                    <a:pt x="19277" y="89072"/>
                  </a:lnTo>
                  <a:lnTo>
                    <a:pt x="16885" y="93790"/>
                  </a:lnTo>
                  <a:lnTo>
                    <a:pt x="14644" y="98581"/>
                  </a:lnTo>
                  <a:lnTo>
                    <a:pt x="12555" y="103440"/>
                  </a:lnTo>
                  <a:lnTo>
                    <a:pt x="10620" y="108363"/>
                  </a:lnTo>
                  <a:lnTo>
                    <a:pt x="8843" y="113345"/>
                  </a:lnTo>
                  <a:lnTo>
                    <a:pt x="7224" y="118381"/>
                  </a:lnTo>
                  <a:lnTo>
                    <a:pt x="5765" y="123465"/>
                  </a:lnTo>
                  <a:lnTo>
                    <a:pt x="4468" y="128593"/>
                  </a:lnTo>
                  <a:lnTo>
                    <a:pt x="3333" y="133759"/>
                  </a:lnTo>
                  <a:lnTo>
                    <a:pt x="2363" y="138959"/>
                  </a:lnTo>
                  <a:lnTo>
                    <a:pt x="1558" y="144187"/>
                  </a:lnTo>
                  <a:lnTo>
                    <a:pt x="918" y="149437"/>
                  </a:lnTo>
                  <a:lnTo>
                    <a:pt x="445" y="154706"/>
                  </a:lnTo>
                  <a:lnTo>
                    <a:pt x="139" y="159986"/>
                  </a:lnTo>
                  <a:lnTo>
                    <a:pt x="0" y="165274"/>
                  </a:lnTo>
                  <a:lnTo>
                    <a:pt x="28" y="170563"/>
                  </a:lnTo>
                  <a:lnTo>
                    <a:pt x="223" y="175849"/>
                  </a:lnTo>
                  <a:lnTo>
                    <a:pt x="586" y="181126"/>
                  </a:lnTo>
                  <a:lnTo>
                    <a:pt x="1116" y="186389"/>
                  </a:lnTo>
                  <a:lnTo>
                    <a:pt x="1812" y="191632"/>
                  </a:lnTo>
                  <a:lnTo>
                    <a:pt x="2673" y="196851"/>
                  </a:lnTo>
                  <a:lnTo>
                    <a:pt x="3699" y="202040"/>
                  </a:lnTo>
                  <a:lnTo>
                    <a:pt x="4889" y="207194"/>
                  </a:lnTo>
                  <a:lnTo>
                    <a:pt x="6241" y="212308"/>
                  </a:lnTo>
                  <a:lnTo>
                    <a:pt x="7754" y="217376"/>
                  </a:lnTo>
                  <a:lnTo>
                    <a:pt x="9427" y="222394"/>
                  </a:lnTo>
                  <a:lnTo>
                    <a:pt x="11258" y="227357"/>
                  </a:lnTo>
                  <a:lnTo>
                    <a:pt x="13245" y="232259"/>
                  </a:lnTo>
                  <a:lnTo>
                    <a:pt x="15385" y="237095"/>
                  </a:lnTo>
                  <a:lnTo>
                    <a:pt x="17678" y="241862"/>
                  </a:lnTo>
                  <a:lnTo>
                    <a:pt x="20121" y="246554"/>
                  </a:lnTo>
                  <a:lnTo>
                    <a:pt x="22711" y="251166"/>
                  </a:lnTo>
                  <a:lnTo>
                    <a:pt x="25445" y="255694"/>
                  </a:lnTo>
                  <a:lnTo>
                    <a:pt x="28321" y="260133"/>
                  </a:lnTo>
                  <a:lnTo>
                    <a:pt x="31337" y="264479"/>
                  </a:lnTo>
                  <a:lnTo>
                    <a:pt x="34488" y="268727"/>
                  </a:lnTo>
                  <a:lnTo>
                    <a:pt x="37772" y="272873"/>
                  </a:lnTo>
                  <a:lnTo>
                    <a:pt x="41186" y="276914"/>
                  </a:lnTo>
                  <a:lnTo>
                    <a:pt x="44725" y="280844"/>
                  </a:lnTo>
                  <a:lnTo>
                    <a:pt x="48388" y="284661"/>
                  </a:lnTo>
                  <a:lnTo>
                    <a:pt x="52169" y="288360"/>
                  </a:lnTo>
                  <a:lnTo>
                    <a:pt x="56065" y="291937"/>
                  </a:lnTo>
                  <a:lnTo>
                    <a:pt x="60073" y="295389"/>
                  </a:lnTo>
                  <a:lnTo>
                    <a:pt x="64188" y="298713"/>
                  </a:lnTo>
                  <a:lnTo>
                    <a:pt x="68405" y="301904"/>
                  </a:lnTo>
                  <a:lnTo>
                    <a:pt x="72722" y="304961"/>
                  </a:lnTo>
                  <a:lnTo>
                    <a:pt x="77134" y="307880"/>
                  </a:lnTo>
                  <a:lnTo>
                    <a:pt x="81635" y="310657"/>
                  </a:lnTo>
                  <a:lnTo>
                    <a:pt x="86222" y="313291"/>
                  </a:lnTo>
                  <a:lnTo>
                    <a:pt x="90890" y="315779"/>
                  </a:lnTo>
                  <a:lnTo>
                    <a:pt x="95635" y="318117"/>
                  </a:lnTo>
                  <a:lnTo>
                    <a:pt x="100451" y="320304"/>
                  </a:lnTo>
                  <a:lnTo>
                    <a:pt x="105334" y="322338"/>
                  </a:lnTo>
                  <a:lnTo>
                    <a:pt x="110278" y="324216"/>
                  </a:lnTo>
                  <a:lnTo>
                    <a:pt x="115280" y="325937"/>
                  </a:lnTo>
                  <a:lnTo>
                    <a:pt x="120334" y="327499"/>
                  </a:lnTo>
                  <a:lnTo>
                    <a:pt x="125434" y="328900"/>
                  </a:lnTo>
                  <a:lnTo>
                    <a:pt x="130576" y="330139"/>
                  </a:lnTo>
                  <a:lnTo>
                    <a:pt x="135755" y="331215"/>
                  </a:lnTo>
                  <a:lnTo>
                    <a:pt x="140966" y="332126"/>
                  </a:lnTo>
                  <a:lnTo>
                    <a:pt x="146202" y="332872"/>
                  </a:lnTo>
                  <a:lnTo>
                    <a:pt x="151460" y="333452"/>
                  </a:lnTo>
                  <a:lnTo>
                    <a:pt x="156733" y="333865"/>
                  </a:lnTo>
                  <a:lnTo>
                    <a:pt x="162017" y="334112"/>
                  </a:lnTo>
                  <a:lnTo>
                    <a:pt x="167306" y="334191"/>
                  </a:lnTo>
                  <a:lnTo>
                    <a:pt x="172594" y="334102"/>
                  </a:lnTo>
                  <a:lnTo>
                    <a:pt x="177878" y="333847"/>
                  </a:lnTo>
                  <a:lnTo>
                    <a:pt x="183150" y="333424"/>
                  </a:lnTo>
                  <a:lnTo>
                    <a:pt x="188407" y="332835"/>
                  </a:lnTo>
                  <a:lnTo>
                    <a:pt x="193642" y="332079"/>
                  </a:lnTo>
                  <a:lnTo>
                    <a:pt x="198851" y="331159"/>
                  </a:lnTo>
                  <a:lnTo>
                    <a:pt x="204028" y="330074"/>
                  </a:lnTo>
                  <a:lnTo>
                    <a:pt x="209168" y="328826"/>
                  </a:lnTo>
                  <a:lnTo>
                    <a:pt x="214266" y="327416"/>
                  </a:lnTo>
                  <a:lnTo>
                    <a:pt x="219317" y="325845"/>
                  </a:lnTo>
                  <a:lnTo>
                    <a:pt x="224315" y="324115"/>
                  </a:lnTo>
                  <a:lnTo>
                    <a:pt x="229257" y="322229"/>
                  </a:lnTo>
                  <a:lnTo>
                    <a:pt x="234136" y="320186"/>
                  </a:lnTo>
                  <a:lnTo>
                    <a:pt x="238948" y="317990"/>
                  </a:lnTo>
                  <a:lnTo>
                    <a:pt x="243688" y="315644"/>
                  </a:lnTo>
                  <a:lnTo>
                    <a:pt x="248352" y="313148"/>
                  </a:lnTo>
                  <a:lnTo>
                    <a:pt x="252935" y="310506"/>
                  </a:lnTo>
                  <a:lnTo>
                    <a:pt x="257431" y="307720"/>
                  </a:lnTo>
                  <a:lnTo>
                    <a:pt x="261837" y="304794"/>
                  </a:lnTo>
                  <a:lnTo>
                    <a:pt x="266149" y="301730"/>
                  </a:lnTo>
                  <a:lnTo>
                    <a:pt x="270361" y="298530"/>
                  </a:lnTo>
                  <a:lnTo>
                    <a:pt x="274470" y="295199"/>
                  </a:lnTo>
                  <a:lnTo>
                    <a:pt x="278471" y="291740"/>
                  </a:lnTo>
                  <a:lnTo>
                    <a:pt x="282361" y="288156"/>
                  </a:lnTo>
                  <a:lnTo>
                    <a:pt x="286136" y="284451"/>
                  </a:lnTo>
                  <a:lnTo>
                    <a:pt x="289791" y="280628"/>
                  </a:lnTo>
                  <a:lnTo>
                    <a:pt x="293324" y="276691"/>
                  </a:lnTo>
                  <a:lnTo>
                    <a:pt x="296731" y="272644"/>
                  </a:lnTo>
                  <a:lnTo>
                    <a:pt x="300007" y="268492"/>
                  </a:lnTo>
                  <a:lnTo>
                    <a:pt x="303151" y="264238"/>
                  </a:lnTo>
                  <a:lnTo>
                    <a:pt x="306159" y="259887"/>
                  </a:lnTo>
                  <a:lnTo>
                    <a:pt x="309027" y="255443"/>
                  </a:lnTo>
                  <a:lnTo>
                    <a:pt x="311753" y="250910"/>
                  </a:lnTo>
                  <a:lnTo>
                    <a:pt x="314335" y="246294"/>
                  </a:lnTo>
                  <a:lnTo>
                    <a:pt x="316769" y="241598"/>
                  </a:lnTo>
                  <a:lnTo>
                    <a:pt x="319054" y="236827"/>
                  </a:lnTo>
                  <a:lnTo>
                    <a:pt x="321186" y="231986"/>
                  </a:lnTo>
                  <a:lnTo>
                    <a:pt x="323164" y="227081"/>
                  </a:lnTo>
                  <a:lnTo>
                    <a:pt x="324986" y="222115"/>
                  </a:lnTo>
                  <a:lnTo>
                    <a:pt x="326650" y="217094"/>
                  </a:lnTo>
                  <a:lnTo>
                    <a:pt x="328155" y="212023"/>
                  </a:lnTo>
                  <a:lnTo>
                    <a:pt x="329498" y="206907"/>
                  </a:lnTo>
                  <a:lnTo>
                    <a:pt x="330678" y="201751"/>
                  </a:lnTo>
                  <a:lnTo>
                    <a:pt x="167158" y="167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48" cy="201895"/>
            </a:xfrm>
            <a:custGeom>
              <a:avLst/>
              <a:pathLst>
                <a:path w="167148" h="201895">
                  <a:moveTo>
                    <a:pt x="163520" y="201895"/>
                  </a:moveTo>
                  <a:lnTo>
                    <a:pt x="164558" y="196585"/>
                  </a:lnTo>
                  <a:lnTo>
                    <a:pt x="165424" y="191245"/>
                  </a:lnTo>
                  <a:lnTo>
                    <a:pt x="166116" y="185879"/>
                  </a:lnTo>
                  <a:lnTo>
                    <a:pt x="166635" y="180494"/>
                  </a:lnTo>
                  <a:lnTo>
                    <a:pt x="166979" y="175095"/>
                  </a:lnTo>
                  <a:lnTo>
                    <a:pt x="167148" y="169687"/>
                  </a:lnTo>
                  <a:lnTo>
                    <a:pt x="167142" y="164277"/>
                  </a:lnTo>
                  <a:lnTo>
                    <a:pt x="166961" y="158870"/>
                  </a:lnTo>
                  <a:lnTo>
                    <a:pt x="166605" y="153472"/>
                  </a:lnTo>
                  <a:lnTo>
                    <a:pt x="166075" y="148088"/>
                  </a:lnTo>
                  <a:lnTo>
                    <a:pt x="165370" y="142724"/>
                  </a:lnTo>
                  <a:lnTo>
                    <a:pt x="164493" y="137385"/>
                  </a:lnTo>
                  <a:lnTo>
                    <a:pt x="163443" y="132078"/>
                  </a:lnTo>
                  <a:lnTo>
                    <a:pt x="162222" y="126807"/>
                  </a:lnTo>
                  <a:lnTo>
                    <a:pt x="160831" y="121579"/>
                  </a:lnTo>
                  <a:lnTo>
                    <a:pt x="159271" y="116399"/>
                  </a:lnTo>
                  <a:lnTo>
                    <a:pt x="157545" y="111271"/>
                  </a:lnTo>
                  <a:lnTo>
                    <a:pt x="155654" y="106203"/>
                  </a:lnTo>
                  <a:lnTo>
                    <a:pt x="153600" y="101198"/>
                  </a:lnTo>
                  <a:lnTo>
                    <a:pt x="151385" y="96262"/>
                  </a:lnTo>
                  <a:lnTo>
                    <a:pt x="149011" y="91400"/>
                  </a:lnTo>
                  <a:lnTo>
                    <a:pt x="146481" y="86618"/>
                  </a:lnTo>
                  <a:lnTo>
                    <a:pt x="143798" y="81920"/>
                  </a:lnTo>
                  <a:lnTo>
                    <a:pt x="140964" y="77312"/>
                  </a:lnTo>
                  <a:lnTo>
                    <a:pt x="137983" y="72797"/>
                  </a:lnTo>
                  <a:lnTo>
                    <a:pt x="134857" y="68382"/>
                  </a:lnTo>
                  <a:lnTo>
                    <a:pt x="131589" y="64070"/>
                  </a:lnTo>
                  <a:lnTo>
                    <a:pt x="128184" y="59865"/>
                  </a:lnTo>
                  <a:lnTo>
                    <a:pt x="124645" y="55774"/>
                  </a:lnTo>
                  <a:lnTo>
                    <a:pt x="120975" y="51799"/>
                  </a:lnTo>
                  <a:lnTo>
                    <a:pt x="117179" y="47944"/>
                  </a:lnTo>
                  <a:lnTo>
                    <a:pt x="113259" y="44215"/>
                  </a:lnTo>
                  <a:lnTo>
                    <a:pt x="109221" y="40614"/>
                  </a:lnTo>
                  <a:lnTo>
                    <a:pt x="105069" y="37146"/>
                  </a:lnTo>
                  <a:lnTo>
                    <a:pt x="100807" y="33815"/>
                  </a:lnTo>
                  <a:lnTo>
                    <a:pt x="96439" y="30622"/>
                  </a:lnTo>
                  <a:lnTo>
                    <a:pt x="91970" y="27573"/>
                  </a:lnTo>
                  <a:lnTo>
                    <a:pt x="87404" y="24670"/>
                  </a:lnTo>
                  <a:lnTo>
                    <a:pt x="82748" y="21916"/>
                  </a:lnTo>
                  <a:lnTo>
                    <a:pt x="78004" y="19315"/>
                  </a:lnTo>
                  <a:lnTo>
                    <a:pt x="73179" y="16868"/>
                  </a:lnTo>
                  <a:lnTo>
                    <a:pt x="68277" y="14579"/>
                  </a:lnTo>
                  <a:lnTo>
                    <a:pt x="63304" y="12449"/>
                  </a:lnTo>
                  <a:lnTo>
                    <a:pt x="58264" y="10482"/>
                  </a:lnTo>
                  <a:lnTo>
                    <a:pt x="53163" y="8679"/>
                  </a:lnTo>
                  <a:lnTo>
                    <a:pt x="48007" y="7041"/>
                  </a:lnTo>
                  <a:lnTo>
                    <a:pt x="42800" y="5572"/>
                  </a:lnTo>
                  <a:lnTo>
                    <a:pt x="37549" y="4271"/>
                  </a:lnTo>
                  <a:lnTo>
                    <a:pt x="32258" y="3141"/>
                  </a:lnTo>
                  <a:lnTo>
                    <a:pt x="26933" y="2184"/>
                  </a:lnTo>
                  <a:lnTo>
                    <a:pt x="21580" y="1398"/>
                  </a:lnTo>
                  <a:lnTo>
                    <a:pt x="16205" y="787"/>
                  </a:lnTo>
                  <a:lnTo>
                    <a:pt x="10813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517" y="1681503"/>
              <a:ext cx="13717" cy="167167"/>
            </a:xfrm>
            <a:custGeom>
              <a:avLst/>
              <a:pathLst>
                <a:path w="13717" h="167167">
                  <a:moveTo>
                    <a:pt x="13717" y="0"/>
                  </a:moveTo>
                  <a:lnTo>
                    <a:pt x="0" y="563"/>
                  </a:lnTo>
                  <a:lnTo>
                    <a:pt x="1371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517" y="1682067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8" y="1682067"/>
              <a:ext cx="334332" cy="333758"/>
            </a:xfrm>
            <a:custGeom>
              <a:avLst/>
              <a:pathLst>
                <a:path w="334332" h="333758">
                  <a:moveTo>
                    <a:pt x="153448" y="0"/>
                  </a:moveTo>
                  <a:lnTo>
                    <a:pt x="148168" y="519"/>
                  </a:lnTo>
                  <a:lnTo>
                    <a:pt x="142907" y="1205"/>
                  </a:lnTo>
                  <a:lnTo>
                    <a:pt x="137670" y="2058"/>
                  </a:lnTo>
                  <a:lnTo>
                    <a:pt x="132463" y="3077"/>
                  </a:lnTo>
                  <a:lnTo>
                    <a:pt x="127291" y="4261"/>
                  </a:lnTo>
                  <a:lnTo>
                    <a:pt x="122159" y="5608"/>
                  </a:lnTo>
                  <a:lnTo>
                    <a:pt x="117073" y="7118"/>
                  </a:lnTo>
                  <a:lnTo>
                    <a:pt x="112037" y="8788"/>
                  </a:lnTo>
                  <a:lnTo>
                    <a:pt x="107056" y="10617"/>
                  </a:lnTo>
                  <a:lnTo>
                    <a:pt x="102137" y="12603"/>
                  </a:lnTo>
                  <a:lnTo>
                    <a:pt x="97282" y="14744"/>
                  </a:lnTo>
                  <a:lnTo>
                    <a:pt x="92498" y="17038"/>
                  </a:lnTo>
                  <a:lnTo>
                    <a:pt x="87789" y="19483"/>
                  </a:lnTo>
                  <a:lnTo>
                    <a:pt x="83160" y="22076"/>
                  </a:lnTo>
                  <a:lnTo>
                    <a:pt x="78616" y="24815"/>
                  </a:lnTo>
                  <a:lnTo>
                    <a:pt x="74161" y="27697"/>
                  </a:lnTo>
                  <a:lnTo>
                    <a:pt x="69800" y="30718"/>
                  </a:lnTo>
                  <a:lnTo>
                    <a:pt x="65537" y="33876"/>
                  </a:lnTo>
                  <a:lnTo>
                    <a:pt x="61376" y="37168"/>
                  </a:lnTo>
                  <a:lnTo>
                    <a:pt x="57321" y="40591"/>
                  </a:lnTo>
                  <a:lnTo>
                    <a:pt x="53378" y="44140"/>
                  </a:lnTo>
                  <a:lnTo>
                    <a:pt x="49549" y="47813"/>
                  </a:lnTo>
                  <a:lnTo>
                    <a:pt x="45838" y="51605"/>
                  </a:lnTo>
                  <a:lnTo>
                    <a:pt x="42250" y="55514"/>
                  </a:lnTo>
                  <a:lnTo>
                    <a:pt x="38787" y="59534"/>
                  </a:lnTo>
                  <a:lnTo>
                    <a:pt x="35454" y="63662"/>
                  </a:lnTo>
                  <a:lnTo>
                    <a:pt x="32254" y="67893"/>
                  </a:lnTo>
                  <a:lnTo>
                    <a:pt x="29189" y="72225"/>
                  </a:lnTo>
                  <a:lnTo>
                    <a:pt x="26264" y="76651"/>
                  </a:lnTo>
                  <a:lnTo>
                    <a:pt x="23480" y="81168"/>
                  </a:lnTo>
                  <a:lnTo>
                    <a:pt x="20841" y="85771"/>
                  </a:lnTo>
                  <a:lnTo>
                    <a:pt x="18349" y="90455"/>
                  </a:lnTo>
                  <a:lnTo>
                    <a:pt x="16008" y="95216"/>
                  </a:lnTo>
                  <a:lnTo>
                    <a:pt x="13819" y="100049"/>
                  </a:lnTo>
                  <a:lnTo>
                    <a:pt x="11784" y="104949"/>
                  </a:lnTo>
                  <a:lnTo>
                    <a:pt x="9905" y="109911"/>
                  </a:lnTo>
                  <a:lnTo>
                    <a:pt x="8185" y="114930"/>
                  </a:lnTo>
                  <a:lnTo>
                    <a:pt x="6626" y="120001"/>
                  </a:lnTo>
                  <a:lnTo>
                    <a:pt x="5228" y="125120"/>
                  </a:lnTo>
                  <a:lnTo>
                    <a:pt x="3993" y="130280"/>
                  </a:lnTo>
                  <a:lnTo>
                    <a:pt x="2922" y="135476"/>
                  </a:lnTo>
                  <a:lnTo>
                    <a:pt x="2017" y="140704"/>
                  </a:lnTo>
                  <a:lnTo>
                    <a:pt x="1278" y="145958"/>
                  </a:lnTo>
                  <a:lnTo>
                    <a:pt x="707" y="151233"/>
                  </a:lnTo>
                  <a:lnTo>
                    <a:pt x="303" y="156523"/>
                  </a:lnTo>
                  <a:lnTo>
                    <a:pt x="67" y="161824"/>
                  </a:lnTo>
                  <a:lnTo>
                    <a:pt x="0" y="167129"/>
                  </a:lnTo>
                  <a:lnTo>
                    <a:pt x="100" y="172434"/>
                  </a:lnTo>
                  <a:lnTo>
                    <a:pt x="370" y="177733"/>
                  </a:lnTo>
                  <a:lnTo>
                    <a:pt x="807" y="183020"/>
                  </a:lnTo>
                  <a:lnTo>
                    <a:pt x="1412" y="188291"/>
                  </a:lnTo>
                  <a:lnTo>
                    <a:pt x="2183" y="193541"/>
                  </a:lnTo>
                  <a:lnTo>
                    <a:pt x="3121" y="198763"/>
                  </a:lnTo>
                  <a:lnTo>
                    <a:pt x="4224" y="203952"/>
                  </a:lnTo>
                  <a:lnTo>
                    <a:pt x="5492" y="209105"/>
                  </a:lnTo>
                  <a:lnTo>
                    <a:pt x="6922" y="214214"/>
                  </a:lnTo>
                  <a:lnTo>
                    <a:pt x="8514" y="219275"/>
                  </a:lnTo>
                  <a:lnTo>
                    <a:pt x="10265" y="224283"/>
                  </a:lnTo>
                  <a:lnTo>
                    <a:pt x="12175" y="229234"/>
                  </a:lnTo>
                  <a:lnTo>
                    <a:pt x="14240" y="234121"/>
                  </a:lnTo>
                  <a:lnTo>
                    <a:pt x="16460" y="238940"/>
                  </a:lnTo>
                  <a:lnTo>
                    <a:pt x="18831" y="243686"/>
                  </a:lnTo>
                  <a:lnTo>
                    <a:pt x="21352" y="248355"/>
                  </a:lnTo>
                  <a:lnTo>
                    <a:pt x="24020" y="252941"/>
                  </a:lnTo>
                  <a:lnTo>
                    <a:pt x="26832" y="257440"/>
                  </a:lnTo>
                  <a:lnTo>
                    <a:pt x="29786" y="261848"/>
                  </a:lnTo>
                  <a:lnTo>
                    <a:pt x="32877" y="266159"/>
                  </a:lnTo>
                  <a:lnTo>
                    <a:pt x="36104" y="270371"/>
                  </a:lnTo>
                  <a:lnTo>
                    <a:pt x="39463" y="274478"/>
                  </a:lnTo>
                  <a:lnTo>
                    <a:pt x="42951" y="278476"/>
                  </a:lnTo>
                  <a:lnTo>
                    <a:pt x="46564" y="282362"/>
                  </a:lnTo>
                  <a:lnTo>
                    <a:pt x="50298" y="286131"/>
                  </a:lnTo>
                  <a:lnTo>
                    <a:pt x="54150" y="289779"/>
                  </a:lnTo>
                  <a:lnTo>
                    <a:pt x="58116" y="293304"/>
                  </a:lnTo>
                  <a:lnTo>
                    <a:pt x="62192" y="296701"/>
                  </a:lnTo>
                  <a:lnTo>
                    <a:pt x="66373" y="299967"/>
                  </a:lnTo>
                  <a:lnTo>
                    <a:pt x="70657" y="303098"/>
                  </a:lnTo>
                  <a:lnTo>
                    <a:pt x="75037" y="306092"/>
                  </a:lnTo>
                  <a:lnTo>
                    <a:pt x="79510" y="308945"/>
                  </a:lnTo>
                  <a:lnTo>
                    <a:pt x="84071" y="311655"/>
                  </a:lnTo>
                  <a:lnTo>
                    <a:pt x="88716" y="314219"/>
                  </a:lnTo>
                  <a:lnTo>
                    <a:pt x="93440" y="316635"/>
                  </a:lnTo>
                  <a:lnTo>
                    <a:pt x="98239" y="318899"/>
                  </a:lnTo>
                  <a:lnTo>
                    <a:pt x="103107" y="321009"/>
                  </a:lnTo>
                  <a:lnTo>
                    <a:pt x="108039" y="322965"/>
                  </a:lnTo>
                  <a:lnTo>
                    <a:pt x="113031" y="324762"/>
                  </a:lnTo>
                  <a:lnTo>
                    <a:pt x="118077" y="326401"/>
                  </a:lnTo>
                  <a:lnTo>
                    <a:pt x="123173" y="327878"/>
                  </a:lnTo>
                  <a:lnTo>
                    <a:pt x="128313" y="329193"/>
                  </a:lnTo>
                  <a:lnTo>
                    <a:pt x="133493" y="330344"/>
                  </a:lnTo>
                  <a:lnTo>
                    <a:pt x="138706" y="331330"/>
                  </a:lnTo>
                  <a:lnTo>
                    <a:pt x="143948" y="332150"/>
                  </a:lnTo>
                  <a:lnTo>
                    <a:pt x="149213" y="332804"/>
                  </a:lnTo>
                  <a:lnTo>
                    <a:pt x="154496" y="333290"/>
                  </a:lnTo>
                  <a:lnTo>
                    <a:pt x="159793" y="333608"/>
                  </a:lnTo>
                  <a:lnTo>
                    <a:pt x="165096" y="333758"/>
                  </a:lnTo>
                  <a:lnTo>
                    <a:pt x="170402" y="333739"/>
                  </a:lnTo>
                  <a:lnTo>
                    <a:pt x="175704" y="333552"/>
                  </a:lnTo>
                  <a:lnTo>
                    <a:pt x="180998" y="333197"/>
                  </a:lnTo>
                  <a:lnTo>
                    <a:pt x="186278" y="332674"/>
                  </a:lnTo>
                  <a:lnTo>
                    <a:pt x="191539" y="331984"/>
                  </a:lnTo>
                  <a:lnTo>
                    <a:pt x="196775" y="331128"/>
                  </a:lnTo>
                  <a:lnTo>
                    <a:pt x="201981" y="330105"/>
                  </a:lnTo>
                  <a:lnTo>
                    <a:pt x="207152" y="328918"/>
                  </a:lnTo>
                  <a:lnTo>
                    <a:pt x="212283" y="327567"/>
                  </a:lnTo>
                  <a:lnTo>
                    <a:pt x="217368" y="326054"/>
                  </a:lnTo>
                  <a:lnTo>
                    <a:pt x="222403" y="324381"/>
                  </a:lnTo>
                  <a:lnTo>
                    <a:pt x="227382" y="322548"/>
                  </a:lnTo>
                  <a:lnTo>
                    <a:pt x="232301" y="320559"/>
                  </a:lnTo>
                  <a:lnTo>
                    <a:pt x="237154" y="318414"/>
                  </a:lnTo>
                  <a:lnTo>
                    <a:pt x="241936" y="316117"/>
                  </a:lnTo>
                  <a:lnTo>
                    <a:pt x="246644" y="313669"/>
                  </a:lnTo>
                  <a:lnTo>
                    <a:pt x="251271" y="311072"/>
                  </a:lnTo>
                  <a:lnTo>
                    <a:pt x="255813" y="308331"/>
                  </a:lnTo>
                  <a:lnTo>
                    <a:pt x="260266" y="305446"/>
                  </a:lnTo>
                  <a:lnTo>
                    <a:pt x="264625" y="302422"/>
                  </a:lnTo>
                  <a:lnTo>
                    <a:pt x="268886" y="299260"/>
                  </a:lnTo>
                  <a:lnTo>
                    <a:pt x="273045" y="295965"/>
                  </a:lnTo>
                  <a:lnTo>
                    <a:pt x="277097" y="292540"/>
                  </a:lnTo>
                  <a:lnTo>
                    <a:pt x="281038" y="288988"/>
                  </a:lnTo>
                  <a:lnTo>
                    <a:pt x="284865" y="285313"/>
                  </a:lnTo>
                  <a:lnTo>
                    <a:pt x="288573" y="281518"/>
                  </a:lnTo>
                  <a:lnTo>
                    <a:pt x="292158" y="277607"/>
                  </a:lnTo>
                  <a:lnTo>
                    <a:pt x="295618" y="273585"/>
                  </a:lnTo>
                  <a:lnTo>
                    <a:pt x="298948" y="269454"/>
                  </a:lnTo>
                  <a:lnTo>
                    <a:pt x="302146" y="265221"/>
                  </a:lnTo>
                  <a:lnTo>
                    <a:pt x="305208" y="260887"/>
                  </a:lnTo>
                  <a:lnTo>
                    <a:pt x="308130" y="256459"/>
                  </a:lnTo>
                  <a:lnTo>
                    <a:pt x="310911" y="251940"/>
                  </a:lnTo>
                  <a:lnTo>
                    <a:pt x="313546" y="247336"/>
                  </a:lnTo>
                  <a:lnTo>
                    <a:pt x="316035" y="242650"/>
                  </a:lnTo>
                  <a:lnTo>
                    <a:pt x="318373" y="237887"/>
                  </a:lnTo>
                  <a:lnTo>
                    <a:pt x="320559" y="233053"/>
                  </a:lnTo>
                  <a:lnTo>
                    <a:pt x="322591" y="228151"/>
                  </a:lnTo>
                  <a:lnTo>
                    <a:pt x="324466" y="223188"/>
                  </a:lnTo>
                  <a:lnTo>
                    <a:pt x="326182" y="218167"/>
                  </a:lnTo>
                  <a:lnTo>
                    <a:pt x="327738" y="213095"/>
                  </a:lnTo>
                  <a:lnTo>
                    <a:pt x="329133" y="207976"/>
                  </a:lnTo>
                  <a:lnTo>
                    <a:pt x="330364" y="202815"/>
                  </a:lnTo>
                  <a:lnTo>
                    <a:pt x="331431" y="197618"/>
                  </a:lnTo>
                  <a:lnTo>
                    <a:pt x="332333" y="192389"/>
                  </a:lnTo>
                  <a:lnTo>
                    <a:pt x="333068" y="187135"/>
                  </a:lnTo>
                  <a:lnTo>
                    <a:pt x="333636" y="181860"/>
                  </a:lnTo>
                  <a:lnTo>
                    <a:pt x="334036" y="176569"/>
                  </a:lnTo>
                  <a:lnTo>
                    <a:pt x="334268" y="171268"/>
                  </a:lnTo>
                  <a:lnTo>
                    <a:pt x="334332" y="165963"/>
                  </a:lnTo>
                  <a:lnTo>
                    <a:pt x="334228" y="160658"/>
                  </a:lnTo>
                  <a:lnTo>
                    <a:pt x="333955" y="155360"/>
                  </a:lnTo>
                  <a:lnTo>
                    <a:pt x="333514" y="150072"/>
                  </a:lnTo>
                  <a:lnTo>
                    <a:pt x="332906" y="144802"/>
                  </a:lnTo>
                  <a:lnTo>
                    <a:pt x="332130" y="139553"/>
                  </a:lnTo>
                  <a:lnTo>
                    <a:pt x="331189" y="134331"/>
                  </a:lnTo>
                  <a:lnTo>
                    <a:pt x="330082" y="129142"/>
                  </a:lnTo>
                  <a:lnTo>
                    <a:pt x="328811" y="123991"/>
                  </a:lnTo>
                  <a:lnTo>
                    <a:pt x="327378" y="118883"/>
                  </a:lnTo>
                  <a:lnTo>
                    <a:pt x="325783" y="113823"/>
                  </a:lnTo>
                  <a:lnTo>
                    <a:pt x="324028" y="108816"/>
                  </a:lnTo>
                  <a:lnTo>
                    <a:pt x="322115" y="103867"/>
                  </a:lnTo>
                  <a:lnTo>
                    <a:pt x="320046" y="98981"/>
                  </a:lnTo>
                  <a:lnTo>
                    <a:pt x="317823" y="94163"/>
                  </a:lnTo>
                  <a:lnTo>
                    <a:pt x="315448" y="89419"/>
                  </a:lnTo>
                  <a:lnTo>
                    <a:pt x="312924" y="84752"/>
                  </a:lnTo>
                  <a:lnTo>
                    <a:pt x="310253" y="80168"/>
                  </a:lnTo>
                  <a:lnTo>
                    <a:pt x="307438" y="75670"/>
                  </a:lnTo>
                  <a:lnTo>
                    <a:pt x="304482" y="71265"/>
                  </a:lnTo>
                  <a:lnTo>
                    <a:pt x="301387" y="66955"/>
                  </a:lnTo>
                  <a:lnTo>
                    <a:pt x="298157" y="62746"/>
                  </a:lnTo>
                  <a:lnTo>
                    <a:pt x="294795" y="58641"/>
                  </a:lnTo>
                  <a:lnTo>
                    <a:pt x="291305" y="54645"/>
                  </a:lnTo>
                  <a:lnTo>
                    <a:pt x="287689" y="50762"/>
                  </a:lnTo>
                  <a:lnTo>
                    <a:pt x="283952" y="46996"/>
                  </a:lnTo>
                  <a:lnTo>
                    <a:pt x="280098" y="43350"/>
                  </a:lnTo>
                  <a:lnTo>
                    <a:pt x="276129" y="39828"/>
                  </a:lnTo>
                  <a:lnTo>
                    <a:pt x="272051" y="36434"/>
                  </a:lnTo>
                  <a:lnTo>
                    <a:pt x="267868" y="33171"/>
                  </a:lnTo>
                  <a:lnTo>
                    <a:pt x="263582" y="30042"/>
                  </a:lnTo>
                  <a:lnTo>
                    <a:pt x="259200" y="27051"/>
                  </a:lnTo>
                  <a:lnTo>
                    <a:pt x="254725" y="24201"/>
                  </a:lnTo>
                  <a:lnTo>
                    <a:pt x="250162" y="21494"/>
                  </a:lnTo>
                  <a:lnTo>
                    <a:pt x="245515" y="18933"/>
                  </a:lnTo>
                  <a:lnTo>
                    <a:pt x="240789" y="16521"/>
                  </a:lnTo>
                  <a:lnTo>
                    <a:pt x="235989" y="14260"/>
                  </a:lnTo>
                  <a:lnTo>
                    <a:pt x="231120" y="12153"/>
                  </a:lnTo>
                  <a:lnTo>
                    <a:pt x="226186" y="10201"/>
                  </a:lnTo>
                  <a:lnTo>
                    <a:pt x="221193" y="8407"/>
                  </a:lnTo>
                  <a:lnTo>
                    <a:pt x="216146" y="6772"/>
                  </a:lnTo>
                  <a:lnTo>
                    <a:pt x="211049" y="5298"/>
                  </a:lnTo>
                  <a:lnTo>
                    <a:pt x="205908" y="3987"/>
                  </a:lnTo>
                  <a:lnTo>
                    <a:pt x="200728" y="2839"/>
                  </a:lnTo>
                  <a:lnTo>
                    <a:pt x="195514" y="1857"/>
                  </a:lnTo>
                  <a:lnTo>
                    <a:pt x="167166" y="1666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347" cy="167167"/>
            </a:xfrm>
            <a:custGeom>
              <a:avLst/>
              <a:pathLst>
                <a:path w="28347" h="167167">
                  <a:moveTo>
                    <a:pt x="28347" y="2421"/>
                  </a:moveTo>
                  <a:lnTo>
                    <a:pt x="21305" y="1363"/>
                  </a:lnTo>
                  <a:lnTo>
                    <a:pt x="14225" y="606"/>
                  </a:lnTo>
                  <a:lnTo>
                    <a:pt x="7119" y="15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3" y="1322571"/>
              <a:ext cx="167165" cy="319435"/>
            </a:xfrm>
            <a:custGeom>
              <a:avLst/>
              <a:pathLst>
                <a:path w="167165" h="319435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4" y="767"/>
                  </a:lnTo>
                  <a:lnTo>
                    <a:pt x="145856" y="1363"/>
                  </a:lnTo>
                  <a:lnTo>
                    <a:pt x="140569" y="2129"/>
                  </a:lnTo>
                  <a:lnTo>
                    <a:pt x="135310" y="3063"/>
                  </a:lnTo>
                  <a:lnTo>
                    <a:pt x="130083" y="4164"/>
                  </a:lnTo>
                  <a:lnTo>
                    <a:pt x="124894" y="5432"/>
                  </a:lnTo>
                  <a:lnTo>
                    <a:pt x="119748" y="6865"/>
                  </a:lnTo>
                  <a:lnTo>
                    <a:pt x="114651" y="8462"/>
                  </a:lnTo>
                  <a:lnTo>
                    <a:pt x="109607" y="10221"/>
                  </a:lnTo>
                  <a:lnTo>
                    <a:pt x="104622" y="12140"/>
                  </a:lnTo>
                  <a:lnTo>
                    <a:pt x="99701" y="14217"/>
                  </a:lnTo>
                  <a:lnTo>
                    <a:pt x="94849" y="16451"/>
                  </a:lnTo>
                  <a:lnTo>
                    <a:pt x="90070" y="18838"/>
                  </a:lnTo>
                  <a:lnTo>
                    <a:pt x="85371" y="21377"/>
                  </a:lnTo>
                  <a:lnTo>
                    <a:pt x="80754" y="24065"/>
                  </a:lnTo>
                  <a:lnTo>
                    <a:pt x="76227" y="26899"/>
                  </a:lnTo>
                  <a:lnTo>
                    <a:pt x="71791" y="29876"/>
                  </a:lnTo>
                  <a:lnTo>
                    <a:pt x="67454" y="32993"/>
                  </a:lnTo>
                  <a:lnTo>
                    <a:pt x="63218" y="36247"/>
                  </a:lnTo>
                  <a:lnTo>
                    <a:pt x="59088" y="39635"/>
                  </a:lnTo>
                  <a:lnTo>
                    <a:pt x="55069" y="43153"/>
                  </a:lnTo>
                  <a:lnTo>
                    <a:pt x="51164" y="46798"/>
                  </a:lnTo>
                  <a:lnTo>
                    <a:pt x="47377" y="50566"/>
                  </a:lnTo>
                  <a:lnTo>
                    <a:pt x="43713" y="54452"/>
                  </a:lnTo>
                  <a:lnTo>
                    <a:pt x="40175" y="58454"/>
                  </a:lnTo>
                  <a:lnTo>
                    <a:pt x="36766" y="62567"/>
                  </a:lnTo>
                  <a:lnTo>
                    <a:pt x="33491" y="66787"/>
                  </a:lnTo>
                  <a:lnTo>
                    <a:pt x="30352" y="71109"/>
                  </a:lnTo>
                  <a:lnTo>
                    <a:pt x="27353" y="75529"/>
                  </a:lnTo>
                  <a:lnTo>
                    <a:pt x="24496" y="80043"/>
                  </a:lnTo>
                  <a:lnTo>
                    <a:pt x="21786" y="84645"/>
                  </a:lnTo>
                  <a:lnTo>
                    <a:pt x="19223" y="89332"/>
                  </a:lnTo>
                  <a:lnTo>
                    <a:pt x="16812" y="94099"/>
                  </a:lnTo>
                  <a:lnTo>
                    <a:pt x="14554" y="98940"/>
                  </a:lnTo>
                  <a:lnTo>
                    <a:pt x="12452" y="103850"/>
                  </a:lnTo>
                  <a:lnTo>
                    <a:pt x="10508" y="108826"/>
                  </a:lnTo>
                  <a:lnTo>
                    <a:pt x="8724" y="113860"/>
                  </a:lnTo>
                  <a:lnTo>
                    <a:pt x="7102" y="118950"/>
                  </a:lnTo>
                  <a:lnTo>
                    <a:pt x="5643" y="124088"/>
                  </a:lnTo>
                  <a:lnTo>
                    <a:pt x="4349" y="129271"/>
                  </a:lnTo>
                  <a:lnTo>
                    <a:pt x="3222" y="134492"/>
                  </a:lnTo>
                  <a:lnTo>
                    <a:pt x="2262" y="139747"/>
                  </a:lnTo>
                  <a:lnTo>
                    <a:pt x="1470" y="145029"/>
                  </a:lnTo>
                  <a:lnTo>
                    <a:pt x="847" y="150335"/>
                  </a:lnTo>
                  <a:lnTo>
                    <a:pt x="394" y="155657"/>
                  </a:lnTo>
                  <a:lnTo>
                    <a:pt x="112" y="160991"/>
                  </a:lnTo>
                  <a:lnTo>
                    <a:pt x="0" y="166332"/>
                  </a:lnTo>
                  <a:lnTo>
                    <a:pt x="58" y="171673"/>
                  </a:lnTo>
                  <a:lnTo>
                    <a:pt x="287" y="177010"/>
                  </a:lnTo>
                  <a:lnTo>
                    <a:pt x="687" y="182336"/>
                  </a:lnTo>
                  <a:lnTo>
                    <a:pt x="1257" y="187647"/>
                  </a:lnTo>
                  <a:lnTo>
                    <a:pt x="1996" y="192938"/>
                  </a:lnTo>
                  <a:lnTo>
                    <a:pt x="2903" y="198202"/>
                  </a:lnTo>
                  <a:lnTo>
                    <a:pt x="3979" y="203434"/>
                  </a:lnTo>
                  <a:lnTo>
                    <a:pt x="5221" y="208629"/>
                  </a:lnTo>
                  <a:lnTo>
                    <a:pt x="6628" y="213782"/>
                  </a:lnTo>
                  <a:lnTo>
                    <a:pt x="8200" y="218887"/>
                  </a:lnTo>
                  <a:lnTo>
                    <a:pt x="9933" y="223940"/>
                  </a:lnTo>
                  <a:lnTo>
                    <a:pt x="11827" y="228934"/>
                  </a:lnTo>
                  <a:lnTo>
                    <a:pt x="13880" y="233866"/>
                  </a:lnTo>
                  <a:lnTo>
                    <a:pt x="16089" y="238729"/>
                  </a:lnTo>
                  <a:lnTo>
                    <a:pt x="18453" y="243519"/>
                  </a:lnTo>
                  <a:lnTo>
                    <a:pt x="20968" y="248232"/>
                  </a:lnTo>
                  <a:lnTo>
                    <a:pt x="23633" y="252861"/>
                  </a:lnTo>
                  <a:lnTo>
                    <a:pt x="26444" y="257403"/>
                  </a:lnTo>
                  <a:lnTo>
                    <a:pt x="29399" y="261853"/>
                  </a:lnTo>
                  <a:lnTo>
                    <a:pt x="32494" y="266206"/>
                  </a:lnTo>
                  <a:lnTo>
                    <a:pt x="35727" y="270458"/>
                  </a:lnTo>
                  <a:lnTo>
                    <a:pt x="39095" y="274605"/>
                  </a:lnTo>
                  <a:lnTo>
                    <a:pt x="42593" y="278642"/>
                  </a:lnTo>
                  <a:lnTo>
                    <a:pt x="46218" y="282565"/>
                  </a:lnTo>
                  <a:lnTo>
                    <a:pt x="49966" y="286370"/>
                  </a:lnTo>
                  <a:lnTo>
                    <a:pt x="53835" y="290054"/>
                  </a:lnTo>
                  <a:lnTo>
                    <a:pt x="57819" y="293612"/>
                  </a:lnTo>
                  <a:lnTo>
                    <a:pt x="61915" y="297041"/>
                  </a:lnTo>
                  <a:lnTo>
                    <a:pt x="66118" y="300338"/>
                  </a:lnTo>
                  <a:lnTo>
                    <a:pt x="70424" y="303498"/>
                  </a:lnTo>
                  <a:lnTo>
                    <a:pt x="74829" y="306519"/>
                  </a:lnTo>
                  <a:lnTo>
                    <a:pt x="79329" y="309398"/>
                  </a:lnTo>
                  <a:lnTo>
                    <a:pt x="83918" y="312132"/>
                  </a:lnTo>
                  <a:lnTo>
                    <a:pt x="88592" y="314718"/>
                  </a:lnTo>
                  <a:lnTo>
                    <a:pt x="93346" y="317153"/>
                  </a:lnTo>
                  <a:lnTo>
                    <a:pt x="98176" y="31943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2049" y="1489739"/>
              <a:ext cx="68989" cy="152267"/>
            </a:xfrm>
            <a:custGeom>
              <a:avLst/>
              <a:pathLst>
                <a:path w="68989" h="152267">
                  <a:moveTo>
                    <a:pt x="0" y="152267"/>
                  </a:moveTo>
                  <a:lnTo>
                    <a:pt x="6898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52049" y="1344933"/>
              <a:ext cx="236148" cy="311966"/>
            </a:xfrm>
            <a:custGeom>
              <a:avLst/>
              <a:pathLst>
                <a:path w="236148" h="311966">
                  <a:moveTo>
                    <a:pt x="0" y="297073"/>
                  </a:moveTo>
                  <a:lnTo>
                    <a:pt x="4913" y="299205"/>
                  </a:lnTo>
                  <a:lnTo>
                    <a:pt x="9892" y="301178"/>
                  </a:lnTo>
                  <a:lnTo>
                    <a:pt x="14931" y="302991"/>
                  </a:lnTo>
                  <a:lnTo>
                    <a:pt x="20027" y="304641"/>
                  </a:lnTo>
                  <a:lnTo>
                    <a:pt x="25172" y="306128"/>
                  </a:lnTo>
                  <a:lnTo>
                    <a:pt x="30362" y="307449"/>
                  </a:lnTo>
                  <a:lnTo>
                    <a:pt x="35593" y="308603"/>
                  </a:lnTo>
                  <a:lnTo>
                    <a:pt x="40857" y="309588"/>
                  </a:lnTo>
                  <a:lnTo>
                    <a:pt x="46150" y="310405"/>
                  </a:lnTo>
                  <a:lnTo>
                    <a:pt x="51467" y="311052"/>
                  </a:lnTo>
                  <a:lnTo>
                    <a:pt x="56801" y="311528"/>
                  </a:lnTo>
                  <a:lnTo>
                    <a:pt x="62149" y="311832"/>
                  </a:lnTo>
                  <a:lnTo>
                    <a:pt x="67503" y="311966"/>
                  </a:lnTo>
                  <a:lnTo>
                    <a:pt x="72858" y="311928"/>
                  </a:lnTo>
                  <a:lnTo>
                    <a:pt x="78210" y="311718"/>
                  </a:lnTo>
                  <a:lnTo>
                    <a:pt x="83552" y="311337"/>
                  </a:lnTo>
                  <a:lnTo>
                    <a:pt x="88880" y="310785"/>
                  </a:lnTo>
                  <a:lnTo>
                    <a:pt x="94187" y="310062"/>
                  </a:lnTo>
                  <a:lnTo>
                    <a:pt x="99468" y="309170"/>
                  </a:lnTo>
                  <a:lnTo>
                    <a:pt x="104717" y="308110"/>
                  </a:lnTo>
                  <a:lnTo>
                    <a:pt x="109931" y="306881"/>
                  </a:lnTo>
                  <a:lnTo>
                    <a:pt x="115102" y="305486"/>
                  </a:lnTo>
                  <a:lnTo>
                    <a:pt x="120225" y="303927"/>
                  </a:lnTo>
                  <a:lnTo>
                    <a:pt x="125296" y="302204"/>
                  </a:lnTo>
                  <a:lnTo>
                    <a:pt x="130310" y="300319"/>
                  </a:lnTo>
                  <a:lnTo>
                    <a:pt x="135260" y="298275"/>
                  </a:lnTo>
                  <a:lnTo>
                    <a:pt x="140142" y="296073"/>
                  </a:lnTo>
                  <a:lnTo>
                    <a:pt x="144952" y="293716"/>
                  </a:lnTo>
                  <a:lnTo>
                    <a:pt x="149683" y="291206"/>
                  </a:lnTo>
                  <a:lnTo>
                    <a:pt x="154332" y="288546"/>
                  </a:lnTo>
                  <a:lnTo>
                    <a:pt x="158892" y="285738"/>
                  </a:lnTo>
                  <a:lnTo>
                    <a:pt x="163361" y="282786"/>
                  </a:lnTo>
                  <a:lnTo>
                    <a:pt x="167733" y="279692"/>
                  </a:lnTo>
                  <a:lnTo>
                    <a:pt x="172003" y="276460"/>
                  </a:lnTo>
                  <a:lnTo>
                    <a:pt x="176168" y="273092"/>
                  </a:lnTo>
                  <a:lnTo>
                    <a:pt x="180223" y="269593"/>
                  </a:lnTo>
                  <a:lnTo>
                    <a:pt x="184163" y="265965"/>
                  </a:lnTo>
                  <a:lnTo>
                    <a:pt x="187985" y="262214"/>
                  </a:lnTo>
                  <a:lnTo>
                    <a:pt x="191685" y="258341"/>
                  </a:lnTo>
                  <a:lnTo>
                    <a:pt x="195259" y="254352"/>
                  </a:lnTo>
                  <a:lnTo>
                    <a:pt x="198704" y="250251"/>
                  </a:lnTo>
                  <a:lnTo>
                    <a:pt x="202015" y="246042"/>
                  </a:lnTo>
                  <a:lnTo>
                    <a:pt x="205190" y="241728"/>
                  </a:lnTo>
                  <a:lnTo>
                    <a:pt x="208225" y="237315"/>
                  </a:lnTo>
                  <a:lnTo>
                    <a:pt x="211117" y="232808"/>
                  </a:lnTo>
                  <a:lnTo>
                    <a:pt x="213863" y="228209"/>
                  </a:lnTo>
                  <a:lnTo>
                    <a:pt x="216461" y="223525"/>
                  </a:lnTo>
                  <a:lnTo>
                    <a:pt x="218907" y="218761"/>
                  </a:lnTo>
                  <a:lnTo>
                    <a:pt x="221199" y="213920"/>
                  </a:lnTo>
                  <a:lnTo>
                    <a:pt x="223335" y="209009"/>
                  </a:lnTo>
                  <a:lnTo>
                    <a:pt x="225313" y="204031"/>
                  </a:lnTo>
                  <a:lnTo>
                    <a:pt x="227130" y="198993"/>
                  </a:lnTo>
                  <a:lnTo>
                    <a:pt x="228784" y="193899"/>
                  </a:lnTo>
                  <a:lnTo>
                    <a:pt x="230275" y="188755"/>
                  </a:lnTo>
                  <a:lnTo>
                    <a:pt x="231600" y="183566"/>
                  </a:lnTo>
                  <a:lnTo>
                    <a:pt x="232759" y="178337"/>
                  </a:lnTo>
                  <a:lnTo>
                    <a:pt x="233749" y="173073"/>
                  </a:lnTo>
                  <a:lnTo>
                    <a:pt x="234570" y="167781"/>
                  </a:lnTo>
                  <a:lnTo>
                    <a:pt x="235221" y="162465"/>
                  </a:lnTo>
                  <a:lnTo>
                    <a:pt x="235701" y="157130"/>
                  </a:lnTo>
                  <a:lnTo>
                    <a:pt x="236010" y="151784"/>
                  </a:lnTo>
                  <a:lnTo>
                    <a:pt x="236148" y="146429"/>
                  </a:lnTo>
                  <a:lnTo>
                    <a:pt x="236114" y="141074"/>
                  </a:lnTo>
                  <a:lnTo>
                    <a:pt x="235909" y="135722"/>
                  </a:lnTo>
                  <a:lnTo>
                    <a:pt x="235532" y="130379"/>
                  </a:lnTo>
                  <a:lnTo>
                    <a:pt x="234985" y="125051"/>
                  </a:lnTo>
                  <a:lnTo>
                    <a:pt x="234267" y="119744"/>
                  </a:lnTo>
                  <a:lnTo>
                    <a:pt x="233379" y="114462"/>
                  </a:lnTo>
                  <a:lnTo>
                    <a:pt x="232323" y="109212"/>
                  </a:lnTo>
                  <a:lnTo>
                    <a:pt x="231099" y="103997"/>
                  </a:lnTo>
                  <a:lnTo>
                    <a:pt x="229708" y="98825"/>
                  </a:lnTo>
                  <a:lnTo>
                    <a:pt x="228153" y="93700"/>
                  </a:lnTo>
                  <a:lnTo>
                    <a:pt x="226434" y="88628"/>
                  </a:lnTo>
                  <a:lnTo>
                    <a:pt x="224554" y="83613"/>
                  </a:lnTo>
                  <a:lnTo>
                    <a:pt x="222514" y="78661"/>
                  </a:lnTo>
                  <a:lnTo>
                    <a:pt x="220316" y="73777"/>
                  </a:lnTo>
                  <a:lnTo>
                    <a:pt x="217963" y="68965"/>
                  </a:lnTo>
                  <a:lnTo>
                    <a:pt x="215457" y="64232"/>
                  </a:lnTo>
                  <a:lnTo>
                    <a:pt x="212801" y="59581"/>
                  </a:lnTo>
                  <a:lnTo>
                    <a:pt x="209997" y="55018"/>
                  </a:lnTo>
                  <a:lnTo>
                    <a:pt x="207048" y="50547"/>
                  </a:lnTo>
                  <a:lnTo>
                    <a:pt x="203958" y="46173"/>
                  </a:lnTo>
                  <a:lnTo>
                    <a:pt x="200729" y="41900"/>
                  </a:lnTo>
                  <a:lnTo>
                    <a:pt x="197365" y="37732"/>
                  </a:lnTo>
                  <a:lnTo>
                    <a:pt x="193869" y="33675"/>
                  </a:lnTo>
                  <a:lnTo>
                    <a:pt x="190244" y="29731"/>
                  </a:lnTo>
                  <a:lnTo>
                    <a:pt x="186496" y="25906"/>
                  </a:lnTo>
                  <a:lnTo>
                    <a:pt x="182627" y="22203"/>
                  </a:lnTo>
                  <a:lnTo>
                    <a:pt x="178641" y="18625"/>
                  </a:lnTo>
                  <a:lnTo>
                    <a:pt x="174542" y="15177"/>
                  </a:lnTo>
                  <a:lnTo>
                    <a:pt x="170336" y="11862"/>
                  </a:lnTo>
                  <a:lnTo>
                    <a:pt x="166025" y="8684"/>
                  </a:lnTo>
                  <a:lnTo>
                    <a:pt x="161614" y="5645"/>
                  </a:lnTo>
                  <a:lnTo>
                    <a:pt x="157109" y="2749"/>
                  </a:lnTo>
                  <a:lnTo>
                    <a:pt x="152513" y="0"/>
                  </a:lnTo>
                  <a:lnTo>
                    <a:pt x="68989" y="144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3524" cy="167167"/>
            </a:xfrm>
            <a:custGeom>
              <a:avLst/>
              <a:pathLst>
                <a:path w="83524" h="167167">
                  <a:moveTo>
                    <a:pt x="83524" y="22361"/>
                  </a:moveTo>
                  <a:lnTo>
                    <a:pt x="78423" y="19537"/>
                  </a:lnTo>
                  <a:lnTo>
                    <a:pt x="73228" y="16892"/>
                  </a:lnTo>
                  <a:lnTo>
                    <a:pt x="67943" y="14430"/>
                  </a:lnTo>
                  <a:lnTo>
                    <a:pt x="62575" y="12153"/>
                  </a:lnTo>
                  <a:lnTo>
                    <a:pt x="57131" y="10065"/>
                  </a:lnTo>
                  <a:lnTo>
                    <a:pt x="51618" y="8169"/>
                  </a:lnTo>
                  <a:lnTo>
                    <a:pt x="46042" y="6465"/>
                  </a:lnTo>
                  <a:lnTo>
                    <a:pt x="40410" y="4957"/>
                  </a:lnTo>
                  <a:lnTo>
                    <a:pt x="34729" y="3647"/>
                  </a:lnTo>
                  <a:lnTo>
                    <a:pt x="29005" y="2535"/>
                  </a:lnTo>
                  <a:lnTo>
                    <a:pt x="23247" y="1624"/>
                  </a:lnTo>
                  <a:lnTo>
                    <a:pt x="17460" y="914"/>
                  </a:lnTo>
                  <a:lnTo>
                    <a:pt x="11651" y="406"/>
                  </a:lnTo>
                  <a:lnTo>
                    <a:pt x="5829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6" cy="267929"/>
            </a:xfrm>
            <a:custGeom>
              <a:avLst/>
              <a:pathLst>
                <a:path w="167166" h="267929">
                  <a:moveTo>
                    <a:pt x="167166" y="0"/>
                  </a:moveTo>
                  <a:lnTo>
                    <a:pt x="161793" y="86"/>
                  </a:lnTo>
                  <a:lnTo>
                    <a:pt x="156427" y="345"/>
                  </a:lnTo>
                  <a:lnTo>
                    <a:pt x="151071" y="776"/>
                  </a:lnTo>
                  <a:lnTo>
                    <a:pt x="145733" y="1379"/>
                  </a:lnTo>
                  <a:lnTo>
                    <a:pt x="140416" y="2154"/>
                  </a:lnTo>
                  <a:lnTo>
                    <a:pt x="135127" y="3098"/>
                  </a:lnTo>
                  <a:lnTo>
                    <a:pt x="129871" y="4213"/>
                  </a:lnTo>
                  <a:lnTo>
                    <a:pt x="124654" y="5495"/>
                  </a:lnTo>
                  <a:lnTo>
                    <a:pt x="119480" y="6945"/>
                  </a:lnTo>
                  <a:lnTo>
                    <a:pt x="114356" y="8560"/>
                  </a:lnTo>
                  <a:lnTo>
                    <a:pt x="109286" y="10339"/>
                  </a:lnTo>
                  <a:lnTo>
                    <a:pt x="104276" y="12280"/>
                  </a:lnTo>
                  <a:lnTo>
                    <a:pt x="99331" y="14381"/>
                  </a:lnTo>
                  <a:lnTo>
                    <a:pt x="94457" y="16640"/>
                  </a:lnTo>
                  <a:lnTo>
                    <a:pt x="89657" y="19054"/>
                  </a:lnTo>
                  <a:lnTo>
                    <a:pt x="84937" y="21622"/>
                  </a:lnTo>
                  <a:lnTo>
                    <a:pt x="80302" y="24339"/>
                  </a:lnTo>
                  <a:lnTo>
                    <a:pt x="75757" y="27204"/>
                  </a:lnTo>
                  <a:lnTo>
                    <a:pt x="71307" y="30214"/>
                  </a:lnTo>
                  <a:lnTo>
                    <a:pt x="66955" y="33366"/>
                  </a:lnTo>
                  <a:lnTo>
                    <a:pt x="62707" y="36655"/>
                  </a:lnTo>
                  <a:lnTo>
                    <a:pt x="58567" y="40079"/>
                  </a:lnTo>
                  <a:lnTo>
                    <a:pt x="54539" y="43635"/>
                  </a:lnTo>
                  <a:lnTo>
                    <a:pt x="50627" y="47318"/>
                  </a:lnTo>
                  <a:lnTo>
                    <a:pt x="46836" y="51125"/>
                  </a:lnTo>
                  <a:lnTo>
                    <a:pt x="43169" y="55052"/>
                  </a:lnTo>
                  <a:lnTo>
                    <a:pt x="39630" y="59094"/>
                  </a:lnTo>
                  <a:lnTo>
                    <a:pt x="36223" y="63249"/>
                  </a:lnTo>
                  <a:lnTo>
                    <a:pt x="32951" y="67510"/>
                  </a:lnTo>
                  <a:lnTo>
                    <a:pt x="29818" y="71875"/>
                  </a:lnTo>
                  <a:lnTo>
                    <a:pt x="26827" y="76338"/>
                  </a:lnTo>
                  <a:lnTo>
                    <a:pt x="23980" y="80895"/>
                  </a:lnTo>
                  <a:lnTo>
                    <a:pt x="21282" y="85541"/>
                  </a:lnTo>
                  <a:lnTo>
                    <a:pt x="18734" y="90271"/>
                  </a:lnTo>
                  <a:lnTo>
                    <a:pt x="16339" y="95081"/>
                  </a:lnTo>
                  <a:lnTo>
                    <a:pt x="14101" y="99965"/>
                  </a:lnTo>
                  <a:lnTo>
                    <a:pt x="12020" y="104918"/>
                  </a:lnTo>
                  <a:lnTo>
                    <a:pt x="10100" y="109936"/>
                  </a:lnTo>
                  <a:lnTo>
                    <a:pt x="8342" y="115013"/>
                  </a:lnTo>
                  <a:lnTo>
                    <a:pt x="6748" y="120144"/>
                  </a:lnTo>
                  <a:lnTo>
                    <a:pt x="5320" y="125324"/>
                  </a:lnTo>
                  <a:lnTo>
                    <a:pt x="4059" y="130546"/>
                  </a:lnTo>
                  <a:lnTo>
                    <a:pt x="2966" y="135807"/>
                  </a:lnTo>
                  <a:lnTo>
                    <a:pt x="2043" y="141100"/>
                  </a:lnTo>
                  <a:lnTo>
                    <a:pt x="1291" y="146419"/>
                  </a:lnTo>
                  <a:lnTo>
                    <a:pt x="710" y="151761"/>
                  </a:lnTo>
                  <a:lnTo>
                    <a:pt x="300" y="157118"/>
                  </a:lnTo>
                  <a:lnTo>
                    <a:pt x="64" y="162485"/>
                  </a:lnTo>
                  <a:lnTo>
                    <a:pt x="0" y="167858"/>
                  </a:lnTo>
                  <a:lnTo>
                    <a:pt x="108" y="173229"/>
                  </a:lnTo>
                  <a:lnTo>
                    <a:pt x="389" y="178595"/>
                  </a:lnTo>
                  <a:lnTo>
                    <a:pt x="843" y="183948"/>
                  </a:lnTo>
                  <a:lnTo>
                    <a:pt x="1468" y="189285"/>
                  </a:lnTo>
                  <a:lnTo>
                    <a:pt x="2264" y="194598"/>
                  </a:lnTo>
                  <a:lnTo>
                    <a:pt x="3231" y="199883"/>
                  </a:lnTo>
                  <a:lnTo>
                    <a:pt x="4367" y="205134"/>
                  </a:lnTo>
                  <a:lnTo>
                    <a:pt x="5671" y="210347"/>
                  </a:lnTo>
                  <a:lnTo>
                    <a:pt x="7142" y="215514"/>
                  </a:lnTo>
                  <a:lnTo>
                    <a:pt x="8778" y="220632"/>
                  </a:lnTo>
                  <a:lnTo>
                    <a:pt x="10578" y="225694"/>
                  </a:lnTo>
                  <a:lnTo>
                    <a:pt x="12540" y="230696"/>
                  </a:lnTo>
                  <a:lnTo>
                    <a:pt x="14661" y="235632"/>
                  </a:lnTo>
                  <a:lnTo>
                    <a:pt x="16940" y="240497"/>
                  </a:lnTo>
                  <a:lnTo>
                    <a:pt x="19374" y="245287"/>
                  </a:lnTo>
                  <a:lnTo>
                    <a:pt x="21961" y="249996"/>
                  </a:lnTo>
                  <a:lnTo>
                    <a:pt x="24698" y="254620"/>
                  </a:lnTo>
                  <a:lnTo>
                    <a:pt x="27582" y="259153"/>
                  </a:lnTo>
                  <a:lnTo>
                    <a:pt x="30610" y="263591"/>
                  </a:lnTo>
                  <a:lnTo>
                    <a:pt x="33779" y="26792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872" y="1238196"/>
              <a:ext cx="133386" cy="100762"/>
            </a:xfrm>
            <a:custGeom>
              <a:avLst/>
              <a:pathLst>
                <a:path w="133386" h="100762">
                  <a:moveTo>
                    <a:pt x="0" y="100762"/>
                  </a:moveTo>
                  <a:lnTo>
                    <a:pt x="13338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872" y="1182376"/>
              <a:ext cx="300545" cy="222987"/>
            </a:xfrm>
            <a:custGeom>
              <a:avLst/>
              <a:pathLst>
                <a:path w="300545" h="222987">
                  <a:moveTo>
                    <a:pt x="0" y="156582"/>
                  </a:moveTo>
                  <a:lnTo>
                    <a:pt x="3276" y="160779"/>
                  </a:lnTo>
                  <a:lnTo>
                    <a:pt x="6685" y="164870"/>
                  </a:lnTo>
                  <a:lnTo>
                    <a:pt x="10223" y="168850"/>
                  </a:lnTo>
                  <a:lnTo>
                    <a:pt x="13885" y="172715"/>
                  </a:lnTo>
                  <a:lnTo>
                    <a:pt x="17669" y="176462"/>
                  </a:lnTo>
                  <a:lnTo>
                    <a:pt x="21570" y="180086"/>
                  </a:lnTo>
                  <a:lnTo>
                    <a:pt x="25585" y="183585"/>
                  </a:lnTo>
                  <a:lnTo>
                    <a:pt x="29709" y="186953"/>
                  </a:lnTo>
                  <a:lnTo>
                    <a:pt x="33938" y="190189"/>
                  </a:lnTo>
                  <a:lnTo>
                    <a:pt x="38268" y="193288"/>
                  </a:lnTo>
                  <a:lnTo>
                    <a:pt x="42694" y="196248"/>
                  </a:lnTo>
                  <a:lnTo>
                    <a:pt x="47213" y="199065"/>
                  </a:lnTo>
                  <a:lnTo>
                    <a:pt x="51819" y="201737"/>
                  </a:lnTo>
                  <a:lnTo>
                    <a:pt x="56508" y="204261"/>
                  </a:lnTo>
                  <a:lnTo>
                    <a:pt x="61274" y="206634"/>
                  </a:lnTo>
                  <a:lnTo>
                    <a:pt x="66114" y="208854"/>
                  </a:lnTo>
                  <a:lnTo>
                    <a:pt x="71023" y="210919"/>
                  </a:lnTo>
                  <a:lnTo>
                    <a:pt x="75994" y="212826"/>
                  </a:lnTo>
                  <a:lnTo>
                    <a:pt x="81024" y="214575"/>
                  </a:lnTo>
                  <a:lnTo>
                    <a:pt x="86107" y="216162"/>
                  </a:lnTo>
                  <a:lnTo>
                    <a:pt x="91237" y="217586"/>
                  </a:lnTo>
                  <a:lnTo>
                    <a:pt x="96411" y="218847"/>
                  </a:lnTo>
                  <a:lnTo>
                    <a:pt x="101622" y="219942"/>
                  </a:lnTo>
                  <a:lnTo>
                    <a:pt x="106865" y="220870"/>
                  </a:lnTo>
                  <a:lnTo>
                    <a:pt x="112136" y="221631"/>
                  </a:lnTo>
                  <a:lnTo>
                    <a:pt x="117428" y="222224"/>
                  </a:lnTo>
                  <a:lnTo>
                    <a:pt x="122735" y="222647"/>
                  </a:lnTo>
                  <a:lnTo>
                    <a:pt x="128054" y="222902"/>
                  </a:lnTo>
                  <a:lnTo>
                    <a:pt x="133378" y="222987"/>
                  </a:lnTo>
                  <a:lnTo>
                    <a:pt x="138703" y="222902"/>
                  </a:lnTo>
                  <a:lnTo>
                    <a:pt x="144022" y="222648"/>
                  </a:lnTo>
                  <a:lnTo>
                    <a:pt x="149330" y="222225"/>
                  </a:lnTo>
                  <a:lnTo>
                    <a:pt x="154621" y="221633"/>
                  </a:lnTo>
                  <a:lnTo>
                    <a:pt x="159892" y="220872"/>
                  </a:lnTo>
                  <a:lnTo>
                    <a:pt x="165135" y="219944"/>
                  </a:lnTo>
                  <a:lnTo>
                    <a:pt x="170346" y="218850"/>
                  </a:lnTo>
                  <a:lnTo>
                    <a:pt x="175520" y="217590"/>
                  </a:lnTo>
                  <a:lnTo>
                    <a:pt x="180651" y="216166"/>
                  </a:lnTo>
                  <a:lnTo>
                    <a:pt x="185734" y="214579"/>
                  </a:lnTo>
                  <a:lnTo>
                    <a:pt x="190764" y="212831"/>
                  </a:lnTo>
                  <a:lnTo>
                    <a:pt x="195735" y="210924"/>
                  </a:lnTo>
                  <a:lnTo>
                    <a:pt x="200644" y="208860"/>
                  </a:lnTo>
                  <a:lnTo>
                    <a:pt x="205484" y="206640"/>
                  </a:lnTo>
                  <a:lnTo>
                    <a:pt x="210251" y="204267"/>
                  </a:lnTo>
                  <a:lnTo>
                    <a:pt x="214940" y="201744"/>
                  </a:lnTo>
                  <a:lnTo>
                    <a:pt x="219546" y="199072"/>
                  </a:lnTo>
                  <a:lnTo>
                    <a:pt x="224065" y="196255"/>
                  </a:lnTo>
                  <a:lnTo>
                    <a:pt x="228492" y="193296"/>
                  </a:lnTo>
                  <a:lnTo>
                    <a:pt x="232822" y="190197"/>
                  </a:lnTo>
                  <a:lnTo>
                    <a:pt x="237052" y="186962"/>
                  </a:lnTo>
                  <a:lnTo>
                    <a:pt x="241176" y="183594"/>
                  </a:lnTo>
                  <a:lnTo>
                    <a:pt x="245191" y="180096"/>
                  </a:lnTo>
                  <a:lnTo>
                    <a:pt x="249092" y="176472"/>
                  </a:lnTo>
                  <a:lnTo>
                    <a:pt x="252876" y="172726"/>
                  </a:lnTo>
                  <a:lnTo>
                    <a:pt x="256539" y="168861"/>
                  </a:lnTo>
                  <a:lnTo>
                    <a:pt x="260077" y="164881"/>
                  </a:lnTo>
                  <a:lnTo>
                    <a:pt x="263486" y="160790"/>
                  </a:lnTo>
                  <a:lnTo>
                    <a:pt x="266763" y="156594"/>
                  </a:lnTo>
                  <a:lnTo>
                    <a:pt x="269905" y="152294"/>
                  </a:lnTo>
                  <a:lnTo>
                    <a:pt x="272909" y="147897"/>
                  </a:lnTo>
                  <a:lnTo>
                    <a:pt x="275770" y="143407"/>
                  </a:lnTo>
                  <a:lnTo>
                    <a:pt x="278488" y="138828"/>
                  </a:lnTo>
                  <a:lnTo>
                    <a:pt x="281058" y="134164"/>
                  </a:lnTo>
                  <a:lnTo>
                    <a:pt x="283478" y="129421"/>
                  </a:lnTo>
                  <a:lnTo>
                    <a:pt x="285746" y="124603"/>
                  </a:lnTo>
                  <a:lnTo>
                    <a:pt x="287860" y="119716"/>
                  </a:lnTo>
                  <a:lnTo>
                    <a:pt x="289816" y="114763"/>
                  </a:lnTo>
                  <a:lnTo>
                    <a:pt x="291614" y="109751"/>
                  </a:lnTo>
                  <a:lnTo>
                    <a:pt x="293252" y="104684"/>
                  </a:lnTo>
                  <a:lnTo>
                    <a:pt x="294727" y="99568"/>
                  </a:lnTo>
                  <a:lnTo>
                    <a:pt x="296039" y="94407"/>
                  </a:lnTo>
                  <a:lnTo>
                    <a:pt x="297185" y="89207"/>
                  </a:lnTo>
                  <a:lnTo>
                    <a:pt x="298165" y="83973"/>
                  </a:lnTo>
                  <a:lnTo>
                    <a:pt x="298978" y="78711"/>
                  </a:lnTo>
                  <a:lnTo>
                    <a:pt x="299623" y="73425"/>
                  </a:lnTo>
                  <a:lnTo>
                    <a:pt x="300100" y="68122"/>
                  </a:lnTo>
                  <a:lnTo>
                    <a:pt x="300407" y="62806"/>
                  </a:lnTo>
                  <a:lnTo>
                    <a:pt x="300545" y="57483"/>
                  </a:lnTo>
                  <a:lnTo>
                    <a:pt x="300513" y="52158"/>
                  </a:lnTo>
                  <a:lnTo>
                    <a:pt x="300312" y="46837"/>
                  </a:lnTo>
                  <a:lnTo>
                    <a:pt x="299941" y="41525"/>
                  </a:lnTo>
                  <a:lnTo>
                    <a:pt x="299401" y="36227"/>
                  </a:lnTo>
                  <a:lnTo>
                    <a:pt x="298693" y="30950"/>
                  </a:lnTo>
                  <a:lnTo>
                    <a:pt x="297817" y="25697"/>
                  </a:lnTo>
                  <a:lnTo>
                    <a:pt x="296774" y="20476"/>
                  </a:lnTo>
                  <a:lnTo>
                    <a:pt x="295565" y="15290"/>
                  </a:lnTo>
                  <a:lnTo>
                    <a:pt x="294192" y="10145"/>
                  </a:lnTo>
                  <a:lnTo>
                    <a:pt x="292656" y="5046"/>
                  </a:lnTo>
                  <a:lnTo>
                    <a:pt x="290958" y="0"/>
                  </a:lnTo>
                  <a:lnTo>
                    <a:pt x="133386" y="55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7572" cy="167167"/>
            </a:xfrm>
            <a:custGeom>
              <a:avLst/>
              <a:pathLst>
                <a:path w="157572" h="167167">
                  <a:moveTo>
                    <a:pt x="157572" y="111347"/>
                  </a:moveTo>
                  <a:lnTo>
                    <a:pt x="155682" y="106275"/>
                  </a:lnTo>
                  <a:lnTo>
                    <a:pt x="153630" y="101267"/>
                  </a:lnTo>
                  <a:lnTo>
                    <a:pt x="151416" y="96329"/>
                  </a:lnTo>
                  <a:lnTo>
                    <a:pt x="149043" y="91464"/>
                  </a:lnTo>
                  <a:lnTo>
                    <a:pt x="146515" y="86679"/>
                  </a:lnTo>
                  <a:lnTo>
                    <a:pt x="143832" y="81978"/>
                  </a:lnTo>
                  <a:lnTo>
                    <a:pt x="140999" y="77367"/>
                  </a:lnTo>
                  <a:lnTo>
                    <a:pt x="138018" y="72850"/>
                  </a:lnTo>
                  <a:lnTo>
                    <a:pt x="134893" y="68431"/>
                  </a:lnTo>
                  <a:lnTo>
                    <a:pt x="131626" y="64116"/>
                  </a:lnTo>
                  <a:lnTo>
                    <a:pt x="128221" y="59909"/>
                  </a:lnTo>
                  <a:lnTo>
                    <a:pt x="124682" y="55815"/>
                  </a:lnTo>
                  <a:lnTo>
                    <a:pt x="121012" y="51837"/>
                  </a:lnTo>
                  <a:lnTo>
                    <a:pt x="117215" y="47980"/>
                  </a:lnTo>
                  <a:lnTo>
                    <a:pt x="113295" y="44248"/>
                  </a:lnTo>
                  <a:lnTo>
                    <a:pt x="109256" y="40645"/>
                  </a:lnTo>
                  <a:lnTo>
                    <a:pt x="105103" y="37174"/>
                  </a:lnTo>
                  <a:lnTo>
                    <a:pt x="100840" y="33840"/>
                  </a:lnTo>
                  <a:lnTo>
                    <a:pt x="96471" y="30645"/>
                  </a:lnTo>
                  <a:lnTo>
                    <a:pt x="92001" y="27594"/>
                  </a:lnTo>
                  <a:lnTo>
                    <a:pt x="87435" y="24689"/>
                  </a:lnTo>
                  <a:lnTo>
                    <a:pt x="82777" y="21933"/>
                  </a:lnTo>
                  <a:lnTo>
                    <a:pt x="78032" y="19330"/>
                  </a:lnTo>
                  <a:lnTo>
                    <a:pt x="73205" y="16881"/>
                  </a:lnTo>
                  <a:lnTo>
                    <a:pt x="68302" y="14590"/>
                  </a:lnTo>
                  <a:lnTo>
                    <a:pt x="63327" y="12459"/>
                  </a:lnTo>
                  <a:lnTo>
                    <a:pt x="58286" y="10490"/>
                  </a:lnTo>
                  <a:lnTo>
                    <a:pt x="53183" y="8685"/>
                  </a:lnTo>
                  <a:lnTo>
                    <a:pt x="48025" y="7047"/>
                  </a:lnTo>
                  <a:lnTo>
                    <a:pt x="42816" y="5576"/>
                  </a:lnTo>
                  <a:lnTo>
                    <a:pt x="37563" y="4275"/>
                  </a:lnTo>
                  <a:lnTo>
                    <a:pt x="32270" y="3144"/>
                  </a:lnTo>
                  <a:lnTo>
                    <a:pt x="26944" y="2185"/>
                  </a:lnTo>
                  <a:lnTo>
                    <a:pt x="21589" y="1399"/>
                  </a:lnTo>
                  <a:lnTo>
                    <a:pt x="16211" y="787"/>
                  </a:lnTo>
                  <a:lnTo>
                    <a:pt x="10817" y="350"/>
                  </a:lnTo>
                  <a:lnTo>
                    <a:pt x="541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5787" y="941493"/>
              <a:ext cx="87756" cy="167167"/>
            </a:xfrm>
            <a:custGeom>
              <a:avLst/>
              <a:pathLst>
                <a:path w="87756" h="167167">
                  <a:moveTo>
                    <a:pt x="87756" y="0"/>
                  </a:moveTo>
                  <a:lnTo>
                    <a:pt x="81983" y="99"/>
                  </a:lnTo>
                  <a:lnTo>
                    <a:pt x="76217" y="398"/>
                  </a:lnTo>
                  <a:lnTo>
                    <a:pt x="70464" y="896"/>
                  </a:lnTo>
                  <a:lnTo>
                    <a:pt x="64732" y="1593"/>
                  </a:lnTo>
                  <a:lnTo>
                    <a:pt x="59028" y="2486"/>
                  </a:lnTo>
                  <a:lnTo>
                    <a:pt x="53358" y="3577"/>
                  </a:lnTo>
                  <a:lnTo>
                    <a:pt x="47729" y="4862"/>
                  </a:lnTo>
                  <a:lnTo>
                    <a:pt x="42147" y="6342"/>
                  </a:lnTo>
                  <a:lnTo>
                    <a:pt x="36621" y="8013"/>
                  </a:lnTo>
                  <a:lnTo>
                    <a:pt x="31155" y="9873"/>
                  </a:lnTo>
                  <a:lnTo>
                    <a:pt x="25756" y="11922"/>
                  </a:lnTo>
                  <a:lnTo>
                    <a:pt x="20432" y="14156"/>
                  </a:lnTo>
                  <a:lnTo>
                    <a:pt x="15188" y="16572"/>
                  </a:lnTo>
                  <a:lnTo>
                    <a:pt x="10030" y="19168"/>
                  </a:lnTo>
                  <a:lnTo>
                    <a:pt x="4966" y="21941"/>
                  </a:lnTo>
                  <a:lnTo>
                    <a:pt x="0" y="24886"/>
                  </a:lnTo>
                  <a:lnTo>
                    <a:pt x="877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5787" y="966380"/>
              <a:ext cx="87756" cy="142280"/>
            </a:xfrm>
            <a:custGeom>
              <a:avLst/>
              <a:pathLst>
                <a:path w="87756" h="142280">
                  <a:moveTo>
                    <a:pt x="0" y="0"/>
                  </a:moveTo>
                  <a:lnTo>
                    <a:pt x="87756" y="1422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7" y="946593"/>
              <a:ext cx="334328" cy="329227"/>
            </a:xfrm>
            <a:custGeom>
              <a:avLst/>
              <a:pathLst>
                <a:path w="334328" h="329227">
                  <a:moveTo>
                    <a:pt x="79409" y="19787"/>
                  </a:moveTo>
                  <a:lnTo>
                    <a:pt x="74945" y="22639"/>
                  </a:lnTo>
                  <a:lnTo>
                    <a:pt x="70573" y="25631"/>
                  </a:lnTo>
                  <a:lnTo>
                    <a:pt x="66298" y="28761"/>
                  </a:lnTo>
                  <a:lnTo>
                    <a:pt x="62124" y="32024"/>
                  </a:lnTo>
                  <a:lnTo>
                    <a:pt x="58056" y="35418"/>
                  </a:lnTo>
                  <a:lnTo>
                    <a:pt x="54098" y="38939"/>
                  </a:lnTo>
                  <a:lnTo>
                    <a:pt x="50253" y="42583"/>
                  </a:lnTo>
                  <a:lnTo>
                    <a:pt x="46526" y="46348"/>
                  </a:lnTo>
                  <a:lnTo>
                    <a:pt x="42919" y="50229"/>
                  </a:lnTo>
                  <a:lnTo>
                    <a:pt x="39438" y="54222"/>
                  </a:lnTo>
                  <a:lnTo>
                    <a:pt x="36085" y="58324"/>
                  </a:lnTo>
                  <a:lnTo>
                    <a:pt x="32863" y="62529"/>
                  </a:lnTo>
                  <a:lnTo>
                    <a:pt x="29776" y="66835"/>
                  </a:lnTo>
                  <a:lnTo>
                    <a:pt x="26828" y="71236"/>
                  </a:lnTo>
                  <a:lnTo>
                    <a:pt x="24020" y="75729"/>
                  </a:lnTo>
                  <a:lnTo>
                    <a:pt x="21356" y="80308"/>
                  </a:lnTo>
                  <a:lnTo>
                    <a:pt x="18839" y="84970"/>
                  </a:lnTo>
                  <a:lnTo>
                    <a:pt x="16470" y="89709"/>
                  </a:lnTo>
                  <a:lnTo>
                    <a:pt x="14253" y="94520"/>
                  </a:lnTo>
                  <a:lnTo>
                    <a:pt x="12189" y="99399"/>
                  </a:lnTo>
                  <a:lnTo>
                    <a:pt x="10281" y="104342"/>
                  </a:lnTo>
                  <a:lnTo>
                    <a:pt x="8531" y="109342"/>
                  </a:lnTo>
                  <a:lnTo>
                    <a:pt x="6940" y="114395"/>
                  </a:lnTo>
                  <a:lnTo>
                    <a:pt x="5510" y="119496"/>
                  </a:lnTo>
                  <a:lnTo>
                    <a:pt x="4242" y="124640"/>
                  </a:lnTo>
                  <a:lnTo>
                    <a:pt x="3138" y="129822"/>
                  </a:lnTo>
                  <a:lnTo>
                    <a:pt x="2198" y="135036"/>
                  </a:lnTo>
                  <a:lnTo>
                    <a:pt x="1425" y="140277"/>
                  </a:lnTo>
                  <a:lnTo>
                    <a:pt x="817" y="145539"/>
                  </a:lnTo>
                  <a:lnTo>
                    <a:pt x="377" y="150819"/>
                  </a:lnTo>
                  <a:lnTo>
                    <a:pt x="104" y="156110"/>
                  </a:lnTo>
                  <a:lnTo>
                    <a:pt x="0" y="161406"/>
                  </a:lnTo>
                  <a:lnTo>
                    <a:pt x="63" y="166704"/>
                  </a:lnTo>
                  <a:lnTo>
                    <a:pt x="293" y="171997"/>
                  </a:lnTo>
                  <a:lnTo>
                    <a:pt x="692" y="177279"/>
                  </a:lnTo>
                  <a:lnTo>
                    <a:pt x="1257" y="182547"/>
                  </a:lnTo>
                  <a:lnTo>
                    <a:pt x="1990" y="187794"/>
                  </a:lnTo>
                  <a:lnTo>
                    <a:pt x="2888" y="193015"/>
                  </a:lnTo>
                  <a:lnTo>
                    <a:pt x="3951" y="198205"/>
                  </a:lnTo>
                  <a:lnTo>
                    <a:pt x="5178" y="203359"/>
                  </a:lnTo>
                  <a:lnTo>
                    <a:pt x="6568" y="208471"/>
                  </a:lnTo>
                  <a:lnTo>
                    <a:pt x="8119" y="213537"/>
                  </a:lnTo>
                  <a:lnTo>
                    <a:pt x="9830" y="218551"/>
                  </a:lnTo>
                  <a:lnTo>
                    <a:pt x="11699" y="223508"/>
                  </a:lnTo>
                  <a:lnTo>
                    <a:pt x="13724" y="228403"/>
                  </a:lnTo>
                  <a:lnTo>
                    <a:pt x="15903" y="233232"/>
                  </a:lnTo>
                  <a:lnTo>
                    <a:pt x="18234" y="237990"/>
                  </a:lnTo>
                  <a:lnTo>
                    <a:pt x="20714" y="242671"/>
                  </a:lnTo>
                  <a:lnTo>
                    <a:pt x="23342" y="247271"/>
                  </a:lnTo>
                  <a:lnTo>
                    <a:pt x="26114" y="251786"/>
                  </a:lnTo>
                  <a:lnTo>
                    <a:pt x="29028" y="256210"/>
                  </a:lnTo>
                  <a:lnTo>
                    <a:pt x="32080" y="260540"/>
                  </a:lnTo>
                  <a:lnTo>
                    <a:pt x="35269" y="264771"/>
                  </a:lnTo>
                  <a:lnTo>
                    <a:pt x="38589" y="268899"/>
                  </a:lnTo>
                  <a:lnTo>
                    <a:pt x="42039" y="272920"/>
                  </a:lnTo>
                  <a:lnTo>
                    <a:pt x="45615" y="276829"/>
                  </a:lnTo>
                  <a:lnTo>
                    <a:pt x="49312" y="280623"/>
                  </a:lnTo>
                  <a:lnTo>
                    <a:pt x="53128" y="284298"/>
                  </a:lnTo>
                  <a:lnTo>
                    <a:pt x="57059" y="287850"/>
                  </a:lnTo>
                  <a:lnTo>
                    <a:pt x="61100" y="291276"/>
                  </a:lnTo>
                  <a:lnTo>
                    <a:pt x="65247" y="294572"/>
                  </a:lnTo>
                  <a:lnTo>
                    <a:pt x="69497" y="297735"/>
                  </a:lnTo>
                  <a:lnTo>
                    <a:pt x="73845" y="300762"/>
                  </a:lnTo>
                  <a:lnTo>
                    <a:pt x="78287" y="303650"/>
                  </a:lnTo>
                  <a:lnTo>
                    <a:pt x="82818" y="306395"/>
                  </a:lnTo>
                  <a:lnTo>
                    <a:pt x="87434" y="308995"/>
                  </a:lnTo>
                  <a:lnTo>
                    <a:pt x="92130" y="311448"/>
                  </a:lnTo>
                  <a:lnTo>
                    <a:pt x="96901" y="313751"/>
                  </a:lnTo>
                  <a:lnTo>
                    <a:pt x="101743" y="315901"/>
                  </a:lnTo>
                  <a:lnTo>
                    <a:pt x="106650" y="317897"/>
                  </a:lnTo>
                  <a:lnTo>
                    <a:pt x="111618" y="319736"/>
                  </a:lnTo>
                  <a:lnTo>
                    <a:pt x="116642" y="321417"/>
                  </a:lnTo>
                  <a:lnTo>
                    <a:pt x="121717" y="322938"/>
                  </a:lnTo>
                  <a:lnTo>
                    <a:pt x="126838" y="324297"/>
                  </a:lnTo>
                  <a:lnTo>
                    <a:pt x="131999" y="325494"/>
                  </a:lnTo>
                  <a:lnTo>
                    <a:pt x="137195" y="326526"/>
                  </a:lnTo>
                  <a:lnTo>
                    <a:pt x="142421" y="327393"/>
                  </a:lnTo>
                  <a:lnTo>
                    <a:pt x="147672" y="328094"/>
                  </a:lnTo>
                  <a:lnTo>
                    <a:pt x="152943" y="328629"/>
                  </a:lnTo>
                  <a:lnTo>
                    <a:pt x="158228" y="328996"/>
                  </a:lnTo>
                  <a:lnTo>
                    <a:pt x="163522" y="329195"/>
                  </a:lnTo>
                  <a:lnTo>
                    <a:pt x="168820" y="329227"/>
                  </a:lnTo>
                  <a:lnTo>
                    <a:pt x="174116" y="329090"/>
                  </a:lnTo>
                  <a:lnTo>
                    <a:pt x="179405" y="328786"/>
                  </a:lnTo>
                  <a:lnTo>
                    <a:pt x="184682" y="328314"/>
                  </a:lnTo>
                  <a:lnTo>
                    <a:pt x="189941" y="327676"/>
                  </a:lnTo>
                  <a:lnTo>
                    <a:pt x="195177" y="326871"/>
                  </a:lnTo>
                  <a:lnTo>
                    <a:pt x="200386" y="325901"/>
                  </a:lnTo>
                  <a:lnTo>
                    <a:pt x="205560" y="324766"/>
                  </a:lnTo>
                  <a:lnTo>
                    <a:pt x="210697" y="323467"/>
                  </a:lnTo>
                  <a:lnTo>
                    <a:pt x="215789" y="322007"/>
                  </a:lnTo>
                  <a:lnTo>
                    <a:pt x="220833" y="320386"/>
                  </a:lnTo>
                  <a:lnTo>
                    <a:pt x="225823" y="318606"/>
                  </a:lnTo>
                  <a:lnTo>
                    <a:pt x="230754" y="316668"/>
                  </a:lnTo>
                  <a:lnTo>
                    <a:pt x="235621" y="314576"/>
                  </a:lnTo>
                  <a:lnTo>
                    <a:pt x="240419" y="312330"/>
                  </a:lnTo>
                  <a:lnTo>
                    <a:pt x="245143" y="309933"/>
                  </a:lnTo>
                  <a:lnTo>
                    <a:pt x="249790" y="307388"/>
                  </a:lnTo>
                  <a:lnTo>
                    <a:pt x="254353" y="304697"/>
                  </a:lnTo>
                  <a:lnTo>
                    <a:pt x="258829" y="301863"/>
                  </a:lnTo>
                  <a:lnTo>
                    <a:pt x="263213" y="298888"/>
                  </a:lnTo>
                  <a:lnTo>
                    <a:pt x="267500" y="295776"/>
                  </a:lnTo>
                  <a:lnTo>
                    <a:pt x="271687" y="292529"/>
                  </a:lnTo>
                  <a:lnTo>
                    <a:pt x="275768" y="289152"/>
                  </a:lnTo>
                  <a:lnTo>
                    <a:pt x="279741" y="285647"/>
                  </a:lnTo>
                  <a:lnTo>
                    <a:pt x="283600" y="282017"/>
                  </a:lnTo>
                  <a:lnTo>
                    <a:pt x="287342" y="278267"/>
                  </a:lnTo>
                  <a:lnTo>
                    <a:pt x="290964" y="274401"/>
                  </a:lnTo>
                  <a:lnTo>
                    <a:pt x="294462" y="270422"/>
                  </a:lnTo>
                  <a:lnTo>
                    <a:pt x="297831" y="266334"/>
                  </a:lnTo>
                  <a:lnTo>
                    <a:pt x="301070" y="262141"/>
                  </a:lnTo>
                  <a:lnTo>
                    <a:pt x="304173" y="257847"/>
                  </a:lnTo>
                  <a:lnTo>
                    <a:pt x="307140" y="253458"/>
                  </a:lnTo>
                  <a:lnTo>
                    <a:pt x="309965" y="248976"/>
                  </a:lnTo>
                  <a:lnTo>
                    <a:pt x="312648" y="244408"/>
                  </a:lnTo>
                  <a:lnTo>
                    <a:pt x="315184" y="239757"/>
                  </a:lnTo>
                  <a:lnTo>
                    <a:pt x="317571" y="235027"/>
                  </a:lnTo>
                  <a:lnTo>
                    <a:pt x="319807" y="230225"/>
                  </a:lnTo>
                  <a:lnTo>
                    <a:pt x="321891" y="225353"/>
                  </a:lnTo>
                  <a:lnTo>
                    <a:pt x="323818" y="220419"/>
                  </a:lnTo>
                  <a:lnTo>
                    <a:pt x="325589" y="215426"/>
                  </a:lnTo>
                  <a:lnTo>
                    <a:pt x="327200" y="210379"/>
                  </a:lnTo>
                  <a:lnTo>
                    <a:pt x="328650" y="205283"/>
                  </a:lnTo>
                  <a:lnTo>
                    <a:pt x="329939" y="200145"/>
                  </a:lnTo>
                  <a:lnTo>
                    <a:pt x="331064" y="194968"/>
                  </a:lnTo>
                  <a:lnTo>
                    <a:pt x="332024" y="189758"/>
                  </a:lnTo>
                  <a:lnTo>
                    <a:pt x="332818" y="184520"/>
                  </a:lnTo>
                  <a:lnTo>
                    <a:pt x="333447" y="179259"/>
                  </a:lnTo>
                  <a:lnTo>
                    <a:pt x="333908" y="173982"/>
                  </a:lnTo>
                  <a:lnTo>
                    <a:pt x="334202" y="168692"/>
                  </a:lnTo>
                  <a:lnTo>
                    <a:pt x="334328" y="163396"/>
                  </a:lnTo>
                  <a:lnTo>
                    <a:pt x="334286" y="158098"/>
                  </a:lnTo>
                  <a:lnTo>
                    <a:pt x="334076" y="152804"/>
                  </a:lnTo>
                  <a:lnTo>
                    <a:pt x="333699" y="147520"/>
                  </a:lnTo>
                  <a:lnTo>
                    <a:pt x="333154" y="142250"/>
                  </a:lnTo>
                  <a:lnTo>
                    <a:pt x="332443" y="137000"/>
                  </a:lnTo>
                  <a:lnTo>
                    <a:pt x="331566" y="131776"/>
                  </a:lnTo>
                  <a:lnTo>
                    <a:pt x="330523" y="126582"/>
                  </a:lnTo>
                  <a:lnTo>
                    <a:pt x="329317" y="121423"/>
                  </a:lnTo>
                  <a:lnTo>
                    <a:pt x="327947" y="116305"/>
                  </a:lnTo>
                  <a:lnTo>
                    <a:pt x="326417" y="111233"/>
                  </a:lnTo>
                  <a:lnTo>
                    <a:pt x="324726" y="106213"/>
                  </a:lnTo>
                  <a:lnTo>
                    <a:pt x="322877" y="101248"/>
                  </a:lnTo>
                  <a:lnTo>
                    <a:pt x="320871" y="96344"/>
                  </a:lnTo>
                  <a:lnTo>
                    <a:pt x="318712" y="91507"/>
                  </a:lnTo>
                  <a:lnTo>
                    <a:pt x="316400" y="86740"/>
                  </a:lnTo>
                  <a:lnTo>
                    <a:pt x="313938" y="82049"/>
                  </a:lnTo>
                  <a:lnTo>
                    <a:pt x="311328" y="77438"/>
                  </a:lnTo>
                  <a:lnTo>
                    <a:pt x="308574" y="72913"/>
                  </a:lnTo>
                  <a:lnTo>
                    <a:pt x="305678" y="68477"/>
                  </a:lnTo>
                  <a:lnTo>
                    <a:pt x="302643" y="64134"/>
                  </a:lnTo>
                  <a:lnTo>
                    <a:pt x="299472" y="59891"/>
                  </a:lnTo>
                  <a:lnTo>
                    <a:pt x="296168" y="55750"/>
                  </a:lnTo>
                  <a:lnTo>
                    <a:pt x="292734" y="51715"/>
                  </a:lnTo>
                  <a:lnTo>
                    <a:pt x="289174" y="47792"/>
                  </a:lnTo>
                  <a:lnTo>
                    <a:pt x="285492" y="43983"/>
                  </a:lnTo>
                  <a:lnTo>
                    <a:pt x="281690" y="40293"/>
                  </a:lnTo>
                  <a:lnTo>
                    <a:pt x="277774" y="36725"/>
                  </a:lnTo>
                  <a:lnTo>
                    <a:pt x="273747" y="33283"/>
                  </a:lnTo>
                  <a:lnTo>
                    <a:pt x="269612" y="29970"/>
                  </a:lnTo>
                  <a:lnTo>
                    <a:pt x="265375" y="26790"/>
                  </a:lnTo>
                  <a:lnTo>
                    <a:pt x="261039" y="23746"/>
                  </a:lnTo>
                  <a:lnTo>
                    <a:pt x="256609" y="20841"/>
                  </a:lnTo>
                  <a:lnTo>
                    <a:pt x="252089" y="18078"/>
                  </a:lnTo>
                  <a:lnTo>
                    <a:pt x="247484" y="15459"/>
                  </a:lnTo>
                  <a:lnTo>
                    <a:pt x="242798" y="12988"/>
                  </a:lnTo>
                  <a:lnTo>
                    <a:pt x="238036" y="10666"/>
                  </a:lnTo>
                  <a:lnTo>
                    <a:pt x="233202" y="8496"/>
                  </a:lnTo>
                  <a:lnTo>
                    <a:pt x="228303" y="6481"/>
                  </a:lnTo>
                  <a:lnTo>
                    <a:pt x="223342" y="4622"/>
                  </a:lnTo>
                  <a:lnTo>
                    <a:pt x="218325" y="2920"/>
                  </a:lnTo>
                  <a:lnTo>
                    <a:pt x="213256" y="1379"/>
                  </a:lnTo>
                  <a:lnTo>
                    <a:pt x="208141" y="0"/>
                  </a:lnTo>
                  <a:lnTo>
                    <a:pt x="167166" y="162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0975" cy="167167"/>
            </a:xfrm>
            <a:custGeom>
              <a:avLst/>
              <a:pathLst>
                <a:path w="40975" h="167167">
                  <a:moveTo>
                    <a:pt x="40975" y="5099"/>
                  </a:moveTo>
                  <a:lnTo>
                    <a:pt x="34253" y="3546"/>
                  </a:lnTo>
                  <a:lnTo>
                    <a:pt x="27473" y="2272"/>
                  </a:lnTo>
                  <a:lnTo>
                    <a:pt x="20645" y="1279"/>
                  </a:lnTo>
                  <a:lnTo>
                    <a:pt x="13783" y="569"/>
                  </a:lnTo>
                  <a:lnTo>
                    <a:pt x="6897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7927" y="941493"/>
              <a:ext cx="48288" cy="167167"/>
            </a:xfrm>
            <a:custGeom>
              <a:avLst/>
              <a:pathLst>
                <a:path w="48288" h="167167">
                  <a:moveTo>
                    <a:pt x="48288" y="0"/>
                  </a:moveTo>
                  <a:lnTo>
                    <a:pt x="42166" y="112"/>
                  </a:lnTo>
                  <a:lnTo>
                    <a:pt x="36053" y="448"/>
                  </a:lnTo>
                  <a:lnTo>
                    <a:pt x="29955" y="1008"/>
                  </a:lnTo>
                  <a:lnTo>
                    <a:pt x="23882" y="1791"/>
                  </a:lnTo>
                  <a:lnTo>
                    <a:pt x="17842" y="2795"/>
                  </a:lnTo>
                  <a:lnTo>
                    <a:pt x="11843" y="4021"/>
                  </a:lnTo>
                  <a:lnTo>
                    <a:pt x="5893" y="5465"/>
                  </a:lnTo>
                  <a:lnTo>
                    <a:pt x="0" y="7126"/>
                  </a:lnTo>
                  <a:lnTo>
                    <a:pt x="482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7927" y="948619"/>
              <a:ext cx="48288" cy="160041"/>
            </a:xfrm>
            <a:custGeom>
              <a:avLst/>
              <a:pathLst>
                <a:path w="48288" h="160041">
                  <a:moveTo>
                    <a:pt x="0" y="0"/>
                  </a:moveTo>
                  <a:lnTo>
                    <a:pt x="48288" y="160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48619"/>
              <a:ext cx="167166" cy="327135"/>
            </a:xfrm>
            <a:custGeom>
              <a:avLst/>
              <a:pathLst>
                <a:path w="167166" h="327135">
                  <a:moveTo>
                    <a:pt x="118877" y="0"/>
                  </a:moveTo>
                  <a:lnTo>
                    <a:pt x="113776" y="1628"/>
                  </a:lnTo>
                  <a:lnTo>
                    <a:pt x="108730" y="3419"/>
                  </a:lnTo>
                  <a:lnTo>
                    <a:pt x="103743" y="5371"/>
                  </a:lnTo>
                  <a:lnTo>
                    <a:pt x="98822" y="7482"/>
                  </a:lnTo>
                  <a:lnTo>
                    <a:pt x="93971" y="9749"/>
                  </a:lnTo>
                  <a:lnTo>
                    <a:pt x="89195" y="12171"/>
                  </a:lnTo>
                  <a:lnTo>
                    <a:pt x="84499" y="14744"/>
                  </a:lnTo>
                  <a:lnTo>
                    <a:pt x="79888" y="17466"/>
                  </a:lnTo>
                  <a:lnTo>
                    <a:pt x="75366" y="20335"/>
                  </a:lnTo>
                  <a:lnTo>
                    <a:pt x="70939" y="23346"/>
                  </a:lnTo>
                  <a:lnTo>
                    <a:pt x="66610" y="26499"/>
                  </a:lnTo>
                  <a:lnTo>
                    <a:pt x="62384" y="29788"/>
                  </a:lnTo>
                  <a:lnTo>
                    <a:pt x="58266" y="33211"/>
                  </a:lnTo>
                  <a:lnTo>
                    <a:pt x="54260" y="36763"/>
                  </a:lnTo>
                  <a:lnTo>
                    <a:pt x="50370" y="40443"/>
                  </a:lnTo>
                  <a:lnTo>
                    <a:pt x="46599" y="44245"/>
                  </a:lnTo>
                  <a:lnTo>
                    <a:pt x="42952" y="48166"/>
                  </a:lnTo>
                  <a:lnTo>
                    <a:pt x="39433" y="52202"/>
                  </a:lnTo>
                  <a:lnTo>
                    <a:pt x="36044" y="56348"/>
                  </a:lnTo>
                  <a:lnTo>
                    <a:pt x="32791" y="60601"/>
                  </a:lnTo>
                  <a:lnTo>
                    <a:pt x="29675" y="64956"/>
                  </a:lnTo>
                  <a:lnTo>
                    <a:pt x="26700" y="69408"/>
                  </a:lnTo>
                  <a:lnTo>
                    <a:pt x="23869" y="73954"/>
                  </a:lnTo>
                  <a:lnTo>
                    <a:pt x="21185" y="78587"/>
                  </a:lnTo>
                  <a:lnTo>
                    <a:pt x="18651" y="83305"/>
                  </a:lnTo>
                  <a:lnTo>
                    <a:pt x="16270" y="88101"/>
                  </a:lnTo>
                  <a:lnTo>
                    <a:pt x="14043" y="92970"/>
                  </a:lnTo>
                  <a:lnTo>
                    <a:pt x="11974" y="97909"/>
                  </a:lnTo>
                  <a:lnTo>
                    <a:pt x="10063" y="102912"/>
                  </a:lnTo>
                  <a:lnTo>
                    <a:pt x="8314" y="107973"/>
                  </a:lnTo>
                  <a:lnTo>
                    <a:pt x="6728" y="113087"/>
                  </a:lnTo>
                  <a:lnTo>
                    <a:pt x="5306" y="118250"/>
                  </a:lnTo>
                  <a:lnTo>
                    <a:pt x="4051" y="123455"/>
                  </a:lnTo>
                  <a:lnTo>
                    <a:pt x="2963" y="128698"/>
                  </a:lnTo>
                  <a:lnTo>
                    <a:pt x="2043" y="133973"/>
                  </a:lnTo>
                  <a:lnTo>
                    <a:pt x="1293" y="139275"/>
                  </a:lnTo>
                  <a:lnTo>
                    <a:pt x="713" y="144599"/>
                  </a:lnTo>
                  <a:lnTo>
                    <a:pt x="304" y="149938"/>
                  </a:lnTo>
                  <a:lnTo>
                    <a:pt x="66" y="155287"/>
                  </a:lnTo>
                  <a:lnTo>
                    <a:pt x="0" y="160642"/>
                  </a:lnTo>
                  <a:lnTo>
                    <a:pt x="105" y="165995"/>
                  </a:lnTo>
                  <a:lnTo>
                    <a:pt x="381" y="171343"/>
                  </a:lnTo>
                  <a:lnTo>
                    <a:pt x="829" y="176679"/>
                  </a:lnTo>
                  <a:lnTo>
                    <a:pt x="1447" y="181998"/>
                  </a:lnTo>
                  <a:lnTo>
                    <a:pt x="2235" y="187294"/>
                  </a:lnTo>
                  <a:lnTo>
                    <a:pt x="3193" y="192563"/>
                  </a:lnTo>
                  <a:lnTo>
                    <a:pt x="4318" y="197798"/>
                  </a:lnTo>
                  <a:lnTo>
                    <a:pt x="5611" y="202994"/>
                  </a:lnTo>
                  <a:lnTo>
                    <a:pt x="7070" y="208147"/>
                  </a:lnTo>
                  <a:lnTo>
                    <a:pt x="8693" y="213250"/>
                  </a:lnTo>
                  <a:lnTo>
                    <a:pt x="10478" y="218298"/>
                  </a:lnTo>
                  <a:lnTo>
                    <a:pt x="12424" y="223287"/>
                  </a:lnTo>
                  <a:lnTo>
                    <a:pt x="14529" y="228210"/>
                  </a:lnTo>
                  <a:lnTo>
                    <a:pt x="16791" y="233064"/>
                  </a:lnTo>
                  <a:lnTo>
                    <a:pt x="19207" y="237843"/>
                  </a:lnTo>
                  <a:lnTo>
                    <a:pt x="21775" y="242542"/>
                  </a:lnTo>
                  <a:lnTo>
                    <a:pt x="24492" y="247156"/>
                  </a:lnTo>
                  <a:lnTo>
                    <a:pt x="27355" y="251681"/>
                  </a:lnTo>
                  <a:lnTo>
                    <a:pt x="30362" y="256112"/>
                  </a:lnTo>
                  <a:lnTo>
                    <a:pt x="33509" y="260444"/>
                  </a:lnTo>
                  <a:lnTo>
                    <a:pt x="36794" y="264673"/>
                  </a:lnTo>
                  <a:lnTo>
                    <a:pt x="40212" y="268795"/>
                  </a:lnTo>
                  <a:lnTo>
                    <a:pt x="43760" y="272806"/>
                  </a:lnTo>
                  <a:lnTo>
                    <a:pt x="47435" y="276700"/>
                  </a:lnTo>
                  <a:lnTo>
                    <a:pt x="51233" y="280475"/>
                  </a:lnTo>
                  <a:lnTo>
                    <a:pt x="55150" y="284126"/>
                  </a:lnTo>
                  <a:lnTo>
                    <a:pt x="59181" y="287650"/>
                  </a:lnTo>
                  <a:lnTo>
                    <a:pt x="63324" y="291044"/>
                  </a:lnTo>
                  <a:lnTo>
                    <a:pt x="67573" y="294302"/>
                  </a:lnTo>
                  <a:lnTo>
                    <a:pt x="71924" y="297423"/>
                  </a:lnTo>
                  <a:lnTo>
                    <a:pt x="76373" y="300403"/>
                  </a:lnTo>
                  <a:lnTo>
                    <a:pt x="80915" y="303239"/>
                  </a:lnTo>
                  <a:lnTo>
                    <a:pt x="85546" y="305928"/>
                  </a:lnTo>
                  <a:lnTo>
                    <a:pt x="90260" y="308467"/>
                  </a:lnTo>
                  <a:lnTo>
                    <a:pt x="95054" y="310854"/>
                  </a:lnTo>
                  <a:lnTo>
                    <a:pt x="99921" y="313087"/>
                  </a:lnTo>
                  <a:lnTo>
                    <a:pt x="104857" y="315162"/>
                  </a:lnTo>
                  <a:lnTo>
                    <a:pt x="109858" y="317078"/>
                  </a:lnTo>
                  <a:lnTo>
                    <a:pt x="114917" y="318833"/>
                  </a:lnTo>
                  <a:lnTo>
                    <a:pt x="120029" y="320425"/>
                  </a:lnTo>
                  <a:lnTo>
                    <a:pt x="125190" y="321852"/>
                  </a:lnTo>
                  <a:lnTo>
                    <a:pt x="130394" y="323114"/>
                  </a:lnTo>
                  <a:lnTo>
                    <a:pt x="135636" y="324208"/>
                  </a:lnTo>
                  <a:lnTo>
                    <a:pt x="140910" y="325133"/>
                  </a:lnTo>
                  <a:lnTo>
                    <a:pt x="146211" y="325889"/>
                  </a:lnTo>
                  <a:lnTo>
                    <a:pt x="151534" y="326476"/>
                  </a:lnTo>
                  <a:lnTo>
                    <a:pt x="156873" y="326891"/>
                  </a:lnTo>
                  <a:lnTo>
                    <a:pt x="162222" y="327135"/>
                  </a:lnTo>
                  <a:lnTo>
                    <a:pt x="167166" y="160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1271" y="941493"/>
              <a:ext cx="172111" cy="334334"/>
            </a:xfrm>
            <a:custGeom>
              <a:avLst/>
              <a:pathLst>
                <a:path w="172111" h="334334">
                  <a:moveTo>
                    <a:pt x="0" y="334261"/>
                  </a:moveTo>
                  <a:lnTo>
                    <a:pt x="5353" y="334334"/>
                  </a:lnTo>
                  <a:lnTo>
                    <a:pt x="10707" y="334235"/>
                  </a:lnTo>
                  <a:lnTo>
                    <a:pt x="16055" y="333965"/>
                  </a:lnTo>
                  <a:lnTo>
                    <a:pt x="21391" y="333523"/>
                  </a:lnTo>
                  <a:lnTo>
                    <a:pt x="26710" y="332911"/>
                  </a:lnTo>
                  <a:lnTo>
                    <a:pt x="32007" y="332129"/>
                  </a:lnTo>
                  <a:lnTo>
                    <a:pt x="37277" y="331178"/>
                  </a:lnTo>
                  <a:lnTo>
                    <a:pt x="42513" y="330058"/>
                  </a:lnTo>
                  <a:lnTo>
                    <a:pt x="47710" y="328771"/>
                  </a:lnTo>
                  <a:lnTo>
                    <a:pt x="52864" y="327319"/>
                  </a:lnTo>
                  <a:lnTo>
                    <a:pt x="57969" y="325702"/>
                  </a:lnTo>
                  <a:lnTo>
                    <a:pt x="63019" y="323922"/>
                  </a:lnTo>
                  <a:lnTo>
                    <a:pt x="68009" y="321982"/>
                  </a:lnTo>
                  <a:lnTo>
                    <a:pt x="72935" y="319883"/>
                  </a:lnTo>
                  <a:lnTo>
                    <a:pt x="77791" y="317627"/>
                  </a:lnTo>
                  <a:lnTo>
                    <a:pt x="82573" y="315217"/>
                  </a:lnTo>
                  <a:lnTo>
                    <a:pt x="87274" y="312654"/>
                  </a:lnTo>
                  <a:lnTo>
                    <a:pt x="91891" y="309943"/>
                  </a:lnTo>
                  <a:lnTo>
                    <a:pt x="96419" y="307085"/>
                  </a:lnTo>
                  <a:lnTo>
                    <a:pt x="100854" y="304084"/>
                  </a:lnTo>
                  <a:lnTo>
                    <a:pt x="105189" y="300942"/>
                  </a:lnTo>
                  <a:lnTo>
                    <a:pt x="109422" y="297663"/>
                  </a:lnTo>
                  <a:lnTo>
                    <a:pt x="113548" y="294250"/>
                  </a:lnTo>
                  <a:lnTo>
                    <a:pt x="117562" y="290706"/>
                  </a:lnTo>
                  <a:lnTo>
                    <a:pt x="121461" y="287036"/>
                  </a:lnTo>
                  <a:lnTo>
                    <a:pt x="125240" y="283243"/>
                  </a:lnTo>
                  <a:lnTo>
                    <a:pt x="128896" y="279331"/>
                  </a:lnTo>
                  <a:lnTo>
                    <a:pt x="132425" y="275303"/>
                  </a:lnTo>
                  <a:lnTo>
                    <a:pt x="135823" y="271165"/>
                  </a:lnTo>
                  <a:lnTo>
                    <a:pt x="139086" y="266920"/>
                  </a:lnTo>
                  <a:lnTo>
                    <a:pt x="142212" y="262573"/>
                  </a:lnTo>
                  <a:lnTo>
                    <a:pt x="145197" y="258128"/>
                  </a:lnTo>
                  <a:lnTo>
                    <a:pt x="148038" y="253589"/>
                  </a:lnTo>
                  <a:lnTo>
                    <a:pt x="150733" y="248962"/>
                  </a:lnTo>
                  <a:lnTo>
                    <a:pt x="153278" y="244251"/>
                  </a:lnTo>
                  <a:lnTo>
                    <a:pt x="155670" y="239461"/>
                  </a:lnTo>
                  <a:lnTo>
                    <a:pt x="157908" y="234596"/>
                  </a:lnTo>
                  <a:lnTo>
                    <a:pt x="159989" y="229663"/>
                  </a:lnTo>
                  <a:lnTo>
                    <a:pt x="161911" y="224665"/>
                  </a:lnTo>
                  <a:lnTo>
                    <a:pt x="163672" y="219608"/>
                  </a:lnTo>
                  <a:lnTo>
                    <a:pt x="165270" y="214498"/>
                  </a:lnTo>
                  <a:lnTo>
                    <a:pt x="166704" y="209339"/>
                  </a:lnTo>
                  <a:lnTo>
                    <a:pt x="167972" y="204137"/>
                  </a:lnTo>
                  <a:lnTo>
                    <a:pt x="169072" y="198897"/>
                  </a:lnTo>
                  <a:lnTo>
                    <a:pt x="170004" y="193624"/>
                  </a:lnTo>
                  <a:lnTo>
                    <a:pt x="170767" y="188324"/>
                  </a:lnTo>
                  <a:lnTo>
                    <a:pt x="171359" y="183002"/>
                  </a:lnTo>
                  <a:lnTo>
                    <a:pt x="171781" y="177664"/>
                  </a:lnTo>
                  <a:lnTo>
                    <a:pt x="172032" y="172316"/>
                  </a:lnTo>
                  <a:lnTo>
                    <a:pt x="172111" y="166962"/>
                  </a:lnTo>
                  <a:lnTo>
                    <a:pt x="172018" y="161608"/>
                  </a:lnTo>
                  <a:lnTo>
                    <a:pt x="171755" y="156260"/>
                  </a:lnTo>
                  <a:lnTo>
                    <a:pt x="171320" y="150923"/>
                  </a:lnTo>
                  <a:lnTo>
                    <a:pt x="170714" y="145603"/>
                  </a:lnTo>
                  <a:lnTo>
                    <a:pt x="169939" y="140305"/>
                  </a:lnTo>
                  <a:lnTo>
                    <a:pt x="168994" y="135035"/>
                  </a:lnTo>
                  <a:lnTo>
                    <a:pt x="167880" y="129797"/>
                  </a:lnTo>
                  <a:lnTo>
                    <a:pt x="166600" y="124598"/>
                  </a:lnTo>
                  <a:lnTo>
                    <a:pt x="165154" y="119443"/>
                  </a:lnTo>
                  <a:lnTo>
                    <a:pt x="163543" y="114336"/>
                  </a:lnTo>
                  <a:lnTo>
                    <a:pt x="161770" y="109284"/>
                  </a:lnTo>
                  <a:lnTo>
                    <a:pt x="159836" y="104291"/>
                  </a:lnTo>
                  <a:lnTo>
                    <a:pt x="157742" y="99363"/>
                  </a:lnTo>
                  <a:lnTo>
                    <a:pt x="155493" y="94504"/>
                  </a:lnTo>
                  <a:lnTo>
                    <a:pt x="153088" y="89720"/>
                  </a:lnTo>
                  <a:lnTo>
                    <a:pt x="150532" y="85015"/>
                  </a:lnTo>
                  <a:lnTo>
                    <a:pt x="147826" y="80394"/>
                  </a:lnTo>
                  <a:lnTo>
                    <a:pt x="144974" y="75863"/>
                  </a:lnTo>
                  <a:lnTo>
                    <a:pt x="141978" y="71425"/>
                  </a:lnTo>
                  <a:lnTo>
                    <a:pt x="138841" y="67085"/>
                  </a:lnTo>
                  <a:lnTo>
                    <a:pt x="135567" y="62848"/>
                  </a:lnTo>
                  <a:lnTo>
                    <a:pt x="132159" y="58718"/>
                  </a:lnTo>
                  <a:lnTo>
                    <a:pt x="128621" y="54700"/>
                  </a:lnTo>
                  <a:lnTo>
                    <a:pt x="124955" y="50796"/>
                  </a:lnTo>
                  <a:lnTo>
                    <a:pt x="121167" y="47012"/>
                  </a:lnTo>
                  <a:lnTo>
                    <a:pt x="117259" y="43352"/>
                  </a:lnTo>
                  <a:lnTo>
                    <a:pt x="113236" y="39818"/>
                  </a:lnTo>
                  <a:lnTo>
                    <a:pt x="109102" y="36415"/>
                  </a:lnTo>
                  <a:lnTo>
                    <a:pt x="104861" y="33147"/>
                  </a:lnTo>
                  <a:lnTo>
                    <a:pt x="100518" y="30015"/>
                  </a:lnTo>
                  <a:lnTo>
                    <a:pt x="96076" y="27025"/>
                  </a:lnTo>
                  <a:lnTo>
                    <a:pt x="91541" y="24178"/>
                  </a:lnTo>
                  <a:lnTo>
                    <a:pt x="86917" y="21478"/>
                  </a:lnTo>
                  <a:lnTo>
                    <a:pt x="82209" y="18927"/>
                  </a:lnTo>
                  <a:lnTo>
                    <a:pt x="77422" y="16529"/>
                  </a:lnTo>
                  <a:lnTo>
                    <a:pt x="72560" y="14285"/>
                  </a:lnTo>
                  <a:lnTo>
                    <a:pt x="67629" y="12198"/>
                  </a:lnTo>
                  <a:lnTo>
                    <a:pt x="62634" y="10270"/>
                  </a:lnTo>
                  <a:lnTo>
                    <a:pt x="57580" y="8503"/>
                  </a:lnTo>
                  <a:lnTo>
                    <a:pt x="52471" y="6898"/>
                  </a:lnTo>
                  <a:lnTo>
                    <a:pt x="47314" y="5458"/>
                  </a:lnTo>
                  <a:lnTo>
                    <a:pt x="42113" y="4184"/>
                  </a:lnTo>
                  <a:lnTo>
                    <a:pt x="36874" y="3077"/>
                  </a:lnTo>
                  <a:lnTo>
                    <a:pt x="31603" y="2139"/>
                  </a:lnTo>
                  <a:lnTo>
                    <a:pt x="26304" y="1370"/>
                  </a:lnTo>
                  <a:lnTo>
                    <a:pt x="20983" y="771"/>
                  </a:lnTo>
                  <a:lnTo>
                    <a:pt x="15646" y="342"/>
                  </a:lnTo>
                  <a:lnTo>
                    <a:pt x="10297" y="85"/>
                  </a:lnTo>
                  <a:lnTo>
                    <a:pt x="4943" y="0"/>
                  </a:lnTo>
                  <a:lnTo>
                    <a:pt x="49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5" y="1071028"/>
              <a:ext cx="167165" cy="167882"/>
            </a:xfrm>
            <a:custGeom>
              <a:avLst/>
              <a:pathLst>
                <a:path w="167165" h="167882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1" y="1379"/>
                  </a:lnTo>
                  <a:lnTo>
                    <a:pt x="140414" y="2154"/>
                  </a:lnTo>
                  <a:lnTo>
                    <a:pt x="135124" y="3099"/>
                  </a:lnTo>
                  <a:lnTo>
                    <a:pt x="129868" y="4213"/>
                  </a:lnTo>
                  <a:lnTo>
                    <a:pt x="124650" y="5496"/>
                  </a:lnTo>
                  <a:lnTo>
                    <a:pt x="119476" y="6946"/>
                  </a:lnTo>
                  <a:lnTo>
                    <a:pt x="114351" y="8562"/>
                  </a:lnTo>
                  <a:lnTo>
                    <a:pt x="109281" y="10341"/>
                  </a:lnTo>
                  <a:lnTo>
                    <a:pt x="104271" y="12282"/>
                  </a:lnTo>
                  <a:lnTo>
                    <a:pt x="99326" y="14384"/>
                  </a:lnTo>
                  <a:lnTo>
                    <a:pt x="94450" y="16643"/>
                  </a:lnTo>
                  <a:lnTo>
                    <a:pt x="89650" y="19058"/>
                  </a:lnTo>
                  <a:lnTo>
                    <a:pt x="84930" y="21625"/>
                  </a:lnTo>
                  <a:lnTo>
                    <a:pt x="80295" y="24344"/>
                  </a:lnTo>
                  <a:lnTo>
                    <a:pt x="75750" y="27209"/>
                  </a:lnTo>
                  <a:lnTo>
                    <a:pt x="71299" y="30220"/>
                  </a:lnTo>
                  <a:lnTo>
                    <a:pt x="66947" y="33371"/>
                  </a:lnTo>
                  <a:lnTo>
                    <a:pt x="62699" y="36661"/>
                  </a:lnTo>
                  <a:lnTo>
                    <a:pt x="58559" y="40086"/>
                  </a:lnTo>
                  <a:lnTo>
                    <a:pt x="54531" y="43642"/>
                  </a:lnTo>
                  <a:lnTo>
                    <a:pt x="50619" y="47326"/>
                  </a:lnTo>
                  <a:lnTo>
                    <a:pt x="46827" y="51134"/>
                  </a:lnTo>
                  <a:lnTo>
                    <a:pt x="43160" y="55061"/>
                  </a:lnTo>
                  <a:lnTo>
                    <a:pt x="39622" y="59104"/>
                  </a:lnTo>
                  <a:lnTo>
                    <a:pt x="36214" y="63259"/>
                  </a:lnTo>
                  <a:lnTo>
                    <a:pt x="32943" y="67522"/>
                  </a:lnTo>
                  <a:lnTo>
                    <a:pt x="29809" y="71887"/>
                  </a:lnTo>
                  <a:lnTo>
                    <a:pt x="26818" y="76350"/>
                  </a:lnTo>
                  <a:lnTo>
                    <a:pt x="23972" y="80908"/>
                  </a:lnTo>
                  <a:lnTo>
                    <a:pt x="21274" y="85555"/>
                  </a:lnTo>
                  <a:lnTo>
                    <a:pt x="18726" y="90286"/>
                  </a:lnTo>
                  <a:lnTo>
                    <a:pt x="16332" y="95096"/>
                  </a:lnTo>
                  <a:lnTo>
                    <a:pt x="14094" y="99981"/>
                  </a:lnTo>
                  <a:lnTo>
                    <a:pt x="12013" y="104935"/>
                  </a:lnTo>
                  <a:lnTo>
                    <a:pt x="10094" y="109954"/>
                  </a:lnTo>
                  <a:lnTo>
                    <a:pt x="8336" y="115031"/>
                  </a:lnTo>
                  <a:lnTo>
                    <a:pt x="6742" y="120163"/>
                  </a:lnTo>
                  <a:lnTo>
                    <a:pt x="5315" y="125343"/>
                  </a:lnTo>
                  <a:lnTo>
                    <a:pt x="4054" y="130566"/>
                  </a:lnTo>
                  <a:lnTo>
                    <a:pt x="2962" y="135827"/>
                  </a:lnTo>
                  <a:lnTo>
                    <a:pt x="2040" y="141121"/>
                  </a:lnTo>
                  <a:lnTo>
                    <a:pt x="1288" y="146441"/>
                  </a:lnTo>
                  <a:lnTo>
                    <a:pt x="707" y="151783"/>
                  </a:lnTo>
                  <a:lnTo>
                    <a:pt x="299" y="157141"/>
                  </a:lnTo>
                  <a:lnTo>
                    <a:pt x="63" y="162509"/>
                  </a:lnTo>
                  <a:lnTo>
                    <a:pt x="0" y="1678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5" y="1238196"/>
              <a:ext cx="167165" cy="714"/>
            </a:xfrm>
            <a:custGeom>
              <a:avLst/>
              <a:pathLst>
                <a:path w="167165" h="714">
                  <a:moveTo>
                    <a:pt x="0" y="714"/>
                  </a:moveTo>
                  <a:lnTo>
                    <a:pt x="16716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5" y="1073724"/>
              <a:ext cx="334332" cy="331620"/>
            </a:xfrm>
            <a:custGeom>
              <a:avLst/>
              <a:pathLst>
                <a:path w="334332" h="331620">
                  <a:moveTo>
                    <a:pt x="0" y="165186"/>
                  </a:moveTo>
                  <a:lnTo>
                    <a:pt x="106" y="170478"/>
                  </a:lnTo>
                  <a:lnTo>
                    <a:pt x="380" y="175764"/>
                  </a:lnTo>
                  <a:lnTo>
                    <a:pt x="821" y="181039"/>
                  </a:lnTo>
                  <a:lnTo>
                    <a:pt x="1429" y="186297"/>
                  </a:lnTo>
                  <a:lnTo>
                    <a:pt x="2203" y="191534"/>
                  </a:lnTo>
                  <a:lnTo>
                    <a:pt x="3143" y="196743"/>
                  </a:lnTo>
                  <a:lnTo>
                    <a:pt x="4247" y="201920"/>
                  </a:lnTo>
                  <a:lnTo>
                    <a:pt x="5514" y="207060"/>
                  </a:lnTo>
                  <a:lnTo>
                    <a:pt x="6943" y="212156"/>
                  </a:lnTo>
                  <a:lnTo>
                    <a:pt x="8534" y="217205"/>
                  </a:lnTo>
                  <a:lnTo>
                    <a:pt x="10283" y="222201"/>
                  </a:lnTo>
                  <a:lnTo>
                    <a:pt x="12189" y="227139"/>
                  </a:lnTo>
                  <a:lnTo>
                    <a:pt x="14251" y="232015"/>
                  </a:lnTo>
                  <a:lnTo>
                    <a:pt x="16466" y="236822"/>
                  </a:lnTo>
                  <a:lnTo>
                    <a:pt x="18832" y="241557"/>
                  </a:lnTo>
                  <a:lnTo>
                    <a:pt x="21347" y="246215"/>
                  </a:lnTo>
                  <a:lnTo>
                    <a:pt x="24009" y="250791"/>
                  </a:lnTo>
                  <a:lnTo>
                    <a:pt x="26813" y="255280"/>
                  </a:lnTo>
                  <a:lnTo>
                    <a:pt x="29759" y="259678"/>
                  </a:lnTo>
                  <a:lnTo>
                    <a:pt x="32842" y="263981"/>
                  </a:lnTo>
                  <a:lnTo>
                    <a:pt x="36060" y="268184"/>
                  </a:lnTo>
                  <a:lnTo>
                    <a:pt x="39409" y="272283"/>
                  </a:lnTo>
                  <a:lnTo>
                    <a:pt x="42887" y="276273"/>
                  </a:lnTo>
                  <a:lnTo>
                    <a:pt x="46489" y="280152"/>
                  </a:lnTo>
                  <a:lnTo>
                    <a:pt x="50212" y="283915"/>
                  </a:lnTo>
                  <a:lnTo>
                    <a:pt x="54052" y="287558"/>
                  </a:lnTo>
                  <a:lnTo>
                    <a:pt x="58006" y="291077"/>
                  </a:lnTo>
                  <a:lnTo>
                    <a:pt x="62069" y="294470"/>
                  </a:lnTo>
                  <a:lnTo>
                    <a:pt x="66238" y="297732"/>
                  </a:lnTo>
                  <a:lnTo>
                    <a:pt x="70508" y="300861"/>
                  </a:lnTo>
                  <a:lnTo>
                    <a:pt x="74874" y="303853"/>
                  </a:lnTo>
                  <a:lnTo>
                    <a:pt x="79334" y="306705"/>
                  </a:lnTo>
                  <a:lnTo>
                    <a:pt x="83881" y="309415"/>
                  </a:lnTo>
                  <a:lnTo>
                    <a:pt x="88512" y="311979"/>
                  </a:lnTo>
                  <a:lnTo>
                    <a:pt x="93221" y="314395"/>
                  </a:lnTo>
                  <a:lnTo>
                    <a:pt x="98005" y="316661"/>
                  </a:lnTo>
                  <a:lnTo>
                    <a:pt x="102858" y="318775"/>
                  </a:lnTo>
                  <a:lnTo>
                    <a:pt x="107776" y="320733"/>
                  </a:lnTo>
                  <a:lnTo>
                    <a:pt x="112753" y="322535"/>
                  </a:lnTo>
                  <a:lnTo>
                    <a:pt x="117785" y="324179"/>
                  </a:lnTo>
                  <a:lnTo>
                    <a:pt x="122866" y="325662"/>
                  </a:lnTo>
                  <a:lnTo>
                    <a:pt x="127992" y="326984"/>
                  </a:lnTo>
                  <a:lnTo>
                    <a:pt x="133157" y="328143"/>
                  </a:lnTo>
                  <a:lnTo>
                    <a:pt x="138356" y="329137"/>
                  </a:lnTo>
                  <a:lnTo>
                    <a:pt x="143584" y="329967"/>
                  </a:lnTo>
                  <a:lnTo>
                    <a:pt x="148835" y="330631"/>
                  </a:lnTo>
                  <a:lnTo>
                    <a:pt x="154105" y="331128"/>
                  </a:lnTo>
                  <a:lnTo>
                    <a:pt x="159388" y="331458"/>
                  </a:lnTo>
                  <a:lnTo>
                    <a:pt x="164679" y="331620"/>
                  </a:lnTo>
                  <a:lnTo>
                    <a:pt x="169973" y="331615"/>
                  </a:lnTo>
                  <a:lnTo>
                    <a:pt x="175263" y="331442"/>
                  </a:lnTo>
                  <a:lnTo>
                    <a:pt x="180546" y="331102"/>
                  </a:lnTo>
                  <a:lnTo>
                    <a:pt x="185815" y="330595"/>
                  </a:lnTo>
                  <a:lnTo>
                    <a:pt x="191065" y="329921"/>
                  </a:lnTo>
                  <a:lnTo>
                    <a:pt x="196291" y="329082"/>
                  </a:lnTo>
                  <a:lnTo>
                    <a:pt x="201488" y="328077"/>
                  </a:lnTo>
                  <a:lnTo>
                    <a:pt x="206651" y="326908"/>
                  </a:lnTo>
                  <a:lnTo>
                    <a:pt x="211774" y="325577"/>
                  </a:lnTo>
                  <a:lnTo>
                    <a:pt x="216853" y="324084"/>
                  </a:lnTo>
                  <a:lnTo>
                    <a:pt x="221881" y="322430"/>
                  </a:lnTo>
                  <a:lnTo>
                    <a:pt x="226855" y="320619"/>
                  </a:lnTo>
                  <a:lnTo>
                    <a:pt x="231769" y="318651"/>
                  </a:lnTo>
                  <a:lnTo>
                    <a:pt x="236618" y="316528"/>
                  </a:lnTo>
                  <a:lnTo>
                    <a:pt x="241397" y="314253"/>
                  </a:lnTo>
                  <a:lnTo>
                    <a:pt x="246102" y="311828"/>
                  </a:lnTo>
                  <a:lnTo>
                    <a:pt x="250728" y="309254"/>
                  </a:lnTo>
                  <a:lnTo>
                    <a:pt x="255270" y="306536"/>
                  </a:lnTo>
                  <a:lnTo>
                    <a:pt x="259724" y="303675"/>
                  </a:lnTo>
                  <a:lnTo>
                    <a:pt x="264085" y="300675"/>
                  </a:lnTo>
                  <a:lnTo>
                    <a:pt x="268349" y="297538"/>
                  </a:lnTo>
                  <a:lnTo>
                    <a:pt x="272511" y="294268"/>
                  </a:lnTo>
                  <a:lnTo>
                    <a:pt x="276568" y="290868"/>
                  </a:lnTo>
                  <a:lnTo>
                    <a:pt x="280515" y="287340"/>
                  </a:lnTo>
                  <a:lnTo>
                    <a:pt x="284348" y="283690"/>
                  </a:lnTo>
                  <a:lnTo>
                    <a:pt x="288064" y="279920"/>
                  </a:lnTo>
                  <a:lnTo>
                    <a:pt x="291659" y="276035"/>
                  </a:lnTo>
                  <a:lnTo>
                    <a:pt x="295128" y="272037"/>
                  </a:lnTo>
                  <a:lnTo>
                    <a:pt x="298470" y="267932"/>
                  </a:lnTo>
                  <a:lnTo>
                    <a:pt x="301680" y="263723"/>
                  </a:lnTo>
                  <a:lnTo>
                    <a:pt x="304755" y="259414"/>
                  </a:lnTo>
                  <a:lnTo>
                    <a:pt x="307692" y="255010"/>
                  </a:lnTo>
                  <a:lnTo>
                    <a:pt x="310488" y="250516"/>
                  </a:lnTo>
                  <a:lnTo>
                    <a:pt x="313140" y="245935"/>
                  </a:lnTo>
                  <a:lnTo>
                    <a:pt x="315646" y="241272"/>
                  </a:lnTo>
                  <a:lnTo>
                    <a:pt x="318003" y="236533"/>
                  </a:lnTo>
                  <a:lnTo>
                    <a:pt x="320209" y="231721"/>
                  </a:lnTo>
                  <a:lnTo>
                    <a:pt x="322262" y="226842"/>
                  </a:lnTo>
                  <a:lnTo>
                    <a:pt x="324159" y="221900"/>
                  </a:lnTo>
                  <a:lnTo>
                    <a:pt x="325898" y="216900"/>
                  </a:lnTo>
                  <a:lnTo>
                    <a:pt x="327479" y="211849"/>
                  </a:lnTo>
                  <a:lnTo>
                    <a:pt x="328898" y="206749"/>
                  </a:lnTo>
                  <a:lnTo>
                    <a:pt x="330156" y="201607"/>
                  </a:lnTo>
                  <a:lnTo>
                    <a:pt x="331250" y="196428"/>
                  </a:lnTo>
                  <a:lnTo>
                    <a:pt x="332179" y="191217"/>
                  </a:lnTo>
                  <a:lnTo>
                    <a:pt x="332943" y="185979"/>
                  </a:lnTo>
                  <a:lnTo>
                    <a:pt x="333541" y="180720"/>
                  </a:lnTo>
                  <a:lnTo>
                    <a:pt x="333972" y="175444"/>
                  </a:lnTo>
                  <a:lnTo>
                    <a:pt x="334236" y="170157"/>
                  </a:lnTo>
                  <a:lnTo>
                    <a:pt x="334332" y="164865"/>
                  </a:lnTo>
                  <a:lnTo>
                    <a:pt x="334261" y="159572"/>
                  </a:lnTo>
                  <a:lnTo>
                    <a:pt x="334022" y="154284"/>
                  </a:lnTo>
                  <a:lnTo>
                    <a:pt x="333616" y="149006"/>
                  </a:lnTo>
                  <a:lnTo>
                    <a:pt x="333043" y="143744"/>
                  </a:lnTo>
                  <a:lnTo>
                    <a:pt x="332303" y="138502"/>
                  </a:lnTo>
                  <a:lnTo>
                    <a:pt x="331399" y="133287"/>
                  </a:lnTo>
                  <a:lnTo>
                    <a:pt x="330329" y="128103"/>
                  </a:lnTo>
                  <a:lnTo>
                    <a:pt x="329096" y="122955"/>
                  </a:lnTo>
                  <a:lnTo>
                    <a:pt x="327700" y="117849"/>
                  </a:lnTo>
                  <a:lnTo>
                    <a:pt x="326143" y="112790"/>
                  </a:lnTo>
                  <a:lnTo>
                    <a:pt x="324427" y="107782"/>
                  </a:lnTo>
                  <a:lnTo>
                    <a:pt x="322554" y="102832"/>
                  </a:lnTo>
                  <a:lnTo>
                    <a:pt x="320524" y="97943"/>
                  </a:lnTo>
                  <a:lnTo>
                    <a:pt x="318341" y="93121"/>
                  </a:lnTo>
                  <a:lnTo>
                    <a:pt x="316006" y="88370"/>
                  </a:lnTo>
                  <a:lnTo>
                    <a:pt x="313522" y="83696"/>
                  </a:lnTo>
                  <a:lnTo>
                    <a:pt x="310891" y="79102"/>
                  </a:lnTo>
                  <a:lnTo>
                    <a:pt x="308116" y="74595"/>
                  </a:lnTo>
                  <a:lnTo>
                    <a:pt x="305200" y="70177"/>
                  </a:lnTo>
                  <a:lnTo>
                    <a:pt x="302146" y="65854"/>
                  </a:lnTo>
                  <a:lnTo>
                    <a:pt x="298956" y="61630"/>
                  </a:lnTo>
                  <a:lnTo>
                    <a:pt x="295633" y="57509"/>
                  </a:lnTo>
                  <a:lnTo>
                    <a:pt x="292183" y="53495"/>
                  </a:lnTo>
                  <a:lnTo>
                    <a:pt x="288606" y="49593"/>
                  </a:lnTo>
                  <a:lnTo>
                    <a:pt x="284908" y="45805"/>
                  </a:lnTo>
                  <a:lnTo>
                    <a:pt x="281092" y="42137"/>
                  </a:lnTo>
                  <a:lnTo>
                    <a:pt x="277162" y="38591"/>
                  </a:lnTo>
                  <a:lnTo>
                    <a:pt x="273121" y="35172"/>
                  </a:lnTo>
                  <a:lnTo>
                    <a:pt x="268974" y="31882"/>
                  </a:lnTo>
                  <a:lnTo>
                    <a:pt x="264725" y="28725"/>
                  </a:lnTo>
                  <a:lnTo>
                    <a:pt x="260379" y="25704"/>
                  </a:lnTo>
                  <a:lnTo>
                    <a:pt x="255938" y="22822"/>
                  </a:lnTo>
                  <a:lnTo>
                    <a:pt x="251409" y="20083"/>
                  </a:lnTo>
                  <a:lnTo>
                    <a:pt x="246795" y="17488"/>
                  </a:lnTo>
                  <a:lnTo>
                    <a:pt x="242102" y="15041"/>
                  </a:lnTo>
                  <a:lnTo>
                    <a:pt x="237333" y="12743"/>
                  </a:lnTo>
                  <a:lnTo>
                    <a:pt x="232494" y="10597"/>
                  </a:lnTo>
                  <a:lnTo>
                    <a:pt x="227590" y="8606"/>
                  </a:lnTo>
                  <a:lnTo>
                    <a:pt x="222624" y="6771"/>
                  </a:lnTo>
                  <a:lnTo>
                    <a:pt x="217604" y="5094"/>
                  </a:lnTo>
                  <a:lnTo>
                    <a:pt x="212532" y="3577"/>
                  </a:lnTo>
                  <a:lnTo>
                    <a:pt x="207416" y="2222"/>
                  </a:lnTo>
                  <a:lnTo>
                    <a:pt x="202258" y="1029"/>
                  </a:lnTo>
                  <a:lnTo>
                    <a:pt x="197066" y="0"/>
                  </a:lnTo>
                  <a:lnTo>
                    <a:pt x="167165" y="164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9900" cy="167167"/>
            </a:xfrm>
            <a:custGeom>
              <a:avLst/>
              <a:pathLst>
                <a:path w="29900" h="167167">
                  <a:moveTo>
                    <a:pt x="29900" y="2695"/>
                  </a:moveTo>
                  <a:lnTo>
                    <a:pt x="22478" y="1518"/>
                  </a:lnTo>
                  <a:lnTo>
                    <a:pt x="15010" y="675"/>
                  </a:lnTo>
                  <a:lnTo>
                    <a:pt x="7513" y="1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922" y="1322571"/>
              <a:ext cx="52798" cy="167167"/>
            </a:xfrm>
            <a:custGeom>
              <a:avLst/>
              <a:pathLst>
                <a:path w="52798" h="167167">
                  <a:moveTo>
                    <a:pt x="52798" y="0"/>
                  </a:moveTo>
                  <a:lnTo>
                    <a:pt x="46830" y="106"/>
                  </a:lnTo>
                  <a:lnTo>
                    <a:pt x="40871" y="426"/>
                  </a:lnTo>
                  <a:lnTo>
                    <a:pt x="34926" y="958"/>
                  </a:lnTo>
                  <a:lnTo>
                    <a:pt x="29004" y="1701"/>
                  </a:lnTo>
                  <a:lnTo>
                    <a:pt x="23113" y="2656"/>
                  </a:lnTo>
                  <a:lnTo>
                    <a:pt x="17259" y="3821"/>
                  </a:lnTo>
                  <a:lnTo>
                    <a:pt x="11451" y="5194"/>
                  </a:lnTo>
                  <a:lnTo>
                    <a:pt x="5695" y="6773"/>
                  </a:lnTo>
                  <a:lnTo>
                    <a:pt x="0" y="8556"/>
                  </a:lnTo>
                  <a:lnTo>
                    <a:pt x="5279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922" y="1331128"/>
              <a:ext cx="52798" cy="158610"/>
            </a:xfrm>
            <a:custGeom>
              <a:avLst/>
              <a:pathLst>
                <a:path w="52798" h="158610">
                  <a:moveTo>
                    <a:pt x="0" y="0"/>
                  </a:moveTo>
                  <a:lnTo>
                    <a:pt x="52798" y="158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9" y="1331128"/>
              <a:ext cx="334305" cy="325777"/>
            </a:xfrm>
            <a:custGeom>
              <a:avLst/>
              <a:pathLst>
                <a:path w="334305" h="325777">
                  <a:moveTo>
                    <a:pt x="114352" y="0"/>
                  </a:moveTo>
                  <a:lnTo>
                    <a:pt x="109355" y="1751"/>
                  </a:lnTo>
                  <a:lnTo>
                    <a:pt x="104416" y="3661"/>
                  </a:lnTo>
                  <a:lnTo>
                    <a:pt x="99540" y="5725"/>
                  </a:lnTo>
                  <a:lnTo>
                    <a:pt x="94731" y="7944"/>
                  </a:lnTo>
                  <a:lnTo>
                    <a:pt x="89995" y="10313"/>
                  </a:lnTo>
                  <a:lnTo>
                    <a:pt x="85337" y="12831"/>
                  </a:lnTo>
                  <a:lnTo>
                    <a:pt x="80761" y="15495"/>
                  </a:lnTo>
                  <a:lnTo>
                    <a:pt x="76271" y="18303"/>
                  </a:lnTo>
                  <a:lnTo>
                    <a:pt x="71873" y="21252"/>
                  </a:lnTo>
                  <a:lnTo>
                    <a:pt x="67570" y="24339"/>
                  </a:lnTo>
                  <a:lnTo>
                    <a:pt x="63368" y="27560"/>
                  </a:lnTo>
                  <a:lnTo>
                    <a:pt x="59269" y="30913"/>
                  </a:lnTo>
                  <a:lnTo>
                    <a:pt x="55278" y="34394"/>
                  </a:lnTo>
                  <a:lnTo>
                    <a:pt x="51400" y="38000"/>
                  </a:lnTo>
                  <a:lnTo>
                    <a:pt x="47638" y="41726"/>
                  </a:lnTo>
                  <a:lnTo>
                    <a:pt x="43996" y="45570"/>
                  </a:lnTo>
                  <a:lnTo>
                    <a:pt x="40478" y="49528"/>
                  </a:lnTo>
                  <a:lnTo>
                    <a:pt x="37086" y="53595"/>
                  </a:lnTo>
                  <a:lnTo>
                    <a:pt x="33825" y="57767"/>
                  </a:lnTo>
                  <a:lnTo>
                    <a:pt x="30698" y="62040"/>
                  </a:lnTo>
                  <a:lnTo>
                    <a:pt x="27708" y="66411"/>
                  </a:lnTo>
                  <a:lnTo>
                    <a:pt x="24858" y="70873"/>
                  </a:lnTo>
                  <a:lnTo>
                    <a:pt x="22150" y="75424"/>
                  </a:lnTo>
                  <a:lnTo>
                    <a:pt x="19588" y="80059"/>
                  </a:lnTo>
                  <a:lnTo>
                    <a:pt x="17174" y="84772"/>
                  </a:lnTo>
                  <a:lnTo>
                    <a:pt x="14911" y="89559"/>
                  </a:lnTo>
                  <a:lnTo>
                    <a:pt x="12800" y="94416"/>
                  </a:lnTo>
                  <a:lnTo>
                    <a:pt x="10844" y="99337"/>
                  </a:lnTo>
                  <a:lnTo>
                    <a:pt x="9045" y="104317"/>
                  </a:lnTo>
                  <a:lnTo>
                    <a:pt x="7405" y="109352"/>
                  </a:lnTo>
                  <a:lnTo>
                    <a:pt x="5925" y="114436"/>
                  </a:lnTo>
                  <a:lnTo>
                    <a:pt x="4607" y="119565"/>
                  </a:lnTo>
                  <a:lnTo>
                    <a:pt x="3452" y="124733"/>
                  </a:lnTo>
                  <a:lnTo>
                    <a:pt x="2461" y="129935"/>
                  </a:lnTo>
                  <a:lnTo>
                    <a:pt x="1635" y="135165"/>
                  </a:lnTo>
                  <a:lnTo>
                    <a:pt x="976" y="140419"/>
                  </a:lnTo>
                  <a:lnTo>
                    <a:pt x="483" y="145692"/>
                  </a:lnTo>
                  <a:lnTo>
                    <a:pt x="157" y="150977"/>
                  </a:lnTo>
                  <a:lnTo>
                    <a:pt x="0" y="156270"/>
                  </a:lnTo>
                  <a:lnTo>
                    <a:pt x="9" y="161565"/>
                  </a:lnTo>
                  <a:lnTo>
                    <a:pt x="187" y="166858"/>
                  </a:lnTo>
                  <a:lnTo>
                    <a:pt x="532" y="172142"/>
                  </a:lnTo>
                  <a:lnTo>
                    <a:pt x="1044" y="177413"/>
                  </a:lnTo>
                  <a:lnTo>
                    <a:pt x="1723" y="182664"/>
                  </a:lnTo>
                  <a:lnTo>
                    <a:pt x="2568" y="187892"/>
                  </a:lnTo>
                  <a:lnTo>
                    <a:pt x="3578" y="193090"/>
                  </a:lnTo>
                  <a:lnTo>
                    <a:pt x="4752" y="198253"/>
                  </a:lnTo>
                  <a:lnTo>
                    <a:pt x="6089" y="203377"/>
                  </a:lnTo>
                  <a:lnTo>
                    <a:pt x="7588" y="208456"/>
                  </a:lnTo>
                  <a:lnTo>
                    <a:pt x="9246" y="213485"/>
                  </a:lnTo>
                  <a:lnTo>
                    <a:pt x="11064" y="218459"/>
                  </a:lnTo>
                  <a:lnTo>
                    <a:pt x="13038" y="223372"/>
                  </a:lnTo>
                  <a:lnTo>
                    <a:pt x="15166" y="228221"/>
                  </a:lnTo>
                  <a:lnTo>
                    <a:pt x="17447" y="233000"/>
                  </a:lnTo>
                  <a:lnTo>
                    <a:pt x="19879" y="237704"/>
                  </a:lnTo>
                  <a:lnTo>
                    <a:pt x="22458" y="242329"/>
                  </a:lnTo>
                  <a:lnTo>
                    <a:pt x="25182" y="246870"/>
                  </a:lnTo>
                  <a:lnTo>
                    <a:pt x="28048" y="251322"/>
                  </a:lnTo>
                  <a:lnTo>
                    <a:pt x="31055" y="255682"/>
                  </a:lnTo>
                  <a:lnTo>
                    <a:pt x="34198" y="259943"/>
                  </a:lnTo>
                  <a:lnTo>
                    <a:pt x="37474" y="264104"/>
                  </a:lnTo>
                  <a:lnTo>
                    <a:pt x="40880" y="268158"/>
                  </a:lnTo>
                  <a:lnTo>
                    <a:pt x="44413" y="272102"/>
                  </a:lnTo>
                  <a:lnTo>
                    <a:pt x="48070" y="275933"/>
                  </a:lnTo>
                  <a:lnTo>
                    <a:pt x="51845" y="279646"/>
                  </a:lnTo>
                  <a:lnTo>
                    <a:pt x="55737" y="283237"/>
                  </a:lnTo>
                  <a:lnTo>
                    <a:pt x="59740" y="286703"/>
                  </a:lnTo>
                  <a:lnTo>
                    <a:pt x="63851" y="290041"/>
                  </a:lnTo>
                  <a:lnTo>
                    <a:pt x="68066" y="293247"/>
                  </a:lnTo>
                  <a:lnTo>
                    <a:pt x="72380" y="296318"/>
                  </a:lnTo>
                  <a:lnTo>
                    <a:pt x="76789" y="299250"/>
                  </a:lnTo>
                  <a:lnTo>
                    <a:pt x="81289" y="302042"/>
                  </a:lnTo>
                  <a:lnTo>
                    <a:pt x="85875" y="304689"/>
                  </a:lnTo>
                  <a:lnTo>
                    <a:pt x="90542" y="307190"/>
                  </a:lnTo>
                  <a:lnTo>
                    <a:pt x="95287" y="309542"/>
                  </a:lnTo>
                  <a:lnTo>
                    <a:pt x="100103" y="311743"/>
                  </a:lnTo>
                  <a:lnTo>
                    <a:pt x="104987" y="313789"/>
                  </a:lnTo>
                  <a:lnTo>
                    <a:pt x="109933" y="315680"/>
                  </a:lnTo>
                  <a:lnTo>
                    <a:pt x="114937" y="317414"/>
                  </a:lnTo>
                  <a:lnTo>
                    <a:pt x="119993" y="318988"/>
                  </a:lnTo>
                  <a:lnTo>
                    <a:pt x="125096" y="320401"/>
                  </a:lnTo>
                  <a:lnTo>
                    <a:pt x="130242" y="321652"/>
                  </a:lnTo>
                  <a:lnTo>
                    <a:pt x="135424" y="322739"/>
                  </a:lnTo>
                  <a:lnTo>
                    <a:pt x="140639" y="323662"/>
                  </a:lnTo>
                  <a:lnTo>
                    <a:pt x="145880" y="324419"/>
                  </a:lnTo>
                  <a:lnTo>
                    <a:pt x="151142" y="325009"/>
                  </a:lnTo>
                  <a:lnTo>
                    <a:pt x="156420" y="325433"/>
                  </a:lnTo>
                  <a:lnTo>
                    <a:pt x="161709" y="325689"/>
                  </a:lnTo>
                  <a:lnTo>
                    <a:pt x="167004" y="325777"/>
                  </a:lnTo>
                  <a:lnTo>
                    <a:pt x="172299" y="325698"/>
                  </a:lnTo>
                  <a:lnTo>
                    <a:pt x="177588" y="325451"/>
                  </a:lnTo>
                  <a:lnTo>
                    <a:pt x="182868" y="325037"/>
                  </a:lnTo>
                  <a:lnTo>
                    <a:pt x="188131" y="324456"/>
                  </a:lnTo>
                  <a:lnTo>
                    <a:pt x="193373" y="323708"/>
                  </a:lnTo>
                  <a:lnTo>
                    <a:pt x="198589" y="322795"/>
                  </a:lnTo>
                  <a:lnTo>
                    <a:pt x="203774" y="321716"/>
                  </a:lnTo>
                  <a:lnTo>
                    <a:pt x="208921" y="320475"/>
                  </a:lnTo>
                  <a:lnTo>
                    <a:pt x="214027" y="319070"/>
                  </a:lnTo>
                  <a:lnTo>
                    <a:pt x="219086" y="317505"/>
                  </a:lnTo>
                  <a:lnTo>
                    <a:pt x="224093" y="315780"/>
                  </a:lnTo>
                  <a:lnTo>
                    <a:pt x="229042" y="313898"/>
                  </a:lnTo>
                  <a:lnTo>
                    <a:pt x="233929" y="311860"/>
                  </a:lnTo>
                  <a:lnTo>
                    <a:pt x="238750" y="309668"/>
                  </a:lnTo>
                  <a:lnTo>
                    <a:pt x="243498" y="307324"/>
                  </a:lnTo>
                  <a:lnTo>
                    <a:pt x="248170" y="304832"/>
                  </a:lnTo>
                  <a:lnTo>
                    <a:pt x="252761" y="302192"/>
                  </a:lnTo>
                  <a:lnTo>
                    <a:pt x="257266" y="299408"/>
                  </a:lnTo>
                  <a:lnTo>
                    <a:pt x="261680" y="296484"/>
                  </a:lnTo>
                  <a:lnTo>
                    <a:pt x="265999" y="293420"/>
                  </a:lnTo>
                  <a:lnTo>
                    <a:pt x="270220" y="290222"/>
                  </a:lnTo>
                  <a:lnTo>
                    <a:pt x="274337" y="286891"/>
                  </a:lnTo>
                  <a:lnTo>
                    <a:pt x="278346" y="283432"/>
                  </a:lnTo>
                  <a:lnTo>
                    <a:pt x="282244" y="279848"/>
                  </a:lnTo>
                  <a:lnTo>
                    <a:pt x="286026" y="276141"/>
                  </a:lnTo>
                  <a:lnTo>
                    <a:pt x="289689" y="272317"/>
                  </a:lnTo>
                  <a:lnTo>
                    <a:pt x="293229" y="268379"/>
                  </a:lnTo>
                  <a:lnTo>
                    <a:pt x="296642" y="264331"/>
                  </a:lnTo>
                  <a:lnTo>
                    <a:pt x="299926" y="260176"/>
                  </a:lnTo>
                  <a:lnTo>
                    <a:pt x="303076" y="255920"/>
                  </a:lnTo>
                  <a:lnTo>
                    <a:pt x="306090" y="251566"/>
                  </a:lnTo>
                  <a:lnTo>
                    <a:pt x="308964" y="247119"/>
                  </a:lnTo>
                  <a:lnTo>
                    <a:pt x="311697" y="242583"/>
                  </a:lnTo>
                  <a:lnTo>
                    <a:pt x="314284" y="237962"/>
                  </a:lnTo>
                  <a:lnTo>
                    <a:pt x="316723" y="233262"/>
                  </a:lnTo>
                  <a:lnTo>
                    <a:pt x="319013" y="228487"/>
                  </a:lnTo>
                  <a:lnTo>
                    <a:pt x="321150" y="223642"/>
                  </a:lnTo>
                  <a:lnTo>
                    <a:pt x="323132" y="218732"/>
                  </a:lnTo>
                  <a:lnTo>
                    <a:pt x="324958" y="213762"/>
                  </a:lnTo>
                  <a:lnTo>
                    <a:pt x="326626" y="208736"/>
                  </a:lnTo>
                  <a:lnTo>
                    <a:pt x="328133" y="203659"/>
                  </a:lnTo>
                  <a:lnTo>
                    <a:pt x="329480" y="198538"/>
                  </a:lnTo>
                  <a:lnTo>
                    <a:pt x="330663" y="193377"/>
                  </a:lnTo>
                  <a:lnTo>
                    <a:pt x="331682" y="188180"/>
                  </a:lnTo>
                  <a:lnTo>
                    <a:pt x="332536" y="182954"/>
                  </a:lnTo>
                  <a:lnTo>
                    <a:pt x="333224" y="177704"/>
                  </a:lnTo>
                  <a:lnTo>
                    <a:pt x="333745" y="172434"/>
                  </a:lnTo>
                  <a:lnTo>
                    <a:pt x="334100" y="167151"/>
                  </a:lnTo>
                  <a:lnTo>
                    <a:pt x="334286" y="161858"/>
                  </a:lnTo>
                  <a:lnTo>
                    <a:pt x="334305" y="156563"/>
                  </a:lnTo>
                  <a:lnTo>
                    <a:pt x="334157" y="151270"/>
                  </a:lnTo>
                  <a:lnTo>
                    <a:pt x="333841" y="145984"/>
                  </a:lnTo>
                  <a:lnTo>
                    <a:pt x="333357" y="140711"/>
                  </a:lnTo>
                  <a:lnTo>
                    <a:pt x="332707" y="135455"/>
                  </a:lnTo>
                  <a:lnTo>
                    <a:pt x="331890" y="130223"/>
                  </a:lnTo>
                  <a:lnTo>
                    <a:pt x="330908" y="125020"/>
                  </a:lnTo>
                  <a:lnTo>
                    <a:pt x="329762" y="119850"/>
                  </a:lnTo>
                  <a:lnTo>
                    <a:pt x="328453" y="114719"/>
                  </a:lnTo>
                  <a:lnTo>
                    <a:pt x="326982" y="109632"/>
                  </a:lnTo>
                  <a:lnTo>
                    <a:pt x="325351" y="104594"/>
                  </a:lnTo>
                  <a:lnTo>
                    <a:pt x="323560" y="99611"/>
                  </a:lnTo>
                  <a:lnTo>
                    <a:pt x="321613" y="94686"/>
                  </a:lnTo>
                  <a:lnTo>
                    <a:pt x="319511" y="89826"/>
                  </a:lnTo>
                  <a:lnTo>
                    <a:pt x="317256" y="85035"/>
                  </a:lnTo>
                  <a:lnTo>
                    <a:pt x="314850" y="80317"/>
                  </a:lnTo>
                  <a:lnTo>
                    <a:pt x="312296" y="75679"/>
                  </a:lnTo>
                  <a:lnTo>
                    <a:pt x="309597" y="71123"/>
                  </a:lnTo>
                  <a:lnTo>
                    <a:pt x="306755" y="66655"/>
                  </a:lnTo>
                  <a:lnTo>
                    <a:pt x="303772" y="62280"/>
                  </a:lnTo>
                  <a:lnTo>
                    <a:pt x="300652" y="58001"/>
                  </a:lnTo>
                  <a:lnTo>
                    <a:pt x="297399" y="53823"/>
                  </a:lnTo>
                  <a:lnTo>
                    <a:pt x="294015" y="49750"/>
                  </a:lnTo>
                  <a:lnTo>
                    <a:pt x="290503" y="45786"/>
                  </a:lnTo>
                  <a:lnTo>
                    <a:pt x="286868" y="41936"/>
                  </a:lnTo>
                  <a:lnTo>
                    <a:pt x="283112" y="38203"/>
                  </a:lnTo>
                  <a:lnTo>
                    <a:pt x="279240" y="34590"/>
                  </a:lnTo>
                  <a:lnTo>
                    <a:pt x="275256" y="31102"/>
                  </a:lnTo>
                  <a:lnTo>
                    <a:pt x="271163" y="27742"/>
                  </a:lnTo>
                  <a:lnTo>
                    <a:pt x="266966" y="24514"/>
                  </a:lnTo>
                  <a:lnTo>
                    <a:pt x="262669" y="21419"/>
                  </a:lnTo>
                  <a:lnTo>
                    <a:pt x="258276" y="18463"/>
                  </a:lnTo>
                  <a:lnTo>
                    <a:pt x="253791" y="15647"/>
                  </a:lnTo>
                  <a:lnTo>
                    <a:pt x="249219" y="12975"/>
                  </a:lnTo>
                  <a:lnTo>
                    <a:pt x="167151" y="1586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2068" cy="167167"/>
            </a:xfrm>
            <a:custGeom>
              <a:avLst/>
              <a:pathLst>
                <a:path w="82068" h="167167">
                  <a:moveTo>
                    <a:pt x="82068" y="21532"/>
                  </a:moveTo>
                  <a:lnTo>
                    <a:pt x="77039" y="18810"/>
                  </a:lnTo>
                  <a:lnTo>
                    <a:pt x="71919" y="16261"/>
                  </a:lnTo>
                  <a:lnTo>
                    <a:pt x="66716" y="13890"/>
                  </a:lnTo>
                  <a:lnTo>
                    <a:pt x="61434" y="11697"/>
                  </a:lnTo>
                  <a:lnTo>
                    <a:pt x="56080" y="9687"/>
                  </a:lnTo>
                  <a:lnTo>
                    <a:pt x="50661" y="7861"/>
                  </a:lnTo>
                  <a:lnTo>
                    <a:pt x="45182" y="6221"/>
                  </a:lnTo>
                  <a:lnTo>
                    <a:pt x="39651" y="4770"/>
                  </a:lnTo>
                  <a:lnTo>
                    <a:pt x="34073" y="3509"/>
                  </a:lnTo>
                  <a:lnTo>
                    <a:pt x="28455" y="2439"/>
                  </a:lnTo>
                  <a:lnTo>
                    <a:pt x="22804" y="1562"/>
                  </a:lnTo>
                  <a:lnTo>
                    <a:pt x="17126" y="879"/>
                  </a:lnTo>
                  <a:lnTo>
                    <a:pt x="11429" y="391"/>
                  </a:lnTo>
                  <a:lnTo>
                    <a:pt x="571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314" y="1681503"/>
              <a:ext cx="19210" cy="167167"/>
            </a:xfrm>
            <a:custGeom>
              <a:avLst/>
              <a:pathLst>
                <a:path w="19210" h="167167">
                  <a:moveTo>
                    <a:pt x="19210" y="0"/>
                  </a:moveTo>
                  <a:lnTo>
                    <a:pt x="9589" y="277"/>
                  </a:lnTo>
                  <a:lnTo>
                    <a:pt x="0" y="1107"/>
                  </a:lnTo>
                  <a:lnTo>
                    <a:pt x="1921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314" y="1682610"/>
              <a:ext cx="19210" cy="166059"/>
            </a:xfrm>
            <a:custGeom>
              <a:avLst/>
              <a:pathLst>
                <a:path w="19210" h="166059">
                  <a:moveTo>
                    <a:pt x="0" y="0"/>
                  </a:moveTo>
                  <a:lnTo>
                    <a:pt x="19210" y="166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3102" y="1682610"/>
              <a:ext cx="103422" cy="166059"/>
            </a:xfrm>
            <a:custGeom>
              <a:avLst/>
              <a:pathLst>
                <a:path w="103422" h="166059">
                  <a:moveTo>
                    <a:pt x="84211" y="0"/>
                  </a:moveTo>
                  <a:lnTo>
                    <a:pt x="78496" y="761"/>
                  </a:lnTo>
                  <a:lnTo>
                    <a:pt x="72811" y="1719"/>
                  </a:lnTo>
                  <a:lnTo>
                    <a:pt x="67161" y="2872"/>
                  </a:lnTo>
                  <a:lnTo>
                    <a:pt x="61555" y="4220"/>
                  </a:lnTo>
                  <a:lnTo>
                    <a:pt x="55999" y="5760"/>
                  </a:lnTo>
                  <a:lnTo>
                    <a:pt x="50499" y="7491"/>
                  </a:lnTo>
                  <a:lnTo>
                    <a:pt x="45062" y="9410"/>
                  </a:lnTo>
                  <a:lnTo>
                    <a:pt x="39695" y="11516"/>
                  </a:lnTo>
                  <a:lnTo>
                    <a:pt x="34403" y="13805"/>
                  </a:lnTo>
                  <a:lnTo>
                    <a:pt x="29193" y="16276"/>
                  </a:lnTo>
                  <a:lnTo>
                    <a:pt x="24072" y="18925"/>
                  </a:lnTo>
                  <a:lnTo>
                    <a:pt x="19045" y="21749"/>
                  </a:lnTo>
                  <a:lnTo>
                    <a:pt x="14119" y="24745"/>
                  </a:lnTo>
                  <a:lnTo>
                    <a:pt x="9298" y="27908"/>
                  </a:lnTo>
                  <a:lnTo>
                    <a:pt x="4590" y="31237"/>
                  </a:lnTo>
                  <a:lnTo>
                    <a:pt x="0" y="34725"/>
                  </a:lnTo>
                  <a:lnTo>
                    <a:pt x="103422" y="166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7" y="1681503"/>
              <a:ext cx="334294" cy="334334"/>
            </a:xfrm>
            <a:custGeom>
              <a:avLst/>
              <a:pathLst>
                <a:path w="334294" h="334334">
                  <a:moveTo>
                    <a:pt x="63725" y="35832"/>
                  </a:moveTo>
                  <a:lnTo>
                    <a:pt x="59610" y="39180"/>
                  </a:lnTo>
                  <a:lnTo>
                    <a:pt x="55604" y="42656"/>
                  </a:lnTo>
                  <a:lnTo>
                    <a:pt x="51710" y="46257"/>
                  </a:lnTo>
                  <a:lnTo>
                    <a:pt x="47933" y="49980"/>
                  </a:lnTo>
                  <a:lnTo>
                    <a:pt x="44275" y="53821"/>
                  </a:lnTo>
                  <a:lnTo>
                    <a:pt x="40741" y="57776"/>
                  </a:lnTo>
                  <a:lnTo>
                    <a:pt x="37334" y="61841"/>
                  </a:lnTo>
                  <a:lnTo>
                    <a:pt x="34058" y="66012"/>
                  </a:lnTo>
                  <a:lnTo>
                    <a:pt x="30916" y="70285"/>
                  </a:lnTo>
                  <a:lnTo>
                    <a:pt x="27911" y="74656"/>
                  </a:lnTo>
                  <a:lnTo>
                    <a:pt x="25047" y="79120"/>
                  </a:lnTo>
                  <a:lnTo>
                    <a:pt x="22325" y="83672"/>
                  </a:lnTo>
                  <a:lnTo>
                    <a:pt x="19749" y="88308"/>
                  </a:lnTo>
                  <a:lnTo>
                    <a:pt x="17321" y="93024"/>
                  </a:lnTo>
                  <a:lnTo>
                    <a:pt x="15045" y="97815"/>
                  </a:lnTo>
                  <a:lnTo>
                    <a:pt x="12921" y="102675"/>
                  </a:lnTo>
                  <a:lnTo>
                    <a:pt x="10953" y="107600"/>
                  </a:lnTo>
                  <a:lnTo>
                    <a:pt x="9142" y="112585"/>
                  </a:lnTo>
                  <a:lnTo>
                    <a:pt x="7490" y="117625"/>
                  </a:lnTo>
                  <a:lnTo>
                    <a:pt x="5998" y="122715"/>
                  </a:lnTo>
                  <a:lnTo>
                    <a:pt x="4669" y="127850"/>
                  </a:lnTo>
                  <a:lnTo>
                    <a:pt x="3504" y="133024"/>
                  </a:lnTo>
                  <a:lnTo>
                    <a:pt x="2503" y="138233"/>
                  </a:lnTo>
                  <a:lnTo>
                    <a:pt x="1668" y="143471"/>
                  </a:lnTo>
                  <a:lnTo>
                    <a:pt x="999" y="148732"/>
                  </a:lnTo>
                  <a:lnTo>
                    <a:pt x="498" y="154012"/>
                  </a:lnTo>
                  <a:lnTo>
                    <a:pt x="165" y="159306"/>
                  </a:lnTo>
                  <a:lnTo>
                    <a:pt x="0" y="164607"/>
                  </a:lnTo>
                  <a:lnTo>
                    <a:pt x="2" y="169911"/>
                  </a:lnTo>
                  <a:lnTo>
                    <a:pt x="174" y="175212"/>
                  </a:lnTo>
                  <a:lnTo>
                    <a:pt x="513" y="180505"/>
                  </a:lnTo>
                  <a:lnTo>
                    <a:pt x="1020" y="185785"/>
                  </a:lnTo>
                  <a:lnTo>
                    <a:pt x="1694" y="191046"/>
                  </a:lnTo>
                  <a:lnTo>
                    <a:pt x="2535" y="196283"/>
                  </a:lnTo>
                  <a:lnTo>
                    <a:pt x="3542" y="201490"/>
                  </a:lnTo>
                  <a:lnTo>
                    <a:pt x="4713" y="206663"/>
                  </a:lnTo>
                  <a:lnTo>
                    <a:pt x="6048" y="211797"/>
                  </a:lnTo>
                  <a:lnTo>
                    <a:pt x="7544" y="216885"/>
                  </a:lnTo>
                  <a:lnTo>
                    <a:pt x="9202" y="221923"/>
                  </a:lnTo>
                  <a:lnTo>
                    <a:pt x="11019" y="226906"/>
                  </a:lnTo>
                  <a:lnTo>
                    <a:pt x="12992" y="231829"/>
                  </a:lnTo>
                  <a:lnTo>
                    <a:pt x="15121" y="236687"/>
                  </a:lnTo>
                  <a:lnTo>
                    <a:pt x="17403" y="241475"/>
                  </a:lnTo>
                  <a:lnTo>
                    <a:pt x="19836" y="246188"/>
                  </a:lnTo>
                  <a:lnTo>
                    <a:pt x="22417" y="250822"/>
                  </a:lnTo>
                  <a:lnTo>
                    <a:pt x="25144" y="255371"/>
                  </a:lnTo>
                  <a:lnTo>
                    <a:pt x="28014" y="259832"/>
                  </a:lnTo>
                  <a:lnTo>
                    <a:pt x="31023" y="264199"/>
                  </a:lnTo>
                  <a:lnTo>
                    <a:pt x="34170" y="268468"/>
                  </a:lnTo>
                  <a:lnTo>
                    <a:pt x="37451" y="272636"/>
                  </a:lnTo>
                  <a:lnTo>
                    <a:pt x="40862" y="276698"/>
                  </a:lnTo>
                  <a:lnTo>
                    <a:pt x="44400" y="280649"/>
                  </a:lnTo>
                  <a:lnTo>
                    <a:pt x="48062" y="284486"/>
                  </a:lnTo>
                  <a:lnTo>
                    <a:pt x="51844" y="288204"/>
                  </a:lnTo>
                  <a:lnTo>
                    <a:pt x="55742" y="291801"/>
                  </a:lnTo>
                  <a:lnTo>
                    <a:pt x="59752" y="295273"/>
                  </a:lnTo>
                  <a:lnTo>
                    <a:pt x="63870" y="298616"/>
                  </a:lnTo>
                  <a:lnTo>
                    <a:pt x="68092" y="301826"/>
                  </a:lnTo>
                  <a:lnTo>
                    <a:pt x="72414" y="304900"/>
                  </a:lnTo>
                  <a:lnTo>
                    <a:pt x="76831" y="307836"/>
                  </a:lnTo>
                  <a:lnTo>
                    <a:pt x="81339" y="310631"/>
                  </a:lnTo>
                  <a:lnTo>
                    <a:pt x="85934" y="313281"/>
                  </a:lnTo>
                  <a:lnTo>
                    <a:pt x="90610" y="315784"/>
                  </a:lnTo>
                  <a:lnTo>
                    <a:pt x="95363" y="318137"/>
                  </a:lnTo>
                  <a:lnTo>
                    <a:pt x="100189" y="320338"/>
                  </a:lnTo>
                  <a:lnTo>
                    <a:pt x="105082" y="322385"/>
                  </a:lnTo>
                  <a:lnTo>
                    <a:pt x="110037" y="324276"/>
                  </a:lnTo>
                  <a:lnTo>
                    <a:pt x="115050" y="326009"/>
                  </a:lnTo>
                  <a:lnTo>
                    <a:pt x="120115" y="327582"/>
                  </a:lnTo>
                  <a:lnTo>
                    <a:pt x="125228" y="328993"/>
                  </a:lnTo>
                  <a:lnTo>
                    <a:pt x="130383" y="330242"/>
                  </a:lnTo>
                  <a:lnTo>
                    <a:pt x="135575" y="331326"/>
                  </a:lnTo>
                  <a:lnTo>
                    <a:pt x="140798" y="332245"/>
                  </a:lnTo>
                  <a:lnTo>
                    <a:pt x="146049" y="332998"/>
                  </a:lnTo>
                  <a:lnTo>
                    <a:pt x="151320" y="333583"/>
                  </a:lnTo>
                  <a:lnTo>
                    <a:pt x="156608" y="334002"/>
                  </a:lnTo>
                  <a:lnTo>
                    <a:pt x="161906" y="334252"/>
                  </a:lnTo>
                  <a:lnTo>
                    <a:pt x="167209" y="334334"/>
                  </a:lnTo>
                  <a:lnTo>
                    <a:pt x="172512" y="334248"/>
                  </a:lnTo>
                  <a:lnTo>
                    <a:pt x="177810" y="333994"/>
                  </a:lnTo>
                  <a:lnTo>
                    <a:pt x="183097" y="333572"/>
                  </a:lnTo>
                  <a:lnTo>
                    <a:pt x="188368" y="332982"/>
                  </a:lnTo>
                  <a:lnTo>
                    <a:pt x="193618" y="332225"/>
                  </a:lnTo>
                  <a:lnTo>
                    <a:pt x="198841" y="331303"/>
                  </a:lnTo>
                  <a:lnTo>
                    <a:pt x="204032" y="330214"/>
                  </a:lnTo>
                  <a:lnTo>
                    <a:pt x="209186" y="328962"/>
                  </a:lnTo>
                  <a:lnTo>
                    <a:pt x="214298" y="327547"/>
                  </a:lnTo>
                  <a:lnTo>
                    <a:pt x="219362" y="325971"/>
                  </a:lnTo>
                  <a:lnTo>
                    <a:pt x="224373" y="324234"/>
                  </a:lnTo>
                  <a:lnTo>
                    <a:pt x="229327" y="322340"/>
                  </a:lnTo>
                  <a:lnTo>
                    <a:pt x="234219" y="320289"/>
                  </a:lnTo>
                  <a:lnTo>
                    <a:pt x="239043" y="318084"/>
                  </a:lnTo>
                  <a:lnTo>
                    <a:pt x="243794" y="315727"/>
                  </a:lnTo>
                  <a:lnTo>
                    <a:pt x="248469" y="313221"/>
                  </a:lnTo>
                  <a:lnTo>
                    <a:pt x="253061" y="310568"/>
                  </a:lnTo>
                  <a:lnTo>
                    <a:pt x="257567" y="307770"/>
                  </a:lnTo>
                  <a:lnTo>
                    <a:pt x="261982" y="304831"/>
                  </a:lnTo>
                  <a:lnTo>
                    <a:pt x="266302" y="301753"/>
                  </a:lnTo>
                  <a:lnTo>
                    <a:pt x="270522" y="298539"/>
                  </a:lnTo>
                  <a:lnTo>
                    <a:pt x="274637" y="295194"/>
                  </a:lnTo>
                  <a:lnTo>
                    <a:pt x="278645" y="291719"/>
                  </a:lnTo>
                  <a:lnTo>
                    <a:pt x="282540" y="288120"/>
                  </a:lnTo>
                  <a:lnTo>
                    <a:pt x="286319" y="284398"/>
                  </a:lnTo>
                  <a:lnTo>
                    <a:pt x="289978" y="280558"/>
                  </a:lnTo>
                  <a:lnTo>
                    <a:pt x="293513" y="276605"/>
                  </a:lnTo>
                  <a:lnTo>
                    <a:pt x="296922" y="272541"/>
                  </a:lnTo>
                  <a:lnTo>
                    <a:pt x="300199" y="268371"/>
                  </a:lnTo>
                  <a:lnTo>
                    <a:pt x="303343" y="264099"/>
                  </a:lnTo>
                  <a:lnTo>
                    <a:pt x="306349" y="259729"/>
                  </a:lnTo>
                  <a:lnTo>
                    <a:pt x="309216" y="255266"/>
                  </a:lnTo>
                  <a:lnTo>
                    <a:pt x="311939" y="250715"/>
                  </a:lnTo>
                  <a:lnTo>
                    <a:pt x="314517" y="246080"/>
                  </a:lnTo>
                  <a:lnTo>
                    <a:pt x="316946" y="241365"/>
                  </a:lnTo>
                  <a:lnTo>
                    <a:pt x="319224" y="236575"/>
                  </a:lnTo>
                  <a:lnTo>
                    <a:pt x="321350" y="231716"/>
                  </a:lnTo>
                  <a:lnTo>
                    <a:pt x="323320" y="226791"/>
                  </a:lnTo>
                  <a:lnTo>
                    <a:pt x="325133" y="221807"/>
                  </a:lnTo>
                  <a:lnTo>
                    <a:pt x="326787" y="216767"/>
                  </a:lnTo>
                  <a:lnTo>
                    <a:pt x="328280" y="211678"/>
                  </a:lnTo>
                  <a:lnTo>
                    <a:pt x="329611" y="206544"/>
                  </a:lnTo>
                  <a:lnTo>
                    <a:pt x="330778" y="201370"/>
                  </a:lnTo>
                  <a:lnTo>
                    <a:pt x="331781" y="196162"/>
                  </a:lnTo>
                  <a:lnTo>
                    <a:pt x="332618" y="190924"/>
                  </a:lnTo>
                  <a:lnTo>
                    <a:pt x="333288" y="185663"/>
                  </a:lnTo>
                  <a:lnTo>
                    <a:pt x="333792" y="180383"/>
                  </a:lnTo>
                  <a:lnTo>
                    <a:pt x="334127" y="175089"/>
                  </a:lnTo>
                  <a:lnTo>
                    <a:pt x="334294" y="169788"/>
                  </a:lnTo>
                  <a:lnTo>
                    <a:pt x="334293" y="164484"/>
                  </a:lnTo>
                  <a:lnTo>
                    <a:pt x="334124" y="159183"/>
                  </a:lnTo>
                  <a:lnTo>
                    <a:pt x="333787" y="153890"/>
                  </a:lnTo>
                  <a:lnTo>
                    <a:pt x="333282" y="148610"/>
                  </a:lnTo>
                  <a:lnTo>
                    <a:pt x="332609" y="143349"/>
                  </a:lnTo>
                  <a:lnTo>
                    <a:pt x="331770" y="138112"/>
                  </a:lnTo>
                  <a:lnTo>
                    <a:pt x="330766" y="132904"/>
                  </a:lnTo>
                  <a:lnTo>
                    <a:pt x="329596" y="127730"/>
                  </a:lnTo>
                  <a:lnTo>
                    <a:pt x="328264" y="122597"/>
                  </a:lnTo>
                  <a:lnTo>
                    <a:pt x="326769" y="117508"/>
                  </a:lnTo>
                  <a:lnTo>
                    <a:pt x="325113" y="112469"/>
                  </a:lnTo>
                  <a:lnTo>
                    <a:pt x="323298" y="107485"/>
                  </a:lnTo>
                  <a:lnTo>
                    <a:pt x="321326" y="102561"/>
                  </a:lnTo>
                  <a:lnTo>
                    <a:pt x="319199" y="97703"/>
                  </a:lnTo>
                  <a:lnTo>
                    <a:pt x="316919" y="92914"/>
                  </a:lnTo>
                  <a:lnTo>
                    <a:pt x="314488" y="88200"/>
                  </a:lnTo>
                  <a:lnTo>
                    <a:pt x="311908" y="83565"/>
                  </a:lnTo>
                  <a:lnTo>
                    <a:pt x="309183" y="79015"/>
                  </a:lnTo>
                  <a:lnTo>
                    <a:pt x="306315" y="74554"/>
                  </a:lnTo>
                  <a:lnTo>
                    <a:pt x="303307" y="70185"/>
                  </a:lnTo>
                  <a:lnTo>
                    <a:pt x="300162" y="65914"/>
                  </a:lnTo>
                  <a:lnTo>
                    <a:pt x="296883" y="61746"/>
                  </a:lnTo>
                  <a:lnTo>
                    <a:pt x="293473" y="57683"/>
                  </a:lnTo>
                  <a:lnTo>
                    <a:pt x="289936" y="53730"/>
                  </a:lnTo>
                  <a:lnTo>
                    <a:pt x="286276" y="49892"/>
                  </a:lnTo>
                  <a:lnTo>
                    <a:pt x="282495" y="46172"/>
                  </a:lnTo>
                  <a:lnTo>
                    <a:pt x="278599" y="42573"/>
                  </a:lnTo>
                  <a:lnTo>
                    <a:pt x="274590" y="39100"/>
                  </a:lnTo>
                  <a:lnTo>
                    <a:pt x="270473" y="35756"/>
                  </a:lnTo>
                  <a:lnTo>
                    <a:pt x="266252" y="32545"/>
                  </a:lnTo>
                  <a:lnTo>
                    <a:pt x="261932" y="29468"/>
                  </a:lnTo>
                  <a:lnTo>
                    <a:pt x="257515" y="26531"/>
                  </a:lnTo>
                  <a:lnTo>
                    <a:pt x="253008" y="23735"/>
                  </a:lnTo>
                  <a:lnTo>
                    <a:pt x="248415" y="21083"/>
                  </a:lnTo>
                  <a:lnTo>
                    <a:pt x="243740" y="18578"/>
                  </a:lnTo>
                  <a:lnTo>
                    <a:pt x="238987" y="16223"/>
                  </a:lnTo>
                  <a:lnTo>
                    <a:pt x="234162" y="14020"/>
                  </a:lnTo>
                  <a:lnTo>
                    <a:pt x="229270" y="11971"/>
                  </a:lnTo>
                  <a:lnTo>
                    <a:pt x="224316" y="10079"/>
                  </a:lnTo>
                  <a:lnTo>
                    <a:pt x="219303" y="8344"/>
                  </a:lnTo>
                  <a:lnTo>
                    <a:pt x="214238" y="6769"/>
                  </a:lnTo>
                  <a:lnTo>
                    <a:pt x="209126" y="5356"/>
                  </a:lnTo>
                  <a:lnTo>
                    <a:pt x="203972" y="4106"/>
                  </a:lnTo>
                  <a:lnTo>
                    <a:pt x="198780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7870" y="2126963"/>
              <a:ext cx="33416" cy="167167"/>
            </a:xfrm>
            <a:custGeom>
              <a:avLst/>
              <a:pathLst>
                <a:path w="33416" h="167167">
                  <a:moveTo>
                    <a:pt x="33416" y="0"/>
                  </a:moveTo>
                  <a:lnTo>
                    <a:pt x="26690" y="135"/>
                  </a:lnTo>
                  <a:lnTo>
                    <a:pt x="19974" y="541"/>
                  </a:lnTo>
                  <a:lnTo>
                    <a:pt x="13279" y="1217"/>
                  </a:lnTo>
                  <a:lnTo>
                    <a:pt x="6618" y="2162"/>
                  </a:lnTo>
                  <a:lnTo>
                    <a:pt x="0" y="3374"/>
                  </a:lnTo>
                  <a:lnTo>
                    <a:pt x="334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7870" y="213033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5" y="2127763"/>
              <a:ext cx="334310" cy="333533"/>
            </a:xfrm>
            <a:custGeom>
              <a:avLst/>
              <a:pathLst>
                <a:path w="334310" h="333533">
                  <a:moveTo>
                    <a:pt x="133745" y="2574"/>
                  </a:moveTo>
                  <a:lnTo>
                    <a:pt x="128576" y="3713"/>
                  </a:lnTo>
                  <a:lnTo>
                    <a:pt x="123447" y="5016"/>
                  </a:lnTo>
                  <a:lnTo>
                    <a:pt x="118361" y="6481"/>
                  </a:lnTo>
                  <a:lnTo>
                    <a:pt x="113324" y="8106"/>
                  </a:lnTo>
                  <a:lnTo>
                    <a:pt x="108341" y="9890"/>
                  </a:lnTo>
                  <a:lnTo>
                    <a:pt x="103417" y="11830"/>
                  </a:lnTo>
                  <a:lnTo>
                    <a:pt x="98557" y="13926"/>
                  </a:lnTo>
                  <a:lnTo>
                    <a:pt x="93765" y="16174"/>
                  </a:lnTo>
                  <a:lnTo>
                    <a:pt x="89047" y="18573"/>
                  </a:lnTo>
                  <a:lnTo>
                    <a:pt x="84408" y="21119"/>
                  </a:lnTo>
                  <a:lnTo>
                    <a:pt x="79851" y="23812"/>
                  </a:lnTo>
                  <a:lnTo>
                    <a:pt x="75382" y="26647"/>
                  </a:lnTo>
                  <a:lnTo>
                    <a:pt x="71005" y="29623"/>
                  </a:lnTo>
                  <a:lnTo>
                    <a:pt x="66725" y="32735"/>
                  </a:lnTo>
                  <a:lnTo>
                    <a:pt x="62545" y="35982"/>
                  </a:lnTo>
                  <a:lnTo>
                    <a:pt x="58470" y="39359"/>
                  </a:lnTo>
                  <a:lnTo>
                    <a:pt x="54504" y="42863"/>
                  </a:lnTo>
                  <a:lnTo>
                    <a:pt x="50650" y="46491"/>
                  </a:lnTo>
                  <a:lnTo>
                    <a:pt x="46914" y="50240"/>
                  </a:lnTo>
                  <a:lnTo>
                    <a:pt x="43298" y="54105"/>
                  </a:lnTo>
                  <a:lnTo>
                    <a:pt x="39806" y="58082"/>
                  </a:lnTo>
                  <a:lnTo>
                    <a:pt x="36442" y="62168"/>
                  </a:lnTo>
                  <a:lnTo>
                    <a:pt x="33209" y="66358"/>
                  </a:lnTo>
                  <a:lnTo>
                    <a:pt x="30110" y="70649"/>
                  </a:lnTo>
                  <a:lnTo>
                    <a:pt x="27149" y="75035"/>
                  </a:lnTo>
                  <a:lnTo>
                    <a:pt x="24328" y="79513"/>
                  </a:lnTo>
                  <a:lnTo>
                    <a:pt x="21650" y="84078"/>
                  </a:lnTo>
                  <a:lnTo>
                    <a:pt x="19118" y="88726"/>
                  </a:lnTo>
                  <a:lnTo>
                    <a:pt x="16734" y="93451"/>
                  </a:lnTo>
                  <a:lnTo>
                    <a:pt x="14502" y="98250"/>
                  </a:lnTo>
                  <a:lnTo>
                    <a:pt x="12422" y="103117"/>
                  </a:lnTo>
                  <a:lnTo>
                    <a:pt x="10497" y="108047"/>
                  </a:lnTo>
                  <a:lnTo>
                    <a:pt x="8729" y="113036"/>
                  </a:lnTo>
                  <a:lnTo>
                    <a:pt x="7121" y="118078"/>
                  </a:lnTo>
                  <a:lnTo>
                    <a:pt x="5672" y="123168"/>
                  </a:lnTo>
                  <a:lnTo>
                    <a:pt x="4385" y="128302"/>
                  </a:lnTo>
                  <a:lnTo>
                    <a:pt x="3262" y="133474"/>
                  </a:lnTo>
                  <a:lnTo>
                    <a:pt x="2303" y="138679"/>
                  </a:lnTo>
                  <a:lnTo>
                    <a:pt x="1509" y="143912"/>
                  </a:lnTo>
                  <a:lnTo>
                    <a:pt x="881" y="149167"/>
                  </a:lnTo>
                  <a:lnTo>
                    <a:pt x="420" y="154439"/>
                  </a:lnTo>
                  <a:lnTo>
                    <a:pt x="126" y="159724"/>
                  </a:lnTo>
                  <a:lnTo>
                    <a:pt x="0" y="165015"/>
                  </a:lnTo>
                  <a:lnTo>
                    <a:pt x="40" y="170307"/>
                  </a:lnTo>
                  <a:lnTo>
                    <a:pt x="249" y="175596"/>
                  </a:lnTo>
                  <a:lnTo>
                    <a:pt x="625" y="180875"/>
                  </a:lnTo>
                  <a:lnTo>
                    <a:pt x="1168" y="186140"/>
                  </a:lnTo>
                  <a:lnTo>
                    <a:pt x="1877" y="191384"/>
                  </a:lnTo>
                  <a:lnTo>
                    <a:pt x="2751" y="196604"/>
                  </a:lnTo>
                  <a:lnTo>
                    <a:pt x="3791" y="201794"/>
                  </a:lnTo>
                  <a:lnTo>
                    <a:pt x="4994" y="206948"/>
                  </a:lnTo>
                  <a:lnTo>
                    <a:pt x="6360" y="212061"/>
                  </a:lnTo>
                  <a:lnTo>
                    <a:pt x="7887" y="217128"/>
                  </a:lnTo>
                  <a:lnTo>
                    <a:pt x="9574" y="222145"/>
                  </a:lnTo>
                  <a:lnTo>
                    <a:pt x="11419" y="227106"/>
                  </a:lnTo>
                  <a:lnTo>
                    <a:pt x="13420" y="232005"/>
                  </a:lnTo>
                  <a:lnTo>
                    <a:pt x="15575" y="236839"/>
                  </a:lnTo>
                  <a:lnTo>
                    <a:pt x="17882" y="241603"/>
                  </a:lnTo>
                  <a:lnTo>
                    <a:pt x="20338" y="246291"/>
                  </a:lnTo>
                  <a:lnTo>
                    <a:pt x="22942" y="250899"/>
                  </a:lnTo>
                  <a:lnTo>
                    <a:pt x="25690" y="255422"/>
                  </a:lnTo>
                  <a:lnTo>
                    <a:pt x="28580" y="259856"/>
                  </a:lnTo>
                  <a:lnTo>
                    <a:pt x="31609" y="264196"/>
                  </a:lnTo>
                  <a:lnTo>
                    <a:pt x="34774" y="268438"/>
                  </a:lnTo>
                  <a:lnTo>
                    <a:pt x="38071" y="272577"/>
                  </a:lnTo>
                  <a:lnTo>
                    <a:pt x="41498" y="276611"/>
                  </a:lnTo>
                  <a:lnTo>
                    <a:pt x="45051" y="280534"/>
                  </a:lnTo>
                  <a:lnTo>
                    <a:pt x="48726" y="284342"/>
                  </a:lnTo>
                  <a:lnTo>
                    <a:pt x="52521" y="288032"/>
                  </a:lnTo>
                  <a:lnTo>
                    <a:pt x="56429" y="291600"/>
                  </a:lnTo>
                  <a:lnTo>
                    <a:pt x="60449" y="295043"/>
                  </a:lnTo>
                  <a:lnTo>
                    <a:pt x="64576" y="298356"/>
                  </a:lnTo>
                  <a:lnTo>
                    <a:pt x="68806" y="301538"/>
                  </a:lnTo>
                  <a:lnTo>
                    <a:pt x="73134" y="304584"/>
                  </a:lnTo>
                  <a:lnTo>
                    <a:pt x="77557" y="307491"/>
                  </a:lnTo>
                  <a:lnTo>
                    <a:pt x="82069" y="310257"/>
                  </a:lnTo>
                  <a:lnTo>
                    <a:pt x="86667" y="312878"/>
                  </a:lnTo>
                  <a:lnTo>
                    <a:pt x="91345" y="315353"/>
                  </a:lnTo>
                  <a:lnTo>
                    <a:pt x="96100" y="317678"/>
                  </a:lnTo>
                  <a:lnTo>
                    <a:pt x="100925" y="319852"/>
                  </a:lnTo>
                  <a:lnTo>
                    <a:pt x="105817" y="321872"/>
                  </a:lnTo>
                  <a:lnTo>
                    <a:pt x="110771" y="323736"/>
                  </a:lnTo>
                  <a:lnTo>
                    <a:pt x="115781" y="325442"/>
                  </a:lnTo>
                  <a:lnTo>
                    <a:pt x="120842" y="326989"/>
                  </a:lnTo>
                  <a:lnTo>
                    <a:pt x="125950" y="328375"/>
                  </a:lnTo>
                  <a:lnTo>
                    <a:pt x="131099" y="329598"/>
                  </a:lnTo>
                  <a:lnTo>
                    <a:pt x="136285" y="330658"/>
                  </a:lnTo>
                  <a:lnTo>
                    <a:pt x="141501" y="331553"/>
                  </a:lnTo>
                  <a:lnTo>
                    <a:pt x="146743" y="332283"/>
                  </a:lnTo>
                  <a:lnTo>
                    <a:pt x="152006" y="332846"/>
                  </a:lnTo>
                  <a:lnTo>
                    <a:pt x="157283" y="333242"/>
                  </a:lnTo>
                  <a:lnTo>
                    <a:pt x="162571" y="333471"/>
                  </a:lnTo>
                  <a:lnTo>
                    <a:pt x="167863" y="333533"/>
                  </a:lnTo>
                  <a:lnTo>
                    <a:pt x="173155" y="333427"/>
                  </a:lnTo>
                  <a:lnTo>
                    <a:pt x="178440" y="333153"/>
                  </a:lnTo>
                  <a:lnTo>
                    <a:pt x="183714" y="332713"/>
                  </a:lnTo>
                  <a:lnTo>
                    <a:pt x="188972" y="332105"/>
                  </a:lnTo>
                  <a:lnTo>
                    <a:pt x="194208" y="331332"/>
                  </a:lnTo>
                  <a:lnTo>
                    <a:pt x="199416" y="330393"/>
                  </a:lnTo>
                  <a:lnTo>
                    <a:pt x="204593" y="329290"/>
                  </a:lnTo>
                  <a:lnTo>
                    <a:pt x="209731" y="328023"/>
                  </a:lnTo>
                  <a:lnTo>
                    <a:pt x="214828" y="326594"/>
                  </a:lnTo>
                  <a:lnTo>
                    <a:pt x="219876" y="325005"/>
                  </a:lnTo>
                  <a:lnTo>
                    <a:pt x="224871" y="323257"/>
                  </a:lnTo>
                  <a:lnTo>
                    <a:pt x="229809" y="321351"/>
                  </a:lnTo>
                  <a:lnTo>
                    <a:pt x="234684" y="319291"/>
                  </a:lnTo>
                  <a:lnTo>
                    <a:pt x="239491" y="317076"/>
                  </a:lnTo>
                  <a:lnTo>
                    <a:pt x="244226" y="314711"/>
                  </a:lnTo>
                  <a:lnTo>
                    <a:pt x="248883" y="312197"/>
                  </a:lnTo>
                  <a:lnTo>
                    <a:pt x="253459" y="309537"/>
                  </a:lnTo>
                  <a:lnTo>
                    <a:pt x="257948" y="306734"/>
                  </a:lnTo>
                  <a:lnTo>
                    <a:pt x="262346" y="303789"/>
                  </a:lnTo>
                  <a:lnTo>
                    <a:pt x="266648" y="300707"/>
                  </a:lnTo>
                  <a:lnTo>
                    <a:pt x="270851" y="297491"/>
                  </a:lnTo>
                  <a:lnTo>
                    <a:pt x="274950" y="294142"/>
                  </a:lnTo>
                  <a:lnTo>
                    <a:pt x="278941" y="290666"/>
                  </a:lnTo>
                  <a:lnTo>
                    <a:pt x="282820" y="287065"/>
                  </a:lnTo>
                  <a:lnTo>
                    <a:pt x="286583" y="283343"/>
                  </a:lnTo>
                  <a:lnTo>
                    <a:pt x="290226" y="279504"/>
                  </a:lnTo>
                  <a:lnTo>
                    <a:pt x="293746" y="275552"/>
                  </a:lnTo>
                  <a:lnTo>
                    <a:pt x="297139" y="271490"/>
                  </a:lnTo>
                  <a:lnTo>
                    <a:pt x="300401" y="267323"/>
                  </a:lnTo>
                  <a:lnTo>
                    <a:pt x="303530" y="263054"/>
                  </a:lnTo>
                  <a:lnTo>
                    <a:pt x="306523" y="258689"/>
                  </a:lnTo>
                  <a:lnTo>
                    <a:pt x="309376" y="254231"/>
                  </a:lnTo>
                  <a:lnTo>
                    <a:pt x="312086" y="249685"/>
                  </a:lnTo>
                  <a:lnTo>
                    <a:pt x="314651" y="245055"/>
                  </a:lnTo>
                  <a:lnTo>
                    <a:pt x="317068" y="240347"/>
                  </a:lnTo>
                  <a:lnTo>
                    <a:pt x="319335" y="235564"/>
                  </a:lnTo>
                  <a:lnTo>
                    <a:pt x="321449" y="230712"/>
                  </a:lnTo>
                  <a:lnTo>
                    <a:pt x="323408" y="225796"/>
                  </a:lnTo>
                  <a:lnTo>
                    <a:pt x="325211" y="220820"/>
                  </a:lnTo>
                  <a:lnTo>
                    <a:pt x="326856" y="215789"/>
                  </a:lnTo>
                  <a:lnTo>
                    <a:pt x="328341" y="210709"/>
                  </a:lnTo>
                  <a:lnTo>
                    <a:pt x="329664" y="205585"/>
                  </a:lnTo>
                  <a:lnTo>
                    <a:pt x="330824" y="200421"/>
                  </a:lnTo>
                  <a:lnTo>
                    <a:pt x="331820" y="195223"/>
                  </a:lnTo>
                  <a:lnTo>
                    <a:pt x="332651" y="189996"/>
                  </a:lnTo>
                  <a:lnTo>
                    <a:pt x="333316" y="184745"/>
                  </a:lnTo>
                  <a:lnTo>
                    <a:pt x="333814" y="179476"/>
                  </a:lnTo>
                  <a:lnTo>
                    <a:pt x="334146" y="174194"/>
                  </a:lnTo>
                  <a:lnTo>
                    <a:pt x="334310" y="168904"/>
                  </a:lnTo>
                  <a:lnTo>
                    <a:pt x="334306" y="163611"/>
                  </a:lnTo>
                  <a:lnTo>
                    <a:pt x="334135" y="158322"/>
                  </a:lnTo>
                  <a:lnTo>
                    <a:pt x="333797" y="153040"/>
                  </a:lnTo>
                  <a:lnTo>
                    <a:pt x="333291" y="147772"/>
                  </a:lnTo>
                  <a:lnTo>
                    <a:pt x="332620" y="142522"/>
                  </a:lnTo>
                  <a:lnTo>
                    <a:pt x="331782" y="137296"/>
                  </a:lnTo>
                  <a:lnTo>
                    <a:pt x="330779" y="132099"/>
                  </a:lnTo>
                  <a:lnTo>
                    <a:pt x="329612" y="126937"/>
                  </a:lnTo>
                  <a:lnTo>
                    <a:pt x="328283" y="121814"/>
                  </a:lnTo>
                  <a:lnTo>
                    <a:pt x="326791" y="116736"/>
                  </a:lnTo>
                  <a:lnTo>
                    <a:pt x="325140" y="111707"/>
                  </a:lnTo>
                  <a:lnTo>
                    <a:pt x="323331" y="106734"/>
                  </a:lnTo>
                  <a:lnTo>
                    <a:pt x="321365" y="101820"/>
                  </a:lnTo>
                  <a:lnTo>
                    <a:pt x="319244" y="96971"/>
                  </a:lnTo>
                  <a:lnTo>
                    <a:pt x="316971" y="92191"/>
                  </a:lnTo>
                  <a:lnTo>
                    <a:pt x="314548" y="87486"/>
                  </a:lnTo>
                  <a:lnTo>
                    <a:pt x="311977" y="82860"/>
                  </a:lnTo>
                  <a:lnTo>
                    <a:pt x="309261" y="78317"/>
                  </a:lnTo>
                  <a:lnTo>
                    <a:pt x="306402" y="73863"/>
                  </a:lnTo>
                  <a:lnTo>
                    <a:pt x="303404" y="69502"/>
                  </a:lnTo>
                  <a:lnTo>
                    <a:pt x="300269" y="65237"/>
                  </a:lnTo>
                  <a:lnTo>
                    <a:pt x="297001" y="61074"/>
                  </a:lnTo>
                  <a:lnTo>
                    <a:pt x="293603" y="57017"/>
                  </a:lnTo>
                  <a:lnTo>
                    <a:pt x="290078" y="53069"/>
                  </a:lnTo>
                  <a:lnTo>
                    <a:pt x="286430" y="49234"/>
                  </a:lnTo>
                  <a:lnTo>
                    <a:pt x="282662" y="45518"/>
                  </a:lnTo>
                  <a:lnTo>
                    <a:pt x="278779" y="41922"/>
                  </a:lnTo>
                  <a:lnTo>
                    <a:pt x="274783" y="38451"/>
                  </a:lnTo>
                  <a:lnTo>
                    <a:pt x="270680" y="35108"/>
                  </a:lnTo>
                  <a:lnTo>
                    <a:pt x="266473" y="31897"/>
                  </a:lnTo>
                  <a:lnTo>
                    <a:pt x="262166" y="28820"/>
                  </a:lnTo>
                  <a:lnTo>
                    <a:pt x="257764" y="25882"/>
                  </a:lnTo>
                  <a:lnTo>
                    <a:pt x="253272" y="23084"/>
                  </a:lnTo>
                  <a:lnTo>
                    <a:pt x="248693" y="20430"/>
                  </a:lnTo>
                  <a:lnTo>
                    <a:pt x="244032" y="17922"/>
                  </a:lnTo>
                  <a:lnTo>
                    <a:pt x="239294" y="15563"/>
                  </a:lnTo>
                  <a:lnTo>
                    <a:pt x="234484" y="13355"/>
                  </a:lnTo>
                  <a:lnTo>
                    <a:pt x="229607" y="11301"/>
                  </a:lnTo>
                  <a:lnTo>
                    <a:pt x="224667" y="9402"/>
                  </a:lnTo>
                  <a:lnTo>
                    <a:pt x="219669" y="7660"/>
                  </a:lnTo>
                  <a:lnTo>
                    <a:pt x="214618" y="6077"/>
                  </a:lnTo>
                  <a:lnTo>
                    <a:pt x="209520" y="4655"/>
                  </a:lnTo>
                  <a:lnTo>
                    <a:pt x="204380" y="3395"/>
                  </a:lnTo>
                  <a:lnTo>
                    <a:pt x="199202" y="2299"/>
                  </a:lnTo>
                  <a:lnTo>
                    <a:pt x="193992" y="1367"/>
                  </a:lnTo>
                  <a:lnTo>
                    <a:pt x="188756" y="600"/>
                  </a:lnTo>
                  <a:lnTo>
                    <a:pt x="183497" y="0"/>
                  </a:lnTo>
                  <a:lnTo>
                    <a:pt x="167161" y="1663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6335" cy="167167"/>
            </a:xfrm>
            <a:custGeom>
              <a:avLst/>
              <a:pathLst>
                <a:path w="16335" h="167167">
                  <a:moveTo>
                    <a:pt x="16335" y="800"/>
                  </a:moveTo>
                  <a:lnTo>
                    <a:pt x="8177" y="2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2439" y="2633064"/>
              <a:ext cx="8308" cy="167167"/>
            </a:xfrm>
            <a:custGeom>
              <a:avLst/>
              <a:pathLst>
                <a:path w="8308" h="167167">
                  <a:moveTo>
                    <a:pt x="8308" y="0"/>
                  </a:moveTo>
                  <a:lnTo>
                    <a:pt x="0" y="206"/>
                  </a:lnTo>
                  <a:lnTo>
                    <a:pt x="83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2439" y="2633270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2" y="2633270"/>
              <a:ext cx="334318" cy="334126"/>
            </a:xfrm>
            <a:custGeom>
              <a:avLst/>
              <a:pathLst>
                <a:path w="334318" h="334126">
                  <a:moveTo>
                    <a:pt x="158856" y="0"/>
                  </a:moveTo>
                  <a:lnTo>
                    <a:pt x="153587" y="345"/>
                  </a:lnTo>
                  <a:lnTo>
                    <a:pt x="148331" y="857"/>
                  </a:lnTo>
                  <a:lnTo>
                    <a:pt x="143093" y="1535"/>
                  </a:lnTo>
                  <a:lnTo>
                    <a:pt x="137880" y="2378"/>
                  </a:lnTo>
                  <a:lnTo>
                    <a:pt x="132696" y="3385"/>
                  </a:lnTo>
                  <a:lnTo>
                    <a:pt x="127546" y="4556"/>
                  </a:lnTo>
                  <a:lnTo>
                    <a:pt x="122436" y="5888"/>
                  </a:lnTo>
                  <a:lnTo>
                    <a:pt x="117371" y="7381"/>
                  </a:lnTo>
                  <a:lnTo>
                    <a:pt x="112355" y="9034"/>
                  </a:lnTo>
                  <a:lnTo>
                    <a:pt x="107394" y="10844"/>
                  </a:lnTo>
                  <a:lnTo>
                    <a:pt x="102492" y="12810"/>
                  </a:lnTo>
                  <a:lnTo>
                    <a:pt x="97656" y="14929"/>
                  </a:lnTo>
                  <a:lnTo>
                    <a:pt x="92888" y="17201"/>
                  </a:lnTo>
                  <a:lnTo>
                    <a:pt x="88195" y="19622"/>
                  </a:lnTo>
                  <a:lnTo>
                    <a:pt x="83580" y="22190"/>
                  </a:lnTo>
                  <a:lnTo>
                    <a:pt x="79049" y="24902"/>
                  </a:lnTo>
                  <a:lnTo>
                    <a:pt x="74606" y="27756"/>
                  </a:lnTo>
                  <a:lnTo>
                    <a:pt x="70255" y="30750"/>
                  </a:lnTo>
                  <a:lnTo>
                    <a:pt x="66001" y="33879"/>
                  </a:lnTo>
                  <a:lnTo>
                    <a:pt x="61848" y="37141"/>
                  </a:lnTo>
                  <a:lnTo>
                    <a:pt x="57800" y="40532"/>
                  </a:lnTo>
                  <a:lnTo>
                    <a:pt x="53861" y="44050"/>
                  </a:lnTo>
                  <a:lnTo>
                    <a:pt x="50035" y="47690"/>
                  </a:lnTo>
                  <a:lnTo>
                    <a:pt x="46326" y="51449"/>
                  </a:lnTo>
                  <a:lnTo>
                    <a:pt x="42738" y="55324"/>
                  </a:lnTo>
                  <a:lnTo>
                    <a:pt x="39273" y="59310"/>
                  </a:lnTo>
                  <a:lnTo>
                    <a:pt x="35937" y="63403"/>
                  </a:lnTo>
                  <a:lnTo>
                    <a:pt x="32731" y="67600"/>
                  </a:lnTo>
                  <a:lnTo>
                    <a:pt x="29660" y="71896"/>
                  </a:lnTo>
                  <a:lnTo>
                    <a:pt x="26726" y="76287"/>
                  </a:lnTo>
                  <a:lnTo>
                    <a:pt x="23932" y="80768"/>
                  </a:lnTo>
                  <a:lnTo>
                    <a:pt x="21281" y="85335"/>
                  </a:lnTo>
                  <a:lnTo>
                    <a:pt x="18775" y="89984"/>
                  </a:lnTo>
                  <a:lnTo>
                    <a:pt x="16418" y="94710"/>
                  </a:lnTo>
                  <a:lnTo>
                    <a:pt x="14211" y="99507"/>
                  </a:lnTo>
                  <a:lnTo>
                    <a:pt x="12156" y="104372"/>
                  </a:lnTo>
                  <a:lnTo>
                    <a:pt x="10257" y="109300"/>
                  </a:lnTo>
                  <a:lnTo>
                    <a:pt x="8514" y="114285"/>
                  </a:lnTo>
                  <a:lnTo>
                    <a:pt x="6929" y="119323"/>
                  </a:lnTo>
                  <a:lnTo>
                    <a:pt x="5504" y="124408"/>
                  </a:lnTo>
                  <a:lnTo>
                    <a:pt x="4241" y="129535"/>
                  </a:lnTo>
                  <a:lnTo>
                    <a:pt x="3140" y="134700"/>
                  </a:lnTo>
                  <a:lnTo>
                    <a:pt x="2203" y="139897"/>
                  </a:lnTo>
                  <a:lnTo>
                    <a:pt x="1430" y="145122"/>
                  </a:lnTo>
                  <a:lnTo>
                    <a:pt x="823" y="150368"/>
                  </a:lnTo>
                  <a:lnTo>
                    <a:pt x="382" y="155630"/>
                  </a:lnTo>
                  <a:lnTo>
                    <a:pt x="107" y="160904"/>
                  </a:lnTo>
                  <a:lnTo>
                    <a:pt x="0" y="166184"/>
                  </a:lnTo>
                  <a:lnTo>
                    <a:pt x="58" y="171464"/>
                  </a:lnTo>
                  <a:lnTo>
                    <a:pt x="284" y="176741"/>
                  </a:lnTo>
                  <a:lnTo>
                    <a:pt x="676" y="182007"/>
                  </a:lnTo>
                  <a:lnTo>
                    <a:pt x="1235" y="187258"/>
                  </a:lnTo>
                  <a:lnTo>
                    <a:pt x="1959" y="192489"/>
                  </a:lnTo>
                  <a:lnTo>
                    <a:pt x="2847" y="197695"/>
                  </a:lnTo>
                  <a:lnTo>
                    <a:pt x="3900" y="202870"/>
                  </a:lnTo>
                  <a:lnTo>
                    <a:pt x="5116" y="208009"/>
                  </a:lnTo>
                  <a:lnTo>
                    <a:pt x="6493" y="213107"/>
                  </a:lnTo>
                  <a:lnTo>
                    <a:pt x="8031" y="218159"/>
                  </a:lnTo>
                  <a:lnTo>
                    <a:pt x="9728" y="223160"/>
                  </a:lnTo>
                  <a:lnTo>
                    <a:pt x="11582" y="228105"/>
                  </a:lnTo>
                  <a:lnTo>
                    <a:pt x="13591" y="232989"/>
                  </a:lnTo>
                  <a:lnTo>
                    <a:pt x="15753" y="237807"/>
                  </a:lnTo>
                  <a:lnTo>
                    <a:pt x="18066" y="242554"/>
                  </a:lnTo>
                  <a:lnTo>
                    <a:pt x="20528" y="247226"/>
                  </a:lnTo>
                  <a:lnTo>
                    <a:pt x="23137" y="251818"/>
                  </a:lnTo>
                  <a:lnTo>
                    <a:pt x="25889" y="256325"/>
                  </a:lnTo>
                  <a:lnTo>
                    <a:pt x="28783" y="260743"/>
                  </a:lnTo>
                  <a:lnTo>
                    <a:pt x="31814" y="265067"/>
                  </a:lnTo>
                  <a:lnTo>
                    <a:pt x="34980" y="269294"/>
                  </a:lnTo>
                  <a:lnTo>
                    <a:pt x="38279" y="273418"/>
                  </a:lnTo>
                  <a:lnTo>
                    <a:pt x="41706" y="277436"/>
                  </a:lnTo>
                  <a:lnTo>
                    <a:pt x="45258" y="281344"/>
                  </a:lnTo>
                  <a:lnTo>
                    <a:pt x="48932" y="285137"/>
                  </a:lnTo>
                  <a:lnTo>
                    <a:pt x="52724" y="288813"/>
                  </a:lnTo>
                  <a:lnTo>
                    <a:pt x="56630" y="292367"/>
                  </a:lnTo>
                  <a:lnTo>
                    <a:pt x="60646" y="295796"/>
                  </a:lnTo>
                  <a:lnTo>
                    <a:pt x="64769" y="299096"/>
                  </a:lnTo>
                  <a:lnTo>
                    <a:pt x="68994" y="302265"/>
                  </a:lnTo>
                  <a:lnTo>
                    <a:pt x="73316" y="305298"/>
                  </a:lnTo>
                  <a:lnTo>
                    <a:pt x="77733" y="308194"/>
                  </a:lnTo>
                  <a:lnTo>
                    <a:pt x="82239" y="310948"/>
                  </a:lnTo>
                  <a:lnTo>
                    <a:pt x="86829" y="313559"/>
                  </a:lnTo>
                  <a:lnTo>
                    <a:pt x="91500" y="316023"/>
                  </a:lnTo>
                  <a:lnTo>
                    <a:pt x="96246" y="318339"/>
                  </a:lnTo>
                  <a:lnTo>
                    <a:pt x="101063" y="320503"/>
                  </a:lnTo>
                  <a:lnTo>
                    <a:pt x="105946" y="322515"/>
                  </a:lnTo>
                  <a:lnTo>
                    <a:pt x="110890" y="324371"/>
                  </a:lnTo>
                  <a:lnTo>
                    <a:pt x="115890" y="326070"/>
                  </a:lnTo>
                  <a:lnTo>
                    <a:pt x="120942" y="327610"/>
                  </a:lnTo>
                  <a:lnTo>
                    <a:pt x="126039" y="328990"/>
                  </a:lnTo>
                  <a:lnTo>
                    <a:pt x="131178" y="330208"/>
                  </a:lnTo>
                  <a:lnTo>
                    <a:pt x="136352" y="331263"/>
                  </a:lnTo>
                  <a:lnTo>
                    <a:pt x="141557" y="332155"/>
                  </a:lnTo>
                  <a:lnTo>
                    <a:pt x="146788" y="332881"/>
                  </a:lnTo>
                  <a:lnTo>
                    <a:pt x="152039" y="333442"/>
                  </a:lnTo>
                  <a:lnTo>
                    <a:pt x="157305" y="333837"/>
                  </a:lnTo>
                  <a:lnTo>
                    <a:pt x="162581" y="334065"/>
                  </a:lnTo>
                  <a:lnTo>
                    <a:pt x="167862" y="334126"/>
                  </a:lnTo>
                  <a:lnTo>
                    <a:pt x="173142" y="334021"/>
                  </a:lnTo>
                  <a:lnTo>
                    <a:pt x="178416" y="333749"/>
                  </a:lnTo>
                  <a:lnTo>
                    <a:pt x="183679" y="333310"/>
                  </a:lnTo>
                  <a:lnTo>
                    <a:pt x="188925" y="332706"/>
                  </a:lnTo>
                  <a:lnTo>
                    <a:pt x="194149" y="331935"/>
                  </a:lnTo>
                  <a:lnTo>
                    <a:pt x="199347" y="331001"/>
                  </a:lnTo>
                  <a:lnTo>
                    <a:pt x="204512" y="329902"/>
                  </a:lnTo>
                  <a:lnTo>
                    <a:pt x="209641" y="328641"/>
                  </a:lnTo>
                  <a:lnTo>
                    <a:pt x="214726" y="327219"/>
                  </a:lnTo>
                  <a:lnTo>
                    <a:pt x="219765" y="325637"/>
                  </a:lnTo>
                  <a:lnTo>
                    <a:pt x="224751" y="323896"/>
                  </a:lnTo>
                  <a:lnTo>
                    <a:pt x="229679" y="321999"/>
                  </a:lnTo>
                  <a:lnTo>
                    <a:pt x="234545" y="319947"/>
                  </a:lnTo>
                  <a:lnTo>
                    <a:pt x="239344" y="317742"/>
                  </a:lnTo>
                  <a:lnTo>
                    <a:pt x="244071" y="315387"/>
                  </a:lnTo>
                  <a:lnTo>
                    <a:pt x="248721" y="312884"/>
                  </a:lnTo>
                  <a:lnTo>
                    <a:pt x="253289" y="310235"/>
                  </a:lnTo>
                  <a:lnTo>
                    <a:pt x="257772" y="307443"/>
                  </a:lnTo>
                  <a:lnTo>
                    <a:pt x="262164" y="304511"/>
                  </a:lnTo>
                  <a:lnTo>
                    <a:pt x="266461" y="301442"/>
                  </a:lnTo>
                  <a:lnTo>
                    <a:pt x="270660" y="298238"/>
                  </a:lnTo>
                  <a:lnTo>
                    <a:pt x="274755" y="294903"/>
                  </a:lnTo>
                  <a:lnTo>
                    <a:pt x="278742" y="291441"/>
                  </a:lnTo>
                  <a:lnTo>
                    <a:pt x="282619" y="287855"/>
                  </a:lnTo>
                  <a:lnTo>
                    <a:pt x="286380" y="284148"/>
                  </a:lnTo>
                  <a:lnTo>
                    <a:pt x="290022" y="280323"/>
                  </a:lnTo>
                  <a:lnTo>
                    <a:pt x="293541" y="276386"/>
                  </a:lnTo>
                  <a:lnTo>
                    <a:pt x="296935" y="272340"/>
                  </a:lnTo>
                  <a:lnTo>
                    <a:pt x="300199" y="268188"/>
                  </a:lnTo>
                  <a:lnTo>
                    <a:pt x="303330" y="263936"/>
                  </a:lnTo>
                  <a:lnTo>
                    <a:pt x="306325" y="259586"/>
                  </a:lnTo>
                  <a:lnTo>
                    <a:pt x="309181" y="255144"/>
                  </a:lnTo>
                  <a:lnTo>
                    <a:pt x="311896" y="250614"/>
                  </a:lnTo>
                  <a:lnTo>
                    <a:pt x="314466" y="246001"/>
                  </a:lnTo>
                  <a:lnTo>
                    <a:pt x="316889" y="241309"/>
                  </a:lnTo>
                  <a:lnTo>
                    <a:pt x="319163" y="236542"/>
                  </a:lnTo>
                  <a:lnTo>
                    <a:pt x="321285" y="231707"/>
                  </a:lnTo>
                  <a:lnTo>
                    <a:pt x="323253" y="226806"/>
                  </a:lnTo>
                  <a:lnTo>
                    <a:pt x="325066" y="221846"/>
                  </a:lnTo>
                  <a:lnTo>
                    <a:pt x="326720" y="216831"/>
                  </a:lnTo>
                  <a:lnTo>
                    <a:pt x="328216" y="211766"/>
                  </a:lnTo>
                  <a:lnTo>
                    <a:pt x="329551" y="206657"/>
                  </a:lnTo>
                  <a:lnTo>
                    <a:pt x="330724" y="201508"/>
                  </a:lnTo>
                  <a:lnTo>
                    <a:pt x="331733" y="196324"/>
                  </a:lnTo>
                  <a:lnTo>
                    <a:pt x="332579" y="191111"/>
                  </a:lnTo>
                  <a:lnTo>
                    <a:pt x="333259" y="185874"/>
                  </a:lnTo>
                  <a:lnTo>
                    <a:pt x="333774" y="180618"/>
                  </a:lnTo>
                  <a:lnTo>
                    <a:pt x="334122" y="175349"/>
                  </a:lnTo>
                  <a:lnTo>
                    <a:pt x="334304" y="170071"/>
                  </a:lnTo>
                  <a:lnTo>
                    <a:pt x="334318" y="164790"/>
                  </a:lnTo>
                  <a:lnTo>
                    <a:pt x="334167" y="159511"/>
                  </a:lnTo>
                  <a:lnTo>
                    <a:pt x="333848" y="154240"/>
                  </a:lnTo>
                  <a:lnTo>
                    <a:pt x="333363" y="148981"/>
                  </a:lnTo>
                  <a:lnTo>
                    <a:pt x="332712" y="143741"/>
                  </a:lnTo>
                  <a:lnTo>
                    <a:pt x="331896" y="138523"/>
                  </a:lnTo>
                  <a:lnTo>
                    <a:pt x="330916" y="133334"/>
                  </a:lnTo>
                  <a:lnTo>
                    <a:pt x="329772" y="128178"/>
                  </a:lnTo>
                  <a:lnTo>
                    <a:pt x="328466" y="123061"/>
                  </a:lnTo>
                  <a:lnTo>
                    <a:pt x="326998" y="117988"/>
                  </a:lnTo>
                  <a:lnTo>
                    <a:pt x="325372" y="112964"/>
                  </a:lnTo>
                  <a:lnTo>
                    <a:pt x="323587" y="107994"/>
                  </a:lnTo>
                  <a:lnTo>
                    <a:pt x="321647" y="103082"/>
                  </a:lnTo>
                  <a:lnTo>
                    <a:pt x="319552" y="98235"/>
                  </a:lnTo>
                  <a:lnTo>
                    <a:pt x="317305" y="93455"/>
                  </a:lnTo>
                  <a:lnTo>
                    <a:pt x="314908" y="88750"/>
                  </a:lnTo>
                  <a:lnTo>
                    <a:pt x="312364" y="84122"/>
                  </a:lnTo>
                  <a:lnTo>
                    <a:pt x="309675" y="79577"/>
                  </a:lnTo>
                  <a:lnTo>
                    <a:pt x="306844" y="75119"/>
                  </a:lnTo>
                  <a:lnTo>
                    <a:pt x="303873" y="70753"/>
                  </a:lnTo>
                  <a:lnTo>
                    <a:pt x="300766" y="66483"/>
                  </a:lnTo>
                  <a:lnTo>
                    <a:pt x="297526" y="62313"/>
                  </a:lnTo>
                  <a:lnTo>
                    <a:pt x="294155" y="58247"/>
                  </a:lnTo>
                  <a:lnTo>
                    <a:pt x="290658" y="54290"/>
                  </a:lnTo>
                  <a:lnTo>
                    <a:pt x="287037" y="50446"/>
                  </a:lnTo>
                  <a:lnTo>
                    <a:pt x="283297" y="46717"/>
                  </a:lnTo>
                  <a:lnTo>
                    <a:pt x="279441" y="43109"/>
                  </a:lnTo>
                  <a:lnTo>
                    <a:pt x="275473" y="39625"/>
                  </a:lnTo>
                  <a:lnTo>
                    <a:pt x="271397" y="36267"/>
                  </a:lnTo>
                  <a:lnTo>
                    <a:pt x="267216" y="33040"/>
                  </a:lnTo>
                  <a:lnTo>
                    <a:pt x="262936" y="29946"/>
                  </a:lnTo>
                  <a:lnTo>
                    <a:pt x="258561" y="26990"/>
                  </a:lnTo>
                  <a:lnTo>
                    <a:pt x="254094" y="24173"/>
                  </a:lnTo>
                  <a:lnTo>
                    <a:pt x="249540" y="21498"/>
                  </a:lnTo>
                  <a:lnTo>
                    <a:pt x="244904" y="18969"/>
                  </a:lnTo>
                  <a:lnTo>
                    <a:pt x="240191" y="16587"/>
                  </a:lnTo>
                  <a:lnTo>
                    <a:pt x="235405" y="14355"/>
                  </a:lnTo>
                  <a:lnTo>
                    <a:pt x="230550" y="12276"/>
                  </a:lnTo>
                  <a:lnTo>
                    <a:pt x="225633" y="10351"/>
                  </a:lnTo>
                  <a:lnTo>
                    <a:pt x="167165" y="1669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8467" cy="167167"/>
            </a:xfrm>
            <a:custGeom>
              <a:avLst/>
              <a:pathLst>
                <a:path w="58467" h="167167">
                  <a:moveTo>
                    <a:pt x="58467" y="10558"/>
                  </a:moveTo>
                  <a:lnTo>
                    <a:pt x="52835" y="8569"/>
                  </a:lnTo>
                  <a:lnTo>
                    <a:pt x="47136" y="6783"/>
                  </a:lnTo>
                  <a:lnTo>
                    <a:pt x="41376" y="5201"/>
                  </a:lnTo>
                  <a:lnTo>
                    <a:pt x="35564" y="3826"/>
                  </a:lnTo>
                  <a:lnTo>
                    <a:pt x="29706" y="2660"/>
                  </a:lnTo>
                  <a:lnTo>
                    <a:pt x="23810" y="1704"/>
                  </a:lnTo>
                  <a:lnTo>
                    <a:pt x="17884" y="959"/>
                  </a:lnTo>
                  <a:lnTo>
                    <a:pt x="11935" y="426"/>
                  </a:lnTo>
                  <a:lnTo>
                    <a:pt x="597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8248" y="3170392"/>
              <a:ext cx="27732" cy="167167"/>
            </a:xfrm>
            <a:custGeom>
              <a:avLst/>
              <a:pathLst>
                <a:path w="27732" h="167167">
                  <a:moveTo>
                    <a:pt x="27732" y="0"/>
                  </a:moveTo>
                  <a:lnTo>
                    <a:pt x="20769" y="145"/>
                  </a:lnTo>
                  <a:lnTo>
                    <a:pt x="13817" y="580"/>
                  </a:lnTo>
                  <a:lnTo>
                    <a:pt x="6890" y="1304"/>
                  </a:lnTo>
                  <a:lnTo>
                    <a:pt x="0" y="2316"/>
                  </a:lnTo>
                  <a:lnTo>
                    <a:pt x="277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8248" y="3172708"/>
              <a:ext cx="27732" cy="164851"/>
            </a:xfrm>
            <a:custGeom>
              <a:avLst/>
              <a:pathLst>
                <a:path w="27732" h="164851">
                  <a:moveTo>
                    <a:pt x="0" y="0"/>
                  </a:moveTo>
                  <a:lnTo>
                    <a:pt x="27732" y="1648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7" y="3172708"/>
              <a:ext cx="334329" cy="332009"/>
            </a:xfrm>
            <a:custGeom>
              <a:avLst/>
              <a:pathLst>
                <a:path w="334329" h="332009">
                  <a:moveTo>
                    <a:pt x="139431" y="0"/>
                  </a:moveTo>
                  <a:lnTo>
                    <a:pt x="134210" y="963"/>
                  </a:lnTo>
                  <a:lnTo>
                    <a:pt x="129023" y="2092"/>
                  </a:lnTo>
                  <a:lnTo>
                    <a:pt x="123874" y="3385"/>
                  </a:lnTo>
                  <a:lnTo>
                    <a:pt x="118768" y="4842"/>
                  </a:lnTo>
                  <a:lnTo>
                    <a:pt x="113712" y="6459"/>
                  </a:lnTo>
                  <a:lnTo>
                    <a:pt x="108709" y="8236"/>
                  </a:lnTo>
                  <a:lnTo>
                    <a:pt x="103765" y="10171"/>
                  </a:lnTo>
                  <a:lnTo>
                    <a:pt x="98886" y="12262"/>
                  </a:lnTo>
                  <a:lnTo>
                    <a:pt x="94075" y="14508"/>
                  </a:lnTo>
                  <a:lnTo>
                    <a:pt x="89338" y="16904"/>
                  </a:lnTo>
                  <a:lnTo>
                    <a:pt x="84679" y="19450"/>
                  </a:lnTo>
                  <a:lnTo>
                    <a:pt x="80103" y="22143"/>
                  </a:lnTo>
                  <a:lnTo>
                    <a:pt x="75616" y="24979"/>
                  </a:lnTo>
                  <a:lnTo>
                    <a:pt x="71220" y="27957"/>
                  </a:lnTo>
                  <a:lnTo>
                    <a:pt x="66922" y="31072"/>
                  </a:lnTo>
                  <a:lnTo>
                    <a:pt x="62724" y="34323"/>
                  </a:lnTo>
                  <a:lnTo>
                    <a:pt x="58632" y="37705"/>
                  </a:lnTo>
                  <a:lnTo>
                    <a:pt x="54650" y="41215"/>
                  </a:lnTo>
                  <a:lnTo>
                    <a:pt x="50780" y="44851"/>
                  </a:lnTo>
                  <a:lnTo>
                    <a:pt x="47029" y="48607"/>
                  </a:lnTo>
                  <a:lnTo>
                    <a:pt x="43398" y="52480"/>
                  </a:lnTo>
                  <a:lnTo>
                    <a:pt x="39892" y="56467"/>
                  </a:lnTo>
                  <a:lnTo>
                    <a:pt x="36515" y="60563"/>
                  </a:lnTo>
                  <a:lnTo>
                    <a:pt x="33269" y="64764"/>
                  </a:lnTo>
                  <a:lnTo>
                    <a:pt x="30158" y="69066"/>
                  </a:lnTo>
                  <a:lnTo>
                    <a:pt x="27186" y="73465"/>
                  </a:lnTo>
                  <a:lnTo>
                    <a:pt x="24355" y="77956"/>
                  </a:lnTo>
                  <a:lnTo>
                    <a:pt x="21667" y="82535"/>
                  </a:lnTo>
                  <a:lnTo>
                    <a:pt x="19127" y="87196"/>
                  </a:lnTo>
                  <a:lnTo>
                    <a:pt x="16736" y="91936"/>
                  </a:lnTo>
                  <a:lnTo>
                    <a:pt x="14496" y="96750"/>
                  </a:lnTo>
                  <a:lnTo>
                    <a:pt x="12411" y="101632"/>
                  </a:lnTo>
                  <a:lnTo>
                    <a:pt x="10481" y="106578"/>
                  </a:lnTo>
                  <a:lnTo>
                    <a:pt x="8710" y="111583"/>
                  </a:lnTo>
                  <a:lnTo>
                    <a:pt x="7098" y="116641"/>
                  </a:lnTo>
                  <a:lnTo>
                    <a:pt x="5648" y="121748"/>
                  </a:lnTo>
                  <a:lnTo>
                    <a:pt x="4361" y="126899"/>
                  </a:lnTo>
                  <a:lnTo>
                    <a:pt x="3238" y="132087"/>
                  </a:lnTo>
                  <a:lnTo>
                    <a:pt x="2280" y="137309"/>
                  </a:lnTo>
                  <a:lnTo>
                    <a:pt x="1489" y="142559"/>
                  </a:lnTo>
                  <a:lnTo>
                    <a:pt x="864" y="147831"/>
                  </a:lnTo>
                  <a:lnTo>
                    <a:pt x="408" y="153120"/>
                  </a:lnTo>
                  <a:lnTo>
                    <a:pt x="119" y="158421"/>
                  </a:lnTo>
                  <a:lnTo>
                    <a:pt x="0" y="163729"/>
                  </a:lnTo>
                  <a:lnTo>
                    <a:pt x="48" y="169038"/>
                  </a:lnTo>
                  <a:lnTo>
                    <a:pt x="265" y="174342"/>
                  </a:lnTo>
                  <a:lnTo>
                    <a:pt x="651" y="179637"/>
                  </a:lnTo>
                  <a:lnTo>
                    <a:pt x="1204" y="184917"/>
                  </a:lnTo>
                  <a:lnTo>
                    <a:pt x="1925" y="190177"/>
                  </a:lnTo>
                  <a:lnTo>
                    <a:pt x="2813" y="195411"/>
                  </a:lnTo>
                  <a:lnTo>
                    <a:pt x="3866" y="200614"/>
                  </a:lnTo>
                  <a:lnTo>
                    <a:pt x="5084" y="205782"/>
                  </a:lnTo>
                  <a:lnTo>
                    <a:pt x="6466" y="210908"/>
                  </a:lnTo>
                  <a:lnTo>
                    <a:pt x="8009" y="215987"/>
                  </a:lnTo>
                  <a:lnTo>
                    <a:pt x="9713" y="221015"/>
                  </a:lnTo>
                  <a:lnTo>
                    <a:pt x="11576" y="225987"/>
                  </a:lnTo>
                  <a:lnTo>
                    <a:pt x="13596" y="230897"/>
                  </a:lnTo>
                  <a:lnTo>
                    <a:pt x="15771" y="235740"/>
                  </a:lnTo>
                  <a:lnTo>
                    <a:pt x="18098" y="240511"/>
                  </a:lnTo>
                  <a:lnTo>
                    <a:pt x="20576" y="245207"/>
                  </a:lnTo>
                  <a:lnTo>
                    <a:pt x="23201" y="249821"/>
                  </a:lnTo>
                  <a:lnTo>
                    <a:pt x="25972" y="254349"/>
                  </a:lnTo>
                  <a:lnTo>
                    <a:pt x="28885" y="258788"/>
                  </a:lnTo>
                  <a:lnTo>
                    <a:pt x="31938" y="263131"/>
                  </a:lnTo>
                  <a:lnTo>
                    <a:pt x="35127" y="267376"/>
                  </a:lnTo>
                  <a:lnTo>
                    <a:pt x="38449" y="271517"/>
                  </a:lnTo>
                  <a:lnTo>
                    <a:pt x="41901" y="275550"/>
                  </a:lnTo>
                  <a:lnTo>
                    <a:pt x="45479" y="279472"/>
                  </a:lnTo>
                  <a:lnTo>
                    <a:pt x="49180" y="283278"/>
                  </a:lnTo>
                  <a:lnTo>
                    <a:pt x="53001" y="286965"/>
                  </a:lnTo>
                  <a:lnTo>
                    <a:pt x="56936" y="290528"/>
                  </a:lnTo>
                  <a:lnTo>
                    <a:pt x="60982" y="293965"/>
                  </a:lnTo>
                  <a:lnTo>
                    <a:pt x="65136" y="297272"/>
                  </a:lnTo>
                  <a:lnTo>
                    <a:pt x="69392" y="300445"/>
                  </a:lnTo>
                  <a:lnTo>
                    <a:pt x="73747" y="303481"/>
                  </a:lnTo>
                  <a:lnTo>
                    <a:pt x="78196" y="306377"/>
                  </a:lnTo>
                  <a:lnTo>
                    <a:pt x="82735" y="309131"/>
                  </a:lnTo>
                  <a:lnTo>
                    <a:pt x="87359" y="311739"/>
                  </a:lnTo>
                  <a:lnTo>
                    <a:pt x="92064" y="314199"/>
                  </a:lnTo>
                  <a:lnTo>
                    <a:pt x="96844" y="316509"/>
                  </a:lnTo>
                  <a:lnTo>
                    <a:pt x="101695" y="318665"/>
                  </a:lnTo>
                  <a:lnTo>
                    <a:pt x="106613" y="320666"/>
                  </a:lnTo>
                  <a:lnTo>
                    <a:pt x="111591" y="322511"/>
                  </a:lnTo>
                  <a:lnTo>
                    <a:pt x="116625" y="324196"/>
                  </a:lnTo>
                  <a:lnTo>
                    <a:pt x="121711" y="325720"/>
                  </a:lnTo>
                  <a:lnTo>
                    <a:pt x="126842" y="327082"/>
                  </a:lnTo>
                  <a:lnTo>
                    <a:pt x="132014" y="328281"/>
                  </a:lnTo>
                  <a:lnTo>
                    <a:pt x="137221" y="329315"/>
                  </a:lnTo>
                  <a:lnTo>
                    <a:pt x="142459" y="330182"/>
                  </a:lnTo>
                  <a:lnTo>
                    <a:pt x="147721" y="330884"/>
                  </a:lnTo>
                  <a:lnTo>
                    <a:pt x="153003" y="331417"/>
                  </a:lnTo>
                  <a:lnTo>
                    <a:pt x="158300" y="331783"/>
                  </a:lnTo>
                  <a:lnTo>
                    <a:pt x="163605" y="331980"/>
                  </a:lnTo>
                  <a:lnTo>
                    <a:pt x="168914" y="332009"/>
                  </a:lnTo>
                  <a:lnTo>
                    <a:pt x="174221" y="331869"/>
                  </a:lnTo>
                  <a:lnTo>
                    <a:pt x="179521" y="331561"/>
                  </a:lnTo>
                  <a:lnTo>
                    <a:pt x="184808" y="331084"/>
                  </a:lnTo>
                  <a:lnTo>
                    <a:pt x="190078" y="330440"/>
                  </a:lnTo>
                  <a:lnTo>
                    <a:pt x="195325" y="329629"/>
                  </a:lnTo>
                  <a:lnTo>
                    <a:pt x="200543" y="328652"/>
                  </a:lnTo>
                  <a:lnTo>
                    <a:pt x="205727" y="327509"/>
                  </a:lnTo>
                  <a:lnTo>
                    <a:pt x="210873" y="326202"/>
                  </a:lnTo>
                  <a:lnTo>
                    <a:pt x="215975" y="324733"/>
                  </a:lnTo>
                  <a:lnTo>
                    <a:pt x="221027" y="323102"/>
                  </a:lnTo>
                  <a:lnTo>
                    <a:pt x="226025" y="321312"/>
                  </a:lnTo>
                  <a:lnTo>
                    <a:pt x="230964" y="319364"/>
                  </a:lnTo>
                  <a:lnTo>
                    <a:pt x="235838" y="317260"/>
                  </a:lnTo>
                  <a:lnTo>
                    <a:pt x="240643" y="315003"/>
                  </a:lnTo>
                  <a:lnTo>
                    <a:pt x="245374" y="312594"/>
                  </a:lnTo>
                  <a:lnTo>
                    <a:pt x="250026" y="310036"/>
                  </a:lnTo>
                  <a:lnTo>
                    <a:pt x="254594" y="307331"/>
                  </a:lnTo>
                  <a:lnTo>
                    <a:pt x="259074" y="304483"/>
                  </a:lnTo>
                  <a:lnTo>
                    <a:pt x="263462" y="301494"/>
                  </a:lnTo>
                  <a:lnTo>
                    <a:pt x="267753" y="298367"/>
                  </a:lnTo>
                  <a:lnTo>
                    <a:pt x="271942" y="295106"/>
                  </a:lnTo>
                  <a:lnTo>
                    <a:pt x="276025" y="291713"/>
                  </a:lnTo>
                  <a:lnTo>
                    <a:pt x="279998" y="288192"/>
                  </a:lnTo>
                  <a:lnTo>
                    <a:pt x="283858" y="284547"/>
                  </a:lnTo>
                  <a:lnTo>
                    <a:pt x="287600" y="280781"/>
                  </a:lnTo>
                  <a:lnTo>
                    <a:pt x="291221" y="276898"/>
                  </a:lnTo>
                  <a:lnTo>
                    <a:pt x="294716" y="272902"/>
                  </a:lnTo>
                  <a:lnTo>
                    <a:pt x="298083" y="268798"/>
                  </a:lnTo>
                  <a:lnTo>
                    <a:pt x="301318" y="264588"/>
                  </a:lnTo>
                  <a:lnTo>
                    <a:pt x="304417" y="260278"/>
                  </a:lnTo>
                  <a:lnTo>
                    <a:pt x="307378" y="255871"/>
                  </a:lnTo>
                  <a:lnTo>
                    <a:pt x="310198" y="251373"/>
                  </a:lnTo>
                  <a:lnTo>
                    <a:pt x="312873" y="246787"/>
                  </a:lnTo>
                  <a:lnTo>
                    <a:pt x="315401" y="242119"/>
                  </a:lnTo>
                  <a:lnTo>
                    <a:pt x="317780" y="237373"/>
                  </a:lnTo>
                  <a:lnTo>
                    <a:pt x="320007" y="232554"/>
                  </a:lnTo>
                  <a:lnTo>
                    <a:pt x="322080" y="227666"/>
                  </a:lnTo>
                  <a:lnTo>
                    <a:pt x="323996" y="222715"/>
                  </a:lnTo>
                  <a:lnTo>
                    <a:pt x="325755" y="217706"/>
                  </a:lnTo>
                  <a:lnTo>
                    <a:pt x="327353" y="212643"/>
                  </a:lnTo>
                  <a:lnTo>
                    <a:pt x="328790" y="207532"/>
                  </a:lnTo>
                  <a:lnTo>
                    <a:pt x="330064" y="202379"/>
                  </a:lnTo>
                  <a:lnTo>
                    <a:pt x="331173" y="197187"/>
                  </a:lnTo>
                  <a:lnTo>
                    <a:pt x="332117" y="191963"/>
                  </a:lnTo>
                  <a:lnTo>
                    <a:pt x="332895" y="186711"/>
                  </a:lnTo>
                  <a:lnTo>
                    <a:pt x="333506" y="181437"/>
                  </a:lnTo>
                  <a:lnTo>
                    <a:pt x="333949" y="176147"/>
                  </a:lnTo>
                  <a:lnTo>
                    <a:pt x="334223" y="170845"/>
                  </a:lnTo>
                  <a:lnTo>
                    <a:pt x="334329" y="165537"/>
                  </a:lnTo>
                  <a:lnTo>
                    <a:pt x="334267" y="160228"/>
                  </a:lnTo>
                  <a:lnTo>
                    <a:pt x="334036" y="154925"/>
                  </a:lnTo>
                  <a:lnTo>
                    <a:pt x="333636" y="149631"/>
                  </a:lnTo>
                  <a:lnTo>
                    <a:pt x="333069" y="144352"/>
                  </a:lnTo>
                  <a:lnTo>
                    <a:pt x="332334" y="139094"/>
                  </a:lnTo>
                  <a:lnTo>
                    <a:pt x="331433" y="133862"/>
                  </a:lnTo>
                  <a:lnTo>
                    <a:pt x="330366" y="128662"/>
                  </a:lnTo>
                  <a:lnTo>
                    <a:pt x="329135" y="123498"/>
                  </a:lnTo>
                  <a:lnTo>
                    <a:pt x="327740" y="118375"/>
                  </a:lnTo>
                  <a:lnTo>
                    <a:pt x="326183" y="113300"/>
                  </a:lnTo>
                  <a:lnTo>
                    <a:pt x="324466" y="108276"/>
                  </a:lnTo>
                  <a:lnTo>
                    <a:pt x="322590" y="103309"/>
                  </a:lnTo>
                  <a:lnTo>
                    <a:pt x="320558" y="98405"/>
                  </a:lnTo>
                  <a:lnTo>
                    <a:pt x="318371" y="93568"/>
                  </a:lnTo>
                  <a:lnTo>
                    <a:pt x="316031" y="88802"/>
                  </a:lnTo>
                  <a:lnTo>
                    <a:pt x="313541" y="84113"/>
                  </a:lnTo>
                  <a:lnTo>
                    <a:pt x="310903" y="79506"/>
                  </a:lnTo>
                  <a:lnTo>
                    <a:pt x="308121" y="74985"/>
                  </a:lnTo>
                  <a:lnTo>
                    <a:pt x="305196" y="70554"/>
                  </a:lnTo>
                  <a:lnTo>
                    <a:pt x="302132" y="66218"/>
                  </a:lnTo>
                  <a:lnTo>
                    <a:pt x="298932" y="61982"/>
                  </a:lnTo>
                  <a:lnTo>
                    <a:pt x="295599" y="57850"/>
                  </a:lnTo>
                  <a:lnTo>
                    <a:pt x="292137" y="53825"/>
                  </a:lnTo>
                  <a:lnTo>
                    <a:pt x="288548" y="49913"/>
                  </a:lnTo>
                  <a:lnTo>
                    <a:pt x="284837" y="46116"/>
                  </a:lnTo>
                  <a:lnTo>
                    <a:pt x="281007" y="42440"/>
                  </a:lnTo>
                  <a:lnTo>
                    <a:pt x="277063" y="38886"/>
                  </a:lnTo>
                  <a:lnTo>
                    <a:pt x="273008" y="35460"/>
                  </a:lnTo>
                  <a:lnTo>
                    <a:pt x="268846" y="32164"/>
                  </a:lnTo>
                  <a:lnTo>
                    <a:pt x="264581" y="29002"/>
                  </a:lnTo>
                  <a:lnTo>
                    <a:pt x="260218" y="25977"/>
                  </a:lnTo>
                  <a:lnTo>
                    <a:pt x="255761" y="23093"/>
                  </a:lnTo>
                  <a:lnTo>
                    <a:pt x="251215" y="20351"/>
                  </a:lnTo>
                  <a:lnTo>
                    <a:pt x="246584" y="17755"/>
                  </a:lnTo>
                  <a:lnTo>
                    <a:pt x="241873" y="15307"/>
                  </a:lnTo>
                  <a:lnTo>
                    <a:pt x="237087" y="13010"/>
                  </a:lnTo>
                  <a:lnTo>
                    <a:pt x="232230" y="10866"/>
                  </a:lnTo>
                  <a:lnTo>
                    <a:pt x="227308" y="8878"/>
                  </a:lnTo>
                  <a:lnTo>
                    <a:pt x="222325" y="7046"/>
                  </a:lnTo>
                  <a:lnTo>
                    <a:pt x="167163" y="1648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5161" cy="167167"/>
            </a:xfrm>
            <a:custGeom>
              <a:avLst/>
              <a:pathLst>
                <a:path w="55161" h="167167">
                  <a:moveTo>
                    <a:pt x="55161" y="9363"/>
                  </a:moveTo>
                  <a:lnTo>
                    <a:pt x="49228" y="7412"/>
                  </a:lnTo>
                  <a:lnTo>
                    <a:pt x="43226" y="5685"/>
                  </a:lnTo>
                  <a:lnTo>
                    <a:pt x="37163" y="4183"/>
                  </a:lnTo>
                  <a:lnTo>
                    <a:pt x="31049" y="2908"/>
                  </a:lnTo>
                  <a:lnTo>
                    <a:pt x="24891" y="1863"/>
                  </a:lnTo>
                  <a:lnTo>
                    <a:pt x="18699" y="1049"/>
                  </a:lnTo>
                  <a:lnTo>
                    <a:pt x="12480" y="466"/>
                  </a:lnTo>
                  <a:lnTo>
                    <a:pt x="6244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1980" y="3707720"/>
              <a:ext cx="8768" cy="167167"/>
            </a:xfrm>
            <a:custGeom>
              <a:avLst/>
              <a:pathLst>
                <a:path w="8768" h="167167">
                  <a:moveTo>
                    <a:pt x="8768" y="0"/>
                  </a:moveTo>
                  <a:lnTo>
                    <a:pt x="0" y="230"/>
                  </a:lnTo>
                  <a:lnTo>
                    <a:pt x="87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1980" y="3707950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1" y="3707720"/>
              <a:ext cx="334325" cy="334325"/>
            </a:xfrm>
            <a:custGeom>
              <a:avLst/>
              <a:pathLst>
                <a:path w="334325" h="334325">
                  <a:moveTo>
                    <a:pt x="158399" y="230"/>
                  </a:moveTo>
                  <a:lnTo>
                    <a:pt x="153124" y="590"/>
                  </a:lnTo>
                  <a:lnTo>
                    <a:pt x="147863" y="1118"/>
                  </a:lnTo>
                  <a:lnTo>
                    <a:pt x="142622" y="1811"/>
                  </a:lnTo>
                  <a:lnTo>
                    <a:pt x="137405" y="2670"/>
                  </a:lnTo>
                  <a:lnTo>
                    <a:pt x="132219" y="3694"/>
                  </a:lnTo>
                  <a:lnTo>
                    <a:pt x="127067" y="4880"/>
                  </a:lnTo>
                  <a:lnTo>
                    <a:pt x="121955" y="6230"/>
                  </a:lnTo>
                  <a:lnTo>
                    <a:pt x="116888" y="7740"/>
                  </a:lnTo>
                  <a:lnTo>
                    <a:pt x="111872" y="9410"/>
                  </a:lnTo>
                  <a:lnTo>
                    <a:pt x="106911" y="11237"/>
                  </a:lnTo>
                  <a:lnTo>
                    <a:pt x="102010" y="13221"/>
                  </a:lnTo>
                  <a:lnTo>
                    <a:pt x="97174" y="15358"/>
                  </a:lnTo>
                  <a:lnTo>
                    <a:pt x="92409" y="17647"/>
                  </a:lnTo>
                  <a:lnTo>
                    <a:pt x="87718" y="20086"/>
                  </a:lnTo>
                  <a:lnTo>
                    <a:pt x="83106" y="22672"/>
                  </a:lnTo>
                  <a:lnTo>
                    <a:pt x="78579" y="25403"/>
                  </a:lnTo>
                  <a:lnTo>
                    <a:pt x="74140" y="28275"/>
                  </a:lnTo>
                  <a:lnTo>
                    <a:pt x="69795" y="31286"/>
                  </a:lnTo>
                  <a:lnTo>
                    <a:pt x="65547" y="34433"/>
                  </a:lnTo>
                  <a:lnTo>
                    <a:pt x="61400" y="37713"/>
                  </a:lnTo>
                  <a:lnTo>
                    <a:pt x="57359" y="41122"/>
                  </a:lnTo>
                  <a:lnTo>
                    <a:pt x="53428" y="44658"/>
                  </a:lnTo>
                  <a:lnTo>
                    <a:pt x="49611" y="48316"/>
                  </a:lnTo>
                  <a:lnTo>
                    <a:pt x="45912" y="52093"/>
                  </a:lnTo>
                  <a:lnTo>
                    <a:pt x="42333" y="55985"/>
                  </a:lnTo>
                  <a:lnTo>
                    <a:pt x="38880" y="59988"/>
                  </a:lnTo>
                  <a:lnTo>
                    <a:pt x="35555" y="64098"/>
                  </a:lnTo>
                  <a:lnTo>
                    <a:pt x="32361" y="68312"/>
                  </a:lnTo>
                  <a:lnTo>
                    <a:pt x="29302" y="72624"/>
                  </a:lnTo>
                  <a:lnTo>
                    <a:pt x="26382" y="77031"/>
                  </a:lnTo>
                  <a:lnTo>
                    <a:pt x="23602" y="81528"/>
                  </a:lnTo>
                  <a:lnTo>
                    <a:pt x="20965" y="86111"/>
                  </a:lnTo>
                  <a:lnTo>
                    <a:pt x="18475" y="90775"/>
                  </a:lnTo>
                  <a:lnTo>
                    <a:pt x="16134" y="95515"/>
                  </a:lnTo>
                  <a:lnTo>
                    <a:pt x="13944" y="100327"/>
                  </a:lnTo>
                  <a:lnTo>
                    <a:pt x="11907" y="105206"/>
                  </a:lnTo>
                  <a:lnTo>
                    <a:pt x="10025" y="110146"/>
                  </a:lnTo>
                  <a:lnTo>
                    <a:pt x="8300" y="115144"/>
                  </a:lnTo>
                  <a:lnTo>
                    <a:pt x="6735" y="120194"/>
                  </a:lnTo>
                  <a:lnTo>
                    <a:pt x="5330" y="125291"/>
                  </a:lnTo>
                  <a:lnTo>
                    <a:pt x="4086" y="130429"/>
                  </a:lnTo>
                  <a:lnTo>
                    <a:pt x="3006" y="135605"/>
                  </a:lnTo>
                  <a:lnTo>
                    <a:pt x="2090" y="140812"/>
                  </a:lnTo>
                  <a:lnTo>
                    <a:pt x="1339" y="146045"/>
                  </a:lnTo>
                  <a:lnTo>
                    <a:pt x="754" y="151300"/>
                  </a:lnTo>
                  <a:lnTo>
                    <a:pt x="336" y="156570"/>
                  </a:lnTo>
                  <a:lnTo>
                    <a:pt x="84" y="161851"/>
                  </a:lnTo>
                  <a:lnTo>
                    <a:pt x="0" y="167137"/>
                  </a:lnTo>
                  <a:lnTo>
                    <a:pt x="82" y="172424"/>
                  </a:lnTo>
                  <a:lnTo>
                    <a:pt x="332" y="177705"/>
                  </a:lnTo>
                  <a:lnTo>
                    <a:pt x="749" y="182975"/>
                  </a:lnTo>
                  <a:lnTo>
                    <a:pt x="1332" y="188230"/>
                  </a:lnTo>
                  <a:lnTo>
                    <a:pt x="2081" y="193463"/>
                  </a:lnTo>
                  <a:lnTo>
                    <a:pt x="2995" y="198671"/>
                  </a:lnTo>
                  <a:lnTo>
                    <a:pt x="4073" y="203846"/>
                  </a:lnTo>
                  <a:lnTo>
                    <a:pt x="5315" y="208986"/>
                  </a:lnTo>
                  <a:lnTo>
                    <a:pt x="6718" y="214083"/>
                  </a:lnTo>
                  <a:lnTo>
                    <a:pt x="8282" y="219133"/>
                  </a:lnTo>
                  <a:lnTo>
                    <a:pt x="10005" y="224132"/>
                  </a:lnTo>
                  <a:lnTo>
                    <a:pt x="11885" y="229073"/>
                  </a:lnTo>
                  <a:lnTo>
                    <a:pt x="13920" y="233953"/>
                  </a:lnTo>
                  <a:lnTo>
                    <a:pt x="16109" y="238765"/>
                  </a:lnTo>
                  <a:lnTo>
                    <a:pt x="18448" y="243506"/>
                  </a:lnTo>
                  <a:lnTo>
                    <a:pt x="20937" y="248171"/>
                  </a:lnTo>
                  <a:lnTo>
                    <a:pt x="23571" y="252755"/>
                  </a:lnTo>
                  <a:lnTo>
                    <a:pt x="26350" y="257253"/>
                  </a:lnTo>
                  <a:lnTo>
                    <a:pt x="29269" y="261661"/>
                  </a:lnTo>
                  <a:lnTo>
                    <a:pt x="32326" y="265974"/>
                  </a:lnTo>
                  <a:lnTo>
                    <a:pt x="35518" y="270189"/>
                  </a:lnTo>
                  <a:lnTo>
                    <a:pt x="38842" y="274300"/>
                  </a:lnTo>
                  <a:lnTo>
                    <a:pt x="42294" y="278305"/>
                  </a:lnTo>
                  <a:lnTo>
                    <a:pt x="45871" y="282198"/>
                  </a:lnTo>
                  <a:lnTo>
                    <a:pt x="49569" y="285976"/>
                  </a:lnTo>
                  <a:lnTo>
                    <a:pt x="53385" y="289636"/>
                  </a:lnTo>
                  <a:lnTo>
                    <a:pt x="57314" y="293172"/>
                  </a:lnTo>
                  <a:lnTo>
                    <a:pt x="61354" y="296583"/>
                  </a:lnTo>
                  <a:lnTo>
                    <a:pt x="65499" y="299865"/>
                  </a:lnTo>
                  <a:lnTo>
                    <a:pt x="69746" y="303013"/>
                  </a:lnTo>
                  <a:lnTo>
                    <a:pt x="74091" y="306026"/>
                  </a:lnTo>
                  <a:lnTo>
                    <a:pt x="78529" y="308900"/>
                  </a:lnTo>
                  <a:lnTo>
                    <a:pt x="83055" y="311632"/>
                  </a:lnTo>
                  <a:lnTo>
                    <a:pt x="87665" y="314220"/>
                  </a:lnTo>
                  <a:lnTo>
                    <a:pt x="92355" y="316660"/>
                  </a:lnTo>
                  <a:lnTo>
                    <a:pt x="97120" y="318951"/>
                  </a:lnTo>
                  <a:lnTo>
                    <a:pt x="101955" y="321090"/>
                  </a:lnTo>
                  <a:lnTo>
                    <a:pt x="106855" y="323075"/>
                  </a:lnTo>
                  <a:lnTo>
                    <a:pt x="111816" y="324905"/>
                  </a:lnTo>
                  <a:lnTo>
                    <a:pt x="116831" y="326576"/>
                  </a:lnTo>
                  <a:lnTo>
                    <a:pt x="121897" y="328088"/>
                  </a:lnTo>
                  <a:lnTo>
                    <a:pt x="127009" y="329439"/>
                  </a:lnTo>
                  <a:lnTo>
                    <a:pt x="132160" y="330628"/>
                  </a:lnTo>
                  <a:lnTo>
                    <a:pt x="137347" y="331653"/>
                  </a:lnTo>
                  <a:lnTo>
                    <a:pt x="142563" y="332514"/>
                  </a:lnTo>
                  <a:lnTo>
                    <a:pt x="147804" y="333209"/>
                  </a:lnTo>
                  <a:lnTo>
                    <a:pt x="153065" y="333738"/>
                  </a:lnTo>
                  <a:lnTo>
                    <a:pt x="158339" y="334101"/>
                  </a:lnTo>
                  <a:lnTo>
                    <a:pt x="163623" y="334297"/>
                  </a:lnTo>
                  <a:lnTo>
                    <a:pt x="168909" y="334325"/>
                  </a:lnTo>
                  <a:lnTo>
                    <a:pt x="174195" y="334187"/>
                  </a:lnTo>
                  <a:lnTo>
                    <a:pt x="179473" y="333881"/>
                  </a:lnTo>
                  <a:lnTo>
                    <a:pt x="184738" y="333408"/>
                  </a:lnTo>
                  <a:lnTo>
                    <a:pt x="189987" y="332770"/>
                  </a:lnTo>
                  <a:lnTo>
                    <a:pt x="195212" y="331965"/>
                  </a:lnTo>
                  <a:lnTo>
                    <a:pt x="200409" y="330996"/>
                  </a:lnTo>
                  <a:lnTo>
                    <a:pt x="205574" y="329863"/>
                  </a:lnTo>
                  <a:lnTo>
                    <a:pt x="210699" y="328567"/>
                  </a:lnTo>
                  <a:lnTo>
                    <a:pt x="215781" y="327109"/>
                  </a:lnTo>
                  <a:lnTo>
                    <a:pt x="220815" y="325492"/>
                  </a:lnTo>
                  <a:lnTo>
                    <a:pt x="225795" y="323716"/>
                  </a:lnTo>
                  <a:lnTo>
                    <a:pt x="230716" y="321784"/>
                  </a:lnTo>
                  <a:lnTo>
                    <a:pt x="235573" y="319697"/>
                  </a:lnTo>
                  <a:lnTo>
                    <a:pt x="240363" y="317458"/>
                  </a:lnTo>
                  <a:lnTo>
                    <a:pt x="245079" y="315068"/>
                  </a:lnTo>
                  <a:lnTo>
                    <a:pt x="249717" y="312530"/>
                  </a:lnTo>
                  <a:lnTo>
                    <a:pt x="254272" y="309847"/>
                  </a:lnTo>
                  <a:lnTo>
                    <a:pt x="258741" y="307021"/>
                  </a:lnTo>
                  <a:lnTo>
                    <a:pt x="263117" y="304055"/>
                  </a:lnTo>
                  <a:lnTo>
                    <a:pt x="267398" y="300953"/>
                  </a:lnTo>
                  <a:lnTo>
                    <a:pt x="271579" y="297716"/>
                  </a:lnTo>
                  <a:lnTo>
                    <a:pt x="275655" y="294349"/>
                  </a:lnTo>
                  <a:lnTo>
                    <a:pt x="279622" y="290855"/>
                  </a:lnTo>
                  <a:lnTo>
                    <a:pt x="283477" y="287237"/>
                  </a:lnTo>
                  <a:lnTo>
                    <a:pt x="287216" y="283499"/>
                  </a:lnTo>
                  <a:lnTo>
                    <a:pt x="290835" y="279644"/>
                  </a:lnTo>
                  <a:lnTo>
                    <a:pt x="294330" y="275677"/>
                  </a:lnTo>
                  <a:lnTo>
                    <a:pt x="297698" y="271602"/>
                  </a:lnTo>
                  <a:lnTo>
                    <a:pt x="300935" y="267422"/>
                  </a:lnTo>
                  <a:lnTo>
                    <a:pt x="304038" y="263142"/>
                  </a:lnTo>
                  <a:lnTo>
                    <a:pt x="307005" y="258765"/>
                  </a:lnTo>
                  <a:lnTo>
                    <a:pt x="309832" y="254298"/>
                  </a:lnTo>
                  <a:lnTo>
                    <a:pt x="312516" y="249743"/>
                  </a:lnTo>
                  <a:lnTo>
                    <a:pt x="315054" y="245105"/>
                  </a:lnTo>
                  <a:lnTo>
                    <a:pt x="317445" y="240389"/>
                  </a:lnTo>
                  <a:lnTo>
                    <a:pt x="319685" y="235601"/>
                  </a:lnTo>
                  <a:lnTo>
                    <a:pt x="321773" y="230743"/>
                  </a:lnTo>
                  <a:lnTo>
                    <a:pt x="323706" y="225822"/>
                  </a:lnTo>
                  <a:lnTo>
                    <a:pt x="325483" y="220843"/>
                  </a:lnTo>
                  <a:lnTo>
                    <a:pt x="327101" y="215810"/>
                  </a:lnTo>
                  <a:lnTo>
                    <a:pt x="328559" y="210728"/>
                  </a:lnTo>
                  <a:lnTo>
                    <a:pt x="329856" y="205602"/>
                  </a:lnTo>
                  <a:lnTo>
                    <a:pt x="330990" y="200439"/>
                  </a:lnTo>
                  <a:lnTo>
                    <a:pt x="331960" y="195241"/>
                  </a:lnTo>
                  <a:lnTo>
                    <a:pt x="332765" y="190016"/>
                  </a:lnTo>
                  <a:lnTo>
                    <a:pt x="333405" y="184768"/>
                  </a:lnTo>
                  <a:lnTo>
                    <a:pt x="333879" y="179502"/>
                  </a:lnTo>
                  <a:lnTo>
                    <a:pt x="334185" y="174224"/>
                  </a:lnTo>
                  <a:lnTo>
                    <a:pt x="334325" y="168939"/>
                  </a:lnTo>
                  <a:lnTo>
                    <a:pt x="334297" y="163652"/>
                  </a:lnTo>
                  <a:lnTo>
                    <a:pt x="334103" y="158369"/>
                  </a:lnTo>
                  <a:lnTo>
                    <a:pt x="333741" y="153094"/>
                  </a:lnTo>
                  <a:lnTo>
                    <a:pt x="333213" y="147834"/>
                  </a:lnTo>
                  <a:lnTo>
                    <a:pt x="332518" y="142593"/>
                  </a:lnTo>
                  <a:lnTo>
                    <a:pt x="331658" y="137376"/>
                  </a:lnTo>
                  <a:lnTo>
                    <a:pt x="330634" y="132189"/>
                  </a:lnTo>
                  <a:lnTo>
                    <a:pt x="329446" y="127038"/>
                  </a:lnTo>
                  <a:lnTo>
                    <a:pt x="328096" y="121926"/>
                  </a:lnTo>
                  <a:lnTo>
                    <a:pt x="326585" y="116860"/>
                  </a:lnTo>
                  <a:lnTo>
                    <a:pt x="324914" y="111844"/>
                  </a:lnTo>
                  <a:lnTo>
                    <a:pt x="323086" y="106883"/>
                  </a:lnTo>
                  <a:lnTo>
                    <a:pt x="321102" y="101982"/>
                  </a:lnTo>
                  <a:lnTo>
                    <a:pt x="318963" y="97147"/>
                  </a:lnTo>
                  <a:lnTo>
                    <a:pt x="316673" y="92382"/>
                  </a:lnTo>
                  <a:lnTo>
                    <a:pt x="314234" y="87692"/>
                  </a:lnTo>
                  <a:lnTo>
                    <a:pt x="311647" y="83081"/>
                  </a:lnTo>
                  <a:lnTo>
                    <a:pt x="308916" y="78554"/>
                  </a:lnTo>
                  <a:lnTo>
                    <a:pt x="306043" y="74116"/>
                  </a:lnTo>
                  <a:lnTo>
                    <a:pt x="303031" y="69771"/>
                  </a:lnTo>
                  <a:lnTo>
                    <a:pt x="299883" y="65523"/>
                  </a:lnTo>
                  <a:lnTo>
                    <a:pt x="296602" y="61377"/>
                  </a:lnTo>
                  <a:lnTo>
                    <a:pt x="293192" y="57337"/>
                  </a:lnTo>
                  <a:lnTo>
                    <a:pt x="289656" y="53407"/>
                  </a:lnTo>
                  <a:lnTo>
                    <a:pt x="285997" y="49590"/>
                  </a:lnTo>
                  <a:lnTo>
                    <a:pt x="282220" y="45891"/>
                  </a:lnTo>
                  <a:lnTo>
                    <a:pt x="278327" y="42313"/>
                  </a:lnTo>
                  <a:lnTo>
                    <a:pt x="274323" y="38861"/>
                  </a:lnTo>
                  <a:lnTo>
                    <a:pt x="270212" y="35536"/>
                  </a:lnTo>
                  <a:lnTo>
                    <a:pt x="265998" y="32344"/>
                  </a:lnTo>
                  <a:lnTo>
                    <a:pt x="261685" y="29286"/>
                  </a:lnTo>
                  <a:lnTo>
                    <a:pt x="257278" y="26366"/>
                  </a:lnTo>
                  <a:lnTo>
                    <a:pt x="252780" y="23587"/>
                  </a:lnTo>
                  <a:lnTo>
                    <a:pt x="248197" y="20951"/>
                  </a:lnTo>
                  <a:lnTo>
                    <a:pt x="243533" y="18462"/>
                  </a:lnTo>
                  <a:lnTo>
                    <a:pt x="238792" y="16121"/>
                  </a:lnTo>
                  <a:lnTo>
                    <a:pt x="233980" y="13932"/>
                  </a:lnTo>
                  <a:lnTo>
                    <a:pt x="229101" y="11896"/>
                  </a:lnTo>
                  <a:lnTo>
                    <a:pt x="224160" y="10015"/>
                  </a:lnTo>
                  <a:lnTo>
                    <a:pt x="219162" y="8291"/>
                  </a:lnTo>
                  <a:lnTo>
                    <a:pt x="214111" y="6726"/>
                  </a:lnTo>
                  <a:lnTo>
                    <a:pt x="209014" y="5322"/>
                  </a:lnTo>
                  <a:lnTo>
                    <a:pt x="203875" y="4080"/>
                  </a:lnTo>
                  <a:lnTo>
                    <a:pt x="198700" y="3000"/>
                  </a:lnTo>
                  <a:lnTo>
                    <a:pt x="193493" y="2085"/>
                  </a:lnTo>
                  <a:lnTo>
                    <a:pt x="188259" y="1335"/>
                  </a:lnTo>
                  <a:lnTo>
                    <a:pt x="183005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2519" y="4213821"/>
              <a:ext cx="8768" cy="167167"/>
            </a:xfrm>
            <a:custGeom>
              <a:avLst/>
              <a:pathLst>
                <a:path w="8768" h="167167">
                  <a:moveTo>
                    <a:pt x="8768" y="0"/>
                  </a:moveTo>
                  <a:lnTo>
                    <a:pt x="0" y="230"/>
                  </a:lnTo>
                  <a:lnTo>
                    <a:pt x="87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2519" y="4214051"/>
              <a:ext cx="8768" cy="166937"/>
            </a:xfrm>
            <a:custGeom>
              <a:avLst/>
              <a:pathLst>
                <a:path w="8768" h="166937">
                  <a:moveTo>
                    <a:pt x="0" y="0"/>
                  </a:moveTo>
                  <a:lnTo>
                    <a:pt x="8768" y="166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0" y="4213821"/>
              <a:ext cx="334322" cy="334327"/>
            </a:xfrm>
            <a:custGeom>
              <a:avLst/>
              <a:pathLst>
                <a:path w="334322" h="334327">
                  <a:moveTo>
                    <a:pt x="158399" y="229"/>
                  </a:moveTo>
                  <a:lnTo>
                    <a:pt x="153126" y="590"/>
                  </a:lnTo>
                  <a:lnTo>
                    <a:pt x="147867" y="1117"/>
                  </a:lnTo>
                  <a:lnTo>
                    <a:pt x="142627" y="1810"/>
                  </a:lnTo>
                  <a:lnTo>
                    <a:pt x="137412" y="2669"/>
                  </a:lnTo>
                  <a:lnTo>
                    <a:pt x="132227" y="3691"/>
                  </a:lnTo>
                  <a:lnTo>
                    <a:pt x="127076" y="4878"/>
                  </a:lnTo>
                  <a:lnTo>
                    <a:pt x="121966" y="6226"/>
                  </a:lnTo>
                  <a:lnTo>
                    <a:pt x="116901" y="7736"/>
                  </a:lnTo>
                  <a:lnTo>
                    <a:pt x="111886" y="9404"/>
                  </a:lnTo>
                  <a:lnTo>
                    <a:pt x="106926" y="11231"/>
                  </a:lnTo>
                  <a:lnTo>
                    <a:pt x="102027" y="13213"/>
                  </a:lnTo>
                  <a:lnTo>
                    <a:pt x="97192" y="15349"/>
                  </a:lnTo>
                  <a:lnTo>
                    <a:pt x="92428" y="17637"/>
                  </a:lnTo>
                  <a:lnTo>
                    <a:pt x="87738" y="20075"/>
                  </a:lnTo>
                  <a:lnTo>
                    <a:pt x="83128" y="22659"/>
                  </a:lnTo>
                  <a:lnTo>
                    <a:pt x="78602" y="25388"/>
                  </a:lnTo>
                  <a:lnTo>
                    <a:pt x="74164" y="28259"/>
                  </a:lnTo>
                  <a:lnTo>
                    <a:pt x="69819" y="31268"/>
                  </a:lnTo>
                  <a:lnTo>
                    <a:pt x="65572" y="34414"/>
                  </a:lnTo>
                  <a:lnTo>
                    <a:pt x="61426" y="37692"/>
                  </a:lnTo>
                  <a:lnTo>
                    <a:pt x="57386" y="41099"/>
                  </a:lnTo>
                  <a:lnTo>
                    <a:pt x="53455" y="44633"/>
                  </a:lnTo>
                  <a:lnTo>
                    <a:pt x="49638" y="48289"/>
                  </a:lnTo>
                  <a:lnTo>
                    <a:pt x="45939" y="52063"/>
                  </a:lnTo>
                  <a:lnTo>
                    <a:pt x="42361" y="55953"/>
                  </a:lnTo>
                  <a:lnTo>
                    <a:pt x="38908" y="59954"/>
                  </a:lnTo>
                  <a:lnTo>
                    <a:pt x="35582" y="64063"/>
                  </a:lnTo>
                  <a:lnTo>
                    <a:pt x="32389" y="68274"/>
                  </a:lnTo>
                  <a:lnTo>
                    <a:pt x="29330" y="72584"/>
                  </a:lnTo>
                  <a:lnTo>
                    <a:pt x="26409" y="76989"/>
                  </a:lnTo>
                  <a:lnTo>
                    <a:pt x="23628" y="81483"/>
                  </a:lnTo>
                  <a:lnTo>
                    <a:pt x="20991" y="86064"/>
                  </a:lnTo>
                  <a:lnTo>
                    <a:pt x="18501" y="90725"/>
                  </a:lnTo>
                  <a:lnTo>
                    <a:pt x="16158" y="95463"/>
                  </a:lnTo>
                  <a:lnTo>
                    <a:pt x="13967" y="100273"/>
                  </a:lnTo>
                  <a:lnTo>
                    <a:pt x="11929" y="105150"/>
                  </a:lnTo>
                  <a:lnTo>
                    <a:pt x="10046" y="110088"/>
                  </a:lnTo>
                  <a:lnTo>
                    <a:pt x="8320" y="115084"/>
                  </a:lnTo>
                  <a:lnTo>
                    <a:pt x="6753" y="120131"/>
                  </a:lnTo>
                  <a:lnTo>
                    <a:pt x="5346" y="125226"/>
                  </a:lnTo>
                  <a:lnTo>
                    <a:pt x="4101" y="130362"/>
                  </a:lnTo>
                  <a:lnTo>
                    <a:pt x="3019" y="135536"/>
                  </a:lnTo>
                  <a:lnTo>
                    <a:pt x="2101" y="140741"/>
                  </a:lnTo>
                  <a:lnTo>
                    <a:pt x="1349" y="145972"/>
                  </a:lnTo>
                  <a:lnTo>
                    <a:pt x="761" y="151225"/>
                  </a:lnTo>
                  <a:lnTo>
                    <a:pt x="341" y="156493"/>
                  </a:lnTo>
                  <a:lnTo>
                    <a:pt x="87" y="161772"/>
                  </a:lnTo>
                  <a:lnTo>
                    <a:pt x="0" y="167057"/>
                  </a:lnTo>
                  <a:lnTo>
                    <a:pt x="80" y="172342"/>
                  </a:lnTo>
                  <a:lnTo>
                    <a:pt x="327" y="177621"/>
                  </a:lnTo>
                  <a:lnTo>
                    <a:pt x="741" y="182890"/>
                  </a:lnTo>
                  <a:lnTo>
                    <a:pt x="1321" y="188143"/>
                  </a:lnTo>
                  <a:lnTo>
                    <a:pt x="2067" y="193376"/>
                  </a:lnTo>
                  <a:lnTo>
                    <a:pt x="2978" y="198582"/>
                  </a:lnTo>
                  <a:lnTo>
                    <a:pt x="4053" y="203757"/>
                  </a:lnTo>
                  <a:lnTo>
                    <a:pt x="5291" y="208895"/>
                  </a:lnTo>
                  <a:lnTo>
                    <a:pt x="6691" y="213991"/>
                  </a:lnTo>
                  <a:lnTo>
                    <a:pt x="8252" y="219041"/>
                  </a:lnTo>
                  <a:lnTo>
                    <a:pt x="9971" y="224039"/>
                  </a:lnTo>
                  <a:lnTo>
                    <a:pt x="11848" y="228980"/>
                  </a:lnTo>
                  <a:lnTo>
                    <a:pt x="13879" y="233859"/>
                  </a:lnTo>
                  <a:lnTo>
                    <a:pt x="16064" y="238671"/>
                  </a:lnTo>
                  <a:lnTo>
                    <a:pt x="18400" y="243412"/>
                  </a:lnTo>
                  <a:lnTo>
                    <a:pt x="20885" y="248077"/>
                  </a:lnTo>
                  <a:lnTo>
                    <a:pt x="23516" y="252661"/>
                  </a:lnTo>
                  <a:lnTo>
                    <a:pt x="26290" y="257160"/>
                  </a:lnTo>
                  <a:lnTo>
                    <a:pt x="29206" y="261568"/>
                  </a:lnTo>
                  <a:lnTo>
                    <a:pt x="32259" y="265882"/>
                  </a:lnTo>
                  <a:lnTo>
                    <a:pt x="35447" y="270098"/>
                  </a:lnTo>
                  <a:lnTo>
                    <a:pt x="38767" y="274210"/>
                  </a:lnTo>
                  <a:lnTo>
                    <a:pt x="42215" y="278216"/>
                  </a:lnTo>
                  <a:lnTo>
                    <a:pt x="45788" y="282111"/>
                  </a:lnTo>
                  <a:lnTo>
                    <a:pt x="49482" y="285890"/>
                  </a:lnTo>
                  <a:lnTo>
                    <a:pt x="53294" y="289551"/>
                  </a:lnTo>
                  <a:lnTo>
                    <a:pt x="57220" y="293090"/>
                  </a:lnTo>
                  <a:lnTo>
                    <a:pt x="61256" y="296503"/>
                  </a:lnTo>
                  <a:lnTo>
                    <a:pt x="65397" y="299786"/>
                  </a:lnTo>
                  <a:lnTo>
                    <a:pt x="69641" y="302937"/>
                  </a:lnTo>
                  <a:lnTo>
                    <a:pt x="73982" y="305952"/>
                  </a:lnTo>
                  <a:lnTo>
                    <a:pt x="78416" y="308829"/>
                  </a:lnTo>
                  <a:lnTo>
                    <a:pt x="82938" y="311564"/>
                  </a:lnTo>
                  <a:lnTo>
                    <a:pt x="87545" y="314154"/>
                  </a:lnTo>
                  <a:lnTo>
                    <a:pt x="92232" y="316598"/>
                  </a:lnTo>
                  <a:lnTo>
                    <a:pt x="96993" y="318892"/>
                  </a:lnTo>
                  <a:lnTo>
                    <a:pt x="101824" y="321034"/>
                  </a:lnTo>
                  <a:lnTo>
                    <a:pt x="106721" y="323023"/>
                  </a:lnTo>
                  <a:lnTo>
                    <a:pt x="111679" y="324856"/>
                  </a:lnTo>
                  <a:lnTo>
                    <a:pt x="116691" y="326532"/>
                  </a:lnTo>
                  <a:lnTo>
                    <a:pt x="121755" y="328048"/>
                  </a:lnTo>
                  <a:lnTo>
                    <a:pt x="126863" y="329403"/>
                  </a:lnTo>
                  <a:lnTo>
                    <a:pt x="132012" y="330596"/>
                  </a:lnTo>
                  <a:lnTo>
                    <a:pt x="137196" y="331625"/>
                  </a:lnTo>
                  <a:lnTo>
                    <a:pt x="142410" y="332491"/>
                  </a:lnTo>
                  <a:lnTo>
                    <a:pt x="147649" y="333191"/>
                  </a:lnTo>
                  <a:lnTo>
                    <a:pt x="152907" y="333725"/>
                  </a:lnTo>
                  <a:lnTo>
                    <a:pt x="158179" y="334092"/>
                  </a:lnTo>
                  <a:lnTo>
                    <a:pt x="163461" y="334293"/>
                  </a:lnTo>
                  <a:lnTo>
                    <a:pt x="168746" y="334327"/>
                  </a:lnTo>
                  <a:lnTo>
                    <a:pt x="174030" y="334193"/>
                  </a:lnTo>
                  <a:lnTo>
                    <a:pt x="179306" y="333893"/>
                  </a:lnTo>
                  <a:lnTo>
                    <a:pt x="184571" y="333426"/>
                  </a:lnTo>
                  <a:lnTo>
                    <a:pt x="189818" y="332792"/>
                  </a:lnTo>
                  <a:lnTo>
                    <a:pt x="195043" y="331993"/>
                  </a:lnTo>
                  <a:lnTo>
                    <a:pt x="200239" y="331030"/>
                  </a:lnTo>
                  <a:lnTo>
                    <a:pt x="205403" y="329902"/>
                  </a:lnTo>
                  <a:lnTo>
                    <a:pt x="210528" y="328612"/>
                  </a:lnTo>
                  <a:lnTo>
                    <a:pt x="215610" y="327161"/>
                  </a:lnTo>
                  <a:lnTo>
                    <a:pt x="220644" y="325550"/>
                  </a:lnTo>
                  <a:lnTo>
                    <a:pt x="225624" y="323780"/>
                  </a:lnTo>
                  <a:lnTo>
                    <a:pt x="230546" y="321854"/>
                  </a:lnTo>
                  <a:lnTo>
                    <a:pt x="235404" y="319773"/>
                  </a:lnTo>
                  <a:lnTo>
                    <a:pt x="240195" y="317539"/>
                  </a:lnTo>
                  <a:lnTo>
                    <a:pt x="244912" y="315155"/>
                  </a:lnTo>
                  <a:lnTo>
                    <a:pt x="249551" y="312624"/>
                  </a:lnTo>
                  <a:lnTo>
                    <a:pt x="254108" y="309947"/>
                  </a:lnTo>
                  <a:lnTo>
                    <a:pt x="258579" y="307127"/>
                  </a:lnTo>
                  <a:lnTo>
                    <a:pt x="262957" y="304167"/>
                  </a:lnTo>
                  <a:lnTo>
                    <a:pt x="267241" y="301070"/>
                  </a:lnTo>
                  <a:lnTo>
                    <a:pt x="271424" y="297840"/>
                  </a:lnTo>
                  <a:lnTo>
                    <a:pt x="275502" y="294479"/>
                  </a:lnTo>
                  <a:lnTo>
                    <a:pt x="279473" y="290990"/>
                  </a:lnTo>
                  <a:lnTo>
                    <a:pt x="283331" y="287378"/>
                  </a:lnTo>
                  <a:lnTo>
                    <a:pt x="287073" y="283646"/>
                  </a:lnTo>
                  <a:lnTo>
                    <a:pt x="290696" y="279797"/>
                  </a:lnTo>
                  <a:lnTo>
                    <a:pt x="294194" y="275836"/>
                  </a:lnTo>
                  <a:lnTo>
                    <a:pt x="297566" y="271766"/>
                  </a:lnTo>
                  <a:lnTo>
                    <a:pt x="300808" y="267591"/>
                  </a:lnTo>
                  <a:lnTo>
                    <a:pt x="303916" y="263316"/>
                  </a:lnTo>
                  <a:lnTo>
                    <a:pt x="306887" y="258945"/>
                  </a:lnTo>
                  <a:lnTo>
                    <a:pt x="309718" y="254482"/>
                  </a:lnTo>
                  <a:lnTo>
                    <a:pt x="312407" y="249932"/>
                  </a:lnTo>
                  <a:lnTo>
                    <a:pt x="314951" y="245299"/>
                  </a:lnTo>
                  <a:lnTo>
                    <a:pt x="317347" y="240588"/>
                  </a:lnTo>
                  <a:lnTo>
                    <a:pt x="319593" y="235804"/>
                  </a:lnTo>
                  <a:lnTo>
                    <a:pt x="321687" y="230951"/>
                  </a:lnTo>
                  <a:lnTo>
                    <a:pt x="323626" y="226034"/>
                  </a:lnTo>
                  <a:lnTo>
                    <a:pt x="325409" y="221059"/>
                  </a:lnTo>
                  <a:lnTo>
                    <a:pt x="327034" y="216030"/>
                  </a:lnTo>
                  <a:lnTo>
                    <a:pt x="328498" y="210951"/>
                  </a:lnTo>
                  <a:lnTo>
                    <a:pt x="329802" y="205829"/>
                  </a:lnTo>
                  <a:lnTo>
                    <a:pt x="330943" y="200669"/>
                  </a:lnTo>
                  <a:lnTo>
                    <a:pt x="331920" y="195475"/>
                  </a:lnTo>
                  <a:lnTo>
                    <a:pt x="332733" y="190252"/>
                  </a:lnTo>
                  <a:lnTo>
                    <a:pt x="333380" y="185007"/>
                  </a:lnTo>
                  <a:lnTo>
                    <a:pt x="333861" y="179743"/>
                  </a:lnTo>
                  <a:lnTo>
                    <a:pt x="334175" y="174467"/>
                  </a:lnTo>
                  <a:lnTo>
                    <a:pt x="334322" y="169184"/>
                  </a:lnTo>
                  <a:lnTo>
                    <a:pt x="334302" y="163899"/>
                  </a:lnTo>
                  <a:lnTo>
                    <a:pt x="334116" y="158617"/>
                  </a:lnTo>
                  <a:lnTo>
                    <a:pt x="333762" y="153343"/>
                  </a:lnTo>
                  <a:lnTo>
                    <a:pt x="333242" y="148084"/>
                  </a:lnTo>
                  <a:lnTo>
                    <a:pt x="332555" y="142843"/>
                  </a:lnTo>
                  <a:lnTo>
                    <a:pt x="331704" y="137627"/>
                  </a:lnTo>
                  <a:lnTo>
                    <a:pt x="330688" y="132440"/>
                  </a:lnTo>
                  <a:lnTo>
                    <a:pt x="329508" y="127288"/>
                  </a:lnTo>
                  <a:lnTo>
                    <a:pt x="328166" y="122176"/>
                  </a:lnTo>
                  <a:lnTo>
                    <a:pt x="326664" y="117109"/>
                  </a:lnTo>
                  <a:lnTo>
                    <a:pt x="325001" y="112092"/>
                  </a:lnTo>
                  <a:lnTo>
                    <a:pt x="323181" y="107130"/>
                  </a:lnTo>
                  <a:lnTo>
                    <a:pt x="321206" y="102228"/>
                  </a:lnTo>
                  <a:lnTo>
                    <a:pt x="319076" y="97391"/>
                  </a:lnTo>
                  <a:lnTo>
                    <a:pt x="316794" y="92623"/>
                  </a:lnTo>
                  <a:lnTo>
                    <a:pt x="314363" y="87931"/>
                  </a:lnTo>
                  <a:lnTo>
                    <a:pt x="311784" y="83317"/>
                  </a:lnTo>
                  <a:lnTo>
                    <a:pt x="309061" y="78787"/>
                  </a:lnTo>
                  <a:lnTo>
                    <a:pt x="306196" y="74346"/>
                  </a:lnTo>
                  <a:lnTo>
                    <a:pt x="303193" y="69997"/>
                  </a:lnTo>
                  <a:lnTo>
                    <a:pt x="300053" y="65745"/>
                  </a:lnTo>
                  <a:lnTo>
                    <a:pt x="296780" y="61595"/>
                  </a:lnTo>
                  <a:lnTo>
                    <a:pt x="293378" y="57550"/>
                  </a:lnTo>
                  <a:lnTo>
                    <a:pt x="289850" y="53615"/>
                  </a:lnTo>
                  <a:lnTo>
                    <a:pt x="286199" y="49794"/>
                  </a:lnTo>
                  <a:lnTo>
                    <a:pt x="282429" y="46089"/>
                  </a:lnTo>
                  <a:lnTo>
                    <a:pt x="278544" y="42506"/>
                  </a:lnTo>
                  <a:lnTo>
                    <a:pt x="274547" y="39048"/>
                  </a:lnTo>
                  <a:lnTo>
                    <a:pt x="270443" y="35717"/>
                  </a:lnTo>
                  <a:lnTo>
                    <a:pt x="266236" y="32518"/>
                  </a:lnTo>
                  <a:lnTo>
                    <a:pt x="261930" y="29453"/>
                  </a:lnTo>
                  <a:lnTo>
                    <a:pt x="257529" y="26527"/>
                  </a:lnTo>
                  <a:lnTo>
                    <a:pt x="253038" y="23740"/>
                  </a:lnTo>
                  <a:lnTo>
                    <a:pt x="248461" y="21097"/>
                  </a:lnTo>
                  <a:lnTo>
                    <a:pt x="243803" y="18600"/>
                  </a:lnTo>
                  <a:lnTo>
                    <a:pt x="239068" y="16252"/>
                  </a:lnTo>
                  <a:lnTo>
                    <a:pt x="234261" y="14054"/>
                  </a:lnTo>
                  <a:lnTo>
                    <a:pt x="229387" y="12010"/>
                  </a:lnTo>
                  <a:lnTo>
                    <a:pt x="224451" y="10121"/>
                  </a:lnTo>
                  <a:lnTo>
                    <a:pt x="219458" y="8388"/>
                  </a:lnTo>
                  <a:lnTo>
                    <a:pt x="214412" y="6814"/>
                  </a:lnTo>
                  <a:lnTo>
                    <a:pt x="209319" y="5401"/>
                  </a:lnTo>
                  <a:lnTo>
                    <a:pt x="204185" y="4149"/>
                  </a:lnTo>
                  <a:lnTo>
                    <a:pt x="199013" y="3061"/>
                  </a:lnTo>
                  <a:lnTo>
                    <a:pt x="193809" y="2136"/>
                  </a:lnTo>
                  <a:lnTo>
                    <a:pt x="188578" y="1376"/>
                  </a:lnTo>
                  <a:lnTo>
                    <a:pt x="183327" y="782"/>
                  </a:lnTo>
                  <a:lnTo>
                    <a:pt x="178059" y="354"/>
                  </a:lnTo>
                  <a:lnTo>
                    <a:pt x="172780" y="93"/>
                  </a:lnTo>
                  <a:lnTo>
                    <a:pt x="167495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455" y="4659281"/>
              <a:ext cx="2069" cy="167167"/>
            </a:xfrm>
            <a:custGeom>
              <a:avLst/>
              <a:pathLst>
                <a:path w="2069" h="167167">
                  <a:moveTo>
                    <a:pt x="2069" y="0"/>
                  </a:moveTo>
                  <a:lnTo>
                    <a:pt x="0" y="12"/>
                  </a:lnTo>
                  <a:lnTo>
                    <a:pt x="206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455" y="4659294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1494" y="4659294"/>
              <a:ext cx="145030" cy="167154"/>
            </a:xfrm>
            <a:custGeom>
              <a:avLst/>
              <a:pathLst>
                <a:path w="145030" h="167154">
                  <a:moveTo>
                    <a:pt x="142960" y="0"/>
                  </a:moveTo>
                  <a:lnTo>
                    <a:pt x="137541" y="155"/>
                  </a:lnTo>
                  <a:lnTo>
                    <a:pt x="132129" y="485"/>
                  </a:lnTo>
                  <a:lnTo>
                    <a:pt x="126731" y="991"/>
                  </a:lnTo>
                  <a:lnTo>
                    <a:pt x="121352" y="1672"/>
                  </a:lnTo>
                  <a:lnTo>
                    <a:pt x="115998" y="2527"/>
                  </a:lnTo>
                  <a:lnTo>
                    <a:pt x="110674" y="3555"/>
                  </a:lnTo>
                  <a:lnTo>
                    <a:pt x="105387" y="4755"/>
                  </a:lnTo>
                  <a:lnTo>
                    <a:pt x="100141" y="6126"/>
                  </a:lnTo>
                  <a:lnTo>
                    <a:pt x="94943" y="7667"/>
                  </a:lnTo>
                  <a:lnTo>
                    <a:pt x="89797" y="9375"/>
                  </a:lnTo>
                  <a:lnTo>
                    <a:pt x="84709" y="11249"/>
                  </a:lnTo>
                  <a:lnTo>
                    <a:pt x="79685" y="13287"/>
                  </a:lnTo>
                  <a:lnTo>
                    <a:pt x="74730" y="15487"/>
                  </a:lnTo>
                  <a:lnTo>
                    <a:pt x="69848" y="17847"/>
                  </a:lnTo>
                  <a:lnTo>
                    <a:pt x="65046" y="20364"/>
                  </a:lnTo>
                  <a:lnTo>
                    <a:pt x="60327" y="23035"/>
                  </a:lnTo>
                  <a:lnTo>
                    <a:pt x="55698" y="25857"/>
                  </a:lnTo>
                  <a:lnTo>
                    <a:pt x="51163" y="28829"/>
                  </a:lnTo>
                  <a:lnTo>
                    <a:pt x="46727" y="31946"/>
                  </a:lnTo>
                  <a:lnTo>
                    <a:pt x="42394" y="35205"/>
                  </a:lnTo>
                  <a:lnTo>
                    <a:pt x="38168" y="38602"/>
                  </a:lnTo>
                  <a:lnTo>
                    <a:pt x="34056" y="42136"/>
                  </a:lnTo>
                  <a:lnTo>
                    <a:pt x="30060" y="45800"/>
                  </a:lnTo>
                  <a:lnTo>
                    <a:pt x="26185" y="49592"/>
                  </a:lnTo>
                  <a:lnTo>
                    <a:pt x="22435" y="53508"/>
                  </a:lnTo>
                  <a:lnTo>
                    <a:pt x="18814" y="57544"/>
                  </a:lnTo>
                  <a:lnTo>
                    <a:pt x="15326" y="61695"/>
                  </a:lnTo>
                  <a:lnTo>
                    <a:pt x="11974" y="65956"/>
                  </a:lnTo>
                  <a:lnTo>
                    <a:pt x="8762" y="70325"/>
                  </a:lnTo>
                  <a:lnTo>
                    <a:pt x="5694" y="74795"/>
                  </a:lnTo>
                  <a:lnTo>
                    <a:pt x="2772" y="79362"/>
                  </a:lnTo>
                  <a:lnTo>
                    <a:pt x="0" y="84021"/>
                  </a:lnTo>
                  <a:lnTo>
                    <a:pt x="145030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1" y="4659281"/>
              <a:ext cx="334302" cy="334334"/>
            </a:xfrm>
            <a:custGeom>
              <a:avLst/>
              <a:pathLst>
                <a:path w="334302" h="334334">
                  <a:moveTo>
                    <a:pt x="22122" y="84034"/>
                  </a:moveTo>
                  <a:lnTo>
                    <a:pt x="19559" y="88675"/>
                  </a:lnTo>
                  <a:lnTo>
                    <a:pt x="17144" y="93394"/>
                  </a:lnTo>
                  <a:lnTo>
                    <a:pt x="14880" y="98188"/>
                  </a:lnTo>
                  <a:lnTo>
                    <a:pt x="12770" y="103051"/>
                  </a:lnTo>
                  <a:lnTo>
                    <a:pt x="10814" y="107979"/>
                  </a:lnTo>
                  <a:lnTo>
                    <a:pt x="9016" y="112966"/>
                  </a:lnTo>
                  <a:lnTo>
                    <a:pt x="7377" y="118007"/>
                  </a:lnTo>
                  <a:lnTo>
                    <a:pt x="5898" y="123098"/>
                  </a:lnTo>
                  <a:lnTo>
                    <a:pt x="4582" y="128234"/>
                  </a:lnTo>
                  <a:lnTo>
                    <a:pt x="3429" y="133408"/>
                  </a:lnTo>
                  <a:lnTo>
                    <a:pt x="2441" y="138617"/>
                  </a:lnTo>
                  <a:lnTo>
                    <a:pt x="1619" y="143854"/>
                  </a:lnTo>
                  <a:lnTo>
                    <a:pt x="963" y="149115"/>
                  </a:lnTo>
                  <a:lnTo>
                    <a:pt x="474" y="154394"/>
                  </a:lnTo>
                  <a:lnTo>
                    <a:pt x="153" y="159685"/>
                  </a:lnTo>
                  <a:lnTo>
                    <a:pt x="0" y="164984"/>
                  </a:lnTo>
                  <a:lnTo>
                    <a:pt x="14" y="170286"/>
                  </a:lnTo>
                  <a:lnTo>
                    <a:pt x="197" y="175584"/>
                  </a:lnTo>
                  <a:lnTo>
                    <a:pt x="548" y="180874"/>
                  </a:lnTo>
                  <a:lnTo>
                    <a:pt x="1067" y="186150"/>
                  </a:lnTo>
                  <a:lnTo>
                    <a:pt x="1752" y="191407"/>
                  </a:lnTo>
                  <a:lnTo>
                    <a:pt x="2604" y="196639"/>
                  </a:lnTo>
                  <a:lnTo>
                    <a:pt x="3621" y="201842"/>
                  </a:lnTo>
                  <a:lnTo>
                    <a:pt x="4803" y="207010"/>
                  </a:lnTo>
                  <a:lnTo>
                    <a:pt x="6148" y="212138"/>
                  </a:lnTo>
                  <a:lnTo>
                    <a:pt x="7655" y="217221"/>
                  </a:lnTo>
                  <a:lnTo>
                    <a:pt x="9322" y="222253"/>
                  </a:lnTo>
                  <a:lnTo>
                    <a:pt x="11148" y="227230"/>
                  </a:lnTo>
                  <a:lnTo>
                    <a:pt x="13131" y="232147"/>
                  </a:lnTo>
                  <a:lnTo>
                    <a:pt x="15269" y="236998"/>
                  </a:lnTo>
                  <a:lnTo>
                    <a:pt x="17560" y="241779"/>
                  </a:lnTo>
                  <a:lnTo>
                    <a:pt x="20001" y="246485"/>
                  </a:lnTo>
                  <a:lnTo>
                    <a:pt x="22590" y="251111"/>
                  </a:lnTo>
                  <a:lnTo>
                    <a:pt x="25324" y="255653"/>
                  </a:lnTo>
                  <a:lnTo>
                    <a:pt x="28202" y="260105"/>
                  </a:lnTo>
                  <a:lnTo>
                    <a:pt x="31218" y="264465"/>
                  </a:lnTo>
                  <a:lnTo>
                    <a:pt x="34372" y="268726"/>
                  </a:lnTo>
                  <a:lnTo>
                    <a:pt x="37659" y="272885"/>
                  </a:lnTo>
                  <a:lnTo>
                    <a:pt x="41076" y="276938"/>
                  </a:lnTo>
                  <a:lnTo>
                    <a:pt x="44621" y="280881"/>
                  </a:lnTo>
                  <a:lnTo>
                    <a:pt x="48288" y="284709"/>
                  </a:lnTo>
                  <a:lnTo>
                    <a:pt x="52075" y="288419"/>
                  </a:lnTo>
                  <a:lnTo>
                    <a:pt x="55978" y="292007"/>
                  </a:lnTo>
                  <a:lnTo>
                    <a:pt x="59992" y="295470"/>
                  </a:lnTo>
                  <a:lnTo>
                    <a:pt x="64114" y="298803"/>
                  </a:lnTo>
                  <a:lnTo>
                    <a:pt x="68340" y="302004"/>
                  </a:lnTo>
                  <a:lnTo>
                    <a:pt x="72665" y="305069"/>
                  </a:lnTo>
                  <a:lnTo>
                    <a:pt x="77086" y="307996"/>
                  </a:lnTo>
                  <a:lnTo>
                    <a:pt x="81597" y="310781"/>
                  </a:lnTo>
                  <a:lnTo>
                    <a:pt x="86193" y="313422"/>
                  </a:lnTo>
                  <a:lnTo>
                    <a:pt x="90872" y="315916"/>
                  </a:lnTo>
                  <a:lnTo>
                    <a:pt x="95627" y="318260"/>
                  </a:lnTo>
                  <a:lnTo>
                    <a:pt x="100454" y="320452"/>
                  </a:lnTo>
                  <a:lnTo>
                    <a:pt x="105348" y="322490"/>
                  </a:lnTo>
                  <a:lnTo>
                    <a:pt x="110304" y="324371"/>
                  </a:lnTo>
                  <a:lnTo>
                    <a:pt x="115317" y="326095"/>
                  </a:lnTo>
                  <a:lnTo>
                    <a:pt x="120383" y="327659"/>
                  </a:lnTo>
                  <a:lnTo>
                    <a:pt x="125496" y="329061"/>
                  </a:lnTo>
                  <a:lnTo>
                    <a:pt x="130650" y="330300"/>
                  </a:lnTo>
                  <a:lnTo>
                    <a:pt x="135841" y="331376"/>
                  </a:lnTo>
                  <a:lnTo>
                    <a:pt x="141064" y="332286"/>
                  </a:lnTo>
                  <a:lnTo>
                    <a:pt x="146313" y="333030"/>
                  </a:lnTo>
                  <a:lnTo>
                    <a:pt x="151583" y="333608"/>
                  </a:lnTo>
                  <a:lnTo>
                    <a:pt x="156868" y="334018"/>
                  </a:lnTo>
                  <a:lnTo>
                    <a:pt x="162164" y="334260"/>
                  </a:lnTo>
                  <a:lnTo>
                    <a:pt x="167465" y="334334"/>
                  </a:lnTo>
                  <a:lnTo>
                    <a:pt x="172765" y="334240"/>
                  </a:lnTo>
                  <a:lnTo>
                    <a:pt x="178060" y="333978"/>
                  </a:lnTo>
                  <a:lnTo>
                    <a:pt x="183344" y="333548"/>
                  </a:lnTo>
                  <a:lnTo>
                    <a:pt x="188612" y="332951"/>
                  </a:lnTo>
                  <a:lnTo>
                    <a:pt x="193858" y="332187"/>
                  </a:lnTo>
                  <a:lnTo>
                    <a:pt x="199077" y="331258"/>
                  </a:lnTo>
                  <a:lnTo>
                    <a:pt x="204264" y="330163"/>
                  </a:lnTo>
                  <a:lnTo>
                    <a:pt x="209414" y="328904"/>
                  </a:lnTo>
                  <a:lnTo>
                    <a:pt x="214521" y="327483"/>
                  </a:lnTo>
                  <a:lnTo>
                    <a:pt x="219581" y="325900"/>
                  </a:lnTo>
                  <a:lnTo>
                    <a:pt x="224588" y="324158"/>
                  </a:lnTo>
                  <a:lnTo>
                    <a:pt x="229537" y="322258"/>
                  </a:lnTo>
                  <a:lnTo>
                    <a:pt x="234424" y="320202"/>
                  </a:lnTo>
                  <a:lnTo>
                    <a:pt x="239242" y="317991"/>
                  </a:lnTo>
                  <a:lnTo>
                    <a:pt x="243989" y="315630"/>
                  </a:lnTo>
                  <a:lnTo>
                    <a:pt x="248658" y="313119"/>
                  </a:lnTo>
                  <a:lnTo>
                    <a:pt x="253245" y="310461"/>
                  </a:lnTo>
                  <a:lnTo>
                    <a:pt x="257745" y="307659"/>
                  </a:lnTo>
                  <a:lnTo>
                    <a:pt x="262154" y="304716"/>
                  </a:lnTo>
                  <a:lnTo>
                    <a:pt x="266468" y="301634"/>
                  </a:lnTo>
                  <a:lnTo>
                    <a:pt x="270682" y="298417"/>
                  </a:lnTo>
                  <a:lnTo>
                    <a:pt x="274792" y="295068"/>
                  </a:lnTo>
                  <a:lnTo>
                    <a:pt x="278793" y="291591"/>
                  </a:lnTo>
                  <a:lnTo>
                    <a:pt x="282682" y="287988"/>
                  </a:lnTo>
                  <a:lnTo>
                    <a:pt x="286455" y="284264"/>
                  </a:lnTo>
                  <a:lnTo>
                    <a:pt x="290109" y="280422"/>
                  </a:lnTo>
                  <a:lnTo>
                    <a:pt x="293638" y="276467"/>
                  </a:lnTo>
                  <a:lnTo>
                    <a:pt x="297040" y="272401"/>
                  </a:lnTo>
                  <a:lnTo>
                    <a:pt x="300312" y="268229"/>
                  </a:lnTo>
                  <a:lnTo>
                    <a:pt x="303449" y="263956"/>
                  </a:lnTo>
                  <a:lnTo>
                    <a:pt x="306450" y="259586"/>
                  </a:lnTo>
                  <a:lnTo>
                    <a:pt x="309310" y="255122"/>
                  </a:lnTo>
                  <a:lnTo>
                    <a:pt x="312028" y="250570"/>
                  </a:lnTo>
                  <a:lnTo>
                    <a:pt x="314600" y="245935"/>
                  </a:lnTo>
                  <a:lnTo>
                    <a:pt x="317023" y="241220"/>
                  </a:lnTo>
                  <a:lnTo>
                    <a:pt x="319296" y="236430"/>
                  </a:lnTo>
                  <a:lnTo>
                    <a:pt x="321416" y="231571"/>
                  </a:lnTo>
                  <a:lnTo>
                    <a:pt x="323380" y="226647"/>
                  </a:lnTo>
                  <a:lnTo>
                    <a:pt x="325188" y="221663"/>
                  </a:lnTo>
                  <a:lnTo>
                    <a:pt x="326836" y="216625"/>
                  </a:lnTo>
                  <a:lnTo>
                    <a:pt x="328324" y="211536"/>
                  </a:lnTo>
                  <a:lnTo>
                    <a:pt x="329650" y="206403"/>
                  </a:lnTo>
                  <a:lnTo>
                    <a:pt x="330813" y="201231"/>
                  </a:lnTo>
                  <a:lnTo>
                    <a:pt x="331811" y="196024"/>
                  </a:lnTo>
                  <a:lnTo>
                    <a:pt x="332643" y="190789"/>
                  </a:lnTo>
                  <a:lnTo>
                    <a:pt x="333309" y="185529"/>
                  </a:lnTo>
                  <a:lnTo>
                    <a:pt x="333807" y="180252"/>
                  </a:lnTo>
                  <a:lnTo>
                    <a:pt x="334138" y="174960"/>
                  </a:lnTo>
                  <a:lnTo>
                    <a:pt x="334302" y="169662"/>
                  </a:lnTo>
                  <a:lnTo>
                    <a:pt x="334297" y="164360"/>
                  </a:lnTo>
                  <a:lnTo>
                    <a:pt x="334124" y="159062"/>
                  </a:lnTo>
                  <a:lnTo>
                    <a:pt x="333783" y="153771"/>
                  </a:lnTo>
                  <a:lnTo>
                    <a:pt x="333274" y="148494"/>
                  </a:lnTo>
                  <a:lnTo>
                    <a:pt x="332598" y="143236"/>
                  </a:lnTo>
                  <a:lnTo>
                    <a:pt x="331756" y="138002"/>
                  </a:lnTo>
                  <a:lnTo>
                    <a:pt x="330749" y="132797"/>
                  </a:lnTo>
                  <a:lnTo>
                    <a:pt x="329577" y="127627"/>
                  </a:lnTo>
                  <a:lnTo>
                    <a:pt x="328241" y="122497"/>
                  </a:lnTo>
                  <a:lnTo>
                    <a:pt x="326744" y="117411"/>
                  </a:lnTo>
                  <a:lnTo>
                    <a:pt x="325086" y="112376"/>
                  </a:lnTo>
                  <a:lnTo>
                    <a:pt x="323269" y="107395"/>
                  </a:lnTo>
                  <a:lnTo>
                    <a:pt x="321295" y="102475"/>
                  </a:lnTo>
                  <a:lnTo>
                    <a:pt x="319166" y="97620"/>
                  </a:lnTo>
                  <a:lnTo>
                    <a:pt x="316885" y="92835"/>
                  </a:lnTo>
                  <a:lnTo>
                    <a:pt x="314452" y="88124"/>
                  </a:lnTo>
                  <a:lnTo>
                    <a:pt x="311872" y="83493"/>
                  </a:lnTo>
                  <a:lnTo>
                    <a:pt x="309146" y="78946"/>
                  </a:lnTo>
                  <a:lnTo>
                    <a:pt x="306277" y="74488"/>
                  </a:lnTo>
                  <a:lnTo>
                    <a:pt x="303268" y="70123"/>
                  </a:lnTo>
                  <a:lnTo>
                    <a:pt x="300123" y="65856"/>
                  </a:lnTo>
                  <a:lnTo>
                    <a:pt x="296843" y="61691"/>
                  </a:lnTo>
                  <a:lnTo>
                    <a:pt x="293434" y="57631"/>
                  </a:lnTo>
                  <a:lnTo>
                    <a:pt x="289897" y="53682"/>
                  </a:lnTo>
                  <a:lnTo>
                    <a:pt x="286237" y="49847"/>
                  </a:lnTo>
                  <a:lnTo>
                    <a:pt x="282457" y="46130"/>
                  </a:lnTo>
                  <a:lnTo>
                    <a:pt x="278561" y="42535"/>
                  </a:lnTo>
                  <a:lnTo>
                    <a:pt x="274553" y="39065"/>
                  </a:lnTo>
                  <a:lnTo>
                    <a:pt x="270437" y="35724"/>
                  </a:lnTo>
                  <a:lnTo>
                    <a:pt x="266217" y="32515"/>
                  </a:lnTo>
                  <a:lnTo>
                    <a:pt x="261897" y="29441"/>
                  </a:lnTo>
                  <a:lnTo>
                    <a:pt x="257482" y="26506"/>
                  </a:lnTo>
                  <a:lnTo>
                    <a:pt x="252977" y="23713"/>
                  </a:lnTo>
                  <a:lnTo>
                    <a:pt x="248385" y="21063"/>
                  </a:lnTo>
                  <a:lnTo>
                    <a:pt x="243711" y="18561"/>
                  </a:lnTo>
                  <a:lnTo>
                    <a:pt x="238961" y="16208"/>
                  </a:lnTo>
                  <a:lnTo>
                    <a:pt x="234138" y="14007"/>
                  </a:lnTo>
                  <a:lnTo>
                    <a:pt x="229247" y="11960"/>
                  </a:lnTo>
                  <a:lnTo>
                    <a:pt x="224295" y="10069"/>
                  </a:lnTo>
                  <a:lnTo>
                    <a:pt x="219285" y="8336"/>
                  </a:lnTo>
                  <a:lnTo>
                    <a:pt x="214222" y="6763"/>
                  </a:lnTo>
                  <a:lnTo>
                    <a:pt x="209112" y="5351"/>
                  </a:lnTo>
                  <a:lnTo>
                    <a:pt x="203960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2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7" y="5018213"/>
              <a:ext cx="334319" cy="334330"/>
            </a:xfrm>
            <a:custGeom>
              <a:avLst/>
              <a:pathLst>
                <a:path w="334319" h="334330">
                  <a:moveTo>
                    <a:pt x="166989" y="0"/>
                  </a:moveTo>
                  <a:lnTo>
                    <a:pt x="161699" y="88"/>
                  </a:lnTo>
                  <a:lnTo>
                    <a:pt x="156414" y="345"/>
                  </a:lnTo>
                  <a:lnTo>
                    <a:pt x="151140" y="768"/>
                  </a:lnTo>
                  <a:lnTo>
                    <a:pt x="145881" y="1358"/>
                  </a:lnTo>
                  <a:lnTo>
                    <a:pt x="140645" y="2115"/>
                  </a:lnTo>
                  <a:lnTo>
                    <a:pt x="135434" y="3036"/>
                  </a:lnTo>
                  <a:lnTo>
                    <a:pt x="130256" y="4122"/>
                  </a:lnTo>
                  <a:lnTo>
                    <a:pt x="125114" y="5372"/>
                  </a:lnTo>
                  <a:lnTo>
                    <a:pt x="120015" y="6783"/>
                  </a:lnTo>
                  <a:lnTo>
                    <a:pt x="114963" y="8355"/>
                  </a:lnTo>
                  <a:lnTo>
                    <a:pt x="109963" y="10086"/>
                  </a:lnTo>
                  <a:lnTo>
                    <a:pt x="105021" y="11975"/>
                  </a:lnTo>
                  <a:lnTo>
                    <a:pt x="100140" y="14019"/>
                  </a:lnTo>
                  <a:lnTo>
                    <a:pt x="95327" y="16217"/>
                  </a:lnTo>
                  <a:lnTo>
                    <a:pt x="90586" y="18565"/>
                  </a:lnTo>
                  <a:lnTo>
                    <a:pt x="85921" y="21063"/>
                  </a:lnTo>
                  <a:lnTo>
                    <a:pt x="81338" y="23707"/>
                  </a:lnTo>
                  <a:lnTo>
                    <a:pt x="76841" y="26495"/>
                  </a:lnTo>
                  <a:lnTo>
                    <a:pt x="72434" y="29423"/>
                  </a:lnTo>
                  <a:lnTo>
                    <a:pt x="68122" y="32490"/>
                  </a:lnTo>
                  <a:lnTo>
                    <a:pt x="63910" y="35691"/>
                  </a:lnTo>
                  <a:lnTo>
                    <a:pt x="59801" y="39025"/>
                  </a:lnTo>
                  <a:lnTo>
                    <a:pt x="55799" y="42486"/>
                  </a:lnTo>
                  <a:lnTo>
                    <a:pt x="51909" y="46073"/>
                  </a:lnTo>
                  <a:lnTo>
                    <a:pt x="48134" y="49781"/>
                  </a:lnTo>
                  <a:lnTo>
                    <a:pt x="44479" y="53606"/>
                  </a:lnTo>
                  <a:lnTo>
                    <a:pt x="40947" y="57545"/>
                  </a:lnTo>
                  <a:lnTo>
                    <a:pt x="37541" y="61594"/>
                  </a:lnTo>
                  <a:lnTo>
                    <a:pt x="34264" y="65749"/>
                  </a:lnTo>
                  <a:lnTo>
                    <a:pt x="31121" y="70006"/>
                  </a:lnTo>
                  <a:lnTo>
                    <a:pt x="28115" y="74359"/>
                  </a:lnTo>
                  <a:lnTo>
                    <a:pt x="25247" y="78806"/>
                  </a:lnTo>
                  <a:lnTo>
                    <a:pt x="22522" y="83341"/>
                  </a:lnTo>
                  <a:lnTo>
                    <a:pt x="19941" y="87961"/>
                  </a:lnTo>
                  <a:lnTo>
                    <a:pt x="17508" y="92659"/>
                  </a:lnTo>
                  <a:lnTo>
                    <a:pt x="15225" y="97432"/>
                  </a:lnTo>
                  <a:lnTo>
                    <a:pt x="13095" y="102275"/>
                  </a:lnTo>
                  <a:lnTo>
                    <a:pt x="11118" y="107184"/>
                  </a:lnTo>
                  <a:lnTo>
                    <a:pt x="9298" y="112152"/>
                  </a:lnTo>
                  <a:lnTo>
                    <a:pt x="7636" y="117175"/>
                  </a:lnTo>
                  <a:lnTo>
                    <a:pt x="6134" y="122248"/>
                  </a:lnTo>
                  <a:lnTo>
                    <a:pt x="4793" y="127367"/>
                  </a:lnTo>
                  <a:lnTo>
                    <a:pt x="3615" y="132525"/>
                  </a:lnTo>
                  <a:lnTo>
                    <a:pt x="2600" y="137718"/>
                  </a:lnTo>
                  <a:lnTo>
                    <a:pt x="1751" y="142940"/>
                  </a:lnTo>
                  <a:lnTo>
                    <a:pt x="1067" y="148187"/>
                  </a:lnTo>
                  <a:lnTo>
                    <a:pt x="549" y="153453"/>
                  </a:lnTo>
                  <a:lnTo>
                    <a:pt x="199" y="158732"/>
                  </a:lnTo>
                  <a:lnTo>
                    <a:pt x="15" y="164020"/>
                  </a:lnTo>
                  <a:lnTo>
                    <a:pt x="0" y="169311"/>
                  </a:lnTo>
                  <a:lnTo>
                    <a:pt x="151" y="174600"/>
                  </a:lnTo>
                  <a:lnTo>
                    <a:pt x="470" y="179882"/>
                  </a:lnTo>
                  <a:lnTo>
                    <a:pt x="956" y="185151"/>
                  </a:lnTo>
                  <a:lnTo>
                    <a:pt x="1608" y="190401"/>
                  </a:lnTo>
                  <a:lnTo>
                    <a:pt x="2427" y="195629"/>
                  </a:lnTo>
                  <a:lnTo>
                    <a:pt x="3410" y="200828"/>
                  </a:lnTo>
                  <a:lnTo>
                    <a:pt x="4557" y="205993"/>
                  </a:lnTo>
                  <a:lnTo>
                    <a:pt x="5867" y="211119"/>
                  </a:lnTo>
                  <a:lnTo>
                    <a:pt x="7339" y="216202"/>
                  </a:lnTo>
                  <a:lnTo>
                    <a:pt x="8971" y="221235"/>
                  </a:lnTo>
                  <a:lnTo>
                    <a:pt x="10761" y="226214"/>
                  </a:lnTo>
                  <a:lnTo>
                    <a:pt x="12708" y="231134"/>
                  </a:lnTo>
                  <a:lnTo>
                    <a:pt x="14810" y="235989"/>
                  </a:lnTo>
                  <a:lnTo>
                    <a:pt x="17064" y="240776"/>
                  </a:lnTo>
                  <a:lnTo>
                    <a:pt x="19469" y="245489"/>
                  </a:lnTo>
                  <a:lnTo>
                    <a:pt x="22022" y="250124"/>
                  </a:lnTo>
                  <a:lnTo>
                    <a:pt x="24720" y="254675"/>
                  </a:lnTo>
                  <a:lnTo>
                    <a:pt x="27561" y="259139"/>
                  </a:lnTo>
                  <a:lnTo>
                    <a:pt x="30541" y="263511"/>
                  </a:lnTo>
                  <a:lnTo>
                    <a:pt x="33659" y="267786"/>
                  </a:lnTo>
                  <a:lnTo>
                    <a:pt x="36910" y="271960"/>
                  </a:lnTo>
                  <a:lnTo>
                    <a:pt x="40292" y="276030"/>
                  </a:lnTo>
                  <a:lnTo>
                    <a:pt x="43801" y="279990"/>
                  </a:lnTo>
                  <a:lnTo>
                    <a:pt x="47433" y="283837"/>
                  </a:lnTo>
                  <a:lnTo>
                    <a:pt x="51185" y="287568"/>
                  </a:lnTo>
                  <a:lnTo>
                    <a:pt x="55054" y="291178"/>
                  </a:lnTo>
                  <a:lnTo>
                    <a:pt x="59035" y="294663"/>
                  </a:lnTo>
                  <a:lnTo>
                    <a:pt x="63124" y="298021"/>
                  </a:lnTo>
                  <a:lnTo>
                    <a:pt x="67317" y="301248"/>
                  </a:lnTo>
                  <a:lnTo>
                    <a:pt x="71610" y="304340"/>
                  </a:lnTo>
                  <a:lnTo>
                    <a:pt x="75999" y="307295"/>
                  </a:lnTo>
                  <a:lnTo>
                    <a:pt x="80480" y="310110"/>
                  </a:lnTo>
                  <a:lnTo>
                    <a:pt x="85047" y="312781"/>
                  </a:lnTo>
                  <a:lnTo>
                    <a:pt x="89696" y="315307"/>
                  </a:lnTo>
                  <a:lnTo>
                    <a:pt x="94423" y="317684"/>
                  </a:lnTo>
                  <a:lnTo>
                    <a:pt x="99223" y="319910"/>
                  </a:lnTo>
                  <a:lnTo>
                    <a:pt x="104091" y="321983"/>
                  </a:lnTo>
                  <a:lnTo>
                    <a:pt x="109023" y="323902"/>
                  </a:lnTo>
                  <a:lnTo>
                    <a:pt x="114012" y="325663"/>
                  </a:lnTo>
                  <a:lnTo>
                    <a:pt x="119055" y="327265"/>
                  </a:lnTo>
                  <a:lnTo>
                    <a:pt x="124145" y="328707"/>
                  </a:lnTo>
                  <a:lnTo>
                    <a:pt x="129279" y="329987"/>
                  </a:lnTo>
                  <a:lnTo>
                    <a:pt x="134451" y="331104"/>
                  </a:lnTo>
                  <a:lnTo>
                    <a:pt x="139656" y="332057"/>
                  </a:lnTo>
                  <a:lnTo>
                    <a:pt x="144888" y="332845"/>
                  </a:lnTo>
                  <a:lnTo>
                    <a:pt x="150142" y="333467"/>
                  </a:lnTo>
                  <a:lnTo>
                    <a:pt x="155414" y="333922"/>
                  </a:lnTo>
                  <a:lnTo>
                    <a:pt x="160697" y="334210"/>
                  </a:lnTo>
                  <a:lnTo>
                    <a:pt x="165987" y="334330"/>
                  </a:lnTo>
                  <a:lnTo>
                    <a:pt x="171278" y="334283"/>
                  </a:lnTo>
                  <a:lnTo>
                    <a:pt x="176565" y="334069"/>
                  </a:lnTo>
                  <a:lnTo>
                    <a:pt x="181842" y="333688"/>
                  </a:lnTo>
                  <a:lnTo>
                    <a:pt x="187104" y="333139"/>
                  </a:lnTo>
                  <a:lnTo>
                    <a:pt x="192347" y="332425"/>
                  </a:lnTo>
                  <a:lnTo>
                    <a:pt x="197564" y="331545"/>
                  </a:lnTo>
                  <a:lnTo>
                    <a:pt x="202751" y="330500"/>
                  </a:lnTo>
                  <a:lnTo>
                    <a:pt x="207903" y="329292"/>
                  </a:lnTo>
                  <a:lnTo>
                    <a:pt x="213013" y="327921"/>
                  </a:lnTo>
                  <a:lnTo>
                    <a:pt x="218078" y="326389"/>
                  </a:lnTo>
                  <a:lnTo>
                    <a:pt x="223091" y="324697"/>
                  </a:lnTo>
                  <a:lnTo>
                    <a:pt x="228049" y="322848"/>
                  </a:lnTo>
                  <a:lnTo>
                    <a:pt x="232945" y="320843"/>
                  </a:lnTo>
                  <a:lnTo>
                    <a:pt x="237776" y="318684"/>
                  </a:lnTo>
                  <a:lnTo>
                    <a:pt x="242535" y="316373"/>
                  </a:lnTo>
                  <a:lnTo>
                    <a:pt x="247220" y="313913"/>
                  </a:lnTo>
                  <a:lnTo>
                    <a:pt x="251824" y="311305"/>
                  </a:lnTo>
                  <a:lnTo>
                    <a:pt x="256343" y="308553"/>
                  </a:lnTo>
                  <a:lnTo>
                    <a:pt x="260773" y="305660"/>
                  </a:lnTo>
                  <a:lnTo>
                    <a:pt x="265109" y="302628"/>
                  </a:lnTo>
                  <a:lnTo>
                    <a:pt x="269347" y="299460"/>
                  </a:lnTo>
                  <a:lnTo>
                    <a:pt x="273482" y="296159"/>
                  </a:lnTo>
                  <a:lnTo>
                    <a:pt x="277511" y="292730"/>
                  </a:lnTo>
                  <a:lnTo>
                    <a:pt x="281430" y="289174"/>
                  </a:lnTo>
                  <a:lnTo>
                    <a:pt x="285234" y="285497"/>
                  </a:lnTo>
                  <a:lnTo>
                    <a:pt x="288919" y="281700"/>
                  </a:lnTo>
                  <a:lnTo>
                    <a:pt x="292483" y="277789"/>
                  </a:lnTo>
                  <a:lnTo>
                    <a:pt x="295921" y="273768"/>
                  </a:lnTo>
                  <a:lnTo>
                    <a:pt x="299230" y="269639"/>
                  </a:lnTo>
                  <a:lnTo>
                    <a:pt x="302407" y="265408"/>
                  </a:lnTo>
                  <a:lnTo>
                    <a:pt x="305449" y="261078"/>
                  </a:lnTo>
                  <a:lnTo>
                    <a:pt x="308351" y="256654"/>
                  </a:lnTo>
                  <a:lnTo>
                    <a:pt x="311113" y="252141"/>
                  </a:lnTo>
                  <a:lnTo>
                    <a:pt x="313730" y="247542"/>
                  </a:lnTo>
                  <a:lnTo>
                    <a:pt x="316200" y="242863"/>
                  </a:lnTo>
                  <a:lnTo>
                    <a:pt x="318521" y="238108"/>
                  </a:lnTo>
                  <a:lnTo>
                    <a:pt x="320690" y="233282"/>
                  </a:lnTo>
                  <a:lnTo>
                    <a:pt x="322706" y="228390"/>
                  </a:lnTo>
                  <a:lnTo>
                    <a:pt x="324566" y="223437"/>
                  </a:lnTo>
                  <a:lnTo>
                    <a:pt x="326268" y="218427"/>
                  </a:lnTo>
                  <a:lnTo>
                    <a:pt x="327810" y="213366"/>
                  </a:lnTo>
                  <a:lnTo>
                    <a:pt x="329192" y="208258"/>
                  </a:lnTo>
                  <a:lnTo>
                    <a:pt x="330411" y="203109"/>
                  </a:lnTo>
                  <a:lnTo>
                    <a:pt x="331467" y="197925"/>
                  </a:lnTo>
                  <a:lnTo>
                    <a:pt x="332358" y="192709"/>
                  </a:lnTo>
                  <a:lnTo>
                    <a:pt x="333083" y="187468"/>
                  </a:lnTo>
                  <a:lnTo>
                    <a:pt x="333643" y="182206"/>
                  </a:lnTo>
                  <a:lnTo>
                    <a:pt x="334035" y="176930"/>
                  </a:lnTo>
                  <a:lnTo>
                    <a:pt x="334261" y="171644"/>
                  </a:lnTo>
                  <a:lnTo>
                    <a:pt x="334319" y="166353"/>
                  </a:lnTo>
                  <a:lnTo>
                    <a:pt x="334209" y="161063"/>
                  </a:lnTo>
                  <a:lnTo>
                    <a:pt x="333932" y="155779"/>
                  </a:lnTo>
                  <a:lnTo>
                    <a:pt x="333488" y="150507"/>
                  </a:lnTo>
                  <a:lnTo>
                    <a:pt x="332878" y="145251"/>
                  </a:lnTo>
                  <a:lnTo>
                    <a:pt x="332101" y="140017"/>
                  </a:lnTo>
                  <a:lnTo>
                    <a:pt x="331159" y="134810"/>
                  </a:lnTo>
                  <a:lnTo>
                    <a:pt x="330053" y="129636"/>
                  </a:lnTo>
                  <a:lnTo>
                    <a:pt x="328784" y="124500"/>
                  </a:lnTo>
                  <a:lnTo>
                    <a:pt x="327353" y="119406"/>
                  </a:lnTo>
                  <a:lnTo>
                    <a:pt x="325761" y="114360"/>
                  </a:lnTo>
                  <a:lnTo>
                    <a:pt x="324010" y="109367"/>
                  </a:lnTo>
                  <a:lnTo>
                    <a:pt x="322102" y="104432"/>
                  </a:lnTo>
                  <a:lnTo>
                    <a:pt x="320039" y="99559"/>
                  </a:lnTo>
                  <a:lnTo>
                    <a:pt x="317823" y="94755"/>
                  </a:lnTo>
                  <a:lnTo>
                    <a:pt x="315456" y="90023"/>
                  </a:lnTo>
                  <a:lnTo>
                    <a:pt x="312940" y="85368"/>
                  </a:lnTo>
                  <a:lnTo>
                    <a:pt x="310278" y="80795"/>
                  </a:lnTo>
                  <a:lnTo>
                    <a:pt x="307473" y="76309"/>
                  </a:lnTo>
                  <a:lnTo>
                    <a:pt x="304528" y="71913"/>
                  </a:lnTo>
                  <a:lnTo>
                    <a:pt x="301444" y="67613"/>
                  </a:lnTo>
                  <a:lnTo>
                    <a:pt x="298226" y="63413"/>
                  </a:lnTo>
                  <a:lnTo>
                    <a:pt x="294877" y="59317"/>
                  </a:lnTo>
                  <a:lnTo>
                    <a:pt x="291400" y="55329"/>
                  </a:lnTo>
                  <a:lnTo>
                    <a:pt x="287798" y="51453"/>
                  </a:lnTo>
                  <a:lnTo>
                    <a:pt x="284076" y="47693"/>
                  </a:lnTo>
                  <a:lnTo>
                    <a:pt x="280236" y="44052"/>
                  </a:lnTo>
                  <a:lnTo>
                    <a:pt x="276283" y="40535"/>
                  </a:lnTo>
                  <a:lnTo>
                    <a:pt x="272221" y="37145"/>
                  </a:lnTo>
                  <a:lnTo>
                    <a:pt x="268054" y="33885"/>
                  </a:lnTo>
                  <a:lnTo>
                    <a:pt x="263785" y="30758"/>
                  </a:lnTo>
                  <a:lnTo>
                    <a:pt x="259420" y="27769"/>
                  </a:lnTo>
                  <a:lnTo>
                    <a:pt x="254962" y="24918"/>
                  </a:lnTo>
                  <a:lnTo>
                    <a:pt x="250416" y="22211"/>
                  </a:lnTo>
                  <a:lnTo>
                    <a:pt x="245787" y="19648"/>
                  </a:lnTo>
                  <a:lnTo>
                    <a:pt x="241079" y="17234"/>
                  </a:lnTo>
                  <a:lnTo>
                    <a:pt x="236297" y="14969"/>
                  </a:lnTo>
                  <a:lnTo>
                    <a:pt x="231445" y="12857"/>
                  </a:lnTo>
                  <a:lnTo>
                    <a:pt x="226530" y="10900"/>
                  </a:lnTo>
                  <a:lnTo>
                    <a:pt x="221554" y="9099"/>
                  </a:lnTo>
                  <a:lnTo>
                    <a:pt x="216525" y="7456"/>
                  </a:lnTo>
                  <a:lnTo>
                    <a:pt x="211445" y="5974"/>
                  </a:lnTo>
                  <a:lnTo>
                    <a:pt x="206322" y="4653"/>
                  </a:lnTo>
                  <a:lnTo>
                    <a:pt x="201159" y="3495"/>
                  </a:lnTo>
                  <a:lnTo>
                    <a:pt x="195962" y="2501"/>
                  </a:lnTo>
                  <a:lnTo>
                    <a:pt x="190737" y="1671"/>
                  </a:lnTo>
                  <a:lnTo>
                    <a:pt x="185487" y="1008"/>
                  </a:lnTo>
                  <a:lnTo>
                    <a:pt x="180219" y="511"/>
                  </a:lnTo>
                  <a:lnTo>
                    <a:pt x="174939" y="181"/>
                  </a:lnTo>
                  <a:lnTo>
                    <a:pt x="169650" y="1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496" cy="167167"/>
            </a:xfrm>
            <a:custGeom>
              <a:avLst/>
              <a:pathLst>
                <a:path w="2496" h="167167">
                  <a:moveTo>
                    <a:pt x="2496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4460" y="5269756"/>
              <a:ext cx="150041" cy="167167"/>
            </a:xfrm>
            <a:custGeom>
              <a:avLst/>
              <a:pathLst>
                <a:path w="150041" h="167167">
                  <a:moveTo>
                    <a:pt x="150041" y="0"/>
                  </a:moveTo>
                  <a:lnTo>
                    <a:pt x="144564" y="89"/>
                  </a:lnTo>
                  <a:lnTo>
                    <a:pt x="139093" y="358"/>
                  </a:lnTo>
                  <a:lnTo>
                    <a:pt x="133633" y="807"/>
                  </a:lnTo>
                  <a:lnTo>
                    <a:pt x="128191" y="1434"/>
                  </a:lnTo>
                  <a:lnTo>
                    <a:pt x="122773" y="2238"/>
                  </a:lnTo>
                  <a:lnTo>
                    <a:pt x="117384" y="3220"/>
                  </a:lnTo>
                  <a:lnTo>
                    <a:pt x="112030" y="4378"/>
                  </a:lnTo>
                  <a:lnTo>
                    <a:pt x="106716" y="5711"/>
                  </a:lnTo>
                  <a:lnTo>
                    <a:pt x="101450" y="7217"/>
                  </a:lnTo>
                  <a:lnTo>
                    <a:pt x="96235" y="8895"/>
                  </a:lnTo>
                  <a:lnTo>
                    <a:pt x="91078" y="10743"/>
                  </a:lnTo>
                  <a:lnTo>
                    <a:pt x="85985" y="12759"/>
                  </a:lnTo>
                  <a:lnTo>
                    <a:pt x="80960" y="14941"/>
                  </a:lnTo>
                  <a:lnTo>
                    <a:pt x="76010" y="17286"/>
                  </a:lnTo>
                  <a:lnTo>
                    <a:pt x="71139" y="19792"/>
                  </a:lnTo>
                  <a:lnTo>
                    <a:pt x="66352" y="22456"/>
                  </a:lnTo>
                  <a:lnTo>
                    <a:pt x="61656" y="25276"/>
                  </a:lnTo>
                  <a:lnTo>
                    <a:pt x="57055" y="28248"/>
                  </a:lnTo>
                  <a:lnTo>
                    <a:pt x="52553" y="31369"/>
                  </a:lnTo>
                  <a:lnTo>
                    <a:pt x="48156" y="34636"/>
                  </a:lnTo>
                  <a:lnTo>
                    <a:pt x="43868" y="38046"/>
                  </a:lnTo>
                  <a:lnTo>
                    <a:pt x="39695" y="41594"/>
                  </a:lnTo>
                  <a:lnTo>
                    <a:pt x="35640" y="45276"/>
                  </a:lnTo>
                  <a:lnTo>
                    <a:pt x="31707" y="49090"/>
                  </a:lnTo>
                  <a:lnTo>
                    <a:pt x="27902" y="53031"/>
                  </a:lnTo>
                  <a:lnTo>
                    <a:pt x="24228" y="57094"/>
                  </a:lnTo>
                  <a:lnTo>
                    <a:pt x="20689" y="61275"/>
                  </a:lnTo>
                  <a:lnTo>
                    <a:pt x="17289" y="65570"/>
                  </a:lnTo>
                  <a:lnTo>
                    <a:pt x="14032" y="69974"/>
                  </a:lnTo>
                  <a:lnTo>
                    <a:pt x="10920" y="74482"/>
                  </a:lnTo>
                  <a:lnTo>
                    <a:pt x="7958" y="79090"/>
                  </a:lnTo>
                  <a:lnTo>
                    <a:pt x="5149" y="83793"/>
                  </a:lnTo>
                  <a:lnTo>
                    <a:pt x="2495" y="88585"/>
                  </a:lnTo>
                  <a:lnTo>
                    <a:pt x="0" y="93461"/>
                  </a:lnTo>
                  <a:lnTo>
                    <a:pt x="15004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7" y="5269756"/>
              <a:ext cx="334303" cy="334334"/>
            </a:xfrm>
            <a:custGeom>
              <a:avLst/>
              <a:pathLst>
                <a:path w="334303" h="334334">
                  <a:moveTo>
                    <a:pt x="17112" y="93461"/>
                  </a:moveTo>
                  <a:lnTo>
                    <a:pt x="14851" y="98256"/>
                  </a:lnTo>
                  <a:lnTo>
                    <a:pt x="12742" y="103119"/>
                  </a:lnTo>
                  <a:lnTo>
                    <a:pt x="10789" y="108047"/>
                  </a:lnTo>
                  <a:lnTo>
                    <a:pt x="8993" y="113035"/>
                  </a:lnTo>
                  <a:lnTo>
                    <a:pt x="7357" y="118077"/>
                  </a:lnTo>
                  <a:lnTo>
                    <a:pt x="5880" y="123168"/>
                  </a:lnTo>
                  <a:lnTo>
                    <a:pt x="4566" y="128303"/>
                  </a:lnTo>
                  <a:lnTo>
                    <a:pt x="3416" y="133478"/>
                  </a:lnTo>
                  <a:lnTo>
                    <a:pt x="2430" y="138686"/>
                  </a:lnTo>
                  <a:lnTo>
                    <a:pt x="1610" y="143924"/>
                  </a:lnTo>
                  <a:lnTo>
                    <a:pt x="956" y="149184"/>
                  </a:lnTo>
                  <a:lnTo>
                    <a:pt x="470" y="154463"/>
                  </a:lnTo>
                  <a:lnTo>
                    <a:pt x="151" y="159754"/>
                  </a:lnTo>
                  <a:lnTo>
                    <a:pt x="0" y="165053"/>
                  </a:lnTo>
                  <a:lnTo>
                    <a:pt x="17" y="170354"/>
                  </a:lnTo>
                  <a:lnTo>
                    <a:pt x="202" y="175651"/>
                  </a:lnTo>
                  <a:lnTo>
                    <a:pt x="555" y="180940"/>
                  </a:lnTo>
                  <a:lnTo>
                    <a:pt x="1075" y="186216"/>
                  </a:lnTo>
                  <a:lnTo>
                    <a:pt x="1762" y="191472"/>
                  </a:lnTo>
                  <a:lnTo>
                    <a:pt x="2616" y="196704"/>
                  </a:lnTo>
                  <a:lnTo>
                    <a:pt x="3635" y="201906"/>
                  </a:lnTo>
                  <a:lnTo>
                    <a:pt x="4819" y="207073"/>
                  </a:lnTo>
                  <a:lnTo>
                    <a:pt x="6166" y="212200"/>
                  </a:lnTo>
                  <a:lnTo>
                    <a:pt x="7675" y="217281"/>
                  </a:lnTo>
                  <a:lnTo>
                    <a:pt x="9344" y="222313"/>
                  </a:lnTo>
                  <a:lnTo>
                    <a:pt x="11172" y="227289"/>
                  </a:lnTo>
                  <a:lnTo>
                    <a:pt x="13156" y="232204"/>
                  </a:lnTo>
                  <a:lnTo>
                    <a:pt x="15296" y="237054"/>
                  </a:lnTo>
                  <a:lnTo>
                    <a:pt x="17588" y="241834"/>
                  </a:lnTo>
                  <a:lnTo>
                    <a:pt x="20031" y="246538"/>
                  </a:lnTo>
                  <a:lnTo>
                    <a:pt x="22621" y="251163"/>
                  </a:lnTo>
                  <a:lnTo>
                    <a:pt x="25357" y="255703"/>
                  </a:lnTo>
                  <a:lnTo>
                    <a:pt x="28236" y="260155"/>
                  </a:lnTo>
                  <a:lnTo>
                    <a:pt x="31254" y="264513"/>
                  </a:lnTo>
                  <a:lnTo>
                    <a:pt x="34409" y="268773"/>
                  </a:lnTo>
                  <a:lnTo>
                    <a:pt x="37697" y="272930"/>
                  </a:lnTo>
                  <a:lnTo>
                    <a:pt x="41115" y="276982"/>
                  </a:lnTo>
                  <a:lnTo>
                    <a:pt x="44660" y="280923"/>
                  </a:lnTo>
                  <a:lnTo>
                    <a:pt x="48329" y="284749"/>
                  </a:lnTo>
                  <a:lnTo>
                    <a:pt x="52117" y="288458"/>
                  </a:lnTo>
                  <a:lnTo>
                    <a:pt x="56020" y="292044"/>
                  </a:lnTo>
                  <a:lnTo>
                    <a:pt x="60035" y="295505"/>
                  </a:lnTo>
                  <a:lnTo>
                    <a:pt x="64158" y="298837"/>
                  </a:lnTo>
                  <a:lnTo>
                    <a:pt x="68385" y="302036"/>
                  </a:lnTo>
                  <a:lnTo>
                    <a:pt x="72711" y="305100"/>
                  </a:lnTo>
                  <a:lnTo>
                    <a:pt x="77132" y="308025"/>
                  </a:lnTo>
                  <a:lnTo>
                    <a:pt x="81643" y="310809"/>
                  </a:lnTo>
                  <a:lnTo>
                    <a:pt x="86240" y="313448"/>
                  </a:lnTo>
                  <a:lnTo>
                    <a:pt x="90919" y="315939"/>
                  </a:lnTo>
                  <a:lnTo>
                    <a:pt x="95674" y="318282"/>
                  </a:lnTo>
                  <a:lnTo>
                    <a:pt x="100502" y="320472"/>
                  </a:lnTo>
                  <a:lnTo>
                    <a:pt x="105396" y="322508"/>
                  </a:lnTo>
                  <a:lnTo>
                    <a:pt x="110352" y="324388"/>
                  </a:lnTo>
                  <a:lnTo>
                    <a:pt x="115366" y="326110"/>
                  </a:lnTo>
                  <a:lnTo>
                    <a:pt x="120431" y="327672"/>
                  </a:lnTo>
                  <a:lnTo>
                    <a:pt x="125544" y="329073"/>
                  </a:lnTo>
                  <a:lnTo>
                    <a:pt x="130698" y="330311"/>
                  </a:lnTo>
                  <a:lnTo>
                    <a:pt x="135889" y="331385"/>
                  </a:lnTo>
                  <a:lnTo>
                    <a:pt x="141112" y="332293"/>
                  </a:lnTo>
                  <a:lnTo>
                    <a:pt x="146360" y="333036"/>
                  </a:lnTo>
                  <a:lnTo>
                    <a:pt x="151630" y="333612"/>
                  </a:lnTo>
                  <a:lnTo>
                    <a:pt x="156915" y="334021"/>
                  </a:lnTo>
                  <a:lnTo>
                    <a:pt x="162211" y="334261"/>
                  </a:lnTo>
                  <a:lnTo>
                    <a:pt x="167511" y="334334"/>
                  </a:lnTo>
                  <a:lnTo>
                    <a:pt x="172811" y="334239"/>
                  </a:lnTo>
                  <a:lnTo>
                    <a:pt x="178106" y="333975"/>
                  </a:lnTo>
                  <a:lnTo>
                    <a:pt x="183389" y="333544"/>
                  </a:lnTo>
                  <a:lnTo>
                    <a:pt x="188656" y="332946"/>
                  </a:lnTo>
                  <a:lnTo>
                    <a:pt x="193901" y="332181"/>
                  </a:lnTo>
                  <a:lnTo>
                    <a:pt x="199120" y="331250"/>
                  </a:lnTo>
                  <a:lnTo>
                    <a:pt x="204306" y="330154"/>
                  </a:lnTo>
                  <a:lnTo>
                    <a:pt x="209455" y="328894"/>
                  </a:lnTo>
                  <a:lnTo>
                    <a:pt x="214562" y="327471"/>
                  </a:lnTo>
                  <a:lnTo>
                    <a:pt x="219621" y="325887"/>
                  </a:lnTo>
                  <a:lnTo>
                    <a:pt x="224627" y="324144"/>
                  </a:lnTo>
                  <a:lnTo>
                    <a:pt x="229575" y="322243"/>
                  </a:lnTo>
                  <a:lnTo>
                    <a:pt x="234460" y="320186"/>
                  </a:lnTo>
                  <a:lnTo>
                    <a:pt x="239278" y="317975"/>
                  </a:lnTo>
                  <a:lnTo>
                    <a:pt x="244024" y="315612"/>
                  </a:lnTo>
                  <a:lnTo>
                    <a:pt x="248692" y="313100"/>
                  </a:lnTo>
                  <a:lnTo>
                    <a:pt x="253278" y="310442"/>
                  </a:lnTo>
                  <a:lnTo>
                    <a:pt x="257777" y="307639"/>
                  </a:lnTo>
                  <a:lnTo>
                    <a:pt x="262185" y="304695"/>
                  </a:lnTo>
                  <a:lnTo>
                    <a:pt x="266498" y="301613"/>
                  </a:lnTo>
                  <a:lnTo>
                    <a:pt x="270711" y="298395"/>
                  </a:lnTo>
                  <a:lnTo>
                    <a:pt x="274820" y="295046"/>
                  </a:lnTo>
                  <a:lnTo>
                    <a:pt x="278820" y="291568"/>
                  </a:lnTo>
                  <a:lnTo>
                    <a:pt x="282708" y="287965"/>
                  </a:lnTo>
                  <a:lnTo>
                    <a:pt x="286480" y="284240"/>
                  </a:lnTo>
                  <a:lnTo>
                    <a:pt x="290132" y="280398"/>
                  </a:lnTo>
                  <a:lnTo>
                    <a:pt x="293660" y="276442"/>
                  </a:lnTo>
                  <a:lnTo>
                    <a:pt x="297061" y="272376"/>
                  </a:lnTo>
                  <a:lnTo>
                    <a:pt x="300332" y="268204"/>
                  </a:lnTo>
                  <a:lnTo>
                    <a:pt x="303469" y="263931"/>
                  </a:lnTo>
                  <a:lnTo>
                    <a:pt x="306468" y="259560"/>
                  </a:lnTo>
                  <a:lnTo>
                    <a:pt x="309327" y="255096"/>
                  </a:lnTo>
                  <a:lnTo>
                    <a:pt x="312044" y="250544"/>
                  </a:lnTo>
                  <a:lnTo>
                    <a:pt x="314615" y="245908"/>
                  </a:lnTo>
                  <a:lnTo>
                    <a:pt x="317037" y="241193"/>
                  </a:lnTo>
                  <a:lnTo>
                    <a:pt x="319309" y="236404"/>
                  </a:lnTo>
                  <a:lnTo>
                    <a:pt x="321428" y="231545"/>
                  </a:lnTo>
                  <a:lnTo>
                    <a:pt x="323391" y="226621"/>
                  </a:lnTo>
                  <a:lnTo>
                    <a:pt x="325198" y="221637"/>
                  </a:lnTo>
                  <a:lnTo>
                    <a:pt x="326845" y="216599"/>
                  </a:lnTo>
                  <a:lnTo>
                    <a:pt x="328332" y="211511"/>
                  </a:lnTo>
                  <a:lnTo>
                    <a:pt x="329657" y="206378"/>
                  </a:lnTo>
                  <a:lnTo>
                    <a:pt x="330819" y="201206"/>
                  </a:lnTo>
                  <a:lnTo>
                    <a:pt x="331816" y="196000"/>
                  </a:lnTo>
                  <a:lnTo>
                    <a:pt x="332647" y="190764"/>
                  </a:lnTo>
                  <a:lnTo>
                    <a:pt x="333312" y="185505"/>
                  </a:lnTo>
                  <a:lnTo>
                    <a:pt x="333810" y="180228"/>
                  </a:lnTo>
                  <a:lnTo>
                    <a:pt x="334140" y="174937"/>
                  </a:lnTo>
                  <a:lnTo>
                    <a:pt x="334303" y="169639"/>
                  </a:lnTo>
                  <a:lnTo>
                    <a:pt x="334297" y="164338"/>
                  </a:lnTo>
                  <a:lnTo>
                    <a:pt x="334123" y="159040"/>
                  </a:lnTo>
                  <a:lnTo>
                    <a:pt x="333782" y="153750"/>
                  </a:lnTo>
                  <a:lnTo>
                    <a:pt x="333273" y="148473"/>
                  </a:lnTo>
                  <a:lnTo>
                    <a:pt x="332596" y="143216"/>
                  </a:lnTo>
                  <a:lnTo>
                    <a:pt x="331754" y="137982"/>
                  </a:lnTo>
                  <a:lnTo>
                    <a:pt x="330746" y="132778"/>
                  </a:lnTo>
                  <a:lnTo>
                    <a:pt x="329573" y="127608"/>
                  </a:lnTo>
                  <a:lnTo>
                    <a:pt x="328237" y="122479"/>
                  </a:lnTo>
                  <a:lnTo>
                    <a:pt x="326739" y="117394"/>
                  </a:lnTo>
                  <a:lnTo>
                    <a:pt x="325081" y="112359"/>
                  </a:lnTo>
                  <a:lnTo>
                    <a:pt x="323264" y="107379"/>
                  </a:lnTo>
                  <a:lnTo>
                    <a:pt x="321290" y="102459"/>
                  </a:lnTo>
                  <a:lnTo>
                    <a:pt x="319160" y="97605"/>
                  </a:lnTo>
                  <a:lnTo>
                    <a:pt x="316878" y="92820"/>
                  </a:lnTo>
                  <a:lnTo>
                    <a:pt x="314446" y="88110"/>
                  </a:lnTo>
                  <a:lnTo>
                    <a:pt x="311865" y="83480"/>
                  </a:lnTo>
                  <a:lnTo>
                    <a:pt x="309139" y="78934"/>
                  </a:lnTo>
                  <a:lnTo>
                    <a:pt x="306270" y="74476"/>
                  </a:lnTo>
                  <a:lnTo>
                    <a:pt x="303261" y="70112"/>
                  </a:lnTo>
                  <a:lnTo>
                    <a:pt x="300116" y="65845"/>
                  </a:lnTo>
                  <a:lnTo>
                    <a:pt x="296836" y="61681"/>
                  </a:lnTo>
                  <a:lnTo>
                    <a:pt x="293426" y="57622"/>
                  </a:lnTo>
                  <a:lnTo>
                    <a:pt x="289890" y="53673"/>
                  </a:lnTo>
                  <a:lnTo>
                    <a:pt x="286229" y="49839"/>
                  </a:lnTo>
                  <a:lnTo>
                    <a:pt x="282450" y="46122"/>
                  </a:lnTo>
                  <a:lnTo>
                    <a:pt x="278554" y="42528"/>
                  </a:lnTo>
                  <a:lnTo>
                    <a:pt x="274546" y="39058"/>
                  </a:lnTo>
                  <a:lnTo>
                    <a:pt x="270430" y="35718"/>
                  </a:lnTo>
                  <a:lnTo>
                    <a:pt x="266210" y="32509"/>
                  </a:lnTo>
                  <a:lnTo>
                    <a:pt x="261891" y="29436"/>
                  </a:lnTo>
                  <a:lnTo>
                    <a:pt x="257476" y="26502"/>
                  </a:lnTo>
                  <a:lnTo>
                    <a:pt x="252971" y="23709"/>
                  </a:lnTo>
                  <a:lnTo>
                    <a:pt x="248379" y="21060"/>
                  </a:lnTo>
                  <a:lnTo>
                    <a:pt x="243706" y="18558"/>
                  </a:lnTo>
                  <a:lnTo>
                    <a:pt x="238956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09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858" y="5399291"/>
              <a:ext cx="7357" cy="167167"/>
            </a:xfrm>
            <a:custGeom>
              <a:avLst/>
              <a:pathLst>
                <a:path w="7357" h="167167">
                  <a:moveTo>
                    <a:pt x="7357" y="0"/>
                  </a:moveTo>
                  <a:lnTo>
                    <a:pt x="0" y="161"/>
                  </a:lnTo>
                  <a:lnTo>
                    <a:pt x="735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858" y="5399453"/>
              <a:ext cx="7357" cy="167005"/>
            </a:xfrm>
            <a:custGeom>
              <a:avLst/>
              <a:pathLst>
                <a:path w="7357" h="167005">
                  <a:moveTo>
                    <a:pt x="0" y="0"/>
                  </a:moveTo>
                  <a:lnTo>
                    <a:pt x="7357" y="167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5" y="5399453"/>
              <a:ext cx="334317" cy="334172"/>
            </a:xfrm>
            <a:custGeom>
              <a:avLst/>
              <a:pathLst>
                <a:path w="334317" h="334172">
                  <a:moveTo>
                    <a:pt x="159803" y="0"/>
                  </a:moveTo>
                  <a:lnTo>
                    <a:pt x="154527" y="316"/>
                  </a:lnTo>
                  <a:lnTo>
                    <a:pt x="149263" y="798"/>
                  </a:lnTo>
                  <a:lnTo>
                    <a:pt x="144018" y="1447"/>
                  </a:lnTo>
                  <a:lnTo>
                    <a:pt x="138795" y="2262"/>
                  </a:lnTo>
                  <a:lnTo>
                    <a:pt x="133601" y="3241"/>
                  </a:lnTo>
                  <a:lnTo>
                    <a:pt x="128441" y="4383"/>
                  </a:lnTo>
                  <a:lnTo>
                    <a:pt x="123319" y="5689"/>
                  </a:lnTo>
                  <a:lnTo>
                    <a:pt x="118241" y="7156"/>
                  </a:lnTo>
                  <a:lnTo>
                    <a:pt x="113211" y="8782"/>
                  </a:lnTo>
                  <a:lnTo>
                    <a:pt x="108236" y="10567"/>
                  </a:lnTo>
                  <a:lnTo>
                    <a:pt x="103320" y="12508"/>
                  </a:lnTo>
                  <a:lnTo>
                    <a:pt x="98468" y="14603"/>
                  </a:lnTo>
                  <a:lnTo>
                    <a:pt x="93684" y="16851"/>
                  </a:lnTo>
                  <a:lnTo>
                    <a:pt x="88973" y="19249"/>
                  </a:lnTo>
                  <a:lnTo>
                    <a:pt x="84341" y="21795"/>
                  </a:lnTo>
                  <a:lnTo>
                    <a:pt x="79792" y="24486"/>
                  </a:lnTo>
                  <a:lnTo>
                    <a:pt x="75330" y="27319"/>
                  </a:lnTo>
                  <a:lnTo>
                    <a:pt x="70960" y="30292"/>
                  </a:lnTo>
                  <a:lnTo>
                    <a:pt x="66686" y="33402"/>
                  </a:lnTo>
                  <a:lnTo>
                    <a:pt x="62512" y="36645"/>
                  </a:lnTo>
                  <a:lnTo>
                    <a:pt x="58443" y="40019"/>
                  </a:lnTo>
                  <a:lnTo>
                    <a:pt x="54483" y="43519"/>
                  </a:lnTo>
                  <a:lnTo>
                    <a:pt x="50635" y="47143"/>
                  </a:lnTo>
                  <a:lnTo>
                    <a:pt x="46904" y="50887"/>
                  </a:lnTo>
                  <a:lnTo>
                    <a:pt x="43293" y="54747"/>
                  </a:lnTo>
                  <a:lnTo>
                    <a:pt x="39806" y="58719"/>
                  </a:lnTo>
                  <a:lnTo>
                    <a:pt x="36446" y="62799"/>
                  </a:lnTo>
                  <a:lnTo>
                    <a:pt x="33217" y="66984"/>
                  </a:lnTo>
                  <a:lnTo>
                    <a:pt x="30122" y="71268"/>
                  </a:lnTo>
                  <a:lnTo>
                    <a:pt x="27164" y="75649"/>
                  </a:lnTo>
                  <a:lnTo>
                    <a:pt x="24346" y="80120"/>
                  </a:lnTo>
                  <a:lnTo>
                    <a:pt x="21670" y="84679"/>
                  </a:lnTo>
                  <a:lnTo>
                    <a:pt x="19140" y="89320"/>
                  </a:lnTo>
                  <a:lnTo>
                    <a:pt x="16758" y="94038"/>
                  </a:lnTo>
                  <a:lnTo>
                    <a:pt x="14526" y="98829"/>
                  </a:lnTo>
                  <a:lnTo>
                    <a:pt x="12447" y="103689"/>
                  </a:lnTo>
                  <a:lnTo>
                    <a:pt x="10523" y="108612"/>
                  </a:lnTo>
                  <a:lnTo>
                    <a:pt x="8755" y="113593"/>
                  </a:lnTo>
                  <a:lnTo>
                    <a:pt x="7146" y="118628"/>
                  </a:lnTo>
                  <a:lnTo>
                    <a:pt x="5696" y="123711"/>
                  </a:lnTo>
                  <a:lnTo>
                    <a:pt x="4408" y="128837"/>
                  </a:lnTo>
                  <a:lnTo>
                    <a:pt x="3283" y="134001"/>
                  </a:lnTo>
                  <a:lnTo>
                    <a:pt x="2322" y="139199"/>
                  </a:lnTo>
                  <a:lnTo>
                    <a:pt x="1525" y="144424"/>
                  </a:lnTo>
                  <a:lnTo>
                    <a:pt x="894" y="149672"/>
                  </a:lnTo>
                  <a:lnTo>
                    <a:pt x="429" y="154937"/>
                  </a:lnTo>
                  <a:lnTo>
                    <a:pt x="131" y="160214"/>
                  </a:lnTo>
                  <a:lnTo>
                    <a:pt x="0" y="165498"/>
                  </a:lnTo>
                  <a:lnTo>
                    <a:pt x="35" y="170784"/>
                  </a:lnTo>
                  <a:lnTo>
                    <a:pt x="238" y="176065"/>
                  </a:lnTo>
                  <a:lnTo>
                    <a:pt x="608" y="181338"/>
                  </a:lnTo>
                  <a:lnTo>
                    <a:pt x="1145" y="186596"/>
                  </a:lnTo>
                  <a:lnTo>
                    <a:pt x="1847" y="191835"/>
                  </a:lnTo>
                  <a:lnTo>
                    <a:pt x="2715" y="197049"/>
                  </a:lnTo>
                  <a:lnTo>
                    <a:pt x="3747" y="202233"/>
                  </a:lnTo>
                  <a:lnTo>
                    <a:pt x="4942" y="207381"/>
                  </a:lnTo>
                  <a:lnTo>
                    <a:pt x="6300" y="212490"/>
                  </a:lnTo>
                  <a:lnTo>
                    <a:pt x="7818" y="217552"/>
                  </a:lnTo>
                  <a:lnTo>
                    <a:pt x="9496" y="222565"/>
                  </a:lnTo>
                  <a:lnTo>
                    <a:pt x="11331" y="227521"/>
                  </a:lnTo>
                  <a:lnTo>
                    <a:pt x="13322" y="232418"/>
                  </a:lnTo>
                  <a:lnTo>
                    <a:pt x="15467" y="237249"/>
                  </a:lnTo>
                  <a:lnTo>
                    <a:pt x="17764" y="242009"/>
                  </a:lnTo>
                  <a:lnTo>
                    <a:pt x="20210" y="246695"/>
                  </a:lnTo>
                  <a:lnTo>
                    <a:pt x="22802" y="251301"/>
                  </a:lnTo>
                  <a:lnTo>
                    <a:pt x="25539" y="255822"/>
                  </a:lnTo>
                  <a:lnTo>
                    <a:pt x="28418" y="260255"/>
                  </a:lnTo>
                  <a:lnTo>
                    <a:pt x="31436" y="264595"/>
                  </a:lnTo>
                  <a:lnTo>
                    <a:pt x="34589" y="268837"/>
                  </a:lnTo>
                  <a:lnTo>
                    <a:pt x="37874" y="272977"/>
                  </a:lnTo>
                  <a:lnTo>
                    <a:pt x="41289" y="277012"/>
                  </a:lnTo>
                  <a:lnTo>
                    <a:pt x="44830" y="280936"/>
                  </a:lnTo>
                  <a:lnTo>
                    <a:pt x="48493" y="284747"/>
                  </a:lnTo>
                  <a:lnTo>
                    <a:pt x="52275" y="288439"/>
                  </a:lnTo>
                  <a:lnTo>
                    <a:pt x="56171" y="292011"/>
                  </a:lnTo>
                  <a:lnTo>
                    <a:pt x="60179" y="295457"/>
                  </a:lnTo>
                  <a:lnTo>
                    <a:pt x="64293" y="298775"/>
                  </a:lnTo>
                  <a:lnTo>
                    <a:pt x="68511" y="301961"/>
                  </a:lnTo>
                  <a:lnTo>
                    <a:pt x="72826" y="305013"/>
                  </a:lnTo>
                  <a:lnTo>
                    <a:pt x="77237" y="307926"/>
                  </a:lnTo>
                  <a:lnTo>
                    <a:pt x="81737" y="310698"/>
                  </a:lnTo>
                  <a:lnTo>
                    <a:pt x="86322" y="313327"/>
                  </a:lnTo>
                  <a:lnTo>
                    <a:pt x="90989" y="315810"/>
                  </a:lnTo>
                  <a:lnTo>
                    <a:pt x="95731" y="318143"/>
                  </a:lnTo>
                  <a:lnTo>
                    <a:pt x="100545" y="320326"/>
                  </a:lnTo>
                  <a:lnTo>
                    <a:pt x="105426" y="322356"/>
                  </a:lnTo>
                  <a:lnTo>
                    <a:pt x="110368" y="324230"/>
                  </a:lnTo>
                  <a:lnTo>
                    <a:pt x="115367" y="325946"/>
                  </a:lnTo>
                  <a:lnTo>
                    <a:pt x="120418" y="327504"/>
                  </a:lnTo>
                  <a:lnTo>
                    <a:pt x="125515" y="328902"/>
                  </a:lnTo>
                  <a:lnTo>
                    <a:pt x="130654" y="330138"/>
                  </a:lnTo>
                  <a:lnTo>
                    <a:pt x="135830" y="331210"/>
                  </a:lnTo>
                  <a:lnTo>
                    <a:pt x="141037" y="332119"/>
                  </a:lnTo>
                  <a:lnTo>
                    <a:pt x="146270" y="332862"/>
                  </a:lnTo>
                  <a:lnTo>
                    <a:pt x="151524" y="333440"/>
                  </a:lnTo>
                  <a:lnTo>
                    <a:pt x="156793" y="333851"/>
                  </a:lnTo>
                  <a:lnTo>
                    <a:pt x="162073" y="334095"/>
                  </a:lnTo>
                  <a:lnTo>
                    <a:pt x="167358" y="334172"/>
                  </a:lnTo>
                  <a:lnTo>
                    <a:pt x="172643" y="334082"/>
                  </a:lnTo>
                  <a:lnTo>
                    <a:pt x="177923" y="333826"/>
                  </a:lnTo>
                  <a:lnTo>
                    <a:pt x="183191" y="333402"/>
                  </a:lnTo>
                  <a:lnTo>
                    <a:pt x="188444" y="332812"/>
                  </a:lnTo>
                  <a:lnTo>
                    <a:pt x="193675" y="332056"/>
                  </a:lnTo>
                  <a:lnTo>
                    <a:pt x="198880" y="331135"/>
                  </a:lnTo>
                  <a:lnTo>
                    <a:pt x="204053" y="330051"/>
                  </a:lnTo>
                  <a:lnTo>
                    <a:pt x="209189" y="328803"/>
                  </a:lnTo>
                  <a:lnTo>
                    <a:pt x="214283" y="327393"/>
                  </a:lnTo>
                  <a:lnTo>
                    <a:pt x="219330" y="325823"/>
                  </a:lnTo>
                  <a:lnTo>
                    <a:pt x="224325" y="324094"/>
                  </a:lnTo>
                  <a:lnTo>
                    <a:pt x="229263" y="322209"/>
                  </a:lnTo>
                  <a:lnTo>
                    <a:pt x="234139" y="320168"/>
                  </a:lnTo>
                  <a:lnTo>
                    <a:pt x="238947" y="317974"/>
                  </a:lnTo>
                  <a:lnTo>
                    <a:pt x="243684" y="315629"/>
                  </a:lnTo>
                  <a:lnTo>
                    <a:pt x="248345" y="313135"/>
                  </a:lnTo>
                  <a:lnTo>
                    <a:pt x="252924" y="310495"/>
                  </a:lnTo>
                  <a:lnTo>
                    <a:pt x="257418" y="307712"/>
                  </a:lnTo>
                  <a:lnTo>
                    <a:pt x="261821" y="304789"/>
                  </a:lnTo>
                  <a:lnTo>
                    <a:pt x="266129" y="301727"/>
                  </a:lnTo>
                  <a:lnTo>
                    <a:pt x="270339" y="298531"/>
                  </a:lnTo>
                  <a:lnTo>
                    <a:pt x="274446" y="295203"/>
                  </a:lnTo>
                  <a:lnTo>
                    <a:pt x="278445" y="291747"/>
                  </a:lnTo>
                  <a:lnTo>
                    <a:pt x="282333" y="288167"/>
                  </a:lnTo>
                  <a:lnTo>
                    <a:pt x="286106" y="284465"/>
                  </a:lnTo>
                  <a:lnTo>
                    <a:pt x="289760" y="280646"/>
                  </a:lnTo>
                  <a:lnTo>
                    <a:pt x="293291" y="276713"/>
                  </a:lnTo>
                  <a:lnTo>
                    <a:pt x="296697" y="272671"/>
                  </a:lnTo>
                  <a:lnTo>
                    <a:pt x="299973" y="268522"/>
                  </a:lnTo>
                  <a:lnTo>
                    <a:pt x="303116" y="264273"/>
                  </a:lnTo>
                  <a:lnTo>
                    <a:pt x="306123" y="259926"/>
                  </a:lnTo>
                  <a:lnTo>
                    <a:pt x="308991" y="255486"/>
                  </a:lnTo>
                  <a:lnTo>
                    <a:pt x="311717" y="250958"/>
                  </a:lnTo>
                  <a:lnTo>
                    <a:pt x="314299" y="246346"/>
                  </a:lnTo>
                  <a:lnTo>
                    <a:pt x="316734" y="241655"/>
                  </a:lnTo>
                  <a:lnTo>
                    <a:pt x="319019" y="236889"/>
                  </a:lnTo>
                  <a:lnTo>
                    <a:pt x="321153" y="232053"/>
                  </a:lnTo>
                  <a:lnTo>
                    <a:pt x="323132" y="227152"/>
                  </a:lnTo>
                  <a:lnTo>
                    <a:pt x="324956" y="222191"/>
                  </a:lnTo>
                  <a:lnTo>
                    <a:pt x="326622" y="217174"/>
                  </a:lnTo>
                  <a:lnTo>
                    <a:pt x="328128" y="212108"/>
                  </a:lnTo>
                  <a:lnTo>
                    <a:pt x="329473" y="206997"/>
                  </a:lnTo>
                  <a:lnTo>
                    <a:pt x="330657" y="201845"/>
                  </a:lnTo>
                  <a:lnTo>
                    <a:pt x="331676" y="196659"/>
                  </a:lnTo>
                  <a:lnTo>
                    <a:pt x="332532" y="191443"/>
                  </a:lnTo>
                  <a:lnTo>
                    <a:pt x="333222" y="186202"/>
                  </a:lnTo>
                  <a:lnTo>
                    <a:pt x="333746" y="180943"/>
                  </a:lnTo>
                  <a:lnTo>
                    <a:pt x="334103" y="175669"/>
                  </a:lnTo>
                  <a:lnTo>
                    <a:pt x="334293" y="170387"/>
                  </a:lnTo>
                  <a:lnTo>
                    <a:pt x="334317" y="165102"/>
                  </a:lnTo>
                  <a:lnTo>
                    <a:pt x="334173" y="159818"/>
                  </a:lnTo>
                  <a:lnTo>
                    <a:pt x="333862" y="154542"/>
                  </a:lnTo>
                  <a:lnTo>
                    <a:pt x="333385" y="149278"/>
                  </a:lnTo>
                  <a:lnTo>
                    <a:pt x="332741" y="144031"/>
                  </a:lnTo>
                  <a:lnTo>
                    <a:pt x="331932" y="138808"/>
                  </a:lnTo>
                  <a:lnTo>
                    <a:pt x="330959" y="133613"/>
                  </a:lnTo>
                  <a:lnTo>
                    <a:pt x="329821" y="128451"/>
                  </a:lnTo>
                  <a:lnTo>
                    <a:pt x="328521" y="123328"/>
                  </a:lnTo>
                  <a:lnTo>
                    <a:pt x="327059" y="118248"/>
                  </a:lnTo>
                  <a:lnTo>
                    <a:pt x="325438" y="113218"/>
                  </a:lnTo>
                  <a:lnTo>
                    <a:pt x="323658" y="108241"/>
                  </a:lnTo>
                  <a:lnTo>
                    <a:pt x="321722" y="103322"/>
                  </a:lnTo>
                  <a:lnTo>
                    <a:pt x="319632" y="98468"/>
                  </a:lnTo>
                  <a:lnTo>
                    <a:pt x="317389" y="93682"/>
                  </a:lnTo>
                  <a:lnTo>
                    <a:pt x="314996" y="88969"/>
                  </a:lnTo>
                  <a:lnTo>
                    <a:pt x="312455" y="84334"/>
                  </a:lnTo>
                  <a:lnTo>
                    <a:pt x="309768" y="79782"/>
                  </a:lnTo>
                  <a:lnTo>
                    <a:pt x="306940" y="75317"/>
                  </a:lnTo>
                  <a:lnTo>
                    <a:pt x="303971" y="70944"/>
                  </a:lnTo>
                  <a:lnTo>
                    <a:pt x="300866" y="66667"/>
                  </a:lnTo>
                  <a:lnTo>
                    <a:pt x="297627" y="62490"/>
                  </a:lnTo>
                  <a:lnTo>
                    <a:pt x="294257" y="58417"/>
                  </a:lnTo>
                  <a:lnTo>
                    <a:pt x="290761" y="54453"/>
                  </a:lnTo>
                  <a:lnTo>
                    <a:pt x="287141" y="50602"/>
                  </a:lnTo>
                  <a:lnTo>
                    <a:pt x="283401" y="46867"/>
                  </a:lnTo>
                  <a:lnTo>
                    <a:pt x="279544" y="43252"/>
                  </a:lnTo>
                  <a:lnTo>
                    <a:pt x="275576" y="39761"/>
                  </a:lnTo>
                  <a:lnTo>
                    <a:pt x="271499" y="36397"/>
                  </a:lnTo>
                  <a:lnTo>
                    <a:pt x="267318" y="33164"/>
                  </a:lnTo>
                  <a:lnTo>
                    <a:pt x="263036" y="30064"/>
                  </a:lnTo>
                  <a:lnTo>
                    <a:pt x="258659" y="27102"/>
                  </a:lnTo>
                  <a:lnTo>
                    <a:pt x="254190" y="24279"/>
                  </a:lnTo>
                  <a:lnTo>
                    <a:pt x="249635" y="21599"/>
                  </a:lnTo>
                  <a:lnTo>
                    <a:pt x="244996" y="19064"/>
                  </a:lnTo>
                  <a:lnTo>
                    <a:pt x="240280" y="16677"/>
                  </a:lnTo>
                  <a:lnTo>
                    <a:pt x="235491" y="14441"/>
                  </a:lnTo>
                  <a:lnTo>
                    <a:pt x="230634" y="12357"/>
                  </a:lnTo>
                  <a:lnTo>
                    <a:pt x="225713" y="10427"/>
                  </a:lnTo>
                  <a:lnTo>
                    <a:pt x="220734" y="8655"/>
                  </a:lnTo>
                  <a:lnTo>
                    <a:pt x="215701" y="7040"/>
                  </a:lnTo>
                  <a:lnTo>
                    <a:pt x="16716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540" cy="167167"/>
            </a:xfrm>
            <a:custGeom>
              <a:avLst/>
              <a:pathLst>
                <a:path w="48540" h="167167">
                  <a:moveTo>
                    <a:pt x="48540" y="7202"/>
                  </a:moveTo>
                  <a:lnTo>
                    <a:pt x="42617" y="5523"/>
                  </a:lnTo>
                  <a:lnTo>
                    <a:pt x="36637" y="4064"/>
                  </a:lnTo>
                  <a:lnTo>
                    <a:pt x="30607" y="2825"/>
                  </a:lnTo>
                  <a:lnTo>
                    <a:pt x="24535" y="1810"/>
                  </a:lnTo>
                  <a:lnTo>
                    <a:pt x="18431" y="1019"/>
                  </a:lnTo>
                  <a:lnTo>
                    <a:pt x="12301" y="453"/>
                  </a:lnTo>
                  <a:lnTo>
                    <a:pt x="6154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766" y="5399291"/>
              <a:ext cx="80777" cy="167167"/>
            </a:xfrm>
            <a:custGeom>
              <a:avLst/>
              <a:pathLst>
                <a:path w="80777" h="167167">
                  <a:moveTo>
                    <a:pt x="80777" y="0"/>
                  </a:moveTo>
                  <a:lnTo>
                    <a:pt x="75158" y="94"/>
                  </a:lnTo>
                  <a:lnTo>
                    <a:pt x="69545" y="377"/>
                  </a:lnTo>
                  <a:lnTo>
                    <a:pt x="63944" y="849"/>
                  </a:lnTo>
                  <a:lnTo>
                    <a:pt x="58363" y="1509"/>
                  </a:lnTo>
                  <a:lnTo>
                    <a:pt x="52807" y="2356"/>
                  </a:lnTo>
                  <a:lnTo>
                    <a:pt x="47283" y="3389"/>
                  </a:lnTo>
                  <a:lnTo>
                    <a:pt x="41796" y="4608"/>
                  </a:lnTo>
                  <a:lnTo>
                    <a:pt x="36354" y="6010"/>
                  </a:lnTo>
                  <a:lnTo>
                    <a:pt x="30962" y="7594"/>
                  </a:lnTo>
                  <a:lnTo>
                    <a:pt x="25626" y="9359"/>
                  </a:lnTo>
                  <a:lnTo>
                    <a:pt x="20352" y="11302"/>
                  </a:lnTo>
                  <a:lnTo>
                    <a:pt x="15147" y="13422"/>
                  </a:lnTo>
                  <a:lnTo>
                    <a:pt x="10016" y="15715"/>
                  </a:lnTo>
                  <a:lnTo>
                    <a:pt x="4965" y="18179"/>
                  </a:lnTo>
                  <a:lnTo>
                    <a:pt x="0" y="20811"/>
                  </a:lnTo>
                  <a:lnTo>
                    <a:pt x="807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766" y="5420103"/>
              <a:ext cx="80777" cy="146355"/>
            </a:xfrm>
            <a:custGeom>
              <a:avLst/>
              <a:pathLst>
                <a:path w="80777" h="146355">
                  <a:moveTo>
                    <a:pt x="0" y="0"/>
                  </a:moveTo>
                  <a:lnTo>
                    <a:pt x="80777" y="146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766" y="5420103"/>
              <a:ext cx="80777" cy="146355"/>
            </a:xfrm>
            <a:custGeom>
              <a:avLst/>
              <a:pathLst>
                <a:path w="80777" h="146355">
                  <a:moveTo>
                    <a:pt x="0" y="0"/>
                  </a:moveTo>
                  <a:lnTo>
                    <a:pt x="80777" y="146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766" y="5420103"/>
              <a:ext cx="80777" cy="146355"/>
            </a:xfrm>
            <a:custGeom>
              <a:avLst/>
              <a:pathLst>
                <a:path w="80777" h="146355">
                  <a:moveTo>
                    <a:pt x="0" y="0"/>
                  </a:moveTo>
                  <a:lnTo>
                    <a:pt x="80777" y="146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766" y="5420103"/>
              <a:ext cx="80777" cy="146355"/>
            </a:xfrm>
            <a:custGeom>
              <a:avLst/>
              <a:pathLst>
                <a:path w="80777" h="146355">
                  <a:moveTo>
                    <a:pt x="0" y="0"/>
                  </a:moveTo>
                  <a:lnTo>
                    <a:pt x="80777" y="1463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766" y="5420103"/>
              <a:ext cx="80777" cy="146355"/>
            </a:xfrm>
            <a:custGeom>
              <a:avLst/>
              <a:pathLst>
                <a:path w="80777" h="146355">
                  <a:moveTo>
                    <a:pt x="0" y="0"/>
                  </a:moveTo>
                  <a:lnTo>
                    <a:pt x="80777" y="1463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0" y="5420103"/>
              <a:ext cx="167163" cy="311252"/>
            </a:xfrm>
            <a:custGeom>
              <a:avLst/>
              <a:pathLst>
                <a:path w="167163" h="311252">
                  <a:moveTo>
                    <a:pt x="86385" y="0"/>
                  </a:moveTo>
                  <a:lnTo>
                    <a:pt x="81729" y="2668"/>
                  </a:lnTo>
                  <a:lnTo>
                    <a:pt x="77160" y="5485"/>
                  </a:lnTo>
                  <a:lnTo>
                    <a:pt x="72684" y="8447"/>
                  </a:lnTo>
                  <a:lnTo>
                    <a:pt x="68306" y="11551"/>
                  </a:lnTo>
                  <a:lnTo>
                    <a:pt x="64029" y="14794"/>
                  </a:lnTo>
                  <a:lnTo>
                    <a:pt x="59859" y="18172"/>
                  </a:lnTo>
                  <a:lnTo>
                    <a:pt x="55799" y="21683"/>
                  </a:lnTo>
                  <a:lnTo>
                    <a:pt x="51855" y="25322"/>
                  </a:lnTo>
                  <a:lnTo>
                    <a:pt x="48029" y="29086"/>
                  </a:lnTo>
                  <a:lnTo>
                    <a:pt x="44326" y="32971"/>
                  </a:lnTo>
                  <a:lnTo>
                    <a:pt x="40749" y="36973"/>
                  </a:lnTo>
                  <a:lnTo>
                    <a:pt x="37303" y="41087"/>
                  </a:lnTo>
                  <a:lnTo>
                    <a:pt x="33990" y="45310"/>
                  </a:lnTo>
                  <a:lnTo>
                    <a:pt x="30815" y="49638"/>
                  </a:lnTo>
                  <a:lnTo>
                    <a:pt x="27781" y="54064"/>
                  </a:lnTo>
                  <a:lnTo>
                    <a:pt x="24890" y="58586"/>
                  </a:lnTo>
                  <a:lnTo>
                    <a:pt x="22146" y="63199"/>
                  </a:lnTo>
                  <a:lnTo>
                    <a:pt x="19551" y="67897"/>
                  </a:lnTo>
                  <a:lnTo>
                    <a:pt x="17108" y="72676"/>
                  </a:lnTo>
                  <a:lnTo>
                    <a:pt x="14820" y="77531"/>
                  </a:lnTo>
                  <a:lnTo>
                    <a:pt x="12690" y="82457"/>
                  </a:lnTo>
                  <a:lnTo>
                    <a:pt x="10718" y="87449"/>
                  </a:lnTo>
                  <a:lnTo>
                    <a:pt x="8908" y="92502"/>
                  </a:lnTo>
                  <a:lnTo>
                    <a:pt x="7260" y="97610"/>
                  </a:lnTo>
                  <a:lnTo>
                    <a:pt x="5778" y="102768"/>
                  </a:lnTo>
                  <a:lnTo>
                    <a:pt x="4462" y="107971"/>
                  </a:lnTo>
                  <a:lnTo>
                    <a:pt x="3314" y="113214"/>
                  </a:lnTo>
                  <a:lnTo>
                    <a:pt x="2334" y="118491"/>
                  </a:lnTo>
                  <a:lnTo>
                    <a:pt x="1525" y="123797"/>
                  </a:lnTo>
                  <a:lnTo>
                    <a:pt x="886" y="129126"/>
                  </a:lnTo>
                  <a:lnTo>
                    <a:pt x="418" y="134472"/>
                  </a:lnTo>
                  <a:lnTo>
                    <a:pt x="123" y="139831"/>
                  </a:lnTo>
                  <a:lnTo>
                    <a:pt x="0" y="145197"/>
                  </a:lnTo>
                  <a:lnTo>
                    <a:pt x="48" y="150564"/>
                  </a:lnTo>
                  <a:lnTo>
                    <a:pt x="270" y="155926"/>
                  </a:lnTo>
                  <a:lnTo>
                    <a:pt x="663" y="161279"/>
                  </a:lnTo>
                  <a:lnTo>
                    <a:pt x="1228" y="166616"/>
                  </a:lnTo>
                  <a:lnTo>
                    <a:pt x="1964" y="171933"/>
                  </a:lnTo>
                  <a:lnTo>
                    <a:pt x="2870" y="177223"/>
                  </a:lnTo>
                  <a:lnTo>
                    <a:pt x="3946" y="182481"/>
                  </a:lnTo>
                  <a:lnTo>
                    <a:pt x="5189" y="187702"/>
                  </a:lnTo>
                  <a:lnTo>
                    <a:pt x="6600" y="192880"/>
                  </a:lnTo>
                  <a:lnTo>
                    <a:pt x="8177" y="198011"/>
                  </a:lnTo>
                  <a:lnTo>
                    <a:pt x="9917" y="203088"/>
                  </a:lnTo>
                  <a:lnTo>
                    <a:pt x="11819" y="208106"/>
                  </a:lnTo>
                  <a:lnTo>
                    <a:pt x="13881" y="213061"/>
                  </a:lnTo>
                  <a:lnTo>
                    <a:pt x="16102" y="217948"/>
                  </a:lnTo>
                  <a:lnTo>
                    <a:pt x="18478" y="222760"/>
                  </a:lnTo>
                  <a:lnTo>
                    <a:pt x="21007" y="227494"/>
                  </a:lnTo>
                  <a:lnTo>
                    <a:pt x="23687" y="232144"/>
                  </a:lnTo>
                  <a:lnTo>
                    <a:pt x="26515" y="236706"/>
                  </a:lnTo>
                  <a:lnTo>
                    <a:pt x="29488" y="241174"/>
                  </a:lnTo>
                  <a:lnTo>
                    <a:pt x="32603" y="245545"/>
                  </a:lnTo>
                  <a:lnTo>
                    <a:pt x="35857" y="249813"/>
                  </a:lnTo>
                  <a:lnTo>
                    <a:pt x="39246" y="253975"/>
                  </a:lnTo>
                  <a:lnTo>
                    <a:pt x="42766" y="258026"/>
                  </a:lnTo>
                  <a:lnTo>
                    <a:pt x="46415" y="261962"/>
                  </a:lnTo>
                  <a:lnTo>
                    <a:pt x="50189" y="265779"/>
                  </a:lnTo>
                  <a:lnTo>
                    <a:pt x="54083" y="269472"/>
                  </a:lnTo>
                  <a:lnTo>
                    <a:pt x="58093" y="273039"/>
                  </a:lnTo>
                  <a:lnTo>
                    <a:pt x="62216" y="276475"/>
                  </a:lnTo>
                  <a:lnTo>
                    <a:pt x="66448" y="279777"/>
                  </a:lnTo>
                  <a:lnTo>
                    <a:pt x="70783" y="282941"/>
                  </a:lnTo>
                  <a:lnTo>
                    <a:pt x="75217" y="285965"/>
                  </a:lnTo>
                  <a:lnTo>
                    <a:pt x="79746" y="288844"/>
                  </a:lnTo>
                  <a:lnTo>
                    <a:pt x="84365" y="291577"/>
                  </a:lnTo>
                  <a:lnTo>
                    <a:pt x="89070" y="294160"/>
                  </a:lnTo>
                  <a:lnTo>
                    <a:pt x="93855" y="296591"/>
                  </a:lnTo>
                  <a:lnTo>
                    <a:pt x="98716" y="298867"/>
                  </a:lnTo>
                  <a:lnTo>
                    <a:pt x="103647" y="300986"/>
                  </a:lnTo>
                  <a:lnTo>
                    <a:pt x="108644" y="302945"/>
                  </a:lnTo>
                  <a:lnTo>
                    <a:pt x="113701" y="304743"/>
                  </a:lnTo>
                  <a:lnTo>
                    <a:pt x="118813" y="306378"/>
                  </a:lnTo>
                  <a:lnTo>
                    <a:pt x="123975" y="307847"/>
                  </a:lnTo>
                  <a:lnTo>
                    <a:pt x="129181" y="309150"/>
                  </a:lnTo>
                  <a:lnTo>
                    <a:pt x="134427" y="310286"/>
                  </a:lnTo>
                  <a:lnTo>
                    <a:pt x="139706" y="311252"/>
                  </a:lnTo>
                  <a:lnTo>
                    <a:pt x="167163" y="1463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6087" y="5399291"/>
              <a:ext cx="194610" cy="334331"/>
            </a:xfrm>
            <a:custGeom>
              <a:avLst/>
              <a:pathLst>
                <a:path w="194610" h="334331">
                  <a:moveTo>
                    <a:pt x="0" y="332064"/>
                  </a:moveTo>
                  <a:lnTo>
                    <a:pt x="5255" y="332854"/>
                  </a:lnTo>
                  <a:lnTo>
                    <a:pt x="10533" y="333476"/>
                  </a:lnTo>
                  <a:lnTo>
                    <a:pt x="15829" y="333930"/>
                  </a:lnTo>
                  <a:lnTo>
                    <a:pt x="21136" y="334215"/>
                  </a:lnTo>
                  <a:lnTo>
                    <a:pt x="26449" y="334331"/>
                  </a:lnTo>
                  <a:lnTo>
                    <a:pt x="31764" y="334279"/>
                  </a:lnTo>
                  <a:lnTo>
                    <a:pt x="37074" y="334058"/>
                  </a:lnTo>
                  <a:lnTo>
                    <a:pt x="42374" y="333667"/>
                  </a:lnTo>
                  <a:lnTo>
                    <a:pt x="47659" y="333109"/>
                  </a:lnTo>
                  <a:lnTo>
                    <a:pt x="52924" y="332383"/>
                  </a:lnTo>
                  <a:lnTo>
                    <a:pt x="58164" y="331490"/>
                  </a:lnTo>
                  <a:lnTo>
                    <a:pt x="63372" y="330431"/>
                  </a:lnTo>
                  <a:lnTo>
                    <a:pt x="68543" y="329206"/>
                  </a:lnTo>
                  <a:lnTo>
                    <a:pt x="73674" y="327818"/>
                  </a:lnTo>
                  <a:lnTo>
                    <a:pt x="78757" y="326268"/>
                  </a:lnTo>
                  <a:lnTo>
                    <a:pt x="83789" y="324557"/>
                  </a:lnTo>
                  <a:lnTo>
                    <a:pt x="88764" y="322687"/>
                  </a:lnTo>
                  <a:lnTo>
                    <a:pt x="93676" y="320659"/>
                  </a:lnTo>
                  <a:lnTo>
                    <a:pt x="98522" y="318476"/>
                  </a:lnTo>
                  <a:lnTo>
                    <a:pt x="103296" y="316141"/>
                  </a:lnTo>
                  <a:lnTo>
                    <a:pt x="107994" y="313655"/>
                  </a:lnTo>
                  <a:lnTo>
                    <a:pt x="112610" y="311021"/>
                  </a:lnTo>
                  <a:lnTo>
                    <a:pt x="117140" y="308241"/>
                  </a:lnTo>
                  <a:lnTo>
                    <a:pt x="121579" y="305319"/>
                  </a:lnTo>
                  <a:lnTo>
                    <a:pt x="125923" y="302257"/>
                  </a:lnTo>
                  <a:lnTo>
                    <a:pt x="130168" y="299058"/>
                  </a:lnTo>
                  <a:lnTo>
                    <a:pt x="134308" y="295727"/>
                  </a:lnTo>
                  <a:lnTo>
                    <a:pt x="138341" y="292265"/>
                  </a:lnTo>
                  <a:lnTo>
                    <a:pt x="142262" y="288677"/>
                  </a:lnTo>
                  <a:lnTo>
                    <a:pt x="146066" y="284966"/>
                  </a:lnTo>
                  <a:lnTo>
                    <a:pt x="149751" y="281136"/>
                  </a:lnTo>
                  <a:lnTo>
                    <a:pt x="153312" y="277191"/>
                  </a:lnTo>
                  <a:lnTo>
                    <a:pt x="156746" y="273134"/>
                  </a:lnTo>
                  <a:lnTo>
                    <a:pt x="160049" y="268971"/>
                  </a:lnTo>
                  <a:lnTo>
                    <a:pt x="163219" y="264705"/>
                  </a:lnTo>
                  <a:lnTo>
                    <a:pt x="166251" y="260339"/>
                  </a:lnTo>
                  <a:lnTo>
                    <a:pt x="169142" y="255880"/>
                  </a:lnTo>
                  <a:lnTo>
                    <a:pt x="171891" y="251331"/>
                  </a:lnTo>
                  <a:lnTo>
                    <a:pt x="174493" y="246698"/>
                  </a:lnTo>
                  <a:lnTo>
                    <a:pt x="176947" y="241983"/>
                  </a:lnTo>
                  <a:lnTo>
                    <a:pt x="179250" y="237193"/>
                  </a:lnTo>
                  <a:lnTo>
                    <a:pt x="181399" y="232333"/>
                  </a:lnTo>
                  <a:lnTo>
                    <a:pt x="183393" y="227406"/>
                  </a:lnTo>
                  <a:lnTo>
                    <a:pt x="185229" y="222419"/>
                  </a:lnTo>
                  <a:lnTo>
                    <a:pt x="186906" y="217375"/>
                  </a:lnTo>
                  <a:lnTo>
                    <a:pt x="188421" y="212281"/>
                  </a:lnTo>
                  <a:lnTo>
                    <a:pt x="189774" y="207141"/>
                  </a:lnTo>
                  <a:lnTo>
                    <a:pt x="190963" y="201961"/>
                  </a:lnTo>
                  <a:lnTo>
                    <a:pt x="191986" y="196746"/>
                  </a:lnTo>
                  <a:lnTo>
                    <a:pt x="192843" y="191501"/>
                  </a:lnTo>
                  <a:lnTo>
                    <a:pt x="193533" y="186231"/>
                  </a:lnTo>
                  <a:lnTo>
                    <a:pt x="194055" y="180942"/>
                  </a:lnTo>
                  <a:lnTo>
                    <a:pt x="194409" y="175639"/>
                  </a:lnTo>
                  <a:lnTo>
                    <a:pt x="194594" y="170328"/>
                  </a:lnTo>
                  <a:lnTo>
                    <a:pt x="194610" y="165013"/>
                  </a:lnTo>
                  <a:lnTo>
                    <a:pt x="194457" y="159701"/>
                  </a:lnTo>
                  <a:lnTo>
                    <a:pt x="194135" y="154396"/>
                  </a:lnTo>
                  <a:lnTo>
                    <a:pt x="193645" y="149104"/>
                  </a:lnTo>
                  <a:lnTo>
                    <a:pt x="192987" y="143830"/>
                  </a:lnTo>
                  <a:lnTo>
                    <a:pt x="192161" y="138580"/>
                  </a:lnTo>
                  <a:lnTo>
                    <a:pt x="191169" y="133358"/>
                  </a:lnTo>
                  <a:lnTo>
                    <a:pt x="190012" y="128171"/>
                  </a:lnTo>
                  <a:lnTo>
                    <a:pt x="188690" y="123023"/>
                  </a:lnTo>
                  <a:lnTo>
                    <a:pt x="187205" y="117920"/>
                  </a:lnTo>
                  <a:lnTo>
                    <a:pt x="185559" y="112867"/>
                  </a:lnTo>
                  <a:lnTo>
                    <a:pt x="183753" y="107868"/>
                  </a:lnTo>
                  <a:lnTo>
                    <a:pt x="181789" y="102930"/>
                  </a:lnTo>
                  <a:lnTo>
                    <a:pt x="179669" y="98056"/>
                  </a:lnTo>
                  <a:lnTo>
                    <a:pt x="177395" y="93253"/>
                  </a:lnTo>
                  <a:lnTo>
                    <a:pt x="174970" y="88524"/>
                  </a:lnTo>
                  <a:lnTo>
                    <a:pt x="172395" y="83874"/>
                  </a:lnTo>
                  <a:lnTo>
                    <a:pt x="169674" y="79309"/>
                  </a:lnTo>
                  <a:lnTo>
                    <a:pt x="166809" y="74832"/>
                  </a:lnTo>
                  <a:lnTo>
                    <a:pt x="163804" y="70449"/>
                  </a:lnTo>
                  <a:lnTo>
                    <a:pt x="160660" y="66164"/>
                  </a:lnTo>
                  <a:lnTo>
                    <a:pt x="157382" y="61980"/>
                  </a:lnTo>
                  <a:lnTo>
                    <a:pt x="153973" y="57903"/>
                  </a:lnTo>
                  <a:lnTo>
                    <a:pt x="150435" y="53937"/>
                  </a:lnTo>
                  <a:lnTo>
                    <a:pt x="146774" y="50085"/>
                  </a:lnTo>
                  <a:lnTo>
                    <a:pt x="142992" y="46351"/>
                  </a:lnTo>
                  <a:lnTo>
                    <a:pt x="139093" y="42739"/>
                  </a:lnTo>
                  <a:lnTo>
                    <a:pt x="135081" y="39253"/>
                  </a:lnTo>
                  <a:lnTo>
                    <a:pt x="130960" y="35897"/>
                  </a:lnTo>
                  <a:lnTo>
                    <a:pt x="126735" y="32673"/>
                  </a:lnTo>
                  <a:lnTo>
                    <a:pt x="122409" y="29585"/>
                  </a:lnTo>
                  <a:lnTo>
                    <a:pt x="117988" y="26636"/>
                  </a:lnTo>
                  <a:lnTo>
                    <a:pt x="113475" y="23829"/>
                  </a:lnTo>
                  <a:lnTo>
                    <a:pt x="108875" y="21167"/>
                  </a:lnTo>
                  <a:lnTo>
                    <a:pt x="104193" y="18653"/>
                  </a:lnTo>
                  <a:lnTo>
                    <a:pt x="99433" y="16288"/>
                  </a:lnTo>
                  <a:lnTo>
                    <a:pt x="94600" y="14077"/>
                  </a:lnTo>
                  <a:lnTo>
                    <a:pt x="89700" y="12019"/>
                  </a:lnTo>
                  <a:lnTo>
                    <a:pt x="84736" y="10119"/>
                  </a:lnTo>
                  <a:lnTo>
                    <a:pt x="79715" y="8378"/>
                  </a:lnTo>
                  <a:lnTo>
                    <a:pt x="74641" y="6797"/>
                  </a:lnTo>
                  <a:lnTo>
                    <a:pt x="69519" y="5378"/>
                  </a:lnTo>
                  <a:lnTo>
                    <a:pt x="64355" y="4123"/>
                  </a:lnTo>
                  <a:lnTo>
                    <a:pt x="59153" y="3032"/>
                  </a:lnTo>
                  <a:lnTo>
                    <a:pt x="53919" y="2107"/>
                  </a:lnTo>
                  <a:lnTo>
                    <a:pt x="48659" y="1350"/>
                  </a:lnTo>
                  <a:lnTo>
                    <a:pt x="43377" y="759"/>
                  </a:lnTo>
                  <a:lnTo>
                    <a:pt x="38079" y="337"/>
                  </a:lnTo>
                  <a:lnTo>
                    <a:pt x="32770" y="84"/>
                  </a:lnTo>
                  <a:lnTo>
                    <a:pt x="27456" y="0"/>
                  </a:lnTo>
                  <a:lnTo>
                    <a:pt x="274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7947" y="5269756"/>
              <a:ext cx="27311" cy="167167"/>
            </a:xfrm>
            <a:custGeom>
              <a:avLst/>
              <a:pathLst>
                <a:path w="27311" h="167167">
                  <a:moveTo>
                    <a:pt x="27311" y="0"/>
                  </a:moveTo>
                  <a:lnTo>
                    <a:pt x="20454" y="140"/>
                  </a:lnTo>
                  <a:lnTo>
                    <a:pt x="13609" y="562"/>
                  </a:lnTo>
                  <a:lnTo>
                    <a:pt x="6787" y="1264"/>
                  </a:lnTo>
                  <a:lnTo>
                    <a:pt x="0" y="2246"/>
                  </a:lnTo>
                  <a:lnTo>
                    <a:pt x="273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947" y="5272002"/>
              <a:ext cx="27311" cy="164921"/>
            </a:xfrm>
            <a:custGeom>
              <a:avLst/>
              <a:pathLst>
                <a:path w="27311" h="164921">
                  <a:moveTo>
                    <a:pt x="0" y="0"/>
                  </a:moveTo>
                  <a:lnTo>
                    <a:pt x="27311" y="164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947" y="5272002"/>
              <a:ext cx="27311" cy="164921"/>
            </a:xfrm>
            <a:custGeom>
              <a:avLst/>
              <a:pathLst>
                <a:path w="27311" h="164921">
                  <a:moveTo>
                    <a:pt x="0" y="0"/>
                  </a:moveTo>
                  <a:lnTo>
                    <a:pt x="27311" y="164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947" y="5272002"/>
              <a:ext cx="27311" cy="164921"/>
            </a:xfrm>
            <a:custGeom>
              <a:avLst/>
              <a:pathLst>
                <a:path w="27311" h="164921">
                  <a:moveTo>
                    <a:pt x="0" y="0"/>
                  </a:moveTo>
                  <a:lnTo>
                    <a:pt x="27311" y="164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947" y="5272002"/>
              <a:ext cx="27311" cy="164921"/>
            </a:xfrm>
            <a:custGeom>
              <a:avLst/>
              <a:pathLst>
                <a:path w="27311" h="164921">
                  <a:moveTo>
                    <a:pt x="0" y="0"/>
                  </a:moveTo>
                  <a:lnTo>
                    <a:pt x="27311" y="164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406" y="5272002"/>
              <a:ext cx="154851" cy="164921"/>
            </a:xfrm>
            <a:custGeom>
              <a:avLst/>
              <a:pathLst>
                <a:path w="154851" h="164921">
                  <a:moveTo>
                    <a:pt x="127540" y="0"/>
                  </a:moveTo>
                  <a:lnTo>
                    <a:pt x="122127" y="988"/>
                  </a:lnTo>
                  <a:lnTo>
                    <a:pt x="116750" y="2153"/>
                  </a:lnTo>
                  <a:lnTo>
                    <a:pt x="111414" y="3496"/>
                  </a:lnTo>
                  <a:lnTo>
                    <a:pt x="106124" y="5013"/>
                  </a:lnTo>
                  <a:lnTo>
                    <a:pt x="100888" y="6703"/>
                  </a:lnTo>
                  <a:lnTo>
                    <a:pt x="95710" y="8565"/>
                  </a:lnTo>
                  <a:lnTo>
                    <a:pt x="90596" y="10596"/>
                  </a:lnTo>
                  <a:lnTo>
                    <a:pt x="85552" y="12794"/>
                  </a:lnTo>
                  <a:lnTo>
                    <a:pt x="80583" y="15157"/>
                  </a:lnTo>
                  <a:lnTo>
                    <a:pt x="75694" y="17683"/>
                  </a:lnTo>
                  <a:lnTo>
                    <a:pt x="70891" y="20368"/>
                  </a:lnTo>
                  <a:lnTo>
                    <a:pt x="66179" y="23209"/>
                  </a:lnTo>
                  <a:lnTo>
                    <a:pt x="61563" y="26204"/>
                  </a:lnTo>
                  <a:lnTo>
                    <a:pt x="57049" y="29350"/>
                  </a:lnTo>
                  <a:lnTo>
                    <a:pt x="52640" y="32642"/>
                  </a:lnTo>
                  <a:lnTo>
                    <a:pt x="48342" y="36077"/>
                  </a:lnTo>
                  <a:lnTo>
                    <a:pt x="44159" y="39653"/>
                  </a:lnTo>
                  <a:lnTo>
                    <a:pt x="40096" y="43364"/>
                  </a:lnTo>
                  <a:lnTo>
                    <a:pt x="36158" y="47206"/>
                  </a:lnTo>
                  <a:lnTo>
                    <a:pt x="32348" y="51176"/>
                  </a:lnTo>
                  <a:lnTo>
                    <a:pt x="28671" y="55270"/>
                  </a:lnTo>
                  <a:lnTo>
                    <a:pt x="25130" y="59482"/>
                  </a:lnTo>
                  <a:lnTo>
                    <a:pt x="21730" y="63808"/>
                  </a:lnTo>
                  <a:lnTo>
                    <a:pt x="18475" y="68244"/>
                  </a:lnTo>
                  <a:lnTo>
                    <a:pt x="15367" y="72785"/>
                  </a:lnTo>
                  <a:lnTo>
                    <a:pt x="12410" y="77425"/>
                  </a:lnTo>
                  <a:lnTo>
                    <a:pt x="9608" y="82161"/>
                  </a:lnTo>
                  <a:lnTo>
                    <a:pt x="6963" y="86986"/>
                  </a:lnTo>
                  <a:lnTo>
                    <a:pt x="4478" y="91895"/>
                  </a:lnTo>
                  <a:lnTo>
                    <a:pt x="2156" y="96884"/>
                  </a:lnTo>
                  <a:lnTo>
                    <a:pt x="0" y="101946"/>
                  </a:lnTo>
                  <a:lnTo>
                    <a:pt x="154851" y="164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12312" y="104192"/>
                  </a:moveTo>
                  <a:lnTo>
                    <a:pt x="10395" y="109127"/>
                  </a:lnTo>
                  <a:lnTo>
                    <a:pt x="8636" y="114120"/>
                  </a:lnTo>
                  <a:lnTo>
                    <a:pt x="7036" y="119166"/>
                  </a:lnTo>
                  <a:lnTo>
                    <a:pt x="5597" y="124260"/>
                  </a:lnTo>
                  <a:lnTo>
                    <a:pt x="4319" y="129397"/>
                  </a:lnTo>
                  <a:lnTo>
                    <a:pt x="3205" y="134572"/>
                  </a:lnTo>
                  <a:lnTo>
                    <a:pt x="2255" y="139780"/>
                  </a:lnTo>
                  <a:lnTo>
                    <a:pt x="1470" y="145015"/>
                  </a:lnTo>
                  <a:lnTo>
                    <a:pt x="852" y="150273"/>
                  </a:lnTo>
                  <a:lnTo>
                    <a:pt x="401" y="155547"/>
                  </a:lnTo>
                  <a:lnTo>
                    <a:pt x="116" y="160833"/>
                  </a:lnTo>
                  <a:lnTo>
                    <a:pt x="0" y="166126"/>
                  </a:lnTo>
                  <a:lnTo>
                    <a:pt x="50" y="171419"/>
                  </a:lnTo>
                  <a:lnTo>
                    <a:pt x="269" y="176709"/>
                  </a:lnTo>
                  <a:lnTo>
                    <a:pt x="655" y="181988"/>
                  </a:lnTo>
                  <a:lnTo>
                    <a:pt x="1207" y="187253"/>
                  </a:lnTo>
                  <a:lnTo>
                    <a:pt x="1927" y="192498"/>
                  </a:lnTo>
                  <a:lnTo>
                    <a:pt x="2811" y="197717"/>
                  </a:lnTo>
                  <a:lnTo>
                    <a:pt x="3861" y="202906"/>
                  </a:lnTo>
                  <a:lnTo>
                    <a:pt x="5075" y="208058"/>
                  </a:lnTo>
                  <a:lnTo>
                    <a:pt x="6451" y="213170"/>
                  </a:lnTo>
                  <a:lnTo>
                    <a:pt x="7988" y="218236"/>
                  </a:lnTo>
                  <a:lnTo>
                    <a:pt x="9685" y="223250"/>
                  </a:lnTo>
                  <a:lnTo>
                    <a:pt x="11539" y="228208"/>
                  </a:lnTo>
                  <a:lnTo>
                    <a:pt x="13550" y="233105"/>
                  </a:lnTo>
                  <a:lnTo>
                    <a:pt x="15715" y="237936"/>
                  </a:lnTo>
                  <a:lnTo>
                    <a:pt x="18032" y="242696"/>
                  </a:lnTo>
                  <a:lnTo>
                    <a:pt x="20498" y="247380"/>
                  </a:lnTo>
                  <a:lnTo>
                    <a:pt x="23111" y="251984"/>
                  </a:lnTo>
                  <a:lnTo>
                    <a:pt x="25869" y="256503"/>
                  </a:lnTo>
                  <a:lnTo>
                    <a:pt x="28769" y="260932"/>
                  </a:lnTo>
                  <a:lnTo>
                    <a:pt x="31807" y="265267"/>
                  </a:lnTo>
                  <a:lnTo>
                    <a:pt x="34981" y="269503"/>
                  </a:lnTo>
                  <a:lnTo>
                    <a:pt x="38288" y="273637"/>
                  </a:lnTo>
                  <a:lnTo>
                    <a:pt x="41724" y="277665"/>
                  </a:lnTo>
                  <a:lnTo>
                    <a:pt x="45285" y="281581"/>
                  </a:lnTo>
                  <a:lnTo>
                    <a:pt x="48969" y="285383"/>
                  </a:lnTo>
                  <a:lnTo>
                    <a:pt x="52771" y="289066"/>
                  </a:lnTo>
                  <a:lnTo>
                    <a:pt x="56688" y="292627"/>
                  </a:lnTo>
                  <a:lnTo>
                    <a:pt x="60716" y="296062"/>
                  </a:lnTo>
                  <a:lnTo>
                    <a:pt x="64851" y="299368"/>
                  </a:lnTo>
                  <a:lnTo>
                    <a:pt x="69088" y="302541"/>
                  </a:lnTo>
                  <a:lnTo>
                    <a:pt x="73424" y="305578"/>
                  </a:lnTo>
                  <a:lnTo>
                    <a:pt x="77853" y="308477"/>
                  </a:lnTo>
                  <a:lnTo>
                    <a:pt x="82372" y="311234"/>
                  </a:lnTo>
                  <a:lnTo>
                    <a:pt x="86976" y="313847"/>
                  </a:lnTo>
                  <a:lnTo>
                    <a:pt x="91661" y="316312"/>
                  </a:lnTo>
                  <a:lnTo>
                    <a:pt x="96421" y="318628"/>
                  </a:lnTo>
                  <a:lnTo>
                    <a:pt x="101253" y="320792"/>
                  </a:lnTo>
                  <a:lnTo>
                    <a:pt x="106150" y="322802"/>
                  </a:lnTo>
                  <a:lnTo>
                    <a:pt x="111108" y="324656"/>
                  </a:lnTo>
                  <a:lnTo>
                    <a:pt x="116123" y="326352"/>
                  </a:lnTo>
                  <a:lnTo>
                    <a:pt x="121189" y="327888"/>
                  </a:lnTo>
                  <a:lnTo>
                    <a:pt x="126301" y="329263"/>
                  </a:lnTo>
                  <a:lnTo>
                    <a:pt x="131454" y="330476"/>
                  </a:lnTo>
                  <a:lnTo>
                    <a:pt x="136643" y="331525"/>
                  </a:lnTo>
                  <a:lnTo>
                    <a:pt x="141862" y="332409"/>
                  </a:lnTo>
                  <a:lnTo>
                    <a:pt x="147107" y="333127"/>
                  </a:lnTo>
                  <a:lnTo>
                    <a:pt x="152372" y="333679"/>
                  </a:lnTo>
                  <a:lnTo>
                    <a:pt x="157652" y="334064"/>
                  </a:lnTo>
                  <a:lnTo>
                    <a:pt x="162941" y="334281"/>
                  </a:lnTo>
                  <a:lnTo>
                    <a:pt x="168234" y="334331"/>
                  </a:lnTo>
                  <a:lnTo>
                    <a:pt x="173527" y="334213"/>
                  </a:lnTo>
                  <a:lnTo>
                    <a:pt x="178813" y="333928"/>
                  </a:lnTo>
                  <a:lnTo>
                    <a:pt x="184087" y="333476"/>
                  </a:lnTo>
                  <a:lnTo>
                    <a:pt x="189345" y="332856"/>
                  </a:lnTo>
                  <a:lnTo>
                    <a:pt x="194580" y="332071"/>
                  </a:lnTo>
                  <a:lnTo>
                    <a:pt x="199787" y="331120"/>
                  </a:lnTo>
                  <a:lnTo>
                    <a:pt x="204962" y="330005"/>
                  </a:lnTo>
                  <a:lnTo>
                    <a:pt x="210099" y="328726"/>
                  </a:lnTo>
                  <a:lnTo>
                    <a:pt x="215193" y="327286"/>
                  </a:lnTo>
                  <a:lnTo>
                    <a:pt x="220239" y="325685"/>
                  </a:lnTo>
                  <a:lnTo>
                    <a:pt x="225232" y="323925"/>
                  </a:lnTo>
                  <a:lnTo>
                    <a:pt x="230166" y="322008"/>
                  </a:lnTo>
                  <a:lnTo>
                    <a:pt x="235037" y="319935"/>
                  </a:lnTo>
                  <a:lnTo>
                    <a:pt x="239840" y="317709"/>
                  </a:lnTo>
                  <a:lnTo>
                    <a:pt x="244571" y="315333"/>
                  </a:lnTo>
                  <a:lnTo>
                    <a:pt x="249223" y="312808"/>
                  </a:lnTo>
                  <a:lnTo>
                    <a:pt x="253793" y="310136"/>
                  </a:lnTo>
                  <a:lnTo>
                    <a:pt x="258277" y="307322"/>
                  </a:lnTo>
                  <a:lnTo>
                    <a:pt x="262669" y="304366"/>
                  </a:lnTo>
                  <a:lnTo>
                    <a:pt x="266965" y="301274"/>
                  </a:lnTo>
                  <a:lnTo>
                    <a:pt x="271162" y="298046"/>
                  </a:lnTo>
                  <a:lnTo>
                    <a:pt x="275253" y="294688"/>
                  </a:lnTo>
                  <a:lnTo>
                    <a:pt x="279237" y="291201"/>
                  </a:lnTo>
                  <a:lnTo>
                    <a:pt x="283108" y="287591"/>
                  </a:lnTo>
                  <a:lnTo>
                    <a:pt x="286863" y="283859"/>
                  </a:lnTo>
                  <a:lnTo>
                    <a:pt x="290498" y="280010"/>
                  </a:lnTo>
                  <a:lnTo>
                    <a:pt x="294009" y="276049"/>
                  </a:lnTo>
                  <a:lnTo>
                    <a:pt x="297393" y="271978"/>
                  </a:lnTo>
                  <a:lnTo>
                    <a:pt x="300646" y="267802"/>
                  </a:lnTo>
                  <a:lnTo>
                    <a:pt x="303766" y="263525"/>
                  </a:lnTo>
                  <a:lnTo>
                    <a:pt x="306748" y="259151"/>
                  </a:lnTo>
                  <a:lnTo>
                    <a:pt x="309591" y="254685"/>
                  </a:lnTo>
                  <a:lnTo>
                    <a:pt x="312291" y="250132"/>
                  </a:lnTo>
                  <a:lnTo>
                    <a:pt x="314845" y="245495"/>
                  </a:lnTo>
                  <a:lnTo>
                    <a:pt x="317251" y="240780"/>
                  </a:lnTo>
                  <a:lnTo>
                    <a:pt x="319506" y="235990"/>
                  </a:lnTo>
                  <a:lnTo>
                    <a:pt x="321609" y="231132"/>
                  </a:lnTo>
                  <a:lnTo>
                    <a:pt x="323557" y="226210"/>
                  </a:lnTo>
                  <a:lnTo>
                    <a:pt x="325348" y="221228"/>
                  </a:lnTo>
                  <a:lnTo>
                    <a:pt x="326981" y="216193"/>
                  </a:lnTo>
                  <a:lnTo>
                    <a:pt x="328453" y="211108"/>
                  </a:lnTo>
                  <a:lnTo>
                    <a:pt x="329763" y="205979"/>
                  </a:lnTo>
                  <a:lnTo>
                    <a:pt x="330911" y="200811"/>
                  </a:lnTo>
                  <a:lnTo>
                    <a:pt x="331894" y="195609"/>
                  </a:lnTo>
                  <a:lnTo>
                    <a:pt x="332712" y="190379"/>
                  </a:lnTo>
                  <a:lnTo>
                    <a:pt x="333364" y="185126"/>
                  </a:lnTo>
                  <a:lnTo>
                    <a:pt x="333849" y="179854"/>
                  </a:lnTo>
                  <a:lnTo>
                    <a:pt x="334167" y="174570"/>
                  </a:lnTo>
                  <a:lnTo>
                    <a:pt x="334318" y="169279"/>
                  </a:lnTo>
                  <a:lnTo>
                    <a:pt x="334301" y="163985"/>
                  </a:lnTo>
                  <a:lnTo>
                    <a:pt x="334116" y="158694"/>
                  </a:lnTo>
                  <a:lnTo>
                    <a:pt x="333764" y="153412"/>
                  </a:lnTo>
                  <a:lnTo>
                    <a:pt x="333245" y="148144"/>
                  </a:lnTo>
                  <a:lnTo>
                    <a:pt x="332560" y="142895"/>
                  </a:lnTo>
                  <a:lnTo>
                    <a:pt x="331708" y="137670"/>
                  </a:lnTo>
                  <a:lnTo>
                    <a:pt x="330692" y="132475"/>
                  </a:lnTo>
                  <a:lnTo>
                    <a:pt x="329511" y="127314"/>
                  </a:lnTo>
                  <a:lnTo>
                    <a:pt x="328168" y="122194"/>
                  </a:lnTo>
                  <a:lnTo>
                    <a:pt x="326663" y="117119"/>
                  </a:lnTo>
                  <a:lnTo>
                    <a:pt x="324999" y="112093"/>
                  </a:lnTo>
                  <a:lnTo>
                    <a:pt x="323176" y="107123"/>
                  </a:lnTo>
                  <a:lnTo>
                    <a:pt x="321196" y="102214"/>
                  </a:lnTo>
                  <a:lnTo>
                    <a:pt x="319062" y="97369"/>
                  </a:lnTo>
                  <a:lnTo>
                    <a:pt x="316776" y="92595"/>
                  </a:lnTo>
                  <a:lnTo>
                    <a:pt x="314340" y="87895"/>
                  </a:lnTo>
                  <a:lnTo>
                    <a:pt x="311756" y="83274"/>
                  </a:lnTo>
                  <a:lnTo>
                    <a:pt x="309027" y="78738"/>
                  </a:lnTo>
                  <a:lnTo>
                    <a:pt x="306156" y="74291"/>
                  </a:lnTo>
                  <a:lnTo>
                    <a:pt x="303146" y="69936"/>
                  </a:lnTo>
                  <a:lnTo>
                    <a:pt x="299999" y="65679"/>
                  </a:lnTo>
                  <a:lnTo>
                    <a:pt x="296719" y="61524"/>
                  </a:lnTo>
                  <a:lnTo>
                    <a:pt x="293309" y="57475"/>
                  </a:lnTo>
                  <a:lnTo>
                    <a:pt x="289773" y="53536"/>
                  </a:lnTo>
                  <a:lnTo>
                    <a:pt x="286113" y="49711"/>
                  </a:lnTo>
                  <a:lnTo>
                    <a:pt x="282334" y="46003"/>
                  </a:lnTo>
                  <a:lnTo>
                    <a:pt x="278440" y="42417"/>
                  </a:lnTo>
                  <a:lnTo>
                    <a:pt x="274434" y="38956"/>
                  </a:lnTo>
                  <a:lnTo>
                    <a:pt x="270321" y="35624"/>
                  </a:lnTo>
                  <a:lnTo>
                    <a:pt x="266104" y="32424"/>
                  </a:lnTo>
                  <a:lnTo>
                    <a:pt x="261788" y="29359"/>
                  </a:lnTo>
                  <a:lnTo>
                    <a:pt x="257377" y="26432"/>
                  </a:lnTo>
                  <a:lnTo>
                    <a:pt x="252876" y="23646"/>
                  </a:lnTo>
                  <a:lnTo>
                    <a:pt x="248289" y="21004"/>
                  </a:lnTo>
                  <a:lnTo>
                    <a:pt x="243620" y="18508"/>
                  </a:lnTo>
                  <a:lnTo>
                    <a:pt x="238875" y="16162"/>
                  </a:lnTo>
                  <a:lnTo>
                    <a:pt x="234057" y="13967"/>
                  </a:lnTo>
                  <a:lnTo>
                    <a:pt x="229173" y="11926"/>
                  </a:lnTo>
                  <a:lnTo>
                    <a:pt x="224227" y="10040"/>
                  </a:lnTo>
                  <a:lnTo>
                    <a:pt x="219223" y="8312"/>
                  </a:lnTo>
                  <a:lnTo>
                    <a:pt x="214167" y="6744"/>
                  </a:lnTo>
                  <a:lnTo>
                    <a:pt x="209064" y="5336"/>
                  </a:lnTo>
                  <a:lnTo>
                    <a:pt x="203919" y="4090"/>
                  </a:lnTo>
                  <a:lnTo>
                    <a:pt x="198737" y="3008"/>
                  </a:lnTo>
                  <a:lnTo>
                    <a:pt x="193523" y="2091"/>
                  </a:lnTo>
                  <a:lnTo>
                    <a:pt x="188283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552" y="5018213"/>
              <a:ext cx="43486" cy="167167"/>
            </a:xfrm>
            <a:custGeom>
              <a:avLst/>
              <a:pathLst>
                <a:path w="43486" h="167167">
                  <a:moveTo>
                    <a:pt x="43486" y="0"/>
                  </a:moveTo>
                  <a:lnTo>
                    <a:pt x="37203" y="118"/>
                  </a:lnTo>
                  <a:lnTo>
                    <a:pt x="30929" y="472"/>
                  </a:lnTo>
                  <a:lnTo>
                    <a:pt x="24672" y="1062"/>
                  </a:lnTo>
                  <a:lnTo>
                    <a:pt x="18442" y="1886"/>
                  </a:lnTo>
                  <a:lnTo>
                    <a:pt x="12248" y="2944"/>
                  </a:lnTo>
                  <a:lnTo>
                    <a:pt x="6097" y="4234"/>
                  </a:lnTo>
                  <a:lnTo>
                    <a:pt x="0" y="5755"/>
                  </a:lnTo>
                  <a:lnTo>
                    <a:pt x="434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552" y="5023968"/>
              <a:ext cx="43486" cy="161412"/>
            </a:xfrm>
            <a:custGeom>
              <a:avLst/>
              <a:pathLst>
                <a:path w="43486" h="161412">
                  <a:moveTo>
                    <a:pt x="0" y="0"/>
                  </a:moveTo>
                  <a:lnTo>
                    <a:pt x="43486" y="161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552" y="5023968"/>
              <a:ext cx="43486" cy="161412"/>
            </a:xfrm>
            <a:custGeom>
              <a:avLst/>
              <a:pathLst>
                <a:path w="43486" h="161412">
                  <a:moveTo>
                    <a:pt x="0" y="0"/>
                  </a:moveTo>
                  <a:lnTo>
                    <a:pt x="43486" y="1614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552" y="5023968"/>
              <a:ext cx="43486" cy="161412"/>
            </a:xfrm>
            <a:custGeom>
              <a:avLst/>
              <a:pathLst>
                <a:path w="43486" h="161412">
                  <a:moveTo>
                    <a:pt x="0" y="0"/>
                  </a:moveTo>
                  <a:lnTo>
                    <a:pt x="43486" y="1614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2" y="5023968"/>
              <a:ext cx="167166" cy="182506"/>
            </a:xfrm>
            <a:custGeom>
              <a:avLst/>
              <a:pathLst>
                <a:path w="167166" h="182506">
                  <a:moveTo>
                    <a:pt x="123679" y="0"/>
                  </a:moveTo>
                  <a:lnTo>
                    <a:pt x="118442" y="1502"/>
                  </a:lnTo>
                  <a:lnTo>
                    <a:pt x="113256" y="3175"/>
                  </a:lnTo>
                  <a:lnTo>
                    <a:pt x="108128" y="5016"/>
                  </a:lnTo>
                  <a:lnTo>
                    <a:pt x="103063" y="7023"/>
                  </a:lnTo>
                  <a:lnTo>
                    <a:pt x="98066" y="9194"/>
                  </a:lnTo>
                  <a:lnTo>
                    <a:pt x="93142" y="11527"/>
                  </a:lnTo>
                  <a:lnTo>
                    <a:pt x="88297" y="14019"/>
                  </a:lnTo>
                  <a:lnTo>
                    <a:pt x="83535" y="16667"/>
                  </a:lnTo>
                  <a:lnTo>
                    <a:pt x="78863" y="19470"/>
                  </a:lnTo>
                  <a:lnTo>
                    <a:pt x="74284" y="22423"/>
                  </a:lnTo>
                  <a:lnTo>
                    <a:pt x="69804" y="25523"/>
                  </a:lnTo>
                  <a:lnTo>
                    <a:pt x="65427" y="28768"/>
                  </a:lnTo>
                  <a:lnTo>
                    <a:pt x="61158" y="32154"/>
                  </a:lnTo>
                  <a:lnTo>
                    <a:pt x="57002" y="35678"/>
                  </a:lnTo>
                  <a:lnTo>
                    <a:pt x="52963" y="39335"/>
                  </a:lnTo>
                  <a:lnTo>
                    <a:pt x="49046" y="43121"/>
                  </a:lnTo>
                  <a:lnTo>
                    <a:pt x="45254" y="47033"/>
                  </a:lnTo>
                  <a:lnTo>
                    <a:pt x="41591" y="51067"/>
                  </a:lnTo>
                  <a:lnTo>
                    <a:pt x="38062" y="55218"/>
                  </a:lnTo>
                  <a:lnTo>
                    <a:pt x="34670" y="59482"/>
                  </a:lnTo>
                  <a:lnTo>
                    <a:pt x="31418" y="63854"/>
                  </a:lnTo>
                  <a:lnTo>
                    <a:pt x="28311" y="68329"/>
                  </a:lnTo>
                  <a:lnTo>
                    <a:pt x="25351" y="72904"/>
                  </a:lnTo>
                  <a:lnTo>
                    <a:pt x="22542" y="77572"/>
                  </a:lnTo>
                  <a:lnTo>
                    <a:pt x="19887" y="82330"/>
                  </a:lnTo>
                  <a:lnTo>
                    <a:pt x="17388" y="87172"/>
                  </a:lnTo>
                  <a:lnTo>
                    <a:pt x="15048" y="92092"/>
                  </a:lnTo>
                  <a:lnTo>
                    <a:pt x="12870" y="97086"/>
                  </a:lnTo>
                  <a:lnTo>
                    <a:pt x="10856" y="102149"/>
                  </a:lnTo>
                  <a:lnTo>
                    <a:pt x="9007" y="107274"/>
                  </a:lnTo>
                  <a:lnTo>
                    <a:pt x="7327" y="112457"/>
                  </a:lnTo>
                  <a:lnTo>
                    <a:pt x="5817" y="117692"/>
                  </a:lnTo>
                  <a:lnTo>
                    <a:pt x="4478" y="122973"/>
                  </a:lnTo>
                  <a:lnTo>
                    <a:pt x="3311" y="128295"/>
                  </a:lnTo>
                  <a:lnTo>
                    <a:pt x="2319" y="133653"/>
                  </a:lnTo>
                  <a:lnTo>
                    <a:pt x="1502" y="139040"/>
                  </a:lnTo>
                  <a:lnTo>
                    <a:pt x="861" y="144450"/>
                  </a:lnTo>
                  <a:lnTo>
                    <a:pt x="397" y="149879"/>
                  </a:lnTo>
                  <a:lnTo>
                    <a:pt x="109" y="155320"/>
                  </a:lnTo>
                  <a:lnTo>
                    <a:pt x="0" y="160767"/>
                  </a:lnTo>
                  <a:lnTo>
                    <a:pt x="67" y="166215"/>
                  </a:lnTo>
                  <a:lnTo>
                    <a:pt x="313" y="171658"/>
                  </a:lnTo>
                  <a:lnTo>
                    <a:pt x="735" y="177090"/>
                  </a:lnTo>
                  <a:lnTo>
                    <a:pt x="1334" y="182506"/>
                  </a:lnTo>
                  <a:lnTo>
                    <a:pt x="167166" y="1614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5207" y="5018213"/>
              <a:ext cx="332989" cy="334324"/>
            </a:xfrm>
            <a:custGeom>
              <a:avLst/>
              <a:pathLst>
                <a:path w="332989" h="334324">
                  <a:moveTo>
                    <a:pt x="0" y="188261"/>
                  </a:moveTo>
                  <a:lnTo>
                    <a:pt x="755" y="193531"/>
                  </a:lnTo>
                  <a:lnTo>
                    <a:pt x="1678" y="198773"/>
                  </a:lnTo>
                  <a:lnTo>
                    <a:pt x="2768" y="203984"/>
                  </a:lnTo>
                  <a:lnTo>
                    <a:pt x="4023" y="209157"/>
                  </a:lnTo>
                  <a:lnTo>
                    <a:pt x="5442" y="214288"/>
                  </a:lnTo>
                  <a:lnTo>
                    <a:pt x="7024" y="219371"/>
                  </a:lnTo>
                  <a:lnTo>
                    <a:pt x="8766" y="224401"/>
                  </a:lnTo>
                  <a:lnTo>
                    <a:pt x="10669" y="229373"/>
                  </a:lnTo>
                  <a:lnTo>
                    <a:pt x="12728" y="234282"/>
                  </a:lnTo>
                  <a:lnTo>
                    <a:pt x="14943" y="239123"/>
                  </a:lnTo>
                  <a:lnTo>
                    <a:pt x="17310" y="243891"/>
                  </a:lnTo>
                  <a:lnTo>
                    <a:pt x="19829" y="248581"/>
                  </a:lnTo>
                  <a:lnTo>
                    <a:pt x="22495" y="253189"/>
                  </a:lnTo>
                  <a:lnTo>
                    <a:pt x="25307" y="257709"/>
                  </a:lnTo>
                  <a:lnTo>
                    <a:pt x="28261" y="262138"/>
                  </a:lnTo>
                  <a:lnTo>
                    <a:pt x="31354" y="266470"/>
                  </a:lnTo>
                  <a:lnTo>
                    <a:pt x="34585" y="270701"/>
                  </a:lnTo>
                  <a:lnTo>
                    <a:pt x="37948" y="274828"/>
                  </a:lnTo>
                  <a:lnTo>
                    <a:pt x="41441" y="278845"/>
                  </a:lnTo>
                  <a:lnTo>
                    <a:pt x="45060" y="282749"/>
                  </a:lnTo>
                  <a:lnTo>
                    <a:pt x="48801" y="286536"/>
                  </a:lnTo>
                  <a:lnTo>
                    <a:pt x="52661" y="290202"/>
                  </a:lnTo>
                  <a:lnTo>
                    <a:pt x="56636" y="293743"/>
                  </a:lnTo>
                  <a:lnTo>
                    <a:pt x="60722" y="297156"/>
                  </a:lnTo>
                  <a:lnTo>
                    <a:pt x="64914" y="300437"/>
                  </a:lnTo>
                  <a:lnTo>
                    <a:pt x="69209" y="303582"/>
                  </a:lnTo>
                  <a:lnTo>
                    <a:pt x="73601" y="306590"/>
                  </a:lnTo>
                  <a:lnTo>
                    <a:pt x="78087" y="309456"/>
                  </a:lnTo>
                  <a:lnTo>
                    <a:pt x="82662" y="312177"/>
                  </a:lnTo>
                  <a:lnTo>
                    <a:pt x="87322" y="314752"/>
                  </a:lnTo>
                  <a:lnTo>
                    <a:pt x="92061" y="317177"/>
                  </a:lnTo>
                  <a:lnTo>
                    <a:pt x="96875" y="319450"/>
                  </a:lnTo>
                  <a:lnTo>
                    <a:pt x="101759" y="321568"/>
                  </a:lnTo>
                  <a:lnTo>
                    <a:pt x="106707" y="323530"/>
                  </a:lnTo>
                  <a:lnTo>
                    <a:pt x="111716" y="325333"/>
                  </a:lnTo>
                  <a:lnTo>
                    <a:pt x="116780" y="326976"/>
                  </a:lnTo>
                  <a:lnTo>
                    <a:pt x="121893" y="328457"/>
                  </a:lnTo>
                  <a:lnTo>
                    <a:pt x="127051" y="329774"/>
                  </a:lnTo>
                  <a:lnTo>
                    <a:pt x="132248" y="330926"/>
                  </a:lnTo>
                  <a:lnTo>
                    <a:pt x="137479" y="331913"/>
                  </a:lnTo>
                  <a:lnTo>
                    <a:pt x="142739" y="332732"/>
                  </a:lnTo>
                  <a:lnTo>
                    <a:pt x="148023" y="333383"/>
                  </a:lnTo>
                  <a:lnTo>
                    <a:pt x="153324" y="333866"/>
                  </a:lnTo>
                  <a:lnTo>
                    <a:pt x="158639" y="334180"/>
                  </a:lnTo>
                  <a:lnTo>
                    <a:pt x="163960" y="334324"/>
                  </a:lnTo>
                  <a:lnTo>
                    <a:pt x="169283" y="334299"/>
                  </a:lnTo>
                  <a:lnTo>
                    <a:pt x="174603" y="334104"/>
                  </a:lnTo>
                  <a:lnTo>
                    <a:pt x="179914" y="333740"/>
                  </a:lnTo>
                  <a:lnTo>
                    <a:pt x="185211" y="333207"/>
                  </a:lnTo>
                  <a:lnTo>
                    <a:pt x="190488" y="332506"/>
                  </a:lnTo>
                  <a:lnTo>
                    <a:pt x="195740" y="331637"/>
                  </a:lnTo>
                  <a:lnTo>
                    <a:pt x="200962" y="330601"/>
                  </a:lnTo>
                  <a:lnTo>
                    <a:pt x="206148" y="329400"/>
                  </a:lnTo>
                  <a:lnTo>
                    <a:pt x="211293" y="328034"/>
                  </a:lnTo>
                  <a:lnTo>
                    <a:pt x="216392" y="326505"/>
                  </a:lnTo>
                  <a:lnTo>
                    <a:pt x="221440" y="324814"/>
                  </a:lnTo>
                  <a:lnTo>
                    <a:pt x="226431" y="322963"/>
                  </a:lnTo>
                  <a:lnTo>
                    <a:pt x="231361" y="320955"/>
                  </a:lnTo>
                  <a:lnTo>
                    <a:pt x="236225" y="318790"/>
                  </a:lnTo>
                  <a:lnTo>
                    <a:pt x="241017" y="316472"/>
                  </a:lnTo>
                  <a:lnTo>
                    <a:pt x="245733" y="314002"/>
                  </a:lnTo>
                  <a:lnTo>
                    <a:pt x="250368" y="311384"/>
                  </a:lnTo>
                  <a:lnTo>
                    <a:pt x="254917" y="308619"/>
                  </a:lnTo>
                  <a:lnTo>
                    <a:pt x="259376" y="305710"/>
                  </a:lnTo>
                  <a:lnTo>
                    <a:pt x="263740" y="302662"/>
                  </a:lnTo>
                  <a:lnTo>
                    <a:pt x="268004" y="299475"/>
                  </a:lnTo>
                  <a:lnTo>
                    <a:pt x="272165" y="296155"/>
                  </a:lnTo>
                  <a:lnTo>
                    <a:pt x="276218" y="292704"/>
                  </a:lnTo>
                  <a:lnTo>
                    <a:pt x="280160" y="289125"/>
                  </a:lnTo>
                  <a:lnTo>
                    <a:pt x="283985" y="285423"/>
                  </a:lnTo>
                  <a:lnTo>
                    <a:pt x="287690" y="281601"/>
                  </a:lnTo>
                  <a:lnTo>
                    <a:pt x="291272" y="277663"/>
                  </a:lnTo>
                  <a:lnTo>
                    <a:pt x="294727" y="273613"/>
                  </a:lnTo>
                  <a:lnTo>
                    <a:pt x="298051" y="269455"/>
                  </a:lnTo>
                  <a:lnTo>
                    <a:pt x="301241" y="265193"/>
                  </a:lnTo>
                  <a:lnTo>
                    <a:pt x="304293" y="260831"/>
                  </a:lnTo>
                  <a:lnTo>
                    <a:pt x="307206" y="256375"/>
                  </a:lnTo>
                  <a:lnTo>
                    <a:pt x="309974" y="251828"/>
                  </a:lnTo>
                  <a:lnTo>
                    <a:pt x="312597" y="247196"/>
                  </a:lnTo>
                  <a:lnTo>
                    <a:pt x="315071" y="242482"/>
                  </a:lnTo>
                  <a:lnTo>
                    <a:pt x="317393" y="237692"/>
                  </a:lnTo>
                  <a:lnTo>
                    <a:pt x="319562" y="232830"/>
                  </a:lnTo>
                  <a:lnTo>
                    <a:pt x="321575" y="227902"/>
                  </a:lnTo>
                  <a:lnTo>
                    <a:pt x="323430" y="222912"/>
                  </a:lnTo>
                  <a:lnTo>
                    <a:pt x="325125" y="217866"/>
                  </a:lnTo>
                  <a:lnTo>
                    <a:pt x="326658" y="212768"/>
                  </a:lnTo>
                  <a:lnTo>
                    <a:pt x="328029" y="207624"/>
                  </a:lnTo>
                  <a:lnTo>
                    <a:pt x="329235" y="202439"/>
                  </a:lnTo>
                  <a:lnTo>
                    <a:pt x="330275" y="197218"/>
                  </a:lnTo>
                  <a:lnTo>
                    <a:pt x="331148" y="191967"/>
                  </a:lnTo>
                  <a:lnTo>
                    <a:pt x="331854" y="186690"/>
                  </a:lnTo>
                  <a:lnTo>
                    <a:pt x="332392" y="181394"/>
                  </a:lnTo>
                  <a:lnTo>
                    <a:pt x="332760" y="176084"/>
                  </a:lnTo>
                  <a:lnTo>
                    <a:pt x="332959" y="170764"/>
                  </a:lnTo>
                  <a:lnTo>
                    <a:pt x="332989" y="165440"/>
                  </a:lnTo>
                  <a:lnTo>
                    <a:pt x="332850" y="160119"/>
                  </a:lnTo>
                  <a:lnTo>
                    <a:pt x="332540" y="154804"/>
                  </a:lnTo>
                  <a:lnTo>
                    <a:pt x="332062" y="149503"/>
                  </a:lnTo>
                  <a:lnTo>
                    <a:pt x="331416" y="144218"/>
                  </a:lnTo>
                  <a:lnTo>
                    <a:pt x="330601" y="138958"/>
                  </a:lnTo>
                  <a:lnTo>
                    <a:pt x="329619" y="133726"/>
                  </a:lnTo>
                  <a:lnTo>
                    <a:pt x="328471" y="128527"/>
                  </a:lnTo>
                  <a:lnTo>
                    <a:pt x="327158" y="123368"/>
                  </a:lnTo>
                  <a:lnTo>
                    <a:pt x="325682" y="118254"/>
                  </a:lnTo>
                  <a:lnTo>
                    <a:pt x="324044" y="113189"/>
                  </a:lnTo>
                  <a:lnTo>
                    <a:pt x="322245" y="108178"/>
                  </a:lnTo>
                  <a:lnTo>
                    <a:pt x="320287" y="103228"/>
                  </a:lnTo>
                  <a:lnTo>
                    <a:pt x="318173" y="98342"/>
                  </a:lnTo>
                  <a:lnTo>
                    <a:pt x="315904" y="93527"/>
                  </a:lnTo>
                  <a:lnTo>
                    <a:pt x="313483" y="88785"/>
                  </a:lnTo>
                  <a:lnTo>
                    <a:pt x="310913" y="84124"/>
                  </a:lnTo>
                  <a:lnTo>
                    <a:pt x="308195" y="79546"/>
                  </a:lnTo>
                  <a:lnTo>
                    <a:pt x="305333" y="75058"/>
                  </a:lnTo>
                  <a:lnTo>
                    <a:pt x="302329" y="70663"/>
                  </a:lnTo>
                  <a:lnTo>
                    <a:pt x="299187" y="66365"/>
                  </a:lnTo>
                  <a:lnTo>
                    <a:pt x="295910" y="62170"/>
                  </a:lnTo>
                  <a:lnTo>
                    <a:pt x="292501" y="58082"/>
                  </a:lnTo>
                  <a:lnTo>
                    <a:pt x="288963" y="54104"/>
                  </a:lnTo>
                  <a:lnTo>
                    <a:pt x="285301" y="50240"/>
                  </a:lnTo>
                  <a:lnTo>
                    <a:pt x="281517" y="46496"/>
                  </a:lnTo>
                  <a:lnTo>
                    <a:pt x="277616" y="42873"/>
                  </a:lnTo>
                  <a:lnTo>
                    <a:pt x="273602" y="39377"/>
                  </a:lnTo>
                  <a:lnTo>
                    <a:pt x="269478" y="36010"/>
                  </a:lnTo>
                  <a:lnTo>
                    <a:pt x="265250" y="32776"/>
                  </a:lnTo>
                  <a:lnTo>
                    <a:pt x="260920" y="29679"/>
                  </a:lnTo>
                  <a:lnTo>
                    <a:pt x="256494" y="26721"/>
                  </a:lnTo>
                  <a:lnTo>
                    <a:pt x="251976" y="23905"/>
                  </a:lnTo>
                  <a:lnTo>
                    <a:pt x="247371" y="21235"/>
                  </a:lnTo>
                  <a:lnTo>
                    <a:pt x="242683" y="18713"/>
                  </a:lnTo>
                  <a:lnTo>
                    <a:pt x="237917" y="16341"/>
                  </a:lnTo>
                  <a:lnTo>
                    <a:pt x="233078" y="14122"/>
                  </a:lnTo>
                  <a:lnTo>
                    <a:pt x="228171" y="12058"/>
                  </a:lnTo>
                  <a:lnTo>
                    <a:pt x="223201" y="10152"/>
                  </a:lnTo>
                  <a:lnTo>
                    <a:pt x="218172" y="8405"/>
                  </a:lnTo>
                  <a:lnTo>
                    <a:pt x="213090" y="6819"/>
                  </a:lnTo>
                  <a:lnTo>
                    <a:pt x="207961" y="5395"/>
                  </a:lnTo>
                  <a:lnTo>
                    <a:pt x="202788" y="4136"/>
                  </a:lnTo>
                  <a:lnTo>
                    <a:pt x="197579" y="3042"/>
                  </a:lnTo>
                  <a:lnTo>
                    <a:pt x="192337" y="2114"/>
                  </a:lnTo>
                  <a:lnTo>
                    <a:pt x="187068" y="1354"/>
                  </a:lnTo>
                  <a:lnTo>
                    <a:pt x="181777" y="762"/>
                  </a:lnTo>
                  <a:lnTo>
                    <a:pt x="176471" y="338"/>
                  </a:lnTo>
                  <a:lnTo>
                    <a:pt x="171153" y="84"/>
                  </a:lnTo>
                  <a:lnTo>
                    <a:pt x="165831" y="0"/>
                  </a:lnTo>
                  <a:lnTo>
                    <a:pt x="1658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407" y="4659281"/>
              <a:ext cx="138827" cy="167167"/>
            </a:xfrm>
            <a:custGeom>
              <a:avLst/>
              <a:pathLst>
                <a:path w="138827" h="167167">
                  <a:moveTo>
                    <a:pt x="138827" y="0"/>
                  </a:moveTo>
                  <a:lnTo>
                    <a:pt x="133367" y="89"/>
                  </a:lnTo>
                  <a:lnTo>
                    <a:pt x="127914" y="356"/>
                  </a:lnTo>
                  <a:lnTo>
                    <a:pt x="122471" y="802"/>
                  </a:lnTo>
                  <a:lnTo>
                    <a:pt x="117047" y="1424"/>
                  </a:lnTo>
                  <a:lnTo>
                    <a:pt x="111645" y="2224"/>
                  </a:lnTo>
                  <a:lnTo>
                    <a:pt x="106273" y="3200"/>
                  </a:lnTo>
                  <a:lnTo>
                    <a:pt x="100935" y="4350"/>
                  </a:lnTo>
                  <a:lnTo>
                    <a:pt x="95638" y="5675"/>
                  </a:lnTo>
                  <a:lnTo>
                    <a:pt x="90387" y="7171"/>
                  </a:lnTo>
                  <a:lnTo>
                    <a:pt x="85188" y="8839"/>
                  </a:lnTo>
                  <a:lnTo>
                    <a:pt x="80045" y="10675"/>
                  </a:lnTo>
                  <a:lnTo>
                    <a:pt x="74966" y="12678"/>
                  </a:lnTo>
                  <a:lnTo>
                    <a:pt x="69954" y="14846"/>
                  </a:lnTo>
                  <a:lnTo>
                    <a:pt x="65016" y="17177"/>
                  </a:lnTo>
                  <a:lnTo>
                    <a:pt x="60157" y="19668"/>
                  </a:lnTo>
                  <a:lnTo>
                    <a:pt x="55382" y="22316"/>
                  </a:lnTo>
                  <a:lnTo>
                    <a:pt x="50696" y="25118"/>
                  </a:lnTo>
                  <a:lnTo>
                    <a:pt x="46104" y="28072"/>
                  </a:lnTo>
                  <a:lnTo>
                    <a:pt x="41610" y="31175"/>
                  </a:lnTo>
                  <a:lnTo>
                    <a:pt x="37221" y="34422"/>
                  </a:lnTo>
                  <a:lnTo>
                    <a:pt x="32940" y="37811"/>
                  </a:lnTo>
                  <a:lnTo>
                    <a:pt x="28772" y="41338"/>
                  </a:lnTo>
                  <a:lnTo>
                    <a:pt x="24721" y="45000"/>
                  </a:lnTo>
                  <a:lnTo>
                    <a:pt x="20792" y="48792"/>
                  </a:lnTo>
                  <a:lnTo>
                    <a:pt x="16989" y="52710"/>
                  </a:lnTo>
                  <a:lnTo>
                    <a:pt x="13316" y="56750"/>
                  </a:lnTo>
                  <a:lnTo>
                    <a:pt x="9777" y="60908"/>
                  </a:lnTo>
                  <a:lnTo>
                    <a:pt x="6375" y="65179"/>
                  </a:lnTo>
                  <a:lnTo>
                    <a:pt x="3115" y="69559"/>
                  </a:lnTo>
                  <a:lnTo>
                    <a:pt x="0" y="74044"/>
                  </a:lnTo>
                  <a:lnTo>
                    <a:pt x="1388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407" y="4733326"/>
              <a:ext cx="138827" cy="93123"/>
            </a:xfrm>
            <a:custGeom>
              <a:avLst/>
              <a:pathLst>
                <a:path w="138827" h="93123">
                  <a:moveTo>
                    <a:pt x="0" y="0"/>
                  </a:moveTo>
                  <a:lnTo>
                    <a:pt x="138827" y="93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407" y="4733326"/>
              <a:ext cx="138827" cy="93123"/>
            </a:xfrm>
            <a:custGeom>
              <a:avLst/>
              <a:pathLst>
                <a:path w="138827" h="93123">
                  <a:moveTo>
                    <a:pt x="0" y="0"/>
                  </a:moveTo>
                  <a:lnTo>
                    <a:pt x="138827" y="93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84" y="4733326"/>
              <a:ext cx="334314" cy="260289"/>
            </a:xfrm>
            <a:custGeom>
              <a:avLst/>
              <a:pathLst>
                <a:path w="334314" h="260289">
                  <a:moveTo>
                    <a:pt x="28323" y="0"/>
                  </a:moveTo>
                  <a:lnTo>
                    <a:pt x="25428" y="4467"/>
                  </a:lnTo>
                  <a:lnTo>
                    <a:pt x="22677" y="9025"/>
                  </a:lnTo>
                  <a:lnTo>
                    <a:pt x="20072" y="13668"/>
                  </a:lnTo>
                  <a:lnTo>
                    <a:pt x="17617" y="18391"/>
                  </a:lnTo>
                  <a:lnTo>
                    <a:pt x="15313" y="23190"/>
                  </a:lnTo>
                  <a:lnTo>
                    <a:pt x="13163" y="28061"/>
                  </a:lnTo>
                  <a:lnTo>
                    <a:pt x="11170" y="32997"/>
                  </a:lnTo>
                  <a:lnTo>
                    <a:pt x="9334" y="37994"/>
                  </a:lnTo>
                  <a:lnTo>
                    <a:pt x="7659" y="43047"/>
                  </a:lnTo>
                  <a:lnTo>
                    <a:pt x="6145" y="48151"/>
                  </a:lnTo>
                  <a:lnTo>
                    <a:pt x="4795" y="53300"/>
                  </a:lnTo>
                  <a:lnTo>
                    <a:pt x="3609" y="58490"/>
                  </a:lnTo>
                  <a:lnTo>
                    <a:pt x="2590" y="63715"/>
                  </a:lnTo>
                  <a:lnTo>
                    <a:pt x="1737" y="68970"/>
                  </a:lnTo>
                  <a:lnTo>
                    <a:pt x="1051" y="74249"/>
                  </a:lnTo>
                  <a:lnTo>
                    <a:pt x="535" y="79548"/>
                  </a:lnTo>
                  <a:lnTo>
                    <a:pt x="187" y="84860"/>
                  </a:lnTo>
                  <a:lnTo>
                    <a:pt x="8" y="90180"/>
                  </a:lnTo>
                  <a:lnTo>
                    <a:pt x="0" y="95504"/>
                  </a:lnTo>
                  <a:lnTo>
                    <a:pt x="160" y="100825"/>
                  </a:lnTo>
                  <a:lnTo>
                    <a:pt x="490" y="106138"/>
                  </a:lnTo>
                  <a:lnTo>
                    <a:pt x="989" y="111438"/>
                  </a:lnTo>
                  <a:lnTo>
                    <a:pt x="1656" y="116720"/>
                  </a:lnTo>
                  <a:lnTo>
                    <a:pt x="2492" y="121978"/>
                  </a:lnTo>
                  <a:lnTo>
                    <a:pt x="3494" y="127206"/>
                  </a:lnTo>
                  <a:lnTo>
                    <a:pt x="4662" y="132400"/>
                  </a:lnTo>
                  <a:lnTo>
                    <a:pt x="5995" y="137554"/>
                  </a:lnTo>
                  <a:lnTo>
                    <a:pt x="7492" y="142663"/>
                  </a:lnTo>
                  <a:lnTo>
                    <a:pt x="9150" y="147721"/>
                  </a:lnTo>
                  <a:lnTo>
                    <a:pt x="10969" y="152724"/>
                  </a:lnTo>
                  <a:lnTo>
                    <a:pt x="12946" y="157667"/>
                  </a:lnTo>
                  <a:lnTo>
                    <a:pt x="15079" y="162545"/>
                  </a:lnTo>
                  <a:lnTo>
                    <a:pt x="17367" y="167352"/>
                  </a:lnTo>
                  <a:lnTo>
                    <a:pt x="19806" y="172083"/>
                  </a:lnTo>
                  <a:lnTo>
                    <a:pt x="22395" y="176735"/>
                  </a:lnTo>
                  <a:lnTo>
                    <a:pt x="25131" y="181302"/>
                  </a:lnTo>
                  <a:lnTo>
                    <a:pt x="28011" y="185779"/>
                  </a:lnTo>
                  <a:lnTo>
                    <a:pt x="31032" y="190163"/>
                  </a:lnTo>
                  <a:lnTo>
                    <a:pt x="34191" y="194448"/>
                  </a:lnTo>
                  <a:lnTo>
                    <a:pt x="37484" y="198630"/>
                  </a:lnTo>
                  <a:lnTo>
                    <a:pt x="40910" y="202705"/>
                  </a:lnTo>
                  <a:lnTo>
                    <a:pt x="44463" y="206669"/>
                  </a:lnTo>
                  <a:lnTo>
                    <a:pt x="48141" y="210518"/>
                  </a:lnTo>
                  <a:lnTo>
                    <a:pt x="51939" y="214248"/>
                  </a:lnTo>
                  <a:lnTo>
                    <a:pt x="55854" y="217855"/>
                  </a:lnTo>
                  <a:lnTo>
                    <a:pt x="59882" y="221336"/>
                  </a:lnTo>
                  <a:lnTo>
                    <a:pt x="64019" y="224686"/>
                  </a:lnTo>
                  <a:lnTo>
                    <a:pt x="68261" y="227904"/>
                  </a:lnTo>
                  <a:lnTo>
                    <a:pt x="72603" y="230984"/>
                  </a:lnTo>
                  <a:lnTo>
                    <a:pt x="77040" y="233925"/>
                  </a:lnTo>
                  <a:lnTo>
                    <a:pt x="81569" y="236722"/>
                  </a:lnTo>
                  <a:lnTo>
                    <a:pt x="86185" y="239375"/>
                  </a:lnTo>
                  <a:lnTo>
                    <a:pt x="90883" y="241879"/>
                  </a:lnTo>
                  <a:lnTo>
                    <a:pt x="95658" y="244232"/>
                  </a:lnTo>
                  <a:lnTo>
                    <a:pt x="100506" y="246431"/>
                  </a:lnTo>
                  <a:lnTo>
                    <a:pt x="105422" y="248476"/>
                  </a:lnTo>
                  <a:lnTo>
                    <a:pt x="110399" y="250362"/>
                  </a:lnTo>
                  <a:lnTo>
                    <a:pt x="115435" y="252090"/>
                  </a:lnTo>
                  <a:lnTo>
                    <a:pt x="120523" y="253656"/>
                  </a:lnTo>
                  <a:lnTo>
                    <a:pt x="125658" y="255059"/>
                  </a:lnTo>
                  <a:lnTo>
                    <a:pt x="130836" y="256298"/>
                  </a:lnTo>
                  <a:lnTo>
                    <a:pt x="136050" y="257372"/>
                  </a:lnTo>
                  <a:lnTo>
                    <a:pt x="141296" y="258279"/>
                  </a:lnTo>
                  <a:lnTo>
                    <a:pt x="146567" y="259018"/>
                  </a:lnTo>
                  <a:lnTo>
                    <a:pt x="151860" y="259589"/>
                  </a:lnTo>
                  <a:lnTo>
                    <a:pt x="157169" y="259992"/>
                  </a:lnTo>
                  <a:lnTo>
                    <a:pt x="162487" y="260225"/>
                  </a:lnTo>
                  <a:lnTo>
                    <a:pt x="167810" y="260289"/>
                  </a:lnTo>
                  <a:lnTo>
                    <a:pt x="173133" y="260183"/>
                  </a:lnTo>
                  <a:lnTo>
                    <a:pt x="178449" y="259908"/>
                  </a:lnTo>
                  <a:lnTo>
                    <a:pt x="183754" y="259464"/>
                  </a:lnTo>
                  <a:lnTo>
                    <a:pt x="189042" y="258850"/>
                  </a:lnTo>
                  <a:lnTo>
                    <a:pt x="194308" y="258069"/>
                  </a:lnTo>
                  <a:lnTo>
                    <a:pt x="199547" y="257121"/>
                  </a:lnTo>
                  <a:lnTo>
                    <a:pt x="204752" y="256006"/>
                  </a:lnTo>
                  <a:lnTo>
                    <a:pt x="209920" y="254726"/>
                  </a:lnTo>
                  <a:lnTo>
                    <a:pt x="215044" y="253283"/>
                  </a:lnTo>
                  <a:lnTo>
                    <a:pt x="220119" y="251676"/>
                  </a:lnTo>
                  <a:lnTo>
                    <a:pt x="225141" y="249909"/>
                  </a:lnTo>
                  <a:lnTo>
                    <a:pt x="230104" y="247983"/>
                  </a:lnTo>
                  <a:lnTo>
                    <a:pt x="235003" y="245900"/>
                  </a:lnTo>
                  <a:lnTo>
                    <a:pt x="239833" y="243662"/>
                  </a:lnTo>
                  <a:lnTo>
                    <a:pt x="244590" y="241272"/>
                  </a:lnTo>
                  <a:lnTo>
                    <a:pt x="249268" y="238731"/>
                  </a:lnTo>
                  <a:lnTo>
                    <a:pt x="253862" y="236042"/>
                  </a:lnTo>
                  <a:lnTo>
                    <a:pt x="258369" y="233208"/>
                  </a:lnTo>
                  <a:lnTo>
                    <a:pt x="262783" y="230233"/>
                  </a:lnTo>
                  <a:lnTo>
                    <a:pt x="267101" y="227118"/>
                  </a:lnTo>
                  <a:lnTo>
                    <a:pt x="271317" y="223868"/>
                  </a:lnTo>
                  <a:lnTo>
                    <a:pt x="275427" y="220485"/>
                  </a:lnTo>
                  <a:lnTo>
                    <a:pt x="279428" y="216972"/>
                  </a:lnTo>
                  <a:lnTo>
                    <a:pt x="283314" y="213334"/>
                  </a:lnTo>
                  <a:lnTo>
                    <a:pt x="287083" y="209575"/>
                  </a:lnTo>
                  <a:lnTo>
                    <a:pt x="290730" y="205697"/>
                  </a:lnTo>
                  <a:lnTo>
                    <a:pt x="294252" y="201705"/>
                  </a:lnTo>
                  <a:lnTo>
                    <a:pt x="297645" y="197602"/>
                  </a:lnTo>
                  <a:lnTo>
                    <a:pt x="300906" y="193394"/>
                  </a:lnTo>
                  <a:lnTo>
                    <a:pt x="304031" y="189084"/>
                  </a:lnTo>
                  <a:lnTo>
                    <a:pt x="307017" y="184677"/>
                  </a:lnTo>
                  <a:lnTo>
                    <a:pt x="309861" y="180177"/>
                  </a:lnTo>
                  <a:lnTo>
                    <a:pt x="312561" y="175589"/>
                  </a:lnTo>
                  <a:lnTo>
                    <a:pt x="315113" y="170917"/>
                  </a:lnTo>
                  <a:lnTo>
                    <a:pt x="317515" y="166166"/>
                  </a:lnTo>
                  <a:lnTo>
                    <a:pt x="319764" y="161341"/>
                  </a:lnTo>
                  <a:lnTo>
                    <a:pt x="321859" y="156447"/>
                  </a:lnTo>
                  <a:lnTo>
                    <a:pt x="323797" y="151489"/>
                  </a:lnTo>
                  <a:lnTo>
                    <a:pt x="325576" y="146471"/>
                  </a:lnTo>
                  <a:lnTo>
                    <a:pt x="327195" y="141400"/>
                  </a:lnTo>
                  <a:lnTo>
                    <a:pt x="328651" y="136279"/>
                  </a:lnTo>
                  <a:lnTo>
                    <a:pt x="329943" y="131115"/>
                  </a:lnTo>
                  <a:lnTo>
                    <a:pt x="331070" y="125912"/>
                  </a:lnTo>
                  <a:lnTo>
                    <a:pt x="332031" y="120676"/>
                  </a:lnTo>
                  <a:lnTo>
                    <a:pt x="332825" y="115412"/>
                  </a:lnTo>
                  <a:lnTo>
                    <a:pt x="333451" y="110125"/>
                  </a:lnTo>
                  <a:lnTo>
                    <a:pt x="333908" y="104821"/>
                  </a:lnTo>
                  <a:lnTo>
                    <a:pt x="334196" y="99506"/>
                  </a:lnTo>
                  <a:lnTo>
                    <a:pt x="334314" y="94183"/>
                  </a:lnTo>
                  <a:lnTo>
                    <a:pt x="334263" y="88860"/>
                  </a:lnTo>
                  <a:lnTo>
                    <a:pt x="334043" y="83541"/>
                  </a:lnTo>
                  <a:lnTo>
                    <a:pt x="333653" y="78232"/>
                  </a:lnTo>
                  <a:lnTo>
                    <a:pt x="333094" y="72938"/>
                  </a:lnTo>
                  <a:lnTo>
                    <a:pt x="332367" y="67664"/>
                  </a:lnTo>
                  <a:lnTo>
                    <a:pt x="331473" y="62416"/>
                  </a:lnTo>
                  <a:lnTo>
                    <a:pt x="330412" y="57199"/>
                  </a:lnTo>
                  <a:lnTo>
                    <a:pt x="329185" y="52019"/>
                  </a:lnTo>
                  <a:lnTo>
                    <a:pt x="327794" y="46880"/>
                  </a:lnTo>
                  <a:lnTo>
                    <a:pt x="326240" y="41789"/>
                  </a:lnTo>
                  <a:lnTo>
                    <a:pt x="324525" y="36749"/>
                  </a:lnTo>
                  <a:lnTo>
                    <a:pt x="322650" y="31767"/>
                  </a:lnTo>
                  <a:lnTo>
                    <a:pt x="320618" y="26846"/>
                  </a:lnTo>
                  <a:lnTo>
                    <a:pt x="318430" y="21993"/>
                  </a:lnTo>
                  <a:lnTo>
                    <a:pt x="167150" y="93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1279" cy="167167"/>
            </a:xfrm>
            <a:custGeom>
              <a:avLst/>
              <a:pathLst>
                <a:path w="151279" h="167167">
                  <a:moveTo>
                    <a:pt x="151279" y="96037"/>
                  </a:moveTo>
                  <a:lnTo>
                    <a:pt x="148902" y="91186"/>
                  </a:lnTo>
                  <a:lnTo>
                    <a:pt x="146368" y="86413"/>
                  </a:lnTo>
                  <a:lnTo>
                    <a:pt x="143682" y="81725"/>
                  </a:lnTo>
                  <a:lnTo>
                    <a:pt x="140846" y="77127"/>
                  </a:lnTo>
                  <a:lnTo>
                    <a:pt x="137863" y="72622"/>
                  </a:lnTo>
                  <a:lnTo>
                    <a:pt x="134735" y="68216"/>
                  </a:lnTo>
                  <a:lnTo>
                    <a:pt x="131467" y="63914"/>
                  </a:lnTo>
                  <a:lnTo>
                    <a:pt x="128061" y="59719"/>
                  </a:lnTo>
                  <a:lnTo>
                    <a:pt x="124522" y="55636"/>
                  </a:lnTo>
                  <a:lnTo>
                    <a:pt x="120853" y="51671"/>
                  </a:lnTo>
                  <a:lnTo>
                    <a:pt x="117057" y="47825"/>
                  </a:lnTo>
                  <a:lnTo>
                    <a:pt x="113139" y="44105"/>
                  </a:lnTo>
                  <a:lnTo>
                    <a:pt x="109103" y="40513"/>
                  </a:lnTo>
                  <a:lnTo>
                    <a:pt x="104953" y="37053"/>
                  </a:lnTo>
                  <a:lnTo>
                    <a:pt x="100694" y="33729"/>
                  </a:lnTo>
                  <a:lnTo>
                    <a:pt x="96329" y="30545"/>
                  </a:lnTo>
                  <a:lnTo>
                    <a:pt x="91863" y="27503"/>
                  </a:lnTo>
                  <a:lnTo>
                    <a:pt x="87302" y="24607"/>
                  </a:lnTo>
                  <a:lnTo>
                    <a:pt x="82649" y="21860"/>
                  </a:lnTo>
                  <a:lnTo>
                    <a:pt x="77910" y="19265"/>
                  </a:lnTo>
                  <a:lnTo>
                    <a:pt x="73090" y="16825"/>
                  </a:lnTo>
                  <a:lnTo>
                    <a:pt x="68193" y="14541"/>
                  </a:lnTo>
                  <a:lnTo>
                    <a:pt x="63225" y="12417"/>
                  </a:lnTo>
                  <a:lnTo>
                    <a:pt x="58191" y="10455"/>
                  </a:lnTo>
                  <a:lnTo>
                    <a:pt x="53096" y="8656"/>
                  </a:lnTo>
                  <a:lnTo>
                    <a:pt x="47946" y="7023"/>
                  </a:lnTo>
                  <a:lnTo>
                    <a:pt x="42745" y="5557"/>
                  </a:lnTo>
                  <a:lnTo>
                    <a:pt x="37500" y="4260"/>
                  </a:lnTo>
                  <a:lnTo>
                    <a:pt x="32216" y="3133"/>
                  </a:lnTo>
                  <a:lnTo>
                    <a:pt x="26898" y="2178"/>
                  </a:lnTo>
                  <a:lnTo>
                    <a:pt x="21552" y="1395"/>
                  </a:lnTo>
                  <a:lnTo>
                    <a:pt x="16184" y="785"/>
                  </a:lnTo>
                  <a:lnTo>
                    <a:pt x="10798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575" y="4213821"/>
              <a:ext cx="140896" cy="167167"/>
            </a:xfrm>
            <a:custGeom>
              <a:avLst/>
              <a:pathLst>
                <a:path w="140896" h="167167">
                  <a:moveTo>
                    <a:pt x="140896" y="0"/>
                  </a:moveTo>
                  <a:lnTo>
                    <a:pt x="135311" y="93"/>
                  </a:lnTo>
                  <a:lnTo>
                    <a:pt x="129731" y="373"/>
                  </a:lnTo>
                  <a:lnTo>
                    <a:pt x="124165" y="839"/>
                  </a:lnTo>
                  <a:lnTo>
                    <a:pt x="118617" y="1491"/>
                  </a:lnTo>
                  <a:lnTo>
                    <a:pt x="113093" y="2328"/>
                  </a:lnTo>
                  <a:lnTo>
                    <a:pt x="107601" y="3349"/>
                  </a:lnTo>
                  <a:lnTo>
                    <a:pt x="102146" y="4553"/>
                  </a:lnTo>
                  <a:lnTo>
                    <a:pt x="96735" y="5938"/>
                  </a:lnTo>
                  <a:lnTo>
                    <a:pt x="91372" y="7504"/>
                  </a:lnTo>
                  <a:lnTo>
                    <a:pt x="86065" y="9247"/>
                  </a:lnTo>
                  <a:lnTo>
                    <a:pt x="80820" y="11168"/>
                  </a:lnTo>
                  <a:lnTo>
                    <a:pt x="75641" y="13262"/>
                  </a:lnTo>
                  <a:lnTo>
                    <a:pt x="70535" y="15528"/>
                  </a:lnTo>
                  <a:lnTo>
                    <a:pt x="65508" y="17964"/>
                  </a:lnTo>
                  <a:lnTo>
                    <a:pt x="60565" y="20566"/>
                  </a:lnTo>
                  <a:lnTo>
                    <a:pt x="55711" y="23332"/>
                  </a:lnTo>
                  <a:lnTo>
                    <a:pt x="50953" y="26258"/>
                  </a:lnTo>
                  <a:lnTo>
                    <a:pt x="46295" y="29342"/>
                  </a:lnTo>
                  <a:lnTo>
                    <a:pt x="41743" y="32580"/>
                  </a:lnTo>
                  <a:lnTo>
                    <a:pt x="37301" y="35968"/>
                  </a:lnTo>
                  <a:lnTo>
                    <a:pt x="32976" y="39503"/>
                  </a:lnTo>
                  <a:lnTo>
                    <a:pt x="28770" y="43180"/>
                  </a:lnTo>
                  <a:lnTo>
                    <a:pt x="24690" y="46995"/>
                  </a:lnTo>
                  <a:lnTo>
                    <a:pt x="20740" y="50945"/>
                  </a:lnTo>
                  <a:lnTo>
                    <a:pt x="16924" y="55025"/>
                  </a:lnTo>
                  <a:lnTo>
                    <a:pt x="13246" y="59230"/>
                  </a:lnTo>
                  <a:lnTo>
                    <a:pt x="9711" y="63555"/>
                  </a:lnTo>
                  <a:lnTo>
                    <a:pt x="6322" y="67996"/>
                  </a:lnTo>
                  <a:lnTo>
                    <a:pt x="3084" y="72548"/>
                  </a:lnTo>
                  <a:lnTo>
                    <a:pt x="0" y="77205"/>
                  </a:lnTo>
                  <a:lnTo>
                    <a:pt x="14089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575" y="4291026"/>
              <a:ext cx="140896" cy="89961"/>
            </a:xfrm>
            <a:custGeom>
              <a:avLst/>
              <a:pathLst>
                <a:path w="140896" h="89961">
                  <a:moveTo>
                    <a:pt x="0" y="0"/>
                  </a:moveTo>
                  <a:lnTo>
                    <a:pt x="140896" y="899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5" y="4274187"/>
              <a:ext cx="334333" cy="273949"/>
            </a:xfrm>
            <a:custGeom>
              <a:avLst/>
              <a:pathLst>
                <a:path w="334333" h="273949">
                  <a:moveTo>
                    <a:pt x="26270" y="16838"/>
                  </a:moveTo>
                  <a:lnTo>
                    <a:pt x="23492" y="21346"/>
                  </a:lnTo>
                  <a:lnTo>
                    <a:pt x="20857" y="25939"/>
                  </a:lnTo>
                  <a:lnTo>
                    <a:pt x="18370" y="30613"/>
                  </a:lnTo>
                  <a:lnTo>
                    <a:pt x="16032" y="35364"/>
                  </a:lnTo>
                  <a:lnTo>
                    <a:pt x="13845" y="40186"/>
                  </a:lnTo>
                  <a:lnTo>
                    <a:pt x="11812" y="45075"/>
                  </a:lnTo>
                  <a:lnTo>
                    <a:pt x="9935" y="50026"/>
                  </a:lnTo>
                  <a:lnTo>
                    <a:pt x="8216" y="55034"/>
                  </a:lnTo>
                  <a:lnTo>
                    <a:pt x="6657" y="60094"/>
                  </a:lnTo>
                  <a:lnTo>
                    <a:pt x="5258" y="65201"/>
                  </a:lnTo>
                  <a:lnTo>
                    <a:pt x="4022" y="70349"/>
                  </a:lnTo>
                  <a:lnTo>
                    <a:pt x="2949" y="75535"/>
                  </a:lnTo>
                  <a:lnTo>
                    <a:pt x="2041" y="80751"/>
                  </a:lnTo>
                  <a:lnTo>
                    <a:pt x="1299" y="85994"/>
                  </a:lnTo>
                  <a:lnTo>
                    <a:pt x="723" y="91257"/>
                  </a:lnTo>
                  <a:lnTo>
                    <a:pt x="315" y="96536"/>
                  </a:lnTo>
                  <a:lnTo>
                    <a:pt x="73" y="101826"/>
                  </a:lnTo>
                  <a:lnTo>
                    <a:pt x="0" y="107120"/>
                  </a:lnTo>
                  <a:lnTo>
                    <a:pt x="93" y="112414"/>
                  </a:lnTo>
                  <a:lnTo>
                    <a:pt x="355" y="117702"/>
                  </a:lnTo>
                  <a:lnTo>
                    <a:pt x="784" y="122980"/>
                  </a:lnTo>
                  <a:lnTo>
                    <a:pt x="1380" y="128241"/>
                  </a:lnTo>
                  <a:lnTo>
                    <a:pt x="2142" y="133481"/>
                  </a:lnTo>
                  <a:lnTo>
                    <a:pt x="3070" y="138694"/>
                  </a:lnTo>
                  <a:lnTo>
                    <a:pt x="4162" y="143875"/>
                  </a:lnTo>
                  <a:lnTo>
                    <a:pt x="5418" y="149019"/>
                  </a:lnTo>
                  <a:lnTo>
                    <a:pt x="6836" y="154120"/>
                  </a:lnTo>
                  <a:lnTo>
                    <a:pt x="8415" y="159174"/>
                  </a:lnTo>
                  <a:lnTo>
                    <a:pt x="10154" y="164175"/>
                  </a:lnTo>
                  <a:lnTo>
                    <a:pt x="12050" y="169119"/>
                  </a:lnTo>
                  <a:lnTo>
                    <a:pt x="14101" y="174001"/>
                  </a:lnTo>
                  <a:lnTo>
                    <a:pt x="16306" y="178815"/>
                  </a:lnTo>
                  <a:lnTo>
                    <a:pt x="18662" y="183556"/>
                  </a:lnTo>
                  <a:lnTo>
                    <a:pt x="21168" y="188221"/>
                  </a:lnTo>
                  <a:lnTo>
                    <a:pt x="23820" y="192804"/>
                  </a:lnTo>
                  <a:lnTo>
                    <a:pt x="26615" y="197300"/>
                  </a:lnTo>
                  <a:lnTo>
                    <a:pt x="29552" y="201706"/>
                  </a:lnTo>
                  <a:lnTo>
                    <a:pt x="32627" y="206017"/>
                  </a:lnTo>
                  <a:lnTo>
                    <a:pt x="35836" y="210228"/>
                  </a:lnTo>
                  <a:lnTo>
                    <a:pt x="39178" y="214336"/>
                  </a:lnTo>
                  <a:lnTo>
                    <a:pt x="42648" y="218335"/>
                  </a:lnTo>
                  <a:lnTo>
                    <a:pt x="46242" y="222223"/>
                  </a:lnTo>
                  <a:lnTo>
                    <a:pt x="49959" y="225994"/>
                  </a:lnTo>
                  <a:lnTo>
                    <a:pt x="53792" y="229647"/>
                  </a:lnTo>
                  <a:lnTo>
                    <a:pt x="57740" y="233176"/>
                  </a:lnTo>
                  <a:lnTo>
                    <a:pt x="61797" y="236578"/>
                  </a:lnTo>
                  <a:lnTo>
                    <a:pt x="65960" y="239850"/>
                  </a:lnTo>
                  <a:lnTo>
                    <a:pt x="70224" y="242988"/>
                  </a:lnTo>
                  <a:lnTo>
                    <a:pt x="74586" y="245990"/>
                  </a:lnTo>
                  <a:lnTo>
                    <a:pt x="79041" y="248852"/>
                  </a:lnTo>
                  <a:lnTo>
                    <a:pt x="83584" y="251572"/>
                  </a:lnTo>
                  <a:lnTo>
                    <a:pt x="88210" y="254146"/>
                  </a:lnTo>
                  <a:lnTo>
                    <a:pt x="92916" y="256573"/>
                  </a:lnTo>
                  <a:lnTo>
                    <a:pt x="97697" y="258850"/>
                  </a:lnTo>
                  <a:lnTo>
                    <a:pt x="102547" y="260973"/>
                  </a:lnTo>
                  <a:lnTo>
                    <a:pt x="107462" y="262943"/>
                  </a:lnTo>
                  <a:lnTo>
                    <a:pt x="112437" y="264755"/>
                  </a:lnTo>
                  <a:lnTo>
                    <a:pt x="117467" y="266409"/>
                  </a:lnTo>
                  <a:lnTo>
                    <a:pt x="122547" y="267903"/>
                  </a:lnTo>
                  <a:lnTo>
                    <a:pt x="127672" y="269235"/>
                  </a:lnTo>
                  <a:lnTo>
                    <a:pt x="132836" y="270405"/>
                  </a:lnTo>
                  <a:lnTo>
                    <a:pt x="138034" y="271410"/>
                  </a:lnTo>
                  <a:lnTo>
                    <a:pt x="143262" y="272250"/>
                  </a:lnTo>
                  <a:lnTo>
                    <a:pt x="148514" y="272924"/>
                  </a:lnTo>
                  <a:lnTo>
                    <a:pt x="153784" y="273431"/>
                  </a:lnTo>
                  <a:lnTo>
                    <a:pt x="159068" y="273772"/>
                  </a:lnTo>
                  <a:lnTo>
                    <a:pt x="164360" y="273944"/>
                  </a:lnTo>
                  <a:lnTo>
                    <a:pt x="169655" y="273949"/>
                  </a:lnTo>
                  <a:lnTo>
                    <a:pt x="174948" y="273787"/>
                  </a:lnTo>
                  <a:lnTo>
                    <a:pt x="180232" y="273456"/>
                  </a:lnTo>
                  <a:lnTo>
                    <a:pt x="185504" y="272959"/>
                  </a:lnTo>
                  <a:lnTo>
                    <a:pt x="190757" y="272295"/>
                  </a:lnTo>
                  <a:lnTo>
                    <a:pt x="195986" y="271465"/>
                  </a:lnTo>
                  <a:lnTo>
                    <a:pt x="201187" y="270470"/>
                  </a:lnTo>
                  <a:lnTo>
                    <a:pt x="206353" y="269310"/>
                  </a:lnTo>
                  <a:lnTo>
                    <a:pt x="211480" y="267987"/>
                  </a:lnTo>
                  <a:lnTo>
                    <a:pt x="216563" y="266503"/>
                  </a:lnTo>
                  <a:lnTo>
                    <a:pt x="221596" y="264859"/>
                  </a:lnTo>
                  <a:lnTo>
                    <a:pt x="226574" y="263056"/>
                  </a:lnTo>
                  <a:lnTo>
                    <a:pt x="231493" y="261096"/>
                  </a:lnTo>
                  <a:lnTo>
                    <a:pt x="236347" y="258981"/>
                  </a:lnTo>
                  <a:lnTo>
                    <a:pt x="241132" y="256714"/>
                  </a:lnTo>
                  <a:lnTo>
                    <a:pt x="245843" y="254296"/>
                  </a:lnTo>
                  <a:lnTo>
                    <a:pt x="250475" y="251730"/>
                  </a:lnTo>
                  <a:lnTo>
                    <a:pt x="255023" y="249019"/>
                  </a:lnTo>
                  <a:lnTo>
                    <a:pt x="259483" y="246166"/>
                  </a:lnTo>
                  <a:lnTo>
                    <a:pt x="263850" y="243172"/>
                  </a:lnTo>
                  <a:lnTo>
                    <a:pt x="268121" y="240042"/>
                  </a:lnTo>
                  <a:lnTo>
                    <a:pt x="272290" y="236778"/>
                  </a:lnTo>
                  <a:lnTo>
                    <a:pt x="276353" y="233383"/>
                  </a:lnTo>
                  <a:lnTo>
                    <a:pt x="280308" y="229862"/>
                  </a:lnTo>
                  <a:lnTo>
                    <a:pt x="284148" y="226217"/>
                  </a:lnTo>
                  <a:lnTo>
                    <a:pt x="287871" y="222452"/>
                  </a:lnTo>
                  <a:lnTo>
                    <a:pt x="291474" y="218571"/>
                  </a:lnTo>
                  <a:lnTo>
                    <a:pt x="294951" y="214578"/>
                  </a:lnTo>
                  <a:lnTo>
                    <a:pt x="298300" y="210477"/>
                  </a:lnTo>
                  <a:lnTo>
                    <a:pt x="301518" y="206272"/>
                  </a:lnTo>
                  <a:lnTo>
                    <a:pt x="304601" y="201967"/>
                  </a:lnTo>
                  <a:lnTo>
                    <a:pt x="307546" y="197567"/>
                  </a:lnTo>
                  <a:lnTo>
                    <a:pt x="310350" y="193076"/>
                  </a:lnTo>
                  <a:lnTo>
                    <a:pt x="313011" y="188498"/>
                  </a:lnTo>
                  <a:lnTo>
                    <a:pt x="315525" y="183838"/>
                  </a:lnTo>
                  <a:lnTo>
                    <a:pt x="317890" y="179101"/>
                  </a:lnTo>
                  <a:lnTo>
                    <a:pt x="320104" y="174291"/>
                  </a:lnTo>
                  <a:lnTo>
                    <a:pt x="322165" y="169414"/>
                  </a:lnTo>
                  <a:lnTo>
                    <a:pt x="324070" y="164473"/>
                  </a:lnTo>
                  <a:lnTo>
                    <a:pt x="325818" y="159475"/>
                  </a:lnTo>
                  <a:lnTo>
                    <a:pt x="327407" y="154424"/>
                  </a:lnTo>
                  <a:lnTo>
                    <a:pt x="328835" y="149326"/>
                  </a:lnTo>
                  <a:lnTo>
                    <a:pt x="330100" y="144184"/>
                  </a:lnTo>
                  <a:lnTo>
                    <a:pt x="331203" y="139005"/>
                  </a:lnTo>
                  <a:lnTo>
                    <a:pt x="332140" y="133794"/>
                  </a:lnTo>
                  <a:lnTo>
                    <a:pt x="332912" y="128556"/>
                  </a:lnTo>
                  <a:lnTo>
                    <a:pt x="333518" y="123296"/>
                  </a:lnTo>
                  <a:lnTo>
                    <a:pt x="333957" y="118019"/>
                  </a:lnTo>
                  <a:lnTo>
                    <a:pt x="334229" y="112731"/>
                  </a:lnTo>
                  <a:lnTo>
                    <a:pt x="334333" y="107437"/>
                  </a:lnTo>
                  <a:lnTo>
                    <a:pt x="334269" y="102143"/>
                  </a:lnTo>
                  <a:lnTo>
                    <a:pt x="334038" y="96853"/>
                  </a:lnTo>
                  <a:lnTo>
                    <a:pt x="333639" y="91573"/>
                  </a:lnTo>
                  <a:lnTo>
                    <a:pt x="333073" y="86309"/>
                  </a:lnTo>
                  <a:lnTo>
                    <a:pt x="332341" y="81065"/>
                  </a:lnTo>
                  <a:lnTo>
                    <a:pt x="331443" y="75847"/>
                  </a:lnTo>
                  <a:lnTo>
                    <a:pt x="330381" y="70659"/>
                  </a:lnTo>
                  <a:lnTo>
                    <a:pt x="329154" y="65508"/>
                  </a:lnTo>
                  <a:lnTo>
                    <a:pt x="327765" y="60399"/>
                  </a:lnTo>
                  <a:lnTo>
                    <a:pt x="326215" y="55336"/>
                  </a:lnTo>
                  <a:lnTo>
                    <a:pt x="324505" y="50325"/>
                  </a:lnTo>
                  <a:lnTo>
                    <a:pt x="322638" y="45370"/>
                  </a:lnTo>
                  <a:lnTo>
                    <a:pt x="320614" y="40477"/>
                  </a:lnTo>
                  <a:lnTo>
                    <a:pt x="318437" y="35651"/>
                  </a:lnTo>
                  <a:lnTo>
                    <a:pt x="316108" y="30896"/>
                  </a:lnTo>
                  <a:lnTo>
                    <a:pt x="313629" y="26217"/>
                  </a:lnTo>
                  <a:lnTo>
                    <a:pt x="311004" y="21619"/>
                  </a:lnTo>
                  <a:lnTo>
                    <a:pt x="308234" y="17106"/>
                  </a:lnTo>
                  <a:lnTo>
                    <a:pt x="305322" y="12684"/>
                  </a:lnTo>
                  <a:lnTo>
                    <a:pt x="302272" y="8355"/>
                  </a:lnTo>
                  <a:lnTo>
                    <a:pt x="299087" y="4126"/>
                  </a:lnTo>
                  <a:lnTo>
                    <a:pt x="295769" y="0"/>
                  </a:lnTo>
                  <a:lnTo>
                    <a:pt x="167167" y="1068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8602" cy="167167"/>
            </a:xfrm>
            <a:custGeom>
              <a:avLst/>
              <a:pathLst>
                <a:path w="128602" h="167167">
                  <a:moveTo>
                    <a:pt x="128602" y="60366"/>
                  </a:moveTo>
                  <a:lnTo>
                    <a:pt x="124924" y="56086"/>
                  </a:lnTo>
                  <a:lnTo>
                    <a:pt x="121103" y="51933"/>
                  </a:lnTo>
                  <a:lnTo>
                    <a:pt x="117145" y="47911"/>
                  </a:lnTo>
                  <a:lnTo>
                    <a:pt x="113053" y="44025"/>
                  </a:lnTo>
                  <a:lnTo>
                    <a:pt x="108832" y="40279"/>
                  </a:lnTo>
                  <a:lnTo>
                    <a:pt x="104487" y="36678"/>
                  </a:lnTo>
                  <a:lnTo>
                    <a:pt x="100023" y="33226"/>
                  </a:lnTo>
                  <a:lnTo>
                    <a:pt x="95445" y="29926"/>
                  </a:lnTo>
                  <a:lnTo>
                    <a:pt x="90758" y="26782"/>
                  </a:lnTo>
                  <a:lnTo>
                    <a:pt x="85968" y="23799"/>
                  </a:lnTo>
                  <a:lnTo>
                    <a:pt x="81080" y="20979"/>
                  </a:lnTo>
                  <a:lnTo>
                    <a:pt x="76100" y="18326"/>
                  </a:lnTo>
                  <a:lnTo>
                    <a:pt x="71032" y="15842"/>
                  </a:lnTo>
                  <a:lnTo>
                    <a:pt x="65884" y="13530"/>
                  </a:lnTo>
                  <a:lnTo>
                    <a:pt x="60661" y="11394"/>
                  </a:lnTo>
                  <a:lnTo>
                    <a:pt x="55369" y="9435"/>
                  </a:lnTo>
                  <a:lnTo>
                    <a:pt x="50013" y="7656"/>
                  </a:lnTo>
                  <a:lnTo>
                    <a:pt x="44601" y="6059"/>
                  </a:lnTo>
                  <a:lnTo>
                    <a:pt x="39137" y="4646"/>
                  </a:lnTo>
                  <a:lnTo>
                    <a:pt x="33629" y="3417"/>
                  </a:lnTo>
                  <a:lnTo>
                    <a:pt x="28083" y="2375"/>
                  </a:lnTo>
                  <a:lnTo>
                    <a:pt x="22505" y="1521"/>
                  </a:lnTo>
                  <a:lnTo>
                    <a:pt x="16901" y="856"/>
                  </a:lnTo>
                  <a:lnTo>
                    <a:pt x="11278" y="380"/>
                  </a:lnTo>
                  <a:lnTo>
                    <a:pt x="564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994" y="3707720"/>
              <a:ext cx="167016" cy="167167"/>
            </a:xfrm>
            <a:custGeom>
              <a:avLst/>
              <a:pathLst>
                <a:path w="167016" h="167167">
                  <a:moveTo>
                    <a:pt x="167016" y="0"/>
                  </a:moveTo>
                  <a:lnTo>
                    <a:pt x="161581" y="88"/>
                  </a:lnTo>
                  <a:lnTo>
                    <a:pt x="156152" y="353"/>
                  </a:lnTo>
                  <a:lnTo>
                    <a:pt x="150735" y="794"/>
                  </a:lnTo>
                  <a:lnTo>
                    <a:pt x="145334" y="1412"/>
                  </a:lnTo>
                  <a:lnTo>
                    <a:pt x="139957" y="2204"/>
                  </a:lnTo>
                  <a:lnTo>
                    <a:pt x="134608" y="3171"/>
                  </a:lnTo>
                  <a:lnTo>
                    <a:pt x="129293" y="4311"/>
                  </a:lnTo>
                  <a:lnTo>
                    <a:pt x="124019" y="5624"/>
                  </a:lnTo>
                  <a:lnTo>
                    <a:pt x="118789" y="7107"/>
                  </a:lnTo>
                  <a:lnTo>
                    <a:pt x="113611" y="8760"/>
                  </a:lnTo>
                  <a:lnTo>
                    <a:pt x="108489" y="10580"/>
                  </a:lnTo>
                  <a:lnTo>
                    <a:pt x="103429" y="12565"/>
                  </a:lnTo>
                  <a:lnTo>
                    <a:pt x="98437" y="14714"/>
                  </a:lnTo>
                  <a:lnTo>
                    <a:pt x="93517" y="17024"/>
                  </a:lnTo>
                  <a:lnTo>
                    <a:pt x="88674" y="19493"/>
                  </a:lnTo>
                  <a:lnTo>
                    <a:pt x="83915" y="22118"/>
                  </a:lnTo>
                  <a:lnTo>
                    <a:pt x="79243" y="24897"/>
                  </a:lnTo>
                  <a:lnTo>
                    <a:pt x="74664" y="27826"/>
                  </a:lnTo>
                  <a:lnTo>
                    <a:pt x="70182" y="30902"/>
                  </a:lnTo>
                  <a:lnTo>
                    <a:pt x="65804" y="34122"/>
                  </a:lnTo>
                  <a:lnTo>
                    <a:pt x="61532" y="37483"/>
                  </a:lnTo>
                  <a:lnTo>
                    <a:pt x="57371" y="40981"/>
                  </a:lnTo>
                  <a:lnTo>
                    <a:pt x="53327" y="44612"/>
                  </a:lnTo>
                  <a:lnTo>
                    <a:pt x="49402" y="48373"/>
                  </a:lnTo>
                  <a:lnTo>
                    <a:pt x="45602" y="52260"/>
                  </a:lnTo>
                  <a:lnTo>
                    <a:pt x="41931" y="56268"/>
                  </a:lnTo>
                  <a:lnTo>
                    <a:pt x="38391" y="60393"/>
                  </a:lnTo>
                  <a:lnTo>
                    <a:pt x="34988" y="64631"/>
                  </a:lnTo>
                  <a:lnTo>
                    <a:pt x="31724" y="68978"/>
                  </a:lnTo>
                  <a:lnTo>
                    <a:pt x="28604" y="73428"/>
                  </a:lnTo>
                  <a:lnTo>
                    <a:pt x="25629" y="77978"/>
                  </a:lnTo>
                  <a:lnTo>
                    <a:pt x="22804" y="82621"/>
                  </a:lnTo>
                  <a:lnTo>
                    <a:pt x="20132" y="87355"/>
                  </a:lnTo>
                  <a:lnTo>
                    <a:pt x="17615" y="92172"/>
                  </a:lnTo>
                  <a:lnTo>
                    <a:pt x="15256" y="97069"/>
                  </a:lnTo>
                  <a:lnTo>
                    <a:pt x="13057" y="102040"/>
                  </a:lnTo>
                  <a:lnTo>
                    <a:pt x="11021" y="107080"/>
                  </a:lnTo>
                  <a:lnTo>
                    <a:pt x="9150" y="112183"/>
                  </a:lnTo>
                  <a:lnTo>
                    <a:pt x="7446" y="117345"/>
                  </a:lnTo>
                  <a:lnTo>
                    <a:pt x="5910" y="122559"/>
                  </a:lnTo>
                  <a:lnTo>
                    <a:pt x="4545" y="127820"/>
                  </a:lnTo>
                  <a:lnTo>
                    <a:pt x="3352" y="133123"/>
                  </a:lnTo>
                  <a:lnTo>
                    <a:pt x="2332" y="138462"/>
                  </a:lnTo>
                  <a:lnTo>
                    <a:pt x="1485" y="143831"/>
                  </a:lnTo>
                  <a:lnTo>
                    <a:pt x="814" y="149225"/>
                  </a:lnTo>
                  <a:lnTo>
                    <a:pt x="319" y="154638"/>
                  </a:lnTo>
                  <a:lnTo>
                    <a:pt x="0" y="160064"/>
                  </a:lnTo>
                  <a:lnTo>
                    <a:pt x="16701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3" y="3708051"/>
              <a:ext cx="334309" cy="334003"/>
            </a:xfrm>
            <a:custGeom>
              <a:avLst/>
              <a:pathLst>
                <a:path w="334309" h="334003">
                  <a:moveTo>
                    <a:pt x="141" y="159734"/>
                  </a:moveTo>
                  <a:lnTo>
                    <a:pt x="0" y="165031"/>
                  </a:lnTo>
                  <a:lnTo>
                    <a:pt x="26" y="170331"/>
                  </a:lnTo>
                  <a:lnTo>
                    <a:pt x="221" y="175626"/>
                  </a:lnTo>
                  <a:lnTo>
                    <a:pt x="584" y="180913"/>
                  </a:lnTo>
                  <a:lnTo>
                    <a:pt x="1113" y="186186"/>
                  </a:lnTo>
                  <a:lnTo>
                    <a:pt x="1810" y="191440"/>
                  </a:lnTo>
                  <a:lnTo>
                    <a:pt x="2673" y="196668"/>
                  </a:lnTo>
                  <a:lnTo>
                    <a:pt x="3701" y="201867"/>
                  </a:lnTo>
                  <a:lnTo>
                    <a:pt x="4894" y="207031"/>
                  </a:lnTo>
                  <a:lnTo>
                    <a:pt x="6249" y="212154"/>
                  </a:lnTo>
                  <a:lnTo>
                    <a:pt x="7767" y="217231"/>
                  </a:lnTo>
                  <a:lnTo>
                    <a:pt x="9444" y="222258"/>
                  </a:lnTo>
                  <a:lnTo>
                    <a:pt x="11280" y="227230"/>
                  </a:lnTo>
                  <a:lnTo>
                    <a:pt x="13273" y="232140"/>
                  </a:lnTo>
                  <a:lnTo>
                    <a:pt x="15420" y="236985"/>
                  </a:lnTo>
                  <a:lnTo>
                    <a:pt x="17720" y="241759"/>
                  </a:lnTo>
                  <a:lnTo>
                    <a:pt x="20170" y="246459"/>
                  </a:lnTo>
                  <a:lnTo>
                    <a:pt x="22768" y="251078"/>
                  </a:lnTo>
                  <a:lnTo>
                    <a:pt x="25510" y="255612"/>
                  </a:lnTo>
                  <a:lnTo>
                    <a:pt x="28395" y="260057"/>
                  </a:lnTo>
                  <a:lnTo>
                    <a:pt x="31420" y="264409"/>
                  </a:lnTo>
                  <a:lnTo>
                    <a:pt x="34581" y="268662"/>
                  </a:lnTo>
                  <a:lnTo>
                    <a:pt x="37875" y="272814"/>
                  </a:lnTo>
                  <a:lnTo>
                    <a:pt x="41299" y="276858"/>
                  </a:lnTo>
                  <a:lnTo>
                    <a:pt x="44850" y="280792"/>
                  </a:lnTo>
                  <a:lnTo>
                    <a:pt x="48524" y="284612"/>
                  </a:lnTo>
                  <a:lnTo>
                    <a:pt x="52316" y="288313"/>
                  </a:lnTo>
                  <a:lnTo>
                    <a:pt x="56225" y="291892"/>
                  </a:lnTo>
                  <a:lnTo>
                    <a:pt x="60244" y="295346"/>
                  </a:lnTo>
                  <a:lnTo>
                    <a:pt x="64371" y="298670"/>
                  </a:lnTo>
                  <a:lnTo>
                    <a:pt x="68602" y="301862"/>
                  </a:lnTo>
                  <a:lnTo>
                    <a:pt x="72931" y="304918"/>
                  </a:lnTo>
                  <a:lnTo>
                    <a:pt x="77355" y="307835"/>
                  </a:lnTo>
                  <a:lnTo>
                    <a:pt x="81870" y="310611"/>
                  </a:lnTo>
                  <a:lnTo>
                    <a:pt x="86470" y="313242"/>
                  </a:lnTo>
                  <a:lnTo>
                    <a:pt x="91151" y="315726"/>
                  </a:lnTo>
                  <a:lnTo>
                    <a:pt x="95909" y="318060"/>
                  </a:lnTo>
                  <a:lnTo>
                    <a:pt x="100738" y="320243"/>
                  </a:lnTo>
                  <a:lnTo>
                    <a:pt x="105634" y="322271"/>
                  </a:lnTo>
                  <a:lnTo>
                    <a:pt x="110592" y="324143"/>
                  </a:lnTo>
                  <a:lnTo>
                    <a:pt x="115606" y="325857"/>
                  </a:lnTo>
                  <a:lnTo>
                    <a:pt x="120673" y="327411"/>
                  </a:lnTo>
                  <a:lnTo>
                    <a:pt x="125786" y="328804"/>
                  </a:lnTo>
                  <a:lnTo>
                    <a:pt x="130941" y="330034"/>
                  </a:lnTo>
                  <a:lnTo>
                    <a:pt x="136132" y="331100"/>
                  </a:lnTo>
                  <a:lnTo>
                    <a:pt x="141354" y="332000"/>
                  </a:lnTo>
                  <a:lnTo>
                    <a:pt x="146602" y="332735"/>
                  </a:lnTo>
                  <a:lnTo>
                    <a:pt x="151871" y="333304"/>
                  </a:lnTo>
                  <a:lnTo>
                    <a:pt x="157155" y="333704"/>
                  </a:lnTo>
                  <a:lnTo>
                    <a:pt x="162450" y="333938"/>
                  </a:lnTo>
                  <a:lnTo>
                    <a:pt x="167749" y="334003"/>
                  </a:lnTo>
                  <a:lnTo>
                    <a:pt x="173047" y="333900"/>
                  </a:lnTo>
                  <a:lnTo>
                    <a:pt x="178340" y="333629"/>
                  </a:lnTo>
                  <a:lnTo>
                    <a:pt x="183621" y="333191"/>
                  </a:lnTo>
                  <a:lnTo>
                    <a:pt x="188886" y="332586"/>
                  </a:lnTo>
                  <a:lnTo>
                    <a:pt x="194129" y="331814"/>
                  </a:lnTo>
                  <a:lnTo>
                    <a:pt x="199344" y="330876"/>
                  </a:lnTo>
                  <a:lnTo>
                    <a:pt x="204528" y="329773"/>
                  </a:lnTo>
                  <a:lnTo>
                    <a:pt x="209674" y="328507"/>
                  </a:lnTo>
                  <a:lnTo>
                    <a:pt x="214777" y="327078"/>
                  </a:lnTo>
                  <a:lnTo>
                    <a:pt x="219832" y="325488"/>
                  </a:lnTo>
                  <a:lnTo>
                    <a:pt x="224835" y="323739"/>
                  </a:lnTo>
                  <a:lnTo>
                    <a:pt x="229779" y="321831"/>
                  </a:lnTo>
                  <a:lnTo>
                    <a:pt x="234661" y="319769"/>
                  </a:lnTo>
                  <a:lnTo>
                    <a:pt x="239474" y="317552"/>
                  </a:lnTo>
                  <a:lnTo>
                    <a:pt x="244215" y="315184"/>
                  </a:lnTo>
                  <a:lnTo>
                    <a:pt x="248879" y="312667"/>
                  </a:lnTo>
                  <a:lnTo>
                    <a:pt x="253460" y="310003"/>
                  </a:lnTo>
                  <a:lnTo>
                    <a:pt x="257955" y="307196"/>
                  </a:lnTo>
                  <a:lnTo>
                    <a:pt x="262358" y="304247"/>
                  </a:lnTo>
                  <a:lnTo>
                    <a:pt x="266666" y="301161"/>
                  </a:lnTo>
                  <a:lnTo>
                    <a:pt x="270873" y="297939"/>
                  </a:lnTo>
                  <a:lnTo>
                    <a:pt x="274977" y="294586"/>
                  </a:lnTo>
                  <a:lnTo>
                    <a:pt x="278972" y="291104"/>
                  </a:lnTo>
                  <a:lnTo>
                    <a:pt x="282855" y="287497"/>
                  </a:lnTo>
                  <a:lnTo>
                    <a:pt x="286621" y="283769"/>
                  </a:lnTo>
                  <a:lnTo>
                    <a:pt x="290268" y="279924"/>
                  </a:lnTo>
                  <a:lnTo>
                    <a:pt x="293791" y="275965"/>
                  </a:lnTo>
                  <a:lnTo>
                    <a:pt x="297186" y="271896"/>
                  </a:lnTo>
                  <a:lnTo>
                    <a:pt x="300451" y="267721"/>
                  </a:lnTo>
                  <a:lnTo>
                    <a:pt x="303582" y="263446"/>
                  </a:lnTo>
                  <a:lnTo>
                    <a:pt x="306575" y="259073"/>
                  </a:lnTo>
                  <a:lnTo>
                    <a:pt x="309429" y="254607"/>
                  </a:lnTo>
                  <a:lnTo>
                    <a:pt x="312139" y="250054"/>
                  </a:lnTo>
                  <a:lnTo>
                    <a:pt x="314704" y="245416"/>
                  </a:lnTo>
                  <a:lnTo>
                    <a:pt x="317121" y="240700"/>
                  </a:lnTo>
                  <a:lnTo>
                    <a:pt x="319387" y="235909"/>
                  </a:lnTo>
                  <a:lnTo>
                    <a:pt x="321500" y="231049"/>
                  </a:lnTo>
                  <a:lnTo>
                    <a:pt x="323458" y="226125"/>
                  </a:lnTo>
                  <a:lnTo>
                    <a:pt x="325258" y="221141"/>
                  </a:lnTo>
                  <a:lnTo>
                    <a:pt x="326900" y="216102"/>
                  </a:lnTo>
                  <a:lnTo>
                    <a:pt x="328382" y="211014"/>
                  </a:lnTo>
                  <a:lnTo>
                    <a:pt x="329701" y="205881"/>
                  </a:lnTo>
                  <a:lnTo>
                    <a:pt x="330857" y="200709"/>
                  </a:lnTo>
                  <a:lnTo>
                    <a:pt x="331848" y="195504"/>
                  </a:lnTo>
                  <a:lnTo>
                    <a:pt x="332674" y="190269"/>
                  </a:lnTo>
                  <a:lnTo>
                    <a:pt x="333334" y="185011"/>
                  </a:lnTo>
                  <a:lnTo>
                    <a:pt x="333826" y="179734"/>
                  </a:lnTo>
                  <a:lnTo>
                    <a:pt x="334151" y="174445"/>
                  </a:lnTo>
                  <a:lnTo>
                    <a:pt x="334309" y="169148"/>
                  </a:lnTo>
                  <a:lnTo>
                    <a:pt x="334298" y="163848"/>
                  </a:lnTo>
                  <a:lnTo>
                    <a:pt x="334119" y="158552"/>
                  </a:lnTo>
                  <a:lnTo>
                    <a:pt x="333773" y="153264"/>
                  </a:lnTo>
                  <a:lnTo>
                    <a:pt x="333259" y="147989"/>
                  </a:lnTo>
                  <a:lnTo>
                    <a:pt x="332578" y="142734"/>
                  </a:lnTo>
                  <a:lnTo>
                    <a:pt x="331731" y="137502"/>
                  </a:lnTo>
                  <a:lnTo>
                    <a:pt x="330718" y="132301"/>
                  </a:lnTo>
                  <a:lnTo>
                    <a:pt x="329541" y="127133"/>
                  </a:lnTo>
                  <a:lnTo>
                    <a:pt x="328201" y="122006"/>
                  </a:lnTo>
                  <a:lnTo>
                    <a:pt x="326699" y="116924"/>
                  </a:lnTo>
                  <a:lnTo>
                    <a:pt x="325037" y="111892"/>
                  </a:lnTo>
                  <a:lnTo>
                    <a:pt x="323216" y="106915"/>
                  </a:lnTo>
                  <a:lnTo>
                    <a:pt x="321238" y="101999"/>
                  </a:lnTo>
                  <a:lnTo>
                    <a:pt x="319106" y="97147"/>
                  </a:lnTo>
                  <a:lnTo>
                    <a:pt x="316821" y="92366"/>
                  </a:lnTo>
                  <a:lnTo>
                    <a:pt x="314385" y="87659"/>
                  </a:lnTo>
                  <a:lnTo>
                    <a:pt x="311801" y="83033"/>
                  </a:lnTo>
                  <a:lnTo>
                    <a:pt x="309072" y="78490"/>
                  </a:lnTo>
                  <a:lnTo>
                    <a:pt x="306200" y="74036"/>
                  </a:lnTo>
                  <a:lnTo>
                    <a:pt x="303189" y="69675"/>
                  </a:lnTo>
                  <a:lnTo>
                    <a:pt x="300041" y="65412"/>
                  </a:lnTo>
                  <a:lnTo>
                    <a:pt x="296759" y="61251"/>
                  </a:lnTo>
                  <a:lnTo>
                    <a:pt x="293347" y="57196"/>
                  </a:lnTo>
                  <a:lnTo>
                    <a:pt x="289809" y="53251"/>
                  </a:lnTo>
                  <a:lnTo>
                    <a:pt x="286147" y="49421"/>
                  </a:lnTo>
                  <a:lnTo>
                    <a:pt x="282365" y="45708"/>
                  </a:lnTo>
                  <a:lnTo>
                    <a:pt x="278468" y="42117"/>
                  </a:lnTo>
                  <a:lnTo>
                    <a:pt x="274459" y="38651"/>
                  </a:lnTo>
                  <a:lnTo>
                    <a:pt x="270341" y="35315"/>
                  </a:lnTo>
                  <a:lnTo>
                    <a:pt x="266121" y="32110"/>
                  </a:lnTo>
                  <a:lnTo>
                    <a:pt x="261801" y="29041"/>
                  </a:lnTo>
                  <a:lnTo>
                    <a:pt x="257385" y="26110"/>
                  </a:lnTo>
                  <a:lnTo>
                    <a:pt x="252879" y="23321"/>
                  </a:lnTo>
                  <a:lnTo>
                    <a:pt x="248287" y="20676"/>
                  </a:lnTo>
                  <a:lnTo>
                    <a:pt x="243613" y="18178"/>
                  </a:lnTo>
                  <a:lnTo>
                    <a:pt x="238863" y="15829"/>
                  </a:lnTo>
                  <a:lnTo>
                    <a:pt x="234040" y="13632"/>
                  </a:lnTo>
                  <a:lnTo>
                    <a:pt x="229151" y="11589"/>
                  </a:lnTo>
                  <a:lnTo>
                    <a:pt x="224198" y="9702"/>
                  </a:lnTo>
                  <a:lnTo>
                    <a:pt x="219189" y="7973"/>
                  </a:lnTo>
                  <a:lnTo>
                    <a:pt x="214127" y="6403"/>
                  </a:lnTo>
                  <a:lnTo>
                    <a:pt x="209018" y="4995"/>
                  </a:lnTo>
                  <a:lnTo>
                    <a:pt x="203867" y="3750"/>
                  </a:lnTo>
                  <a:lnTo>
                    <a:pt x="198680" y="2668"/>
                  </a:lnTo>
                  <a:lnTo>
                    <a:pt x="193460" y="1751"/>
                  </a:lnTo>
                  <a:lnTo>
                    <a:pt x="188214" y="1000"/>
                  </a:lnTo>
                  <a:lnTo>
                    <a:pt x="182947" y="416"/>
                  </a:lnTo>
                  <a:lnTo>
                    <a:pt x="177664" y="0"/>
                  </a:lnTo>
                  <a:lnTo>
                    <a:pt x="167157" y="166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0506" cy="167167"/>
            </a:xfrm>
            <a:custGeom>
              <a:avLst/>
              <a:pathLst>
                <a:path w="10506" h="167167">
                  <a:moveTo>
                    <a:pt x="10506" y="3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2025-06-05T11:53:22Z</dcterms:modified>
  <cp:category/>
</cp:coreProperties>
</file>